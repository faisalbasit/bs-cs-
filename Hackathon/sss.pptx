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8128000" cy="4572000"/>
  <p:notesSz cx="8128000" cy="4572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09600" y="1417320"/>
            <a:ext cx="6908800" cy="960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50" b="0" i="0">
                <a:solidFill>
                  <a:srgbClr val="1A1A1A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219200" y="2560320"/>
            <a:ext cx="5689600" cy="1143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50" b="0" i="0">
                <a:solidFill>
                  <a:srgbClr val="1A1A1A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50" b="0" i="0">
                <a:solidFill>
                  <a:srgbClr val="1A1A1A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06400" y="1051560"/>
            <a:ext cx="3535680" cy="3017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185920" y="1051560"/>
            <a:ext cx="3535680" cy="3017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50" b="0" i="0">
                <a:solidFill>
                  <a:srgbClr val="1A1A1A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20014" y="288035"/>
            <a:ext cx="3060700" cy="33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50" b="0" i="0">
                <a:solidFill>
                  <a:srgbClr val="1A1A1A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42227" y="1470151"/>
            <a:ext cx="4151629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763520" y="4251960"/>
            <a:ext cx="2600960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06400" y="4251960"/>
            <a:ext cx="1869440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852160" y="4251960"/>
            <a:ext cx="1869440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jpg"/><Relationship Id="rId5" Type="http://schemas.openxmlformats.org/officeDocument/2006/relationships/image" Target="../media/image6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hyperlink" Target="https://presentations.ai/" TargetMode="Externa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Relationship Id="rId3" Type="http://schemas.openxmlformats.org/officeDocument/2006/relationships/hyperlink" Target="https://presentations.ai/" TargetMode="External"/><Relationship Id="rId4" Type="http://schemas.openxmlformats.org/officeDocument/2006/relationships/image" Target="../media/image1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hyperlink" Target="https://presentations.ai/" TargetMode="Externa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Relationship Id="rId3" Type="http://schemas.openxmlformats.org/officeDocument/2006/relationships/hyperlink" Target="https://presentations.ai/" TargetMode="Externa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image" Target="../media/image20.jpg"/><Relationship Id="rId5" Type="http://schemas.openxmlformats.org/officeDocument/2006/relationships/image" Target="../media/image21.png"/><Relationship Id="rId6" Type="http://schemas.openxmlformats.org/officeDocument/2006/relationships/hyperlink" Target="https://presentations.ai/" TargetMode="Externa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jpg"/><Relationship Id="rId3" Type="http://schemas.openxmlformats.org/officeDocument/2006/relationships/hyperlink" Target="https://presentations.ai/" TargetMode="External"/><Relationship Id="rId4" Type="http://schemas.openxmlformats.org/officeDocument/2006/relationships/image" Target="../media/image12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jpg"/><Relationship Id="rId3" Type="http://schemas.openxmlformats.org/officeDocument/2006/relationships/hyperlink" Target="https://presentations.ai/" TargetMode="External"/><Relationship Id="rId4" Type="http://schemas.openxmlformats.org/officeDocument/2006/relationships/image" Target="../media/image12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jpg"/><Relationship Id="rId3" Type="http://schemas.openxmlformats.org/officeDocument/2006/relationships/image" Target="../media/image25.jpg"/><Relationship Id="rId4" Type="http://schemas.openxmlformats.org/officeDocument/2006/relationships/image" Target="../media/image26.jp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jpg"/><Relationship Id="rId10" Type="http://schemas.openxmlformats.org/officeDocument/2006/relationships/image" Target="../media/image32.png"/><Relationship Id="rId11" Type="http://schemas.openxmlformats.org/officeDocument/2006/relationships/image" Target="../media/image33.jpg"/><Relationship Id="rId12" Type="http://schemas.openxmlformats.org/officeDocument/2006/relationships/image" Target="../media/image34.png"/><Relationship Id="rId13" Type="http://schemas.openxmlformats.org/officeDocument/2006/relationships/image" Target="../media/image35.jpg"/><Relationship Id="rId14" Type="http://schemas.openxmlformats.org/officeDocument/2006/relationships/image" Target="../media/image36.png"/><Relationship Id="rId15" Type="http://schemas.openxmlformats.org/officeDocument/2006/relationships/hyperlink" Target="https://presentations.ai/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22475" y="4130040"/>
            <a:ext cx="1334857" cy="271272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691809" y="3579876"/>
            <a:ext cx="4242435" cy="0"/>
          </a:xfrm>
          <a:custGeom>
            <a:avLst/>
            <a:gdLst/>
            <a:ahLst/>
            <a:cxnLst/>
            <a:rect l="l" t="t" r="r" b="b"/>
            <a:pathLst>
              <a:path w="4242435" h="0">
                <a:moveTo>
                  <a:pt x="0" y="0"/>
                </a:moveTo>
                <a:lnTo>
                  <a:pt x="4242285" y="0"/>
                </a:lnTo>
              </a:path>
            </a:pathLst>
          </a:custGeom>
          <a:ln w="9144">
            <a:solidFill>
              <a:srgbClr val="1C1C1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4324570" y="1882139"/>
            <a:ext cx="170815" cy="0"/>
          </a:xfrm>
          <a:custGeom>
            <a:avLst/>
            <a:gdLst/>
            <a:ahLst/>
            <a:cxnLst/>
            <a:rect l="l" t="t" r="r" b="b"/>
            <a:pathLst>
              <a:path w="170814" h="0">
                <a:moveTo>
                  <a:pt x="0" y="0"/>
                </a:moveTo>
                <a:lnTo>
                  <a:pt x="170666" y="0"/>
                </a:lnTo>
              </a:path>
            </a:pathLst>
          </a:custGeom>
          <a:ln w="9144">
            <a:solidFill>
              <a:srgbClr val="1F1F23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4324570" y="1716023"/>
            <a:ext cx="170815" cy="170815"/>
            <a:chOff x="4324570" y="1716023"/>
            <a:chExt cx="170815" cy="170815"/>
          </a:xfrm>
        </p:grpSpPr>
        <p:sp>
          <p:nvSpPr>
            <p:cNvPr id="6" name="object 6" descr=""/>
            <p:cNvSpPr/>
            <p:nvPr/>
          </p:nvSpPr>
          <p:spPr>
            <a:xfrm>
              <a:off x="4324570" y="1716023"/>
              <a:ext cx="170815" cy="170815"/>
            </a:xfrm>
            <a:custGeom>
              <a:avLst/>
              <a:gdLst/>
              <a:ahLst/>
              <a:cxnLst/>
              <a:rect l="l" t="t" r="r" b="b"/>
              <a:pathLst>
                <a:path w="170814" h="170814">
                  <a:moveTo>
                    <a:pt x="0" y="4572"/>
                  </a:moveTo>
                  <a:lnTo>
                    <a:pt x="170688" y="4572"/>
                  </a:lnTo>
                </a:path>
                <a:path w="170814" h="170814">
                  <a:moveTo>
                    <a:pt x="4572" y="170688"/>
                  </a:moveTo>
                  <a:lnTo>
                    <a:pt x="4572" y="0"/>
                  </a:lnTo>
                </a:path>
              </a:pathLst>
            </a:custGeom>
            <a:ln w="9143">
              <a:solidFill>
                <a:srgbClr val="1F1F2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490666" y="1716023"/>
              <a:ext cx="0" cy="170815"/>
            </a:xfrm>
            <a:custGeom>
              <a:avLst/>
              <a:gdLst/>
              <a:ahLst/>
              <a:cxnLst/>
              <a:rect l="l" t="t" r="r" b="b"/>
              <a:pathLst>
                <a:path w="0" h="170814">
                  <a:moveTo>
                    <a:pt x="0" y="170688"/>
                  </a:moveTo>
                  <a:lnTo>
                    <a:pt x="0" y="0"/>
                  </a:lnTo>
                </a:path>
              </a:pathLst>
            </a:custGeom>
            <a:ln w="9142">
              <a:solidFill>
                <a:srgbClr val="1F1F2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3364571" y="1440180"/>
            <a:ext cx="167640" cy="0"/>
          </a:xfrm>
          <a:custGeom>
            <a:avLst/>
            <a:gdLst/>
            <a:ahLst/>
            <a:cxnLst/>
            <a:rect l="l" t="t" r="r" b="b"/>
            <a:pathLst>
              <a:path w="167639" h="0">
                <a:moveTo>
                  <a:pt x="0" y="0"/>
                </a:moveTo>
                <a:lnTo>
                  <a:pt x="167619" y="0"/>
                </a:lnTo>
              </a:path>
            </a:pathLst>
          </a:custGeom>
          <a:ln w="9144">
            <a:solidFill>
              <a:srgbClr val="1F1F23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3364571" y="1274063"/>
            <a:ext cx="167640" cy="170815"/>
            <a:chOff x="3364571" y="1274063"/>
            <a:chExt cx="167640" cy="170815"/>
          </a:xfrm>
        </p:grpSpPr>
        <p:sp>
          <p:nvSpPr>
            <p:cNvPr id="10" name="object 10" descr=""/>
            <p:cNvSpPr/>
            <p:nvPr/>
          </p:nvSpPr>
          <p:spPr>
            <a:xfrm>
              <a:off x="3364571" y="1274063"/>
              <a:ext cx="167640" cy="170815"/>
            </a:xfrm>
            <a:custGeom>
              <a:avLst/>
              <a:gdLst/>
              <a:ahLst/>
              <a:cxnLst/>
              <a:rect l="l" t="t" r="r" b="b"/>
              <a:pathLst>
                <a:path w="167639" h="170815">
                  <a:moveTo>
                    <a:pt x="0" y="4572"/>
                  </a:moveTo>
                  <a:lnTo>
                    <a:pt x="167640" y="4572"/>
                  </a:lnTo>
                </a:path>
                <a:path w="167639" h="170815">
                  <a:moveTo>
                    <a:pt x="4572" y="170688"/>
                  </a:moveTo>
                  <a:lnTo>
                    <a:pt x="4572" y="0"/>
                  </a:lnTo>
                </a:path>
              </a:pathLst>
            </a:custGeom>
            <a:ln w="9143">
              <a:solidFill>
                <a:srgbClr val="1F1F2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527618" y="1274063"/>
              <a:ext cx="0" cy="170815"/>
            </a:xfrm>
            <a:custGeom>
              <a:avLst/>
              <a:gdLst/>
              <a:ahLst/>
              <a:cxnLst/>
              <a:rect l="l" t="t" r="r" b="b"/>
              <a:pathLst>
                <a:path w="0" h="170815">
                  <a:moveTo>
                    <a:pt x="0" y="170688"/>
                  </a:moveTo>
                  <a:lnTo>
                    <a:pt x="0" y="0"/>
                  </a:lnTo>
                </a:path>
              </a:pathLst>
            </a:custGeom>
            <a:ln w="9142">
              <a:solidFill>
                <a:srgbClr val="1F1F2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/>
          <p:nvPr/>
        </p:nvSpPr>
        <p:spPr>
          <a:xfrm>
            <a:off x="966095" y="998219"/>
            <a:ext cx="173990" cy="0"/>
          </a:xfrm>
          <a:custGeom>
            <a:avLst/>
            <a:gdLst/>
            <a:ahLst/>
            <a:cxnLst/>
            <a:rect l="l" t="t" r="r" b="b"/>
            <a:pathLst>
              <a:path w="173990" h="0">
                <a:moveTo>
                  <a:pt x="0" y="0"/>
                </a:moveTo>
                <a:lnTo>
                  <a:pt x="173714" y="0"/>
                </a:lnTo>
              </a:path>
            </a:pathLst>
          </a:custGeom>
          <a:ln w="9144">
            <a:solidFill>
              <a:srgbClr val="1F1F23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3" name="object 13" descr=""/>
          <p:cNvGrpSpPr/>
          <p:nvPr/>
        </p:nvGrpSpPr>
        <p:grpSpPr>
          <a:xfrm>
            <a:off x="966095" y="838200"/>
            <a:ext cx="173990" cy="165100"/>
            <a:chOff x="966095" y="838200"/>
            <a:chExt cx="173990" cy="165100"/>
          </a:xfrm>
        </p:grpSpPr>
        <p:sp>
          <p:nvSpPr>
            <p:cNvPr id="14" name="object 14" descr=""/>
            <p:cNvSpPr/>
            <p:nvPr/>
          </p:nvSpPr>
          <p:spPr>
            <a:xfrm>
              <a:off x="966095" y="838200"/>
              <a:ext cx="173990" cy="165100"/>
            </a:xfrm>
            <a:custGeom>
              <a:avLst/>
              <a:gdLst/>
              <a:ahLst/>
              <a:cxnLst/>
              <a:rect l="l" t="t" r="r" b="b"/>
              <a:pathLst>
                <a:path w="173990" h="165100">
                  <a:moveTo>
                    <a:pt x="0" y="4572"/>
                  </a:moveTo>
                  <a:lnTo>
                    <a:pt x="173736" y="4572"/>
                  </a:lnTo>
                </a:path>
                <a:path w="173990" h="165100">
                  <a:moveTo>
                    <a:pt x="4572" y="164592"/>
                  </a:moveTo>
                  <a:lnTo>
                    <a:pt x="4572" y="0"/>
                  </a:lnTo>
                </a:path>
              </a:pathLst>
            </a:custGeom>
            <a:ln w="9143">
              <a:solidFill>
                <a:srgbClr val="1F1F2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135238" y="838200"/>
              <a:ext cx="0" cy="165100"/>
            </a:xfrm>
            <a:custGeom>
              <a:avLst/>
              <a:gdLst/>
              <a:ahLst/>
              <a:cxnLst/>
              <a:rect l="l" t="t" r="r" b="b"/>
              <a:pathLst>
                <a:path w="0" h="165100">
                  <a:moveTo>
                    <a:pt x="0" y="164592"/>
                  </a:moveTo>
                  <a:lnTo>
                    <a:pt x="0" y="0"/>
                  </a:lnTo>
                </a:path>
              </a:pathLst>
            </a:custGeom>
            <a:ln w="9142">
              <a:solidFill>
                <a:srgbClr val="1F1F2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6" name="object 1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47047" y="0"/>
            <a:ext cx="1980952" cy="1371600"/>
          </a:xfrm>
          <a:prstGeom prst="rect">
            <a:avLst/>
          </a:prstGeom>
        </p:spPr>
      </p:pic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668945" y="582167"/>
            <a:ext cx="1811020" cy="558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19200" algn="l"/>
              </a:tabLst>
            </a:pPr>
            <a:r>
              <a:rPr dirty="0" sz="3500" spc="-100">
                <a:solidFill>
                  <a:srgbClr val="1C1C1C"/>
                </a:solidFill>
                <a:latin typeface="Calibri"/>
                <a:cs typeface="Calibri"/>
              </a:rPr>
              <a:t>3o</a:t>
            </a:r>
            <a:r>
              <a:rPr dirty="0" sz="3500" spc="-395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dirty="0" sz="3500" spc="-25">
                <a:solidFill>
                  <a:srgbClr val="1C1C1C"/>
                </a:solidFill>
                <a:latin typeface="Calibri"/>
                <a:cs typeface="Calibri"/>
              </a:rPr>
              <a:t>in</a:t>
            </a:r>
            <a:r>
              <a:rPr dirty="0" sz="3500">
                <a:solidFill>
                  <a:srgbClr val="1C1C1C"/>
                </a:solidFill>
                <a:latin typeface="Calibri"/>
                <a:cs typeface="Calibri"/>
              </a:rPr>
              <a:t>	</a:t>
            </a:r>
            <a:r>
              <a:rPr dirty="0" sz="3500" spc="-55">
                <a:solidFill>
                  <a:srgbClr val="1C1C1C"/>
                </a:solidFill>
                <a:latin typeface="Calibri"/>
                <a:cs typeface="Calibri"/>
              </a:rPr>
              <a:t>the</a:t>
            </a:r>
            <a:endParaRPr sz="35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661516" y="1002029"/>
            <a:ext cx="3119755" cy="581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82240" algn="l"/>
              </a:tabLst>
            </a:pPr>
            <a:r>
              <a:rPr dirty="0" sz="3650" spc="280">
                <a:solidFill>
                  <a:srgbClr val="1A1A1A"/>
                </a:solidFill>
                <a:latin typeface="Calibri"/>
                <a:cs typeface="Calibri"/>
              </a:rPr>
              <a:t>Excitenent</a:t>
            </a:r>
            <a:r>
              <a:rPr dirty="0" sz="3650">
                <a:solidFill>
                  <a:srgbClr val="1A1A1A"/>
                </a:solidFill>
                <a:latin typeface="Calibri"/>
                <a:cs typeface="Calibri"/>
              </a:rPr>
              <a:t>	</a:t>
            </a:r>
            <a:r>
              <a:rPr dirty="0" sz="3650" spc="120">
                <a:solidFill>
                  <a:srgbClr val="1C1C1C"/>
                </a:solidFill>
                <a:latin typeface="Calibri"/>
                <a:cs typeface="Calibri"/>
              </a:rPr>
              <a:t>of</a:t>
            </a:r>
            <a:endParaRPr sz="365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642227" y="1470151"/>
            <a:ext cx="4151629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949450" algn="l"/>
              </a:tabLst>
            </a:pPr>
            <a:r>
              <a:rPr dirty="0" sz="3300" spc="100">
                <a:solidFill>
                  <a:srgbClr val="1C1C1C"/>
                </a:solidFill>
                <a:latin typeface="Calibri"/>
                <a:cs typeface="Calibri"/>
              </a:rPr>
              <a:t>SNEC</a:t>
            </a:r>
            <a:r>
              <a:rPr dirty="0" sz="3300" spc="-14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dirty="0" baseline="21885" sz="4950" spc="-37">
                <a:solidFill>
                  <a:srgbClr val="1A1A1A"/>
                </a:solidFill>
                <a:latin typeface="Calibri"/>
                <a:cs typeface="Calibri"/>
              </a:rPr>
              <a:t>1</a:t>
            </a:r>
            <a:r>
              <a:rPr dirty="0" baseline="-1683" sz="4950" spc="-37">
                <a:solidFill>
                  <a:srgbClr val="1A1A1A"/>
                </a:solidFill>
                <a:latin typeface="Calibri"/>
                <a:cs typeface="Calibri"/>
              </a:rPr>
              <a:t>2</a:t>
            </a:r>
            <a:r>
              <a:rPr dirty="0" baseline="-2525" sz="4950" spc="-37">
                <a:solidFill>
                  <a:srgbClr val="1A1A1A"/>
                </a:solidFill>
                <a:latin typeface="Calibri"/>
                <a:cs typeface="Calibri"/>
              </a:rPr>
              <a:t>5</a:t>
            </a:r>
            <a:r>
              <a:rPr dirty="0" baseline="-2525" sz="4950">
                <a:solidFill>
                  <a:srgbClr val="1A1A1A"/>
                </a:solidFill>
                <a:latin typeface="Calibri"/>
                <a:cs typeface="Calibri"/>
              </a:rPr>
              <a:t>	</a:t>
            </a:r>
            <a:r>
              <a:rPr dirty="0" sz="3300" spc="245">
                <a:solidFill>
                  <a:srgbClr val="1C1C1C"/>
                </a:solidFill>
                <a:latin typeface="Calibri"/>
                <a:cs typeface="Calibri"/>
              </a:rPr>
              <a:t>Hackatho</a:t>
            </a:r>
            <a:r>
              <a:rPr dirty="0" sz="3300" spc="-28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dirty="0" sz="3300" spc="85">
                <a:solidFill>
                  <a:srgbClr val="1C1C1C"/>
                </a:solidFill>
                <a:latin typeface="Calibri"/>
                <a:cs typeface="Calibri"/>
              </a:rPr>
              <a:t>n</a:t>
            </a:r>
            <a:endParaRPr sz="3300">
              <a:latin typeface="Calibri"/>
              <a:cs typeface="Calibri"/>
            </a:endParaRPr>
          </a:p>
          <a:p>
            <a:pPr marL="38735" marR="71120" indent="1270">
              <a:lnSpc>
                <a:spcPct val="126699"/>
              </a:lnSpc>
              <a:spcBef>
                <a:spcPts val="500"/>
              </a:spcBef>
            </a:pPr>
            <a:r>
              <a:rPr dirty="0" sz="900">
                <a:solidFill>
                  <a:srgbClr val="808080"/>
                </a:solidFill>
                <a:latin typeface="Arial MT"/>
                <a:cs typeface="Arial MT"/>
              </a:rPr>
              <a:t>Explore </a:t>
            </a:r>
            <a:r>
              <a:rPr dirty="0" sz="900">
                <a:solidFill>
                  <a:srgbClr val="828282"/>
                </a:solidFill>
                <a:latin typeface="Arial MT"/>
                <a:cs typeface="Arial MT"/>
              </a:rPr>
              <a:t>the</a:t>
            </a:r>
            <a:r>
              <a:rPr dirty="0" sz="900" spc="-60">
                <a:solidFill>
                  <a:srgbClr val="828282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808080"/>
                </a:solidFill>
                <a:latin typeface="Arial MT"/>
                <a:cs typeface="Arial MT"/>
              </a:rPr>
              <a:t>innovative</a:t>
            </a:r>
            <a:r>
              <a:rPr dirty="0" sz="900" spc="40">
                <a:solidFill>
                  <a:srgbClr val="808080"/>
                </a:solidFill>
                <a:latin typeface="Arial MT"/>
                <a:cs typeface="Arial MT"/>
              </a:rPr>
              <a:t> </a:t>
            </a:r>
            <a:r>
              <a:rPr dirty="0" sz="900" spc="-25">
                <a:solidFill>
                  <a:srgbClr val="808080"/>
                </a:solidFill>
                <a:latin typeface="Arial MT"/>
                <a:cs typeface="Arial MT"/>
              </a:rPr>
              <a:t>SMEC’25</a:t>
            </a:r>
            <a:r>
              <a:rPr dirty="0" sz="900" spc="40">
                <a:solidFill>
                  <a:srgbClr val="80808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7E7E7E"/>
                </a:solidFill>
                <a:latin typeface="Arial MT"/>
                <a:cs typeface="Arial MT"/>
              </a:rPr>
              <a:t>Hackathon</a:t>
            </a:r>
            <a:r>
              <a:rPr dirty="0" sz="900" spc="25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808080"/>
                </a:solidFill>
                <a:latin typeface="Arial MT"/>
                <a:cs typeface="Arial MT"/>
              </a:rPr>
              <a:t>organized</a:t>
            </a:r>
            <a:r>
              <a:rPr dirty="0" sz="900" spc="45">
                <a:solidFill>
                  <a:srgbClr val="80808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828282"/>
                </a:solidFill>
                <a:latin typeface="Arial MT"/>
                <a:cs typeface="Arial MT"/>
              </a:rPr>
              <a:t>by </a:t>
            </a:r>
            <a:r>
              <a:rPr dirty="0" sz="900" spc="-35">
                <a:solidFill>
                  <a:srgbClr val="808080"/>
                </a:solidFill>
                <a:latin typeface="Arial MT"/>
                <a:cs typeface="Arial MT"/>
              </a:rPr>
              <a:t>DocCSIT</a:t>
            </a:r>
            <a:r>
              <a:rPr dirty="0" sz="900" spc="140">
                <a:solidFill>
                  <a:srgbClr val="80808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7E7E7E"/>
                </a:solidFill>
                <a:latin typeface="Arial MT"/>
                <a:cs typeface="Arial MT"/>
              </a:rPr>
              <a:t>at</a:t>
            </a:r>
            <a:r>
              <a:rPr dirty="0" sz="900" spc="-15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dirty="0" sz="900" spc="-65">
                <a:solidFill>
                  <a:srgbClr val="7E7E7E"/>
                </a:solidFill>
                <a:latin typeface="Arial MT"/>
                <a:cs typeface="Arial MT"/>
              </a:rPr>
              <a:t>SSUET</a:t>
            </a:r>
            <a:r>
              <a:rPr dirty="0" sz="900" spc="25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dirty="0" sz="900" spc="-25">
                <a:solidFill>
                  <a:srgbClr val="808080"/>
                </a:solidFill>
                <a:latin typeface="Arial MT"/>
                <a:cs typeface="Arial MT"/>
              </a:rPr>
              <a:t>to </a:t>
            </a:r>
            <a:r>
              <a:rPr dirty="0" sz="900">
                <a:solidFill>
                  <a:srgbClr val="7E7E7E"/>
                </a:solidFill>
                <a:latin typeface="Arial MT"/>
                <a:cs typeface="Arial MT"/>
              </a:rPr>
              <a:t>unleash</a:t>
            </a:r>
            <a:r>
              <a:rPr dirty="0" sz="900" spc="5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808080"/>
                </a:solidFill>
                <a:latin typeface="Arial MT"/>
                <a:cs typeface="Arial MT"/>
              </a:rPr>
              <a:t>your</a:t>
            </a:r>
            <a:r>
              <a:rPr dirty="0" sz="900" spc="20">
                <a:solidFill>
                  <a:srgbClr val="80808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7C7C7C"/>
                </a:solidFill>
                <a:latin typeface="Arial MT"/>
                <a:cs typeface="Arial MT"/>
              </a:rPr>
              <a:t>creativity</a:t>
            </a:r>
            <a:r>
              <a:rPr dirty="0" sz="900" spc="85">
                <a:solidFill>
                  <a:srgbClr val="7C7C7C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808080"/>
                </a:solidFill>
                <a:latin typeface="Arial MT"/>
                <a:cs typeface="Arial MT"/>
              </a:rPr>
              <a:t>and</a:t>
            </a:r>
            <a:r>
              <a:rPr dirty="0" sz="900" spc="30">
                <a:solidFill>
                  <a:srgbClr val="808080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808080"/>
                </a:solidFill>
                <a:latin typeface="Arial MT"/>
                <a:cs typeface="Arial MT"/>
              </a:rPr>
              <a:t>skills.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665123" y="3678935"/>
            <a:ext cx="1726564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105">
                <a:solidFill>
                  <a:srgbClr val="1605A1"/>
                </a:solidFill>
                <a:latin typeface="Calibri"/>
                <a:cs typeface="Calibri"/>
              </a:rPr>
              <a:t>SNEC</a:t>
            </a:r>
            <a:r>
              <a:rPr dirty="0" sz="1100" spc="125">
                <a:solidFill>
                  <a:srgbClr val="1605A1"/>
                </a:solidFill>
                <a:latin typeface="Calibri"/>
                <a:cs typeface="Calibri"/>
              </a:rPr>
              <a:t>  </a:t>
            </a:r>
            <a:r>
              <a:rPr dirty="0" sz="1100" spc="50">
                <a:solidFill>
                  <a:srgbClr val="1505A5"/>
                </a:solidFill>
                <a:latin typeface="Calibri"/>
                <a:cs typeface="Calibri"/>
              </a:rPr>
              <a:t>HACKATHON</a:t>
            </a:r>
            <a:r>
              <a:rPr dirty="0" sz="1100" spc="150">
                <a:solidFill>
                  <a:srgbClr val="1505A5"/>
                </a:solidFill>
                <a:latin typeface="Calibri"/>
                <a:cs typeface="Calibri"/>
              </a:rPr>
              <a:t>  </a:t>
            </a:r>
            <a:r>
              <a:rPr dirty="0" sz="1100" spc="-10">
                <a:solidFill>
                  <a:srgbClr val="1605A5"/>
                </a:solidFill>
                <a:latin typeface="Calibri"/>
                <a:cs typeface="Calibri"/>
              </a:rPr>
              <a:t>TEAI'1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8125459" cy="4572000"/>
            <a:chOff x="0" y="0"/>
            <a:chExt cx="8125459" cy="4572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8124952" cy="457200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54857" y="1761744"/>
              <a:ext cx="326095" cy="326136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54857" y="2639567"/>
              <a:ext cx="319999" cy="320040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54857" y="3468623"/>
              <a:ext cx="319999" cy="289559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3701510" y="552195"/>
            <a:ext cx="3628390" cy="3305175"/>
          </a:xfrm>
          <a:prstGeom prst="rect">
            <a:avLst/>
          </a:prstGeom>
        </p:spPr>
        <p:txBody>
          <a:bodyPr wrap="square" lIns="0" tIns="120014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944"/>
              </a:spcBef>
            </a:pPr>
            <a:r>
              <a:rPr dirty="0" sz="2000" spc="-95">
                <a:solidFill>
                  <a:srgbClr val="181818"/>
                </a:solidFill>
                <a:latin typeface="Courier New"/>
                <a:cs typeface="Courier New"/>
              </a:rPr>
              <a:t>Start</a:t>
            </a:r>
            <a:r>
              <a:rPr dirty="0" sz="2000" spc="-180">
                <a:solidFill>
                  <a:srgbClr val="181818"/>
                </a:solidFill>
                <a:latin typeface="Courier New"/>
                <a:cs typeface="Courier New"/>
              </a:rPr>
              <a:t> </a:t>
            </a:r>
            <a:r>
              <a:rPr dirty="0" sz="2000" spc="-20">
                <a:solidFill>
                  <a:srgbClr val="181818"/>
                </a:solidFill>
                <a:latin typeface="Courier New"/>
                <a:cs typeface="Courier New"/>
              </a:rPr>
              <a:t>Time</a:t>
            </a:r>
            <a:endParaRPr sz="2000">
              <a:latin typeface="Courier New"/>
              <a:cs typeface="Courier New"/>
            </a:endParaRPr>
          </a:p>
          <a:p>
            <a:pPr marL="18415">
              <a:lnSpc>
                <a:spcPct val="100000"/>
              </a:lnSpc>
              <a:spcBef>
                <a:spcPts val="425"/>
              </a:spcBef>
            </a:pPr>
            <a:r>
              <a:rPr dirty="0" sz="1000">
                <a:solidFill>
                  <a:srgbClr val="1A1A1A"/>
                </a:solidFill>
                <a:latin typeface="Calibri"/>
                <a:cs typeface="Calibri"/>
              </a:rPr>
              <a:t>The</a:t>
            </a:r>
            <a:r>
              <a:rPr dirty="0" sz="1000" spc="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61616"/>
                </a:solidFill>
                <a:latin typeface="Calibri"/>
                <a:cs typeface="Calibri"/>
              </a:rPr>
              <a:t>event</a:t>
            </a:r>
            <a:r>
              <a:rPr dirty="0" sz="1000" spc="35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1A"/>
                </a:solidFill>
                <a:latin typeface="Calibri"/>
                <a:cs typeface="Calibri"/>
              </a:rPr>
              <a:t>will</a:t>
            </a:r>
            <a:r>
              <a:rPr dirty="0" sz="1000" spc="-2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81818"/>
                </a:solidFill>
                <a:latin typeface="Calibri"/>
                <a:cs typeface="Calibri"/>
              </a:rPr>
              <a:t>commence</a:t>
            </a:r>
            <a:r>
              <a:rPr dirty="0" sz="1000" spc="4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1A"/>
                </a:solidFill>
                <a:latin typeface="Calibri"/>
                <a:cs typeface="Calibri"/>
              </a:rPr>
              <a:t>at</a:t>
            </a:r>
            <a:r>
              <a:rPr dirty="0" sz="1000" spc="-1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81818"/>
                </a:solidFill>
                <a:latin typeface="Calibri"/>
                <a:cs typeface="Calibri"/>
              </a:rPr>
              <a:t>10:30</a:t>
            </a:r>
            <a:r>
              <a:rPr dirty="0" sz="1000" spc="3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1000" spc="-60">
                <a:solidFill>
                  <a:srgbClr val="1A1A1A"/>
                </a:solidFill>
                <a:latin typeface="Calibri"/>
                <a:cs typeface="Calibri"/>
              </a:rPr>
              <a:t>AM</a:t>
            </a:r>
            <a:r>
              <a:rPr dirty="0" sz="1000" spc="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1A"/>
                </a:solidFill>
                <a:latin typeface="Calibri"/>
                <a:cs typeface="Calibri"/>
              </a:rPr>
              <a:t>marking</a:t>
            </a:r>
            <a:r>
              <a:rPr dirty="0" sz="1000" spc="5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1A"/>
                </a:solidFill>
                <a:latin typeface="Calibri"/>
                <a:cs typeface="Calibri"/>
              </a:rPr>
              <a:t>the</a:t>
            </a:r>
            <a:r>
              <a:rPr dirty="0" sz="1000" spc="-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81818"/>
                </a:solidFill>
                <a:latin typeface="Calibri"/>
                <a:cs typeface="Calibri"/>
              </a:rPr>
              <a:t>beginning</a:t>
            </a:r>
            <a:r>
              <a:rPr dirty="0" sz="1000" spc="6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81818"/>
                </a:solidFill>
                <a:latin typeface="Calibri"/>
                <a:cs typeface="Calibri"/>
              </a:rPr>
              <a:t>of</a:t>
            </a:r>
            <a:r>
              <a:rPr dirty="0" sz="1000" spc="25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1A1A1A"/>
                </a:solidFill>
                <a:latin typeface="Calibri"/>
                <a:cs typeface="Calibri"/>
              </a:rPr>
              <a:t>an</a:t>
            </a:r>
            <a:endParaRPr sz="1000">
              <a:latin typeface="Calibri"/>
              <a:cs typeface="Calibri"/>
            </a:endParaRPr>
          </a:p>
          <a:p>
            <a:pPr marL="13970">
              <a:lnSpc>
                <a:spcPct val="100000"/>
              </a:lnSpc>
              <a:spcBef>
                <a:spcPts val="390"/>
              </a:spcBef>
            </a:pPr>
            <a:r>
              <a:rPr dirty="0" sz="900" spc="20">
                <a:solidFill>
                  <a:srgbClr val="1A1A1A"/>
                </a:solidFill>
                <a:latin typeface="Calibri"/>
                <a:cs typeface="Calibri"/>
              </a:rPr>
              <a:t>exciting</a:t>
            </a:r>
            <a:r>
              <a:rPr dirty="0" sz="900" spc="11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900" spc="20">
                <a:solidFill>
                  <a:srgbClr val="1A1A1A"/>
                </a:solidFill>
                <a:latin typeface="Calibri"/>
                <a:cs typeface="Calibri"/>
              </a:rPr>
              <a:t>24-</a:t>
            </a:r>
            <a:r>
              <a:rPr dirty="0" sz="900" spc="55">
                <a:solidFill>
                  <a:srgbClr val="1A1A1A"/>
                </a:solidFill>
                <a:latin typeface="Calibri"/>
                <a:cs typeface="Calibri"/>
              </a:rPr>
              <a:t>hour</a:t>
            </a:r>
            <a:r>
              <a:rPr dirty="0" sz="900" spc="17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900" spc="20">
                <a:solidFill>
                  <a:srgbClr val="181818"/>
                </a:solidFill>
                <a:latin typeface="Calibri"/>
                <a:cs typeface="Calibri"/>
              </a:rPr>
              <a:t>journey</a:t>
            </a:r>
            <a:r>
              <a:rPr dirty="0" sz="900" spc="175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900" spc="20">
                <a:solidFill>
                  <a:srgbClr val="1A1A1A"/>
                </a:solidFill>
                <a:latin typeface="Calibri"/>
                <a:cs typeface="Calibri"/>
              </a:rPr>
              <a:t>for</a:t>
            </a:r>
            <a:r>
              <a:rPr dirty="0" sz="900" spc="114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61616"/>
                </a:solidFill>
                <a:latin typeface="Calibri"/>
                <a:cs typeface="Calibri"/>
              </a:rPr>
              <a:t>participants.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z="900">
              <a:latin typeface="Calibri"/>
              <a:cs typeface="Calibri"/>
            </a:endParaRPr>
          </a:p>
          <a:p>
            <a:pPr marL="66040">
              <a:lnSpc>
                <a:spcPct val="100000"/>
              </a:lnSpc>
              <a:tabLst>
                <a:tab pos="622935" algn="l"/>
              </a:tabLst>
            </a:pPr>
            <a:r>
              <a:rPr dirty="0" sz="2000" spc="-25">
                <a:solidFill>
                  <a:srgbClr val="181818"/>
                </a:solidFill>
                <a:latin typeface="Arial MT"/>
                <a:cs typeface="Arial MT"/>
              </a:rPr>
              <a:t>End</a:t>
            </a:r>
            <a:r>
              <a:rPr dirty="0" sz="2000">
                <a:solidFill>
                  <a:srgbClr val="181818"/>
                </a:solidFill>
                <a:latin typeface="Arial MT"/>
                <a:cs typeface="Arial MT"/>
              </a:rPr>
              <a:t>	</a:t>
            </a:r>
            <a:r>
              <a:rPr dirty="0" sz="2000" spc="-20">
                <a:solidFill>
                  <a:srgbClr val="151515"/>
                </a:solidFill>
                <a:latin typeface="Arial MT"/>
                <a:cs typeface="Arial MT"/>
              </a:rPr>
              <a:t>Time</a:t>
            </a:r>
            <a:endParaRPr sz="2000">
              <a:latin typeface="Arial MT"/>
              <a:cs typeface="Arial MT"/>
            </a:endParaRPr>
          </a:p>
          <a:p>
            <a:pPr marL="13970" marR="5080" indent="-1905">
              <a:lnSpc>
                <a:spcPct val="117800"/>
              </a:lnSpc>
              <a:spcBef>
                <a:spcPts val="140"/>
              </a:spcBef>
            </a:pPr>
            <a:r>
              <a:rPr dirty="0" sz="900">
                <a:solidFill>
                  <a:srgbClr val="1C1C1C"/>
                </a:solidFill>
                <a:latin typeface="Calibri"/>
                <a:cs typeface="Calibri"/>
              </a:rPr>
              <a:t>T</a:t>
            </a:r>
            <a:r>
              <a:rPr dirty="0" sz="900">
                <a:solidFill>
                  <a:srgbClr val="232323"/>
                </a:solidFill>
                <a:latin typeface="Calibri"/>
                <a:cs typeface="Calibri"/>
              </a:rPr>
              <a:t>h</a:t>
            </a:r>
            <a:r>
              <a:rPr dirty="0" sz="900" spc="-95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A1A"/>
                </a:solidFill>
                <a:latin typeface="Calibri"/>
                <a:cs typeface="Calibri"/>
              </a:rPr>
              <a:t>e</a:t>
            </a:r>
            <a:r>
              <a:rPr dirty="0" sz="900" spc="17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C1C1C"/>
                </a:solidFill>
                <a:latin typeface="Calibri"/>
                <a:cs typeface="Calibri"/>
              </a:rPr>
              <a:t>co</a:t>
            </a:r>
            <a:r>
              <a:rPr dirty="0" sz="900" spc="-105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dirty="0" sz="900" spc="-60">
                <a:solidFill>
                  <a:srgbClr val="232323"/>
                </a:solidFill>
                <a:latin typeface="Calibri"/>
                <a:cs typeface="Calibri"/>
              </a:rPr>
              <a:t>n</a:t>
            </a:r>
            <a:r>
              <a:rPr dirty="0" sz="900" spc="-95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A1A"/>
                </a:solidFill>
                <a:latin typeface="Calibri"/>
                <a:cs typeface="Calibri"/>
              </a:rPr>
              <a:t>c</a:t>
            </a:r>
            <a:r>
              <a:rPr dirty="0" sz="900" spc="-10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C1C1C"/>
                </a:solidFill>
                <a:latin typeface="Calibri"/>
                <a:cs typeface="Calibri"/>
              </a:rPr>
              <a:t>lu</a:t>
            </a:r>
            <a:r>
              <a:rPr dirty="0" sz="900" spc="-105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A1A"/>
                </a:solidFill>
                <a:latin typeface="Calibri"/>
                <a:cs typeface="Calibri"/>
              </a:rPr>
              <a:t>s</a:t>
            </a:r>
            <a:r>
              <a:rPr dirty="0" sz="900" spc="-10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900" spc="-60">
                <a:solidFill>
                  <a:srgbClr val="232323"/>
                </a:solidFill>
                <a:latin typeface="Calibri"/>
                <a:cs typeface="Calibri"/>
              </a:rPr>
              <a:t>i</a:t>
            </a:r>
            <a:r>
              <a:rPr dirty="0" sz="900" spc="-8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A1A"/>
                </a:solidFill>
                <a:latin typeface="Calibri"/>
                <a:cs typeface="Calibri"/>
              </a:rPr>
              <a:t>o</a:t>
            </a:r>
            <a:r>
              <a:rPr dirty="0" sz="900">
                <a:solidFill>
                  <a:srgbClr val="232323"/>
                </a:solidFill>
                <a:latin typeface="Calibri"/>
                <a:cs typeface="Calibri"/>
              </a:rPr>
              <a:t>n</a:t>
            </a:r>
            <a:r>
              <a:rPr dirty="0" sz="900" spc="16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dirty="0" sz="900" spc="-60">
                <a:solidFill>
                  <a:srgbClr val="363636"/>
                </a:solidFill>
                <a:latin typeface="Calibri"/>
                <a:cs typeface="Calibri"/>
              </a:rPr>
              <a:t>i</a:t>
            </a:r>
            <a:r>
              <a:rPr dirty="0" sz="900" spc="-7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D1D1D"/>
                </a:solidFill>
                <a:latin typeface="Calibri"/>
                <a:cs typeface="Calibri"/>
              </a:rPr>
              <a:t>s</a:t>
            </a:r>
            <a:r>
              <a:rPr dirty="0" sz="900" spc="17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A1A"/>
                </a:solidFill>
                <a:latin typeface="Calibri"/>
                <a:cs typeface="Calibri"/>
              </a:rPr>
              <a:t>se</a:t>
            </a:r>
            <a:r>
              <a:rPr dirty="0" sz="900">
                <a:solidFill>
                  <a:srgbClr val="1C1C1C"/>
                </a:solidFill>
                <a:latin typeface="Calibri"/>
                <a:cs typeface="Calibri"/>
              </a:rPr>
              <a:t>I</a:t>
            </a:r>
            <a:r>
              <a:rPr dirty="0" sz="900" spc="26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C1C1C"/>
                </a:solidFill>
                <a:latin typeface="Calibri"/>
                <a:cs typeface="Calibri"/>
              </a:rPr>
              <a:t>fo</a:t>
            </a:r>
            <a:r>
              <a:rPr dirty="0" sz="900" spc="-105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45454"/>
                </a:solidFill>
                <a:latin typeface="Calibri"/>
                <a:cs typeface="Calibri"/>
              </a:rPr>
              <a:t>r</a:t>
            </a:r>
            <a:r>
              <a:rPr dirty="0" sz="900" spc="175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00" spc="-90">
                <a:solidFill>
                  <a:srgbClr val="1D1D1D"/>
                </a:solidFill>
                <a:latin typeface="Calibri"/>
                <a:cs typeface="Calibri"/>
              </a:rPr>
              <a:t>1</a:t>
            </a:r>
            <a:r>
              <a:rPr dirty="0" sz="900" spc="3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1D1D1D"/>
                </a:solidFill>
                <a:latin typeface="Calibri"/>
                <a:cs typeface="Calibri"/>
              </a:rPr>
              <a:t>0:3</a:t>
            </a:r>
            <a:r>
              <a:rPr dirty="0" sz="900" spc="31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A1A"/>
                </a:solidFill>
                <a:latin typeface="Calibri"/>
                <a:cs typeface="Calibri"/>
              </a:rPr>
              <a:t>0</a:t>
            </a:r>
            <a:r>
              <a:rPr dirty="0" sz="900" spc="21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A1A"/>
                </a:solidFill>
                <a:latin typeface="Calibri"/>
                <a:cs typeface="Calibri"/>
              </a:rPr>
              <a:t>AM</a:t>
            </a:r>
            <a:r>
              <a:rPr dirty="0" sz="900" spc="19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C1C1C"/>
                </a:solidFill>
                <a:latin typeface="Calibri"/>
                <a:cs typeface="Calibri"/>
              </a:rPr>
              <a:t>o</a:t>
            </a:r>
            <a:r>
              <a:rPr dirty="0" sz="900">
                <a:solidFill>
                  <a:srgbClr val="262626"/>
                </a:solidFill>
                <a:latin typeface="Calibri"/>
                <a:cs typeface="Calibri"/>
              </a:rPr>
              <a:t>n</a:t>
            </a:r>
            <a:r>
              <a:rPr dirty="0" sz="900" spc="15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A1A"/>
                </a:solidFill>
                <a:latin typeface="Calibri"/>
                <a:cs typeface="Calibri"/>
              </a:rPr>
              <a:t>3an</a:t>
            </a:r>
            <a:r>
              <a:rPr dirty="0" sz="900">
                <a:solidFill>
                  <a:srgbClr val="1C1C1C"/>
                </a:solidFill>
                <a:latin typeface="Calibri"/>
                <a:cs typeface="Calibri"/>
              </a:rPr>
              <a:t>u</a:t>
            </a:r>
            <a:r>
              <a:rPr dirty="0" sz="900" spc="-105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C1C1C"/>
                </a:solidFill>
                <a:latin typeface="Calibri"/>
                <a:cs typeface="Calibri"/>
              </a:rPr>
              <a:t>ary</a:t>
            </a:r>
            <a:r>
              <a:rPr dirty="0" sz="900" spc="195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A1A"/>
                </a:solidFill>
                <a:latin typeface="Calibri"/>
                <a:cs typeface="Calibri"/>
              </a:rPr>
              <a:t>2</a:t>
            </a:r>
            <a:r>
              <a:rPr dirty="0" sz="900" spc="-6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A1A"/>
                </a:solidFill>
                <a:latin typeface="Calibri"/>
                <a:cs typeface="Calibri"/>
              </a:rPr>
              <a:t>3,</a:t>
            </a:r>
            <a:r>
              <a:rPr dirty="0" sz="900" spc="27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81818"/>
                </a:solidFill>
                <a:latin typeface="Calibri"/>
                <a:cs typeface="Calibri"/>
              </a:rPr>
              <a:t>202</a:t>
            </a:r>
            <a:r>
              <a:rPr dirty="0" sz="900" spc="145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A1A"/>
                </a:solidFill>
                <a:latin typeface="Calibri"/>
                <a:cs typeface="Calibri"/>
              </a:rPr>
              <a:t>5,</a:t>
            </a:r>
            <a:r>
              <a:rPr dirty="0" sz="900" spc="17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A1A"/>
                </a:solidFill>
                <a:latin typeface="Calibri"/>
                <a:cs typeface="Calibri"/>
              </a:rPr>
              <a:t>aII</a:t>
            </a:r>
            <a:r>
              <a:rPr dirty="0" sz="900" spc="-9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A1A"/>
                </a:solidFill>
                <a:latin typeface="Calibri"/>
                <a:cs typeface="Calibri"/>
              </a:rPr>
              <a:t>ow</a:t>
            </a:r>
            <a:r>
              <a:rPr dirty="0" sz="900" spc="-8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242424"/>
                </a:solidFill>
                <a:latin typeface="Calibri"/>
                <a:cs typeface="Calibri"/>
              </a:rPr>
              <a:t>i</a:t>
            </a:r>
            <a:r>
              <a:rPr dirty="0" sz="900" spc="-25">
                <a:solidFill>
                  <a:srgbClr val="1A1A1A"/>
                </a:solidFill>
                <a:latin typeface="Calibri"/>
                <a:cs typeface="Calibri"/>
              </a:rPr>
              <a:t>n</a:t>
            </a:r>
            <a:r>
              <a:rPr dirty="0" sz="900" spc="-25">
                <a:solidFill>
                  <a:srgbClr val="1C1C1C"/>
                </a:solidFill>
                <a:latin typeface="Calibri"/>
                <a:cs typeface="Calibri"/>
              </a:rPr>
              <a:t>g</a:t>
            </a:r>
            <a:r>
              <a:rPr dirty="0" sz="900" spc="50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dirty="0" sz="900" spc="-60">
                <a:solidFill>
                  <a:srgbClr val="525252"/>
                </a:solidFill>
                <a:latin typeface="Calibri"/>
                <a:cs typeface="Calibri"/>
              </a:rPr>
              <a:t>p</a:t>
            </a:r>
            <a:r>
              <a:rPr dirty="0" sz="900" spc="-95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C1C1C"/>
                </a:solidFill>
                <a:latin typeface="Calibri"/>
                <a:cs typeface="Calibri"/>
              </a:rPr>
              <a:t>art</a:t>
            </a:r>
            <a:r>
              <a:rPr dirty="0" sz="900" spc="-114">
                <a:solidFill>
                  <a:srgbClr val="1C1C1C"/>
                </a:solidFill>
                <a:latin typeface="Calibri"/>
                <a:cs typeface="Calibri"/>
              </a:rPr>
              <a:t> i</a:t>
            </a:r>
            <a:r>
              <a:rPr dirty="0" sz="900" spc="-2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dirty="0" sz="900" spc="-75">
                <a:solidFill>
                  <a:srgbClr val="1C1C1C"/>
                </a:solidFill>
                <a:latin typeface="Calibri"/>
                <a:cs typeface="Calibri"/>
              </a:rPr>
              <a:t>ci</a:t>
            </a:r>
            <a:r>
              <a:rPr dirty="0" sz="900" spc="29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dirty="0" sz="900" spc="-60">
                <a:solidFill>
                  <a:srgbClr val="181818"/>
                </a:solidFill>
                <a:latin typeface="Calibri"/>
                <a:cs typeface="Calibri"/>
              </a:rPr>
              <a:t>p</a:t>
            </a:r>
            <a:r>
              <a:rPr dirty="0" sz="900" spc="-9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C1C1C"/>
                </a:solidFill>
                <a:latin typeface="Calibri"/>
                <a:cs typeface="Calibri"/>
              </a:rPr>
              <a:t>an</a:t>
            </a:r>
            <a:r>
              <a:rPr dirty="0" sz="900" spc="-7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dirty="0" sz="900" spc="-90">
                <a:solidFill>
                  <a:srgbClr val="1A1A1A"/>
                </a:solidFill>
                <a:latin typeface="Calibri"/>
                <a:cs typeface="Calibri"/>
              </a:rPr>
              <a:t>t</a:t>
            </a:r>
            <a:r>
              <a:rPr dirty="0" sz="900" spc="-7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A1A"/>
                </a:solidFill>
                <a:latin typeface="Calibri"/>
                <a:cs typeface="Calibri"/>
              </a:rPr>
              <a:t>s</a:t>
            </a:r>
            <a:r>
              <a:rPr dirty="0" sz="900" spc="20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900" spc="-90">
                <a:solidFill>
                  <a:srgbClr val="1C1C1C"/>
                </a:solidFill>
                <a:latin typeface="Calibri"/>
                <a:cs typeface="Calibri"/>
              </a:rPr>
              <a:t>t</a:t>
            </a:r>
            <a:r>
              <a:rPr dirty="0" sz="900" spc="-8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C1C1C"/>
                </a:solidFill>
                <a:latin typeface="Calibri"/>
                <a:cs typeface="Calibri"/>
              </a:rPr>
              <a:t>o</a:t>
            </a:r>
            <a:r>
              <a:rPr dirty="0" sz="900" spc="19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dirty="0" sz="900" spc="-55">
                <a:solidFill>
                  <a:srgbClr val="1C1C1C"/>
                </a:solidFill>
                <a:latin typeface="Calibri"/>
                <a:cs typeface="Calibri"/>
              </a:rPr>
              <a:t>e</a:t>
            </a:r>
            <a:r>
              <a:rPr dirty="0" sz="900" spc="-75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dirty="0" sz="900" spc="-95">
                <a:solidFill>
                  <a:srgbClr val="1C1C1C"/>
                </a:solidFill>
                <a:latin typeface="Calibri"/>
                <a:cs typeface="Calibri"/>
              </a:rPr>
              <a:t>n</a:t>
            </a:r>
            <a:r>
              <a:rPr dirty="0" sz="900" spc="-35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A1A"/>
                </a:solidFill>
                <a:latin typeface="Calibri"/>
                <a:cs typeface="Calibri"/>
              </a:rPr>
              <a:t>gage</a:t>
            </a:r>
            <a:r>
              <a:rPr dirty="0" sz="900" spc="204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900" spc="-45">
                <a:solidFill>
                  <a:srgbClr val="383838"/>
                </a:solidFill>
                <a:latin typeface="Calibri"/>
                <a:cs typeface="Calibri"/>
              </a:rPr>
              <a:t>f</a:t>
            </a:r>
            <a:r>
              <a:rPr dirty="0" sz="900" spc="-8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dirty="0" sz="900" spc="-100">
                <a:solidFill>
                  <a:srgbClr val="181818"/>
                </a:solidFill>
                <a:latin typeface="Calibri"/>
                <a:cs typeface="Calibri"/>
              </a:rPr>
              <a:t>u</a:t>
            </a:r>
            <a:r>
              <a:rPr dirty="0" sz="900" spc="-65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81818"/>
                </a:solidFill>
                <a:latin typeface="Calibri"/>
                <a:cs typeface="Calibri"/>
              </a:rPr>
              <a:t>Ily</a:t>
            </a:r>
            <a:r>
              <a:rPr dirty="0" sz="900" spc="39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C1C1C"/>
                </a:solidFill>
                <a:latin typeface="Calibri"/>
                <a:cs typeface="Calibri"/>
              </a:rPr>
              <a:t>th</a:t>
            </a:r>
            <a:r>
              <a:rPr dirty="0" sz="900" spc="-10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C1C1C"/>
                </a:solidFill>
                <a:latin typeface="Calibri"/>
                <a:cs typeface="Calibri"/>
              </a:rPr>
              <a:t>ro</a:t>
            </a:r>
            <a:r>
              <a:rPr dirty="0" sz="900" spc="-95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dirty="0" sz="900" spc="-65">
                <a:solidFill>
                  <a:srgbClr val="1C1C1C"/>
                </a:solidFill>
                <a:latin typeface="Calibri"/>
                <a:cs typeface="Calibri"/>
              </a:rPr>
              <a:t>u</a:t>
            </a:r>
            <a:r>
              <a:rPr dirty="0" sz="900" spc="-7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C1C1C"/>
                </a:solidFill>
                <a:latin typeface="Calibri"/>
                <a:cs typeface="Calibri"/>
              </a:rPr>
              <a:t>g</a:t>
            </a:r>
            <a:r>
              <a:rPr dirty="0" sz="900">
                <a:solidFill>
                  <a:srgbClr val="232323"/>
                </a:solidFill>
                <a:latin typeface="Calibri"/>
                <a:cs typeface="Calibri"/>
              </a:rPr>
              <a:t>h</a:t>
            </a:r>
            <a:r>
              <a:rPr dirty="0" sz="900" spc="-95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dirty="0" sz="900" spc="-65">
                <a:solidFill>
                  <a:srgbClr val="1A1A1A"/>
                </a:solidFill>
                <a:latin typeface="Calibri"/>
                <a:cs typeface="Calibri"/>
              </a:rPr>
              <a:t>o</a:t>
            </a:r>
            <a:r>
              <a:rPr dirty="0" sz="900" spc="-7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900" spc="-100">
                <a:solidFill>
                  <a:srgbClr val="1C1C1C"/>
                </a:solidFill>
                <a:latin typeface="Calibri"/>
                <a:cs typeface="Calibri"/>
              </a:rPr>
              <a:t>u</a:t>
            </a:r>
            <a:r>
              <a:rPr dirty="0" sz="900" spc="-75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A1A"/>
                </a:solidFill>
                <a:latin typeface="Calibri"/>
                <a:cs typeface="Calibri"/>
              </a:rPr>
              <a:t>t</a:t>
            </a:r>
            <a:r>
              <a:rPr dirty="0" sz="900" spc="20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A1A"/>
                </a:solidFill>
                <a:latin typeface="Calibri"/>
                <a:cs typeface="Calibri"/>
              </a:rPr>
              <a:t>th</a:t>
            </a:r>
            <a:r>
              <a:rPr dirty="0" sz="900" spc="-10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C1C1C"/>
                </a:solidFill>
                <a:latin typeface="Calibri"/>
                <a:cs typeface="Calibri"/>
              </a:rPr>
              <a:t>e</a:t>
            </a:r>
            <a:r>
              <a:rPr dirty="0" sz="900" spc="185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A1A"/>
                </a:solidFill>
                <a:latin typeface="Calibri"/>
                <a:cs typeface="Calibri"/>
              </a:rPr>
              <a:t>eve</a:t>
            </a:r>
            <a:r>
              <a:rPr dirty="0" sz="900" spc="-114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32323"/>
                </a:solidFill>
                <a:latin typeface="Calibri"/>
                <a:cs typeface="Calibri"/>
              </a:rPr>
              <a:t>n</a:t>
            </a:r>
            <a:r>
              <a:rPr dirty="0" sz="900">
                <a:solidFill>
                  <a:srgbClr val="181818"/>
                </a:solidFill>
                <a:latin typeface="Calibri"/>
                <a:cs typeface="Calibri"/>
              </a:rPr>
              <a:t>t</a:t>
            </a:r>
            <a:r>
              <a:rPr dirty="0" sz="900" spc="19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A1A"/>
                </a:solidFill>
                <a:latin typeface="Calibri"/>
                <a:cs typeface="Calibri"/>
              </a:rPr>
              <a:t>duraI!</a:t>
            </a:r>
            <a:r>
              <a:rPr dirty="0" sz="900" spc="-10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1C1C1C"/>
                </a:solidFill>
                <a:latin typeface="Calibri"/>
                <a:cs typeface="Calibri"/>
              </a:rPr>
              <a:t>an.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900">
              <a:latin typeface="Calibri"/>
              <a:cs typeface="Calibri"/>
            </a:endParaRPr>
          </a:p>
          <a:p>
            <a:pPr marL="50165">
              <a:lnSpc>
                <a:spcPct val="100000"/>
              </a:lnSpc>
            </a:pPr>
            <a:r>
              <a:rPr dirty="0" sz="2050" spc="55">
                <a:solidFill>
                  <a:srgbClr val="1A1A1A"/>
                </a:solidFill>
                <a:latin typeface="Courier New"/>
                <a:cs typeface="Courier New"/>
              </a:rPr>
              <a:t>Total</a:t>
            </a:r>
            <a:r>
              <a:rPr dirty="0" sz="2050" spc="390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2050" spc="-10">
                <a:solidFill>
                  <a:srgbClr val="1A1A1A"/>
                </a:solidFill>
                <a:latin typeface="Courier New"/>
                <a:cs typeface="Courier New"/>
              </a:rPr>
              <a:t>Duration</a:t>
            </a:r>
            <a:endParaRPr sz="2050">
              <a:latin typeface="Courier New"/>
              <a:cs typeface="Courier New"/>
            </a:endParaRPr>
          </a:p>
          <a:p>
            <a:pPr marL="14604" marR="335280" indent="635">
              <a:lnSpc>
                <a:spcPct val="127099"/>
              </a:lnSpc>
              <a:spcBef>
                <a:spcPts val="170"/>
              </a:spcBef>
            </a:pPr>
            <a:r>
              <a:rPr dirty="0" sz="850" spc="65">
                <a:solidFill>
                  <a:srgbClr val="1F1F1F"/>
                </a:solidFill>
                <a:latin typeface="Calibri"/>
                <a:cs typeface="Calibri"/>
              </a:rPr>
              <a:t>S</a:t>
            </a:r>
            <a:r>
              <a:rPr dirty="0" sz="850" spc="65">
                <a:solidFill>
                  <a:srgbClr val="363636"/>
                </a:solidFill>
                <a:latin typeface="Calibri"/>
                <a:cs typeface="Calibri"/>
              </a:rPr>
              <a:t>p</a:t>
            </a:r>
            <a:r>
              <a:rPr dirty="0" sz="850" spc="65">
                <a:solidFill>
                  <a:srgbClr val="1C1C1C"/>
                </a:solidFill>
                <a:latin typeface="Calibri"/>
                <a:cs typeface="Calibri"/>
              </a:rPr>
              <a:t>a</a:t>
            </a:r>
            <a:r>
              <a:rPr dirty="0" sz="850" spc="65">
                <a:solidFill>
                  <a:srgbClr val="212121"/>
                </a:solidFill>
                <a:latin typeface="Calibri"/>
                <a:cs typeface="Calibri"/>
              </a:rPr>
              <a:t>n</a:t>
            </a:r>
            <a:r>
              <a:rPr dirty="0" sz="850" spc="-6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1D1D1D"/>
                </a:solidFill>
                <a:latin typeface="Calibri"/>
                <a:cs typeface="Calibri"/>
              </a:rPr>
              <a:t>n</a:t>
            </a:r>
            <a:r>
              <a:rPr dirty="0" sz="850" spc="15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850" spc="-35">
                <a:solidFill>
                  <a:srgbClr val="232323"/>
                </a:solidFill>
                <a:latin typeface="Calibri"/>
                <a:cs typeface="Calibri"/>
              </a:rPr>
              <a:t>n</a:t>
            </a:r>
            <a:r>
              <a:rPr dirty="0" sz="850" spc="-75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1A1A1A"/>
                </a:solidFill>
                <a:latin typeface="Calibri"/>
                <a:cs typeface="Calibri"/>
              </a:rPr>
              <a:t>g</a:t>
            </a:r>
            <a:r>
              <a:rPr dirty="0" sz="850" spc="14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1C1C1C"/>
                </a:solidFill>
                <a:latin typeface="Calibri"/>
                <a:cs typeface="Calibri"/>
              </a:rPr>
              <a:t>a</a:t>
            </a:r>
            <a:r>
              <a:rPr dirty="0" sz="850" spc="175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dirty="0" sz="850" spc="-80">
                <a:solidFill>
                  <a:srgbClr val="6E6E6E"/>
                </a:solidFill>
                <a:latin typeface="Calibri"/>
                <a:cs typeface="Calibri"/>
              </a:rPr>
              <a:t>f</a:t>
            </a:r>
            <a:r>
              <a:rPr dirty="0" sz="850" spc="-75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1A1A1A"/>
                </a:solidFill>
                <a:latin typeface="Calibri"/>
                <a:cs typeface="Calibri"/>
              </a:rPr>
              <a:t>u</a:t>
            </a:r>
            <a:r>
              <a:rPr dirty="0" sz="850" spc="-11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850" spc="-130">
                <a:solidFill>
                  <a:srgbClr val="1C1C1C"/>
                </a:solidFill>
                <a:latin typeface="Calibri"/>
                <a:cs typeface="Calibri"/>
              </a:rPr>
              <a:t>11</a:t>
            </a:r>
            <a:r>
              <a:rPr dirty="0" sz="850" spc="195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dirty="0" sz="850" spc="-45">
                <a:solidFill>
                  <a:srgbClr val="1C1C1C"/>
                </a:solidFill>
                <a:latin typeface="Calibri"/>
                <a:cs typeface="Calibri"/>
              </a:rPr>
              <a:t>24</a:t>
            </a:r>
            <a:r>
              <a:rPr dirty="0" sz="850" spc="235">
                <a:solidFill>
                  <a:srgbClr val="1C1C1C"/>
                </a:solidFill>
                <a:latin typeface="Calibri"/>
                <a:cs typeface="Calibri"/>
              </a:rPr>
              <a:t>  </a:t>
            </a:r>
            <a:r>
              <a:rPr dirty="0" sz="850">
                <a:solidFill>
                  <a:srgbClr val="262626"/>
                </a:solidFill>
                <a:latin typeface="Calibri"/>
                <a:cs typeface="Calibri"/>
              </a:rPr>
              <a:t>n</a:t>
            </a:r>
            <a:r>
              <a:rPr dirty="0" sz="850">
                <a:solidFill>
                  <a:srgbClr val="1D1D1D"/>
                </a:solidFill>
                <a:latin typeface="Calibri"/>
                <a:cs typeface="Calibri"/>
              </a:rPr>
              <a:t>o</a:t>
            </a:r>
            <a:r>
              <a:rPr dirty="0" sz="850">
                <a:solidFill>
                  <a:srgbClr val="181818"/>
                </a:solidFill>
                <a:latin typeface="Calibri"/>
                <a:cs typeface="Calibri"/>
              </a:rPr>
              <a:t>urs,</a:t>
            </a:r>
            <a:r>
              <a:rPr dirty="0" sz="850" spc="295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1A1A1A"/>
                </a:solidFill>
                <a:latin typeface="Calibri"/>
                <a:cs typeface="Calibri"/>
              </a:rPr>
              <a:t>I </a:t>
            </a:r>
            <a:r>
              <a:rPr dirty="0" sz="850">
                <a:solidFill>
                  <a:srgbClr val="363636"/>
                </a:solidFill>
                <a:latin typeface="Calibri"/>
                <a:cs typeface="Calibri"/>
              </a:rPr>
              <a:t>h</a:t>
            </a:r>
            <a:r>
              <a:rPr dirty="0" sz="850">
                <a:solidFill>
                  <a:srgbClr val="181818"/>
                </a:solidFill>
                <a:latin typeface="Calibri"/>
                <a:cs typeface="Calibri"/>
              </a:rPr>
              <a:t>e</a:t>
            </a:r>
            <a:r>
              <a:rPr dirty="0" sz="850" spc="145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181818"/>
                </a:solidFill>
                <a:latin typeface="Calibri"/>
                <a:cs typeface="Calibri"/>
              </a:rPr>
              <a:t>eve</a:t>
            </a:r>
            <a:r>
              <a:rPr dirty="0" sz="850" spc="2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363636"/>
                </a:solidFill>
                <a:latin typeface="Calibri"/>
                <a:cs typeface="Calibri"/>
              </a:rPr>
              <a:t>n</a:t>
            </a:r>
            <a:r>
              <a:rPr dirty="0" sz="850">
                <a:solidFill>
                  <a:srgbClr val="1A1A1A"/>
                </a:solidFill>
                <a:latin typeface="Calibri"/>
                <a:cs typeface="Calibri"/>
              </a:rPr>
              <a:t>t</a:t>
            </a:r>
            <a:r>
              <a:rPr dirty="0" sz="850" spc="15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850" spc="-40">
                <a:solidFill>
                  <a:srgbClr val="1C1C1C"/>
                </a:solidFill>
                <a:latin typeface="Calibri"/>
                <a:cs typeface="Calibri"/>
              </a:rPr>
              <a:t>i</a:t>
            </a:r>
            <a:r>
              <a:rPr dirty="0" sz="850" spc="-7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1C1C1C"/>
                </a:solidFill>
                <a:latin typeface="Calibri"/>
                <a:cs typeface="Calibri"/>
              </a:rPr>
              <a:t>s</a:t>
            </a:r>
            <a:r>
              <a:rPr dirty="0" sz="850" spc="25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dirty="0" sz="850" spc="-30">
                <a:solidFill>
                  <a:srgbClr val="1A1A1A"/>
                </a:solidFill>
                <a:latin typeface="Calibri"/>
                <a:cs typeface="Calibri"/>
              </a:rPr>
              <a:t>d</a:t>
            </a:r>
            <a:r>
              <a:rPr dirty="0" sz="850" spc="-9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181818"/>
                </a:solidFill>
                <a:latin typeface="Calibri"/>
                <a:cs typeface="Calibri"/>
              </a:rPr>
              <a:t>es</a:t>
            </a:r>
            <a:r>
              <a:rPr dirty="0" sz="850" spc="65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850" spc="-20">
                <a:solidFill>
                  <a:srgbClr val="1F1F1F"/>
                </a:solidFill>
                <a:latin typeface="Calibri"/>
                <a:cs typeface="Calibri"/>
              </a:rPr>
              <a:t>i</a:t>
            </a:r>
            <a:r>
              <a:rPr dirty="0" sz="850" spc="-8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850" spc="55">
                <a:solidFill>
                  <a:srgbClr val="1C1C1C"/>
                </a:solidFill>
                <a:latin typeface="Calibri"/>
                <a:cs typeface="Calibri"/>
              </a:rPr>
              <a:t>g</a:t>
            </a:r>
            <a:r>
              <a:rPr dirty="0" sz="850" spc="55">
                <a:solidFill>
                  <a:srgbClr val="232323"/>
                </a:solidFill>
                <a:latin typeface="Calibri"/>
                <a:cs typeface="Calibri"/>
              </a:rPr>
              <a:t>n</a:t>
            </a:r>
            <a:r>
              <a:rPr dirty="0" sz="850" spc="55">
                <a:solidFill>
                  <a:srgbClr val="181818"/>
                </a:solidFill>
                <a:latin typeface="Calibri"/>
                <a:cs typeface="Calibri"/>
              </a:rPr>
              <a:t>e</a:t>
            </a:r>
            <a:r>
              <a:rPr dirty="0" sz="850" spc="55">
                <a:solidFill>
                  <a:srgbClr val="1A1A1A"/>
                </a:solidFill>
                <a:latin typeface="Calibri"/>
                <a:cs typeface="Calibri"/>
              </a:rPr>
              <a:t>d</a:t>
            </a:r>
            <a:r>
              <a:rPr dirty="0" sz="850" spc="15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850" spc="-20">
                <a:solidFill>
                  <a:srgbClr val="161616"/>
                </a:solidFill>
                <a:latin typeface="Calibri"/>
                <a:cs typeface="Calibri"/>
              </a:rPr>
              <a:t>t</a:t>
            </a:r>
            <a:r>
              <a:rPr dirty="0" sz="850" spc="-85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1A1A1A"/>
                </a:solidFill>
                <a:latin typeface="Calibri"/>
                <a:cs typeface="Calibri"/>
              </a:rPr>
              <a:t>o</a:t>
            </a:r>
            <a:r>
              <a:rPr dirty="0" sz="850" spc="14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1A1A1A"/>
                </a:solidFill>
                <a:latin typeface="Calibri"/>
                <a:cs typeface="Calibri"/>
              </a:rPr>
              <a:t>m</a:t>
            </a:r>
            <a:r>
              <a:rPr dirty="0" sz="850" spc="-9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1A1A1A"/>
                </a:solidFill>
                <a:latin typeface="Calibri"/>
                <a:cs typeface="Calibri"/>
              </a:rPr>
              <a:t>ax </a:t>
            </a:r>
            <a:r>
              <a:rPr dirty="0" sz="850" spc="-40">
                <a:solidFill>
                  <a:srgbClr val="383838"/>
                </a:solidFill>
                <a:latin typeface="Calibri"/>
                <a:cs typeface="Calibri"/>
              </a:rPr>
              <a:t>i</a:t>
            </a:r>
            <a:r>
              <a:rPr dirty="0" sz="850" spc="-7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dirty="0" sz="850" spc="-20">
                <a:solidFill>
                  <a:srgbClr val="383838"/>
                </a:solidFill>
                <a:latin typeface="Calibri"/>
                <a:cs typeface="Calibri"/>
              </a:rPr>
              <a:t>m</a:t>
            </a:r>
            <a:r>
              <a:rPr dirty="0" sz="850" spc="-8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dirty="0" sz="850" spc="-40">
                <a:solidFill>
                  <a:srgbClr val="242424"/>
                </a:solidFill>
                <a:latin typeface="Calibri"/>
                <a:cs typeface="Calibri"/>
              </a:rPr>
              <a:t>i</a:t>
            </a:r>
            <a:r>
              <a:rPr dirty="0" sz="850" spc="-10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850" spc="-70">
                <a:solidFill>
                  <a:srgbClr val="1C1C1C"/>
                </a:solidFill>
                <a:latin typeface="Calibri"/>
                <a:cs typeface="Calibri"/>
              </a:rPr>
              <a:t>z</a:t>
            </a:r>
            <a:r>
              <a:rPr dirty="0" sz="850" spc="5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dirty="0" sz="850" spc="-50">
                <a:solidFill>
                  <a:srgbClr val="1C1C1C"/>
                </a:solidFill>
                <a:latin typeface="Calibri"/>
                <a:cs typeface="Calibri"/>
              </a:rPr>
              <a:t>e</a:t>
            </a:r>
            <a:r>
              <a:rPr dirty="0" sz="850" spc="50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1C1C1C"/>
                </a:solidFill>
                <a:latin typeface="Calibri"/>
                <a:cs typeface="Calibri"/>
              </a:rPr>
              <a:t>ca</a:t>
            </a:r>
            <a:r>
              <a:rPr dirty="0" sz="850" spc="8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1C1C1C"/>
                </a:solidFill>
                <a:latin typeface="Calibri"/>
                <a:cs typeface="Calibri"/>
              </a:rPr>
              <a:t>I</a:t>
            </a:r>
            <a:r>
              <a:rPr dirty="0" sz="850" spc="-10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1A1A1A"/>
                </a:solidFill>
                <a:latin typeface="Calibri"/>
                <a:cs typeface="Calibri"/>
              </a:rPr>
              <a:t>lab</a:t>
            </a:r>
            <a:r>
              <a:rPr dirty="0" sz="850" spc="14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7C7C7C"/>
                </a:solidFill>
                <a:latin typeface="Calibri"/>
                <a:cs typeface="Calibri"/>
              </a:rPr>
              <a:t>o</a:t>
            </a:r>
            <a:r>
              <a:rPr dirty="0" sz="850" spc="-90">
                <a:solidFill>
                  <a:srgbClr val="7C7C7C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1A1A1A"/>
                </a:solidFill>
                <a:latin typeface="Calibri"/>
                <a:cs typeface="Calibri"/>
              </a:rPr>
              <a:t>rat</a:t>
            </a:r>
            <a:r>
              <a:rPr dirty="0" sz="850" spc="6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850" spc="-40">
                <a:solidFill>
                  <a:srgbClr val="232323"/>
                </a:solidFill>
                <a:latin typeface="Calibri"/>
                <a:cs typeface="Calibri"/>
              </a:rPr>
              <a:t>i</a:t>
            </a:r>
            <a:r>
              <a:rPr dirty="0" sz="850" spc="-7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1D1D1D"/>
                </a:solidFill>
                <a:latin typeface="Calibri"/>
                <a:cs typeface="Calibri"/>
              </a:rPr>
              <a:t>ve</a:t>
            </a:r>
            <a:r>
              <a:rPr dirty="0" sz="850" spc="18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850" spc="50">
                <a:solidFill>
                  <a:srgbClr val="1A1A1A"/>
                </a:solidFill>
                <a:latin typeface="Calibri"/>
                <a:cs typeface="Calibri"/>
              </a:rPr>
              <a:t>effo</a:t>
            </a:r>
            <a:r>
              <a:rPr dirty="0" sz="850" spc="-11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1C1C1C"/>
                </a:solidFill>
                <a:latin typeface="Calibri"/>
                <a:cs typeface="Calibri"/>
              </a:rPr>
              <a:t>rts</a:t>
            </a:r>
            <a:r>
              <a:rPr dirty="0" sz="850" spc="254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1C1C1C"/>
                </a:solidFill>
                <a:latin typeface="Calibri"/>
                <a:cs typeface="Calibri"/>
              </a:rPr>
              <a:t>a</a:t>
            </a:r>
            <a:r>
              <a:rPr dirty="0" sz="850">
                <a:solidFill>
                  <a:srgbClr val="232323"/>
                </a:solidFill>
                <a:latin typeface="Calibri"/>
                <a:cs typeface="Calibri"/>
              </a:rPr>
              <a:t>n</a:t>
            </a:r>
            <a:r>
              <a:rPr dirty="0" sz="850" spc="-8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363636"/>
                </a:solidFill>
                <a:latin typeface="Calibri"/>
                <a:cs typeface="Calibri"/>
              </a:rPr>
              <a:t>d</a:t>
            </a:r>
            <a:r>
              <a:rPr dirty="0" sz="850" spc="225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dirty="0" sz="850" spc="-40">
                <a:solidFill>
                  <a:srgbClr val="232323"/>
                </a:solidFill>
                <a:latin typeface="Calibri"/>
                <a:cs typeface="Calibri"/>
              </a:rPr>
              <a:t>i</a:t>
            </a:r>
            <a:r>
              <a:rPr dirty="0" sz="850" spc="-95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dirty="0" sz="850" spc="55">
                <a:solidFill>
                  <a:srgbClr val="1C1C1C"/>
                </a:solidFill>
                <a:latin typeface="Calibri"/>
                <a:cs typeface="Calibri"/>
              </a:rPr>
              <a:t>n</a:t>
            </a:r>
            <a:r>
              <a:rPr dirty="0" sz="850" spc="55">
                <a:solidFill>
                  <a:srgbClr val="343434"/>
                </a:solidFill>
                <a:latin typeface="Calibri"/>
                <a:cs typeface="Calibri"/>
              </a:rPr>
              <a:t>n</a:t>
            </a:r>
            <a:r>
              <a:rPr dirty="0" sz="850" spc="55">
                <a:solidFill>
                  <a:srgbClr val="1C1C1C"/>
                </a:solidFill>
                <a:latin typeface="Calibri"/>
                <a:cs typeface="Calibri"/>
              </a:rPr>
              <a:t>ovat</a:t>
            </a:r>
            <a:r>
              <a:rPr dirty="0" sz="850" spc="24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1D1D1D"/>
                </a:solidFill>
                <a:latin typeface="Calibri"/>
                <a:cs typeface="Calibri"/>
              </a:rPr>
              <a:t>ve</a:t>
            </a:r>
            <a:r>
              <a:rPr dirty="0" sz="850" spc="18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232323"/>
                </a:solidFill>
                <a:latin typeface="Calibri"/>
                <a:cs typeface="Calibri"/>
              </a:rPr>
              <a:t>t</a:t>
            </a:r>
            <a:r>
              <a:rPr dirty="0" sz="850">
                <a:solidFill>
                  <a:srgbClr val="1C1C1C"/>
                </a:solidFill>
                <a:latin typeface="Calibri"/>
                <a:cs typeface="Calibri"/>
              </a:rPr>
              <a:t>h</a:t>
            </a:r>
            <a:r>
              <a:rPr dirty="0" sz="850" spc="-85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dirty="0" sz="850" spc="-100">
                <a:solidFill>
                  <a:srgbClr val="1A1A1A"/>
                </a:solidFill>
                <a:latin typeface="Calibri"/>
                <a:cs typeface="Calibri"/>
              </a:rPr>
              <a:t>i</a:t>
            </a:r>
            <a:r>
              <a:rPr dirty="0" sz="850" spc="-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850" spc="65">
                <a:solidFill>
                  <a:srgbClr val="262626"/>
                </a:solidFill>
                <a:latin typeface="Calibri"/>
                <a:cs typeface="Calibri"/>
              </a:rPr>
              <a:t>n</a:t>
            </a:r>
            <a:r>
              <a:rPr dirty="0" sz="850" spc="65">
                <a:solidFill>
                  <a:srgbClr val="1A1A1A"/>
                </a:solidFill>
                <a:latin typeface="Calibri"/>
                <a:cs typeface="Calibri"/>
              </a:rPr>
              <a:t>k</a:t>
            </a:r>
            <a:r>
              <a:rPr dirty="0" sz="850" spc="65">
                <a:solidFill>
                  <a:srgbClr val="1D1D1D"/>
                </a:solidFill>
                <a:latin typeface="Calibri"/>
                <a:cs typeface="Calibri"/>
              </a:rPr>
              <a:t>i</a:t>
            </a:r>
            <a:r>
              <a:rPr dirty="0" sz="850" spc="65">
                <a:solidFill>
                  <a:srgbClr val="343434"/>
                </a:solidFill>
                <a:latin typeface="Calibri"/>
                <a:cs typeface="Calibri"/>
              </a:rPr>
              <a:t>n</a:t>
            </a:r>
            <a:r>
              <a:rPr dirty="0" sz="850" spc="65">
                <a:solidFill>
                  <a:srgbClr val="1D1D1D"/>
                </a:solidFill>
                <a:latin typeface="Calibri"/>
                <a:cs typeface="Calibri"/>
              </a:rPr>
              <a:t>g</a:t>
            </a:r>
            <a:r>
              <a:rPr dirty="0" sz="850" spc="17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850" spc="50">
                <a:solidFill>
                  <a:srgbClr val="1C1C1C"/>
                </a:solidFill>
                <a:latin typeface="Calibri"/>
                <a:cs typeface="Calibri"/>
              </a:rPr>
              <a:t>am</a:t>
            </a:r>
            <a:r>
              <a:rPr dirty="0" sz="850" spc="-9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181818"/>
                </a:solidFill>
                <a:latin typeface="Calibri"/>
                <a:cs typeface="Calibri"/>
              </a:rPr>
              <a:t>on</a:t>
            </a:r>
            <a:r>
              <a:rPr dirty="0" sz="850" spc="-10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676767"/>
                </a:solidFill>
                <a:latin typeface="Calibri"/>
                <a:cs typeface="Calibri"/>
              </a:rPr>
              <a:t>g</a:t>
            </a:r>
            <a:r>
              <a:rPr dirty="0" sz="850" spc="170">
                <a:solidFill>
                  <a:srgbClr val="676767"/>
                </a:solidFill>
                <a:latin typeface="Calibri"/>
                <a:cs typeface="Calibri"/>
              </a:rPr>
              <a:t> </a:t>
            </a:r>
            <a:r>
              <a:rPr dirty="0" sz="850" spc="50">
                <a:solidFill>
                  <a:srgbClr val="1C1C1C"/>
                </a:solidFill>
                <a:latin typeface="Calibri"/>
                <a:cs typeface="Calibri"/>
              </a:rPr>
              <a:t>p</a:t>
            </a:r>
            <a:r>
              <a:rPr dirty="0" sz="850" spc="50">
                <a:solidFill>
                  <a:srgbClr val="3A3A3A"/>
                </a:solidFill>
                <a:latin typeface="Calibri"/>
                <a:cs typeface="Calibri"/>
              </a:rPr>
              <a:t>a</a:t>
            </a:r>
            <a:r>
              <a:rPr dirty="0" sz="850" spc="-105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1A1A1A"/>
                </a:solidFill>
                <a:latin typeface="Calibri"/>
                <a:cs typeface="Calibri"/>
              </a:rPr>
              <a:t>rt</a:t>
            </a:r>
            <a:r>
              <a:rPr dirty="0" sz="850" spc="-4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850" spc="-25">
                <a:solidFill>
                  <a:srgbClr val="161616"/>
                </a:solidFill>
                <a:latin typeface="Calibri"/>
                <a:cs typeface="Calibri"/>
              </a:rPr>
              <a:t>ie</a:t>
            </a:r>
            <a:endParaRPr sz="8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850">
              <a:latin typeface="Calibri"/>
              <a:cs typeface="Calibri"/>
            </a:endParaRPr>
          </a:p>
          <a:p>
            <a:pPr marL="22860">
              <a:lnSpc>
                <a:spcPct val="100000"/>
              </a:lnSpc>
              <a:spcBef>
                <a:spcPts val="5"/>
              </a:spcBef>
            </a:pPr>
            <a:r>
              <a:rPr dirty="0" sz="2100" spc="-110">
                <a:solidFill>
                  <a:srgbClr val="181818"/>
                </a:solidFill>
                <a:latin typeface="Courier New"/>
                <a:cs typeface="Courier New"/>
              </a:rPr>
              <a:t>Equipment</a:t>
            </a:r>
            <a:endParaRPr sz="2100">
              <a:latin typeface="Courier New"/>
              <a:cs typeface="Courier New"/>
            </a:endParaRPr>
          </a:p>
          <a:p>
            <a:pPr marL="14604">
              <a:lnSpc>
                <a:spcPct val="100000"/>
              </a:lnSpc>
              <a:spcBef>
                <a:spcPts val="425"/>
              </a:spcBef>
            </a:pPr>
            <a:r>
              <a:rPr dirty="0" sz="1000">
                <a:solidFill>
                  <a:srgbClr val="1A1A1A"/>
                </a:solidFill>
                <a:latin typeface="Calibri"/>
                <a:cs typeface="Calibri"/>
              </a:rPr>
              <a:t>B</a:t>
            </a:r>
            <a:r>
              <a:rPr dirty="0" sz="1000" spc="-9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81818"/>
                </a:solidFill>
                <a:latin typeface="Calibri"/>
                <a:cs typeface="Calibri"/>
              </a:rPr>
              <a:t>ri</a:t>
            </a:r>
            <a:r>
              <a:rPr dirty="0" sz="1000" spc="-4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1000" spc="-45">
                <a:solidFill>
                  <a:srgbClr val="1A1A1A"/>
                </a:solidFill>
                <a:latin typeface="Calibri"/>
                <a:cs typeface="Calibri"/>
              </a:rPr>
              <a:t>n</a:t>
            </a:r>
            <a:r>
              <a:rPr dirty="0" sz="1000" spc="-6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1A"/>
                </a:solidFill>
                <a:latin typeface="Calibri"/>
                <a:cs typeface="Calibri"/>
              </a:rPr>
              <a:t>g</a:t>
            </a:r>
            <a:r>
              <a:rPr dirty="0" sz="1000" spc="19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1A"/>
                </a:solidFill>
                <a:latin typeface="Calibri"/>
                <a:cs typeface="Calibri"/>
              </a:rPr>
              <a:t>Yo</a:t>
            </a:r>
            <a:r>
              <a:rPr dirty="0" sz="1000" spc="-4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C1C1C"/>
                </a:solidFill>
                <a:latin typeface="Calibri"/>
                <a:cs typeface="Calibri"/>
              </a:rPr>
              <a:t>u</a:t>
            </a:r>
            <a:r>
              <a:rPr dirty="0" sz="1000">
                <a:solidFill>
                  <a:srgbClr val="1A1A1A"/>
                </a:solidFill>
                <a:latin typeface="Calibri"/>
                <a:cs typeface="Calibri"/>
              </a:rPr>
              <a:t>r</a:t>
            </a:r>
            <a:r>
              <a:rPr dirty="0" sz="1000" spc="24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00" spc="60">
                <a:solidFill>
                  <a:srgbClr val="181818"/>
                </a:solidFill>
                <a:latin typeface="Calibri"/>
                <a:cs typeface="Calibri"/>
              </a:rPr>
              <a:t>Lapt</a:t>
            </a:r>
            <a:r>
              <a:rPr dirty="0" sz="1000" spc="-85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1000" spc="-30">
                <a:solidFill>
                  <a:srgbClr val="1C1C1C"/>
                </a:solidFill>
                <a:latin typeface="Calibri"/>
                <a:cs typeface="Calibri"/>
              </a:rPr>
              <a:t>o</a:t>
            </a:r>
            <a:r>
              <a:rPr dirty="0" sz="1000" spc="-11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1A1A1A"/>
                </a:solidFill>
                <a:latin typeface="Calibri"/>
                <a:cs typeface="Calibri"/>
              </a:rPr>
              <a:t>ps.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371856"/>
            <a:ext cx="8125459" cy="192405"/>
          </a:xfrm>
          <a:custGeom>
            <a:avLst/>
            <a:gdLst/>
            <a:ahLst/>
            <a:cxnLst/>
            <a:rect l="l" t="t" r="r" b="b"/>
            <a:pathLst>
              <a:path w="8125459" h="192404">
                <a:moveTo>
                  <a:pt x="8125968" y="192024"/>
                </a:moveTo>
                <a:lnTo>
                  <a:pt x="0" y="192024"/>
                </a:lnTo>
                <a:lnTo>
                  <a:pt x="0" y="0"/>
                </a:lnTo>
                <a:lnTo>
                  <a:pt x="8125968" y="0"/>
                </a:lnTo>
                <a:lnTo>
                  <a:pt x="8125968" y="1920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832" y="281685"/>
            <a:ext cx="2371090" cy="3378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5">
                <a:solidFill>
                  <a:srgbClr val="FFFFFF"/>
                </a:solidFill>
              </a:rPr>
              <a:t>Problem</a:t>
            </a:r>
            <a:r>
              <a:rPr dirty="0" spc="-125">
                <a:solidFill>
                  <a:srgbClr val="FFFFFF"/>
                </a:solidFill>
              </a:rPr>
              <a:t> </a:t>
            </a:r>
            <a:r>
              <a:rPr dirty="0" spc="-135">
                <a:solidFill>
                  <a:srgbClr val="FFFFFF"/>
                </a:solidFill>
              </a:rPr>
              <a:t>Statement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0" y="676655"/>
            <a:ext cx="8125459" cy="125095"/>
          </a:xfrm>
          <a:custGeom>
            <a:avLst/>
            <a:gdLst/>
            <a:ahLst/>
            <a:cxnLst/>
            <a:rect l="l" t="t" r="r" b="b"/>
            <a:pathLst>
              <a:path w="8125459" h="125095">
                <a:moveTo>
                  <a:pt x="8125968" y="124968"/>
                </a:moveTo>
                <a:lnTo>
                  <a:pt x="0" y="124968"/>
                </a:lnTo>
                <a:lnTo>
                  <a:pt x="0" y="0"/>
                </a:lnTo>
                <a:lnTo>
                  <a:pt x="8125968" y="0"/>
                </a:lnTo>
                <a:lnTo>
                  <a:pt x="8125968" y="124968"/>
                </a:lnTo>
                <a:close/>
              </a:path>
            </a:pathLst>
          </a:custGeom>
          <a:solidFill>
            <a:srgbClr val="0F0F0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2465396" y="634746"/>
            <a:ext cx="319468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>
                <a:solidFill>
                  <a:srgbClr val="FFFFFF"/>
                </a:solidFill>
                <a:latin typeface="Calibri"/>
                <a:cs typeface="Calibri"/>
              </a:rPr>
              <a:t>Creating</a:t>
            </a:r>
            <a:r>
              <a:rPr dirty="0" sz="950" spc="1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FFFFFF"/>
                </a:solidFill>
                <a:latin typeface="Calibri"/>
                <a:cs typeface="Calibri"/>
              </a:rPr>
              <a:t>Sustainable</a:t>
            </a:r>
            <a:r>
              <a:rPr dirty="0" sz="950" spc="1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FFFFFF"/>
                </a:solidFill>
                <a:latin typeface="Calibri"/>
                <a:cs typeface="Calibri"/>
              </a:rPr>
              <a:t>Solutions</a:t>
            </a:r>
            <a:r>
              <a:rPr dirty="0" sz="950" spc="1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950" spc="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FFFFFF"/>
                </a:solidFill>
                <a:latin typeface="Calibri"/>
                <a:cs typeface="Calibri"/>
              </a:rPr>
              <a:t>Textile</a:t>
            </a:r>
            <a:r>
              <a:rPr dirty="0" sz="950" spc="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FFFFFF"/>
                </a:solidFill>
                <a:latin typeface="Calibri"/>
                <a:cs typeface="Calibri"/>
              </a:rPr>
              <a:t>Waste</a:t>
            </a:r>
            <a:r>
              <a:rPr dirty="0" sz="950" spc="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FFFFFF"/>
                </a:solidFill>
                <a:latin typeface="Calibri"/>
                <a:cs typeface="Calibri"/>
              </a:rPr>
              <a:t>Management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0" y="1085088"/>
            <a:ext cx="8125459" cy="125095"/>
          </a:xfrm>
          <a:custGeom>
            <a:avLst/>
            <a:gdLst/>
            <a:ahLst/>
            <a:cxnLst/>
            <a:rect l="l" t="t" r="r" b="b"/>
            <a:pathLst>
              <a:path w="8125459" h="125094">
                <a:moveTo>
                  <a:pt x="8125968" y="124968"/>
                </a:moveTo>
                <a:lnTo>
                  <a:pt x="0" y="124968"/>
                </a:lnTo>
                <a:lnTo>
                  <a:pt x="0" y="0"/>
                </a:lnTo>
                <a:lnTo>
                  <a:pt x="8125968" y="0"/>
                </a:lnTo>
                <a:lnTo>
                  <a:pt x="8125968" y="1249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544173" y="1046226"/>
            <a:ext cx="142367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>
                <a:solidFill>
                  <a:srgbClr val="FFFFFF"/>
                </a:solidFill>
                <a:latin typeface="Cambria"/>
                <a:cs typeface="Cambria"/>
              </a:rPr>
              <a:t>Text:11e</a:t>
            </a:r>
            <a:r>
              <a:rPr dirty="0" sz="950" spc="4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950" spc="55">
                <a:solidFill>
                  <a:srgbClr val="FFFFFF"/>
                </a:solidFill>
                <a:latin typeface="Cambria"/>
                <a:cs typeface="Cambria"/>
              </a:rPr>
              <a:t>Maste</a:t>
            </a:r>
            <a:r>
              <a:rPr dirty="0" sz="950" spc="4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950" spc="90">
                <a:solidFill>
                  <a:srgbClr val="FFFFFF"/>
                </a:solidFill>
                <a:latin typeface="Cambria"/>
                <a:cs typeface="Cambria"/>
              </a:rPr>
              <a:t>Czżsżs</a:t>
            </a:r>
            <a:endParaRPr sz="950">
              <a:latin typeface="Cambria"/>
              <a:cs typeface="Cambri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274160" y="1046226"/>
            <a:ext cx="139573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1930" algn="l"/>
              </a:tabLst>
            </a:pPr>
            <a:r>
              <a:rPr dirty="0" sz="950" spc="-50">
                <a:solidFill>
                  <a:srgbClr val="E1DAFF"/>
                </a:solidFill>
                <a:latin typeface="Cambria"/>
                <a:cs typeface="Cambria"/>
              </a:rPr>
              <a:t>°</a:t>
            </a:r>
            <a:r>
              <a:rPr dirty="0" sz="950">
                <a:solidFill>
                  <a:srgbClr val="E1DAFF"/>
                </a:solidFill>
                <a:latin typeface="Cambria"/>
                <a:cs typeface="Cambria"/>
              </a:rPr>
              <a:t>	</a:t>
            </a:r>
            <a:r>
              <a:rPr dirty="0" sz="950">
                <a:solidFill>
                  <a:srgbClr val="FFFFFF"/>
                </a:solidFill>
                <a:latin typeface="Cambria"/>
                <a:cs typeface="Cambria"/>
              </a:rPr>
              <a:t>Impzopez</a:t>
            </a:r>
            <a:r>
              <a:rPr dirty="0" sz="950" spc="245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950" spc="90">
                <a:solidFill>
                  <a:srgbClr val="FFFFFF"/>
                </a:solidFill>
                <a:latin typeface="Cambria"/>
                <a:cs typeface="Cambria"/>
              </a:rPr>
              <a:t>Disposal</a:t>
            </a:r>
            <a:endParaRPr sz="950">
              <a:latin typeface="Cambria"/>
              <a:cs typeface="Cambri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193901" y="1039876"/>
            <a:ext cx="7175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>
                <a:solidFill>
                  <a:srgbClr val="FFFFFF"/>
                </a:solidFill>
                <a:latin typeface="Cambria"/>
                <a:cs typeface="Cambria"/>
              </a:rPr>
              <a:t>°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380807" y="1039876"/>
            <a:ext cx="127444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FFFFFF"/>
                </a:solidFill>
                <a:latin typeface="Cambria"/>
                <a:cs typeface="Cambria"/>
              </a:rPr>
              <a:t>Need</a:t>
            </a:r>
            <a:r>
              <a:rPr dirty="0" sz="1000" spc="4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000">
                <a:solidFill>
                  <a:srgbClr val="FFFFFF"/>
                </a:solidFill>
                <a:latin typeface="Cambria"/>
                <a:cs typeface="Cambria"/>
              </a:rPr>
              <a:t>box</a:t>
            </a:r>
            <a:r>
              <a:rPr dirty="0" sz="1000" spc="3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00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000" spc="3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000" spc="120">
                <a:solidFill>
                  <a:srgbClr val="FFFFFF"/>
                </a:solidFill>
                <a:latin typeface="Cambria"/>
                <a:cs typeface="Cambria"/>
              </a:rPr>
              <a:t>Digital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100467" y="1046226"/>
            <a:ext cx="154368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10">
                <a:solidFill>
                  <a:srgbClr val="FFFFFF"/>
                </a:solidFill>
                <a:latin typeface="Consolas"/>
                <a:cs typeface="Consolas"/>
              </a:rPr>
              <a:t>°•</a:t>
            </a:r>
            <a:r>
              <a:rPr dirty="0" sz="950" spc="204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950">
                <a:solidFill>
                  <a:srgbClr val="FFFFFF"/>
                </a:solidFill>
                <a:latin typeface="Consolas"/>
                <a:cs typeface="Consolas"/>
              </a:rPr>
              <a:t>Clothes</a:t>
            </a:r>
            <a:r>
              <a:rPr dirty="0" sz="950" spc="5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950">
                <a:solidFill>
                  <a:srgbClr val="FFFFFF"/>
                </a:solidFill>
                <a:latin typeface="Consolas"/>
                <a:cs typeface="Consolas"/>
              </a:rPr>
              <a:t>Donation</a:t>
            </a:r>
            <a:r>
              <a:rPr dirty="0" sz="950" spc="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950" spc="-25">
                <a:solidFill>
                  <a:srgbClr val="FFFFFF"/>
                </a:solidFill>
                <a:latin typeface="Consolas"/>
                <a:cs typeface="Consolas"/>
              </a:rPr>
              <a:t>to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0" y="1249679"/>
            <a:ext cx="8125459" cy="771525"/>
          </a:xfrm>
          <a:custGeom>
            <a:avLst/>
            <a:gdLst/>
            <a:ahLst/>
            <a:cxnLst/>
            <a:rect l="l" t="t" r="r" b="b"/>
            <a:pathLst>
              <a:path w="8125459" h="771525">
                <a:moveTo>
                  <a:pt x="8124952" y="152400"/>
                </a:moveTo>
                <a:lnTo>
                  <a:pt x="0" y="152400"/>
                </a:lnTo>
                <a:lnTo>
                  <a:pt x="0" y="771144"/>
                </a:lnTo>
                <a:lnTo>
                  <a:pt x="8124952" y="771144"/>
                </a:lnTo>
                <a:lnTo>
                  <a:pt x="8124952" y="152400"/>
                </a:lnTo>
                <a:close/>
              </a:path>
              <a:path w="8125459" h="771525">
                <a:moveTo>
                  <a:pt x="8124952" y="0"/>
                </a:moveTo>
                <a:lnTo>
                  <a:pt x="0" y="0"/>
                </a:lnTo>
                <a:lnTo>
                  <a:pt x="0" y="131064"/>
                </a:lnTo>
                <a:lnTo>
                  <a:pt x="8124952" y="131064"/>
                </a:lnTo>
                <a:lnTo>
                  <a:pt x="812495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545532" y="1224295"/>
            <a:ext cx="1428115" cy="820419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7145" marR="43180" indent="-5080">
              <a:lnSpc>
                <a:spcPct val="108000"/>
              </a:lnSpc>
              <a:spcBef>
                <a:spcPts val="85"/>
              </a:spcBef>
            </a:pPr>
            <a:r>
              <a:rPr dirty="0" sz="85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85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FFFFFF"/>
                </a:solidFill>
                <a:latin typeface="Arial MT"/>
                <a:cs typeface="Arial MT"/>
              </a:rPr>
              <a:t>world</a:t>
            </a:r>
            <a:r>
              <a:rPr dirty="0" sz="85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FFFFFF"/>
                </a:solidFill>
                <a:latin typeface="Arial MT"/>
                <a:cs typeface="Arial MT"/>
              </a:rPr>
              <a:t>faces</a:t>
            </a:r>
            <a:r>
              <a:rPr dirty="0" sz="850" spc="-20">
                <a:solidFill>
                  <a:srgbClr val="FFFFFF"/>
                </a:solidFill>
                <a:latin typeface="Arial MT"/>
                <a:cs typeface="Arial MT"/>
              </a:rPr>
              <a:t> an</a:t>
            </a:r>
            <a:r>
              <a:rPr dirty="0" sz="85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FFFFFF"/>
                </a:solidFill>
                <a:latin typeface="Arial MT"/>
                <a:cs typeface="Arial MT"/>
              </a:rPr>
              <a:t>alarmi</a:t>
            </a:r>
            <a:r>
              <a:rPr dirty="0" sz="850" spc="-1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25">
                <a:solidFill>
                  <a:srgbClr val="FFFFFF"/>
                </a:solidFill>
                <a:latin typeface="Arial MT"/>
                <a:cs typeface="Arial MT"/>
              </a:rPr>
              <a:t>ng </a:t>
            </a:r>
            <a:r>
              <a:rPr dirty="0" sz="800">
                <a:solidFill>
                  <a:srgbClr val="FFFFFF"/>
                </a:solidFill>
                <a:latin typeface="Arial MT"/>
                <a:cs typeface="Arial MT"/>
              </a:rPr>
              <a:t>issue</a:t>
            </a:r>
            <a:r>
              <a:rPr dirty="0" sz="800" spc="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dirty="0" sz="800" spc="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FFFFFF"/>
                </a:solidFill>
                <a:latin typeface="Arial MT"/>
                <a:cs typeface="Arial MT"/>
              </a:rPr>
              <a:t>textile</a:t>
            </a:r>
            <a:r>
              <a:rPr dirty="0" sz="800" spc="1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FFFFFF"/>
                </a:solidFill>
                <a:latin typeface="Arial MT"/>
                <a:cs typeface="Arial MT"/>
              </a:rPr>
              <a:t>waste,</a:t>
            </a:r>
            <a:r>
              <a:rPr dirty="0" sz="800" spc="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20">
                <a:solidFill>
                  <a:srgbClr val="FFFFFF"/>
                </a:solidFill>
                <a:latin typeface="Arial MT"/>
                <a:cs typeface="Arial MT"/>
              </a:rPr>
              <a:t>with </a:t>
            </a:r>
            <a:r>
              <a:rPr dirty="0" sz="800">
                <a:solidFill>
                  <a:srgbClr val="FFFFFF"/>
                </a:solidFill>
                <a:latin typeface="Arial MT"/>
                <a:cs typeface="Arial MT"/>
              </a:rPr>
              <a:t>miltion</a:t>
            </a:r>
            <a:r>
              <a:rPr dirty="0" sz="800" spc="-1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FFFFFF"/>
                </a:solidFill>
                <a:latin typeface="Arial MT"/>
                <a:cs typeface="Arial MT"/>
              </a:rPr>
              <a:t>s</a:t>
            </a:r>
            <a:r>
              <a:rPr dirty="0" sz="800" spc="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dirty="0" sz="800" spc="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FFFFFF"/>
                </a:solidFill>
                <a:latin typeface="Arial MT"/>
                <a:cs typeface="Arial MT"/>
              </a:rPr>
              <a:t>tons</a:t>
            </a:r>
            <a:r>
              <a:rPr dirty="0" sz="800" spc="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dirty="0" sz="800" spc="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25">
                <a:solidFill>
                  <a:srgbClr val="FFFFFF"/>
                </a:solidFill>
                <a:latin typeface="Arial MT"/>
                <a:cs typeface="Arial MT"/>
              </a:rPr>
              <a:t>un</a:t>
            </a:r>
            <a:r>
              <a:rPr dirty="0" sz="80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20">
                <a:solidFill>
                  <a:srgbClr val="FFFFFF"/>
                </a:solidFill>
                <a:latin typeface="Arial MT"/>
                <a:cs typeface="Arial MT"/>
              </a:rPr>
              <a:t>used</a:t>
            </a:r>
            <a:endParaRPr sz="800">
              <a:latin typeface="Arial MT"/>
              <a:cs typeface="Arial MT"/>
            </a:endParaRPr>
          </a:p>
          <a:p>
            <a:pPr marL="13970" marR="5080">
              <a:lnSpc>
                <a:spcPct val="107500"/>
              </a:lnSpc>
            </a:pPr>
            <a:r>
              <a:rPr dirty="0" sz="800">
                <a:solidFill>
                  <a:srgbClr val="FFFFFF"/>
                </a:solidFill>
                <a:latin typeface="Arial MT"/>
                <a:cs typeface="Arial MT"/>
              </a:rPr>
              <a:t>clothes</a:t>
            </a:r>
            <a:r>
              <a:rPr dirty="0" sz="800" spc="1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FFFFFF"/>
                </a:solidFill>
                <a:latin typeface="Arial MT"/>
                <a:cs typeface="Arial MT"/>
              </a:rPr>
              <a:t>ending</a:t>
            </a:r>
            <a:r>
              <a:rPr dirty="0" sz="80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FFFFFF"/>
                </a:solidFill>
                <a:latin typeface="Arial MT"/>
                <a:cs typeface="Arial MT"/>
              </a:rPr>
              <a:t>up</a:t>
            </a:r>
            <a:r>
              <a:rPr dirty="0" sz="800" spc="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800" spc="1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Arial MT"/>
                <a:cs typeface="Arial MT"/>
              </a:rPr>
              <a:t>landfills </a:t>
            </a:r>
            <a:r>
              <a:rPr dirty="0" sz="800">
                <a:solidFill>
                  <a:srgbClr val="FFFFFF"/>
                </a:solidFill>
                <a:latin typeface="Arial MT"/>
                <a:cs typeface="Arial MT"/>
              </a:rPr>
              <a:t>each</a:t>
            </a:r>
            <a:r>
              <a:rPr dirty="0" sz="800" spc="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FFFFFF"/>
                </a:solidFill>
                <a:latin typeface="Arial MT"/>
                <a:cs typeface="Arial MT"/>
              </a:rPr>
              <a:t>year.</a:t>
            </a:r>
            <a:r>
              <a:rPr dirty="0" sz="800" spc="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FFFFFF"/>
                </a:solidFill>
                <a:latin typeface="Arial MT"/>
                <a:cs typeface="Arial MT"/>
              </a:rPr>
              <a:t>This</a:t>
            </a:r>
            <a:r>
              <a:rPr dirty="0" sz="800" spc="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FFFFFF"/>
                </a:solidFill>
                <a:latin typeface="Arial MT"/>
                <a:cs typeface="Arial MT"/>
              </a:rPr>
              <a:t>not</a:t>
            </a:r>
            <a:r>
              <a:rPr dirty="0" sz="80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20">
                <a:solidFill>
                  <a:srgbClr val="FFFFFF"/>
                </a:solidFill>
                <a:latin typeface="Arial MT"/>
                <a:cs typeface="Arial MT"/>
              </a:rPr>
              <a:t>only </a:t>
            </a:r>
            <a:r>
              <a:rPr dirty="0" sz="800" spc="10">
                <a:solidFill>
                  <a:srgbClr val="FFFFFF"/>
                </a:solidFill>
                <a:latin typeface="Arial MT"/>
                <a:cs typeface="Arial MT"/>
              </a:rPr>
              <a:t>contributes</a:t>
            </a:r>
            <a:r>
              <a:rPr dirty="0" sz="800" spc="1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1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dirty="0" sz="800" spc="1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10">
                <a:solidFill>
                  <a:srgbClr val="FFFFFF"/>
                </a:solidFill>
                <a:latin typeface="Arial MT"/>
                <a:cs typeface="Arial MT"/>
              </a:rPr>
              <a:t>enviranm</a:t>
            </a:r>
            <a:r>
              <a:rPr dirty="0" sz="8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Arial MT"/>
                <a:cs typeface="Arial MT"/>
              </a:rPr>
              <a:t>ental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461511" y="1163898"/>
            <a:ext cx="1465580" cy="86233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5875">
              <a:lnSpc>
                <a:spcPct val="100000"/>
              </a:lnSpc>
              <a:spcBef>
                <a:spcPts val="470"/>
              </a:spcBef>
            </a:pPr>
            <a:r>
              <a:rPr dirty="0" sz="950" spc="-10">
                <a:solidFill>
                  <a:srgbClr val="FFFFFF"/>
                </a:solidFill>
                <a:latin typeface="Consolas"/>
                <a:cs typeface="Consolas"/>
              </a:rPr>
              <a:t>Practices</a:t>
            </a:r>
            <a:endParaRPr sz="950">
              <a:latin typeface="Consolas"/>
              <a:cs typeface="Consolas"/>
            </a:endParaRPr>
          </a:p>
          <a:p>
            <a:pPr marL="13335" marR="5080" indent="-1270">
              <a:lnSpc>
                <a:spcPct val="112599"/>
              </a:lnSpc>
              <a:spcBef>
                <a:spcPts val="210"/>
              </a:spcBef>
            </a:pP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Nany</a:t>
            </a:r>
            <a:r>
              <a:rPr dirty="0" sz="9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30">
                <a:solidFill>
                  <a:srgbClr val="FFFFFF"/>
                </a:solidFill>
                <a:latin typeface="Calibri"/>
                <a:cs typeface="Calibri"/>
              </a:rPr>
              <a:t>individuals</a:t>
            </a:r>
            <a:r>
              <a:rPr dirty="0" sz="900" spc="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lack</a:t>
            </a:r>
            <a:r>
              <a:rPr dirty="0" sz="9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FFFFFF"/>
                </a:solidFill>
                <a:latin typeface="Calibri"/>
                <a:cs typeface="Calibri"/>
              </a:rPr>
              <a:t>awareness</a:t>
            </a:r>
            <a:r>
              <a:rPr dirty="0" sz="900" spc="5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35">
                <a:solidFill>
                  <a:srgbClr val="FFFFFF"/>
                </a:solidFill>
                <a:latin typeface="Calibri"/>
                <a:cs typeface="Calibri"/>
              </a:rPr>
              <a:t>regarding</a:t>
            </a:r>
            <a:r>
              <a:rPr dirty="0" sz="900" spc="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45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35">
                <a:solidFill>
                  <a:srgbClr val="FFFFFF"/>
                </a:solidFill>
                <a:latin typeface="Calibri"/>
                <a:cs typeface="Calibri"/>
              </a:rPr>
              <a:t>proper</a:t>
            </a:r>
            <a:r>
              <a:rPr dirty="0" sz="900" spc="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FFFFFF"/>
                </a:solidFill>
                <a:latin typeface="Calibri"/>
                <a:cs typeface="Calibri"/>
              </a:rPr>
              <a:t>disposal</a:t>
            </a:r>
            <a:r>
              <a:rPr dirty="0" sz="9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900" spc="5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FFFFFF"/>
                </a:solidFill>
                <a:latin typeface="Calibri"/>
                <a:cs typeface="Calibri"/>
              </a:rPr>
              <a:t>unused</a:t>
            </a:r>
            <a:r>
              <a:rPr dirty="0" sz="9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30">
                <a:solidFill>
                  <a:srgbClr val="FFFFFF"/>
                </a:solidFill>
                <a:latin typeface="Calibri"/>
                <a:cs typeface="Calibri"/>
              </a:rPr>
              <a:t>clothing.</a:t>
            </a:r>
            <a:r>
              <a:rPr dirty="0" sz="900" spc="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dirty="0" sz="9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9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FFFFFF"/>
                </a:solidFill>
                <a:latin typeface="Calibri"/>
                <a:cs typeface="Calibri"/>
              </a:rPr>
              <a:t>result,</a:t>
            </a:r>
            <a:r>
              <a:rPr dirty="0" sz="90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5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900" spc="5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FFFFFF"/>
                </a:solidFill>
                <a:latin typeface="Calibri"/>
                <a:cs typeface="Calibri"/>
              </a:rPr>
              <a:t>large </a:t>
            </a:r>
            <a:r>
              <a:rPr dirty="0" sz="900" spc="-40">
                <a:solidFill>
                  <a:srgbClr val="FFFFFF"/>
                </a:solidFill>
                <a:latin typeface="Calibri"/>
                <a:cs typeface="Calibri"/>
              </a:rPr>
              <a:t>portion</a:t>
            </a:r>
            <a:r>
              <a:rPr dirty="0" sz="900" spc="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6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9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potentially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373543" y="1156490"/>
            <a:ext cx="1466850" cy="86995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1000" spc="-10">
                <a:solidFill>
                  <a:srgbClr val="FFFFFF"/>
                </a:solidFill>
                <a:latin typeface="Courier New"/>
                <a:cs typeface="Courier New"/>
              </a:rPr>
              <a:t>Solution</a:t>
            </a:r>
            <a:endParaRPr sz="1000">
              <a:latin typeface="Courier New"/>
              <a:cs typeface="Courier New"/>
            </a:endParaRPr>
          </a:p>
          <a:p>
            <a:pPr marL="15875" marR="5080" indent="635">
              <a:lnSpc>
                <a:spcPct val="112599"/>
              </a:lnSpc>
              <a:spcBef>
                <a:spcPts val="204"/>
              </a:spcBef>
            </a:pPr>
            <a:r>
              <a:rPr dirty="0" sz="900" spc="-3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9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FFFFFF"/>
                </a:solidFill>
                <a:latin typeface="Calibri"/>
                <a:cs typeface="Calibri"/>
              </a:rPr>
              <a:t>tackle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dirty="0" sz="900" spc="-30">
                <a:solidFill>
                  <a:srgbClr val="FFFFFF"/>
                </a:solidFill>
                <a:latin typeface="Calibri"/>
                <a:cs typeface="Calibri"/>
              </a:rPr>
              <a:t>textile</a:t>
            </a:r>
            <a:r>
              <a:rPr dirty="0" sz="900" spc="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30">
                <a:solidFill>
                  <a:srgbClr val="FFFFFF"/>
                </a:solidFill>
                <a:latin typeface="Calibri"/>
                <a:cs typeface="Calibri"/>
              </a:rPr>
              <a:t>waste</a:t>
            </a:r>
            <a:r>
              <a:rPr dirty="0" sz="9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crisis,</a:t>
            </a:r>
            <a:r>
              <a:rPr dirty="0" sz="900" spc="5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30">
                <a:solidFill>
                  <a:srgbClr val="FFFFFF"/>
                </a:solidFill>
                <a:latin typeface="Calibri"/>
                <a:cs typeface="Calibri"/>
              </a:rPr>
              <a:t>there</a:t>
            </a:r>
            <a:r>
              <a:rPr dirty="0" sz="900" spc="-20">
                <a:solidFill>
                  <a:srgbClr val="FFFFFF"/>
                </a:solidFill>
                <a:latin typeface="Calibri"/>
                <a:cs typeface="Calibri"/>
              </a:rPr>
              <a:t> is</a:t>
            </a:r>
            <a:r>
              <a:rPr dirty="0" sz="9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dirty="0" sz="9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40">
                <a:solidFill>
                  <a:srgbClr val="FFFFFF"/>
                </a:solidFill>
                <a:latin typeface="Calibri"/>
                <a:cs typeface="Calibri"/>
              </a:rPr>
              <a:t>urgent</a:t>
            </a:r>
            <a:r>
              <a:rPr dirty="0" sz="900" spc="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30">
                <a:solidFill>
                  <a:srgbClr val="FFFFFF"/>
                </a:solidFill>
                <a:latin typeface="Calibri"/>
                <a:cs typeface="Calibri"/>
              </a:rPr>
              <a:t>need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5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9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5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900" spc="5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FFFFFF"/>
                </a:solidFill>
                <a:latin typeface="Calibri"/>
                <a:cs typeface="Calibri"/>
              </a:rPr>
              <a:t>digital </a:t>
            </a:r>
            <a:r>
              <a:rPr dirty="0" sz="900" spc="-40">
                <a:solidFill>
                  <a:srgbClr val="FFFFFF"/>
                </a:solidFill>
                <a:latin typeface="Calibri"/>
                <a:cs typeface="Calibri"/>
              </a:rPr>
              <a:t>platform</a:t>
            </a:r>
            <a:r>
              <a:rPr dirty="0" sz="900" spc="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3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dirty="0" sz="9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streamlines</a:t>
            </a:r>
            <a:r>
              <a:rPr dirty="0" sz="900" spc="5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9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process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45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9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FFFFFF"/>
                </a:solidFill>
                <a:latin typeface="Calibri"/>
                <a:cs typeface="Calibri"/>
              </a:rPr>
              <a:t>clothing</a:t>
            </a:r>
            <a:r>
              <a:rPr dirty="0" sz="9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donation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6292293" y="1153103"/>
            <a:ext cx="1479550" cy="888365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NGOs</a:t>
            </a:r>
            <a:endParaRPr sz="1000">
              <a:latin typeface="Arial MT"/>
              <a:cs typeface="Arial MT"/>
            </a:endParaRPr>
          </a:p>
          <a:p>
            <a:pPr marL="17145" marR="5080" indent="635">
              <a:lnSpc>
                <a:spcPct val="115599"/>
              </a:lnSpc>
              <a:spcBef>
                <a:spcPts val="195"/>
              </a:spcBef>
            </a:pP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900" spc="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platform</a:t>
            </a:r>
            <a:r>
              <a:rPr dirty="0" sz="900" spc="1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should</a:t>
            </a:r>
            <a:r>
              <a:rPr dirty="0" sz="900" spc="11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facilitate</a:t>
            </a:r>
            <a:r>
              <a:rPr dirty="0" sz="900" spc="5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seamless</a:t>
            </a:r>
            <a:r>
              <a:rPr dirty="0" sz="900" spc="2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clothing</a:t>
            </a:r>
            <a:r>
              <a:rPr dirty="0" sz="900" spc="1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donations</a:t>
            </a:r>
            <a:r>
              <a:rPr dirty="0" sz="900" spc="5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900" spc="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registered</a:t>
            </a:r>
            <a:r>
              <a:rPr dirty="0" sz="900" spc="1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NGOs,</a:t>
            </a:r>
            <a:r>
              <a:rPr dirty="0" sz="900" spc="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ensuring</a:t>
            </a:r>
            <a:r>
              <a:rPr dirty="0" sz="900" spc="5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dirty="0" sz="900" spc="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usable</a:t>
            </a:r>
            <a:r>
              <a:rPr dirty="0" sz="900" spc="11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items</a:t>
            </a:r>
            <a:r>
              <a:rPr dirty="0" sz="900" spc="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0" y="2066543"/>
            <a:ext cx="8125459" cy="277495"/>
          </a:xfrm>
          <a:custGeom>
            <a:avLst/>
            <a:gdLst/>
            <a:ahLst/>
            <a:cxnLst/>
            <a:rect l="l" t="t" r="r" b="b"/>
            <a:pathLst>
              <a:path w="8125459" h="277494">
                <a:moveTo>
                  <a:pt x="8124952" y="134112"/>
                </a:moveTo>
                <a:lnTo>
                  <a:pt x="0" y="134112"/>
                </a:lnTo>
                <a:lnTo>
                  <a:pt x="0" y="277368"/>
                </a:lnTo>
                <a:lnTo>
                  <a:pt x="8124952" y="277368"/>
                </a:lnTo>
                <a:lnTo>
                  <a:pt x="8124952" y="134112"/>
                </a:lnTo>
                <a:close/>
              </a:path>
              <a:path w="8125459" h="277494">
                <a:moveTo>
                  <a:pt x="8124952" y="0"/>
                </a:moveTo>
                <a:lnTo>
                  <a:pt x="0" y="0"/>
                </a:lnTo>
                <a:lnTo>
                  <a:pt x="0" y="112776"/>
                </a:lnTo>
                <a:lnTo>
                  <a:pt x="8124952" y="112776"/>
                </a:lnTo>
                <a:lnTo>
                  <a:pt x="812495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547202" y="2007933"/>
            <a:ext cx="1491615" cy="30543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900" spc="-30">
                <a:solidFill>
                  <a:srgbClr val="FFFFFF"/>
                </a:solidFill>
                <a:latin typeface="Arial MT"/>
                <a:cs typeface="Arial MT"/>
              </a:rPr>
              <a:t>degradation</a:t>
            </a:r>
            <a:r>
              <a:rPr dirty="0" sz="900" spc="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but</a:t>
            </a:r>
            <a:r>
              <a:rPr dirty="0" sz="9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20">
                <a:solidFill>
                  <a:srgbClr val="FFFFFF"/>
                </a:solidFill>
                <a:latin typeface="Arial MT"/>
                <a:cs typeface="Arial MT"/>
              </a:rPr>
              <a:t>also</a:t>
            </a:r>
            <a:r>
              <a:rPr dirty="0" sz="900" spc="-10">
                <a:solidFill>
                  <a:srgbClr val="FFFFFF"/>
                </a:solidFill>
                <a:latin typeface="Arial MT"/>
                <a:cs typeface="Arial MT"/>
              </a:rPr>
              <a:t> results </a:t>
            </a:r>
            <a:r>
              <a:rPr dirty="0" sz="900" spc="-25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endParaRPr sz="900">
              <a:latin typeface="Arial MT"/>
              <a:cs typeface="Arial MT"/>
            </a:endParaRPr>
          </a:p>
          <a:p>
            <a:pPr marL="13335">
              <a:lnSpc>
                <a:spcPct val="100000"/>
              </a:lnSpc>
              <a:spcBef>
                <a:spcPts val="75"/>
              </a:spcBef>
            </a:pPr>
            <a:r>
              <a:rPr dirty="0" sz="800">
                <a:solidFill>
                  <a:srgbClr val="FFFFFF"/>
                </a:solidFill>
                <a:latin typeface="Arial MT"/>
                <a:cs typeface="Arial MT"/>
              </a:rPr>
              <a:t>significant</a:t>
            </a:r>
            <a:r>
              <a:rPr dirty="0" sz="800" spc="2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FFFFFF"/>
                </a:solidFill>
                <a:latin typeface="Arial MT"/>
                <a:cs typeface="Arial MT"/>
              </a:rPr>
              <a:t>economic</a:t>
            </a:r>
            <a:r>
              <a:rPr dirty="0" sz="800" spc="229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Arial MT"/>
                <a:cs typeface="Arial MT"/>
              </a:rPr>
              <a:t>losses.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2463688" y="1992704"/>
            <a:ext cx="1403350" cy="342900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dirty="0" sz="900" spc="-65">
                <a:solidFill>
                  <a:srgbClr val="FFFFFF"/>
                </a:solidFill>
                <a:latin typeface="Arial MT"/>
                <a:cs typeface="Arial MT"/>
              </a:rPr>
              <a:t>reusable</a:t>
            </a:r>
            <a:r>
              <a:rPr dirty="0" sz="90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65">
                <a:solidFill>
                  <a:srgbClr val="FFFFFF"/>
                </a:solidFill>
                <a:latin typeface="Arial MT"/>
                <a:cs typeface="Arial MT"/>
              </a:rPr>
              <a:t>garments</a:t>
            </a:r>
            <a:r>
              <a:rPr dirty="0" sz="9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45">
                <a:solidFill>
                  <a:srgbClr val="FFFFFF"/>
                </a:solidFill>
                <a:latin typeface="Arial MT"/>
                <a:cs typeface="Arial MT"/>
              </a:rPr>
              <a:t>is </a:t>
            </a:r>
            <a:r>
              <a:rPr dirty="0" sz="900" spc="-55">
                <a:solidFill>
                  <a:srgbClr val="FFFFFF"/>
                </a:solidFill>
                <a:latin typeface="Arial MT"/>
                <a:cs typeface="Arial MT"/>
              </a:rPr>
              <a:t>discarded</a:t>
            </a: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 sz="850" spc="-35">
                <a:solidFill>
                  <a:srgbClr val="FFFFFF"/>
                </a:solidFill>
                <a:latin typeface="Arial MT"/>
                <a:cs typeface="Arial MT"/>
              </a:rPr>
              <a:t>improperly,</a:t>
            </a:r>
            <a:r>
              <a:rPr dirty="0" sz="85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45">
                <a:solidFill>
                  <a:srgbClr val="FFFFFF"/>
                </a:solidFill>
                <a:latin typeface="Arial MT"/>
                <a:cs typeface="Arial MT"/>
              </a:rPr>
              <a:t>exacerbating</a:t>
            </a:r>
            <a:r>
              <a:rPr dirty="0" sz="850" spc="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25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4380884" y="1992704"/>
            <a:ext cx="1486535" cy="342900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dirty="0" sz="900" spc="-8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9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55">
                <a:solidFill>
                  <a:srgbClr val="FFFFFF"/>
                </a:solidFill>
                <a:latin typeface="Arial MT"/>
                <a:cs typeface="Arial MT"/>
              </a:rPr>
              <a:t>eco-</a:t>
            </a:r>
            <a:r>
              <a:rPr dirty="0" sz="900" spc="-35">
                <a:solidFill>
                  <a:srgbClr val="FFFFFF"/>
                </a:solidFill>
                <a:latin typeface="Arial MT"/>
                <a:cs typeface="Arial MT"/>
              </a:rPr>
              <a:t>friendly</a:t>
            </a:r>
            <a:r>
              <a:rPr dirty="0" sz="90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ial MT"/>
                <a:cs typeface="Arial MT"/>
              </a:rPr>
              <a:t>disposal,</a:t>
            </a: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 sz="850" spc="-45">
                <a:solidFill>
                  <a:srgbClr val="FFFFFF"/>
                </a:solidFill>
                <a:latin typeface="Arial MT"/>
                <a:cs typeface="Arial MT"/>
              </a:rPr>
              <a:t>making </a:t>
            </a:r>
            <a:r>
              <a:rPr dirty="0" sz="850">
                <a:solidFill>
                  <a:srgbClr val="FFFFFF"/>
                </a:solidFill>
                <a:latin typeface="Arial MT"/>
                <a:cs typeface="Arial MT"/>
              </a:rPr>
              <a:t>it</a:t>
            </a:r>
            <a:r>
              <a:rPr dirty="0" sz="850" spc="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55">
                <a:solidFill>
                  <a:srgbClr val="FFFFFF"/>
                </a:solidFill>
                <a:latin typeface="Arial MT"/>
                <a:cs typeface="Arial MT"/>
              </a:rPr>
              <a:t>easier</a:t>
            </a:r>
            <a:r>
              <a:rPr dirty="0" sz="85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2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dirty="0" sz="8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30">
                <a:solidFill>
                  <a:srgbClr val="FFFFFF"/>
                </a:solidFill>
                <a:latin typeface="Arial MT"/>
                <a:cs typeface="Arial MT"/>
              </a:rPr>
              <a:t>individuals</a:t>
            </a:r>
            <a:r>
              <a:rPr dirty="0" sz="850" spc="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25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6295369" y="2010156"/>
            <a:ext cx="1384935" cy="342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970" marR="5080" indent="-1905">
              <a:lnSpc>
                <a:spcPct val="130000"/>
              </a:lnSpc>
              <a:spcBef>
                <a:spcPts val="100"/>
              </a:spcBef>
            </a:pPr>
            <a:r>
              <a:rPr dirty="0" sz="800" spc="10">
                <a:solidFill>
                  <a:srgbClr val="FFFFFF"/>
                </a:solidFill>
                <a:latin typeface="Arial MT"/>
                <a:cs typeface="Arial MT"/>
              </a:rPr>
              <a:t>redirected</a:t>
            </a:r>
            <a:r>
              <a:rPr dirty="0" sz="800" spc="1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1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dirty="0" sz="800" spc="1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10">
                <a:solidFill>
                  <a:srgbClr val="FFFFFF"/>
                </a:solidFill>
                <a:latin typeface="Arial MT"/>
                <a:cs typeface="Arial MT"/>
              </a:rPr>
              <a:t>those</a:t>
            </a:r>
            <a:r>
              <a:rPr dirty="0" sz="800" spc="1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10">
                <a:solidFill>
                  <a:srgbClr val="F2F2F2"/>
                </a:solidFill>
                <a:latin typeface="Arial MT"/>
                <a:cs typeface="Arial MT"/>
              </a:rPr>
              <a:t>in</a:t>
            </a:r>
            <a:r>
              <a:rPr dirty="0" sz="800" spc="11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Arial MT"/>
                <a:cs typeface="Arial MT"/>
              </a:rPr>
              <a:t>need, th</a:t>
            </a:r>
            <a:r>
              <a:rPr dirty="0" sz="8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FFFFFF"/>
                </a:solidFill>
                <a:latin typeface="Arial MT"/>
                <a:cs typeface="Arial MT"/>
              </a:rPr>
              <a:t>us</a:t>
            </a:r>
            <a:r>
              <a:rPr dirty="0" sz="800" spc="1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F2F2F2"/>
                </a:solidFill>
                <a:latin typeface="Arial MT"/>
                <a:cs typeface="Arial MT"/>
              </a:rPr>
              <a:t>p</a:t>
            </a:r>
            <a:r>
              <a:rPr dirty="0" sz="800">
                <a:solidFill>
                  <a:srgbClr val="FFFFFF"/>
                </a:solidFill>
                <a:latin typeface="Arial MT"/>
                <a:cs typeface="Arial MT"/>
              </a:rPr>
              <a:t>romotin</a:t>
            </a:r>
            <a:r>
              <a:rPr dirty="0" sz="800" spc="-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FFFFFF"/>
                </a:solidFill>
                <a:latin typeface="Arial MT"/>
                <a:cs typeface="Arial MT"/>
              </a:rPr>
              <a:t>g</a:t>
            </a:r>
            <a:r>
              <a:rPr dirty="0" sz="800" spc="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FFFFFF"/>
                </a:solidFill>
                <a:latin typeface="Arial MT"/>
                <a:cs typeface="Arial MT"/>
              </a:rPr>
              <a:t>socia</a:t>
            </a:r>
            <a:r>
              <a:rPr dirty="0" sz="800" spc="-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5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0" y="2371344"/>
            <a:ext cx="8125459" cy="137160"/>
          </a:xfrm>
          <a:custGeom>
            <a:avLst/>
            <a:gdLst/>
            <a:ahLst/>
            <a:cxnLst/>
            <a:rect l="l" t="t" r="r" b="b"/>
            <a:pathLst>
              <a:path w="8125459" h="137160">
                <a:moveTo>
                  <a:pt x="8125968" y="137160"/>
                </a:moveTo>
                <a:lnTo>
                  <a:pt x="0" y="137160"/>
                </a:lnTo>
                <a:lnTo>
                  <a:pt x="0" y="0"/>
                </a:lnTo>
                <a:lnTo>
                  <a:pt x="8125968" y="0"/>
                </a:lnTo>
                <a:lnTo>
                  <a:pt x="8125968" y="1371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2464715" y="2339339"/>
            <a:ext cx="71056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FFFFFF"/>
                </a:solidFill>
                <a:latin typeface="Arial MT"/>
                <a:cs typeface="Arial MT"/>
              </a:rPr>
              <a:t>waste</a:t>
            </a:r>
            <a:r>
              <a:rPr dirty="0" sz="8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Arial MT"/>
                <a:cs typeface="Arial MT"/>
              </a:rPr>
              <a:t>problem.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4381365" y="2339339"/>
            <a:ext cx="521334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FFFFFF"/>
                </a:solidFill>
                <a:latin typeface="Arial MT"/>
                <a:cs typeface="Arial MT"/>
              </a:rPr>
              <a:t>participate.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6295369" y="2363723"/>
            <a:ext cx="72009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FFFFFF"/>
                </a:solidFill>
                <a:latin typeface="Arial MT"/>
                <a:cs typeface="Arial MT"/>
              </a:rPr>
              <a:t>responsibility.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0" y="2615183"/>
            <a:ext cx="8128000" cy="24765"/>
            <a:chOff x="0" y="2615183"/>
            <a:chExt cx="8128000" cy="24765"/>
          </a:xfrm>
        </p:grpSpPr>
        <p:pic>
          <p:nvPicPr>
            <p:cNvPr id="27" name="object 2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36952" y="2615183"/>
              <a:ext cx="1633523" cy="24383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69333" y="2615183"/>
              <a:ext cx="1633523" cy="24383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43237" y="2615183"/>
              <a:ext cx="1633523" cy="24383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2615183"/>
              <a:ext cx="8128000" cy="24383"/>
            </a:xfrm>
            <a:prstGeom prst="rect">
              <a:avLst/>
            </a:prstGeom>
          </p:spPr>
        </p:pic>
      </p:grpSp>
      <p:sp>
        <p:nvSpPr>
          <p:cNvPr id="31" name="object 31" descr=""/>
          <p:cNvSpPr/>
          <p:nvPr/>
        </p:nvSpPr>
        <p:spPr>
          <a:xfrm>
            <a:off x="0" y="2767583"/>
            <a:ext cx="8125459" cy="125095"/>
          </a:xfrm>
          <a:custGeom>
            <a:avLst/>
            <a:gdLst/>
            <a:ahLst/>
            <a:cxnLst/>
            <a:rect l="l" t="t" r="r" b="b"/>
            <a:pathLst>
              <a:path w="8125459" h="125094">
                <a:moveTo>
                  <a:pt x="8125968" y="124968"/>
                </a:moveTo>
                <a:lnTo>
                  <a:pt x="0" y="124968"/>
                </a:lnTo>
                <a:lnTo>
                  <a:pt x="0" y="0"/>
                </a:lnTo>
                <a:lnTo>
                  <a:pt x="8125968" y="0"/>
                </a:lnTo>
                <a:lnTo>
                  <a:pt x="8125968" y="1249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 txBox="1"/>
          <p:nvPr/>
        </p:nvSpPr>
        <p:spPr>
          <a:xfrm>
            <a:off x="343586" y="2725673"/>
            <a:ext cx="1685289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30">
                <a:solidFill>
                  <a:srgbClr val="1803AA"/>
                </a:solidFill>
                <a:latin typeface="Courier New"/>
                <a:cs typeface="Courier New"/>
              </a:rPr>
              <a:t>••</a:t>
            </a:r>
            <a:r>
              <a:rPr dirty="0" sz="950" spc="10">
                <a:solidFill>
                  <a:srgbClr val="1803AA"/>
                </a:solidFill>
                <a:latin typeface="Courier New"/>
                <a:cs typeface="Courier New"/>
              </a:rPr>
              <a:t> </a:t>
            </a:r>
            <a:r>
              <a:rPr dirty="0" sz="950" spc="-55">
                <a:solidFill>
                  <a:srgbClr val="FFFFFF"/>
                </a:solidFill>
                <a:latin typeface="Courier New"/>
                <a:cs typeface="Courier New"/>
              </a:rPr>
              <a:t>Eco-</a:t>
            </a:r>
            <a:r>
              <a:rPr dirty="0" sz="950" spc="-25">
                <a:solidFill>
                  <a:srgbClr val="FFFFFF"/>
                </a:solidFill>
                <a:latin typeface="Courier New"/>
                <a:cs typeface="Courier New"/>
              </a:rPr>
              <a:t>Friendly</a:t>
            </a:r>
            <a:r>
              <a:rPr dirty="0" sz="950" spc="-7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950" spc="-25">
                <a:solidFill>
                  <a:srgbClr val="FFFFFF"/>
                </a:solidFill>
                <a:latin typeface="Courier New"/>
                <a:cs typeface="Courier New"/>
              </a:rPr>
              <a:t>Disposal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2259258" y="2725673"/>
            <a:ext cx="121031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35">
                <a:solidFill>
                  <a:srgbClr val="BCB1FF"/>
                </a:solidFill>
                <a:latin typeface="Courier New"/>
                <a:cs typeface="Courier New"/>
              </a:rPr>
              <a:t>°•</a:t>
            </a:r>
            <a:r>
              <a:rPr dirty="0" sz="950" spc="-75">
                <a:solidFill>
                  <a:srgbClr val="BCB1FF"/>
                </a:solidFill>
                <a:latin typeface="Courier New"/>
                <a:cs typeface="Courier New"/>
              </a:rPr>
              <a:t> </a:t>
            </a:r>
            <a:r>
              <a:rPr dirty="0" sz="950" spc="-20">
                <a:solidFill>
                  <a:srgbClr val="FFFFFF"/>
                </a:solidFill>
                <a:latin typeface="Courier New"/>
                <a:cs typeface="Courier New"/>
              </a:rPr>
              <a:t>Incentives</a:t>
            </a:r>
            <a:r>
              <a:rPr dirty="0" sz="950" spc="-114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950" spc="-25">
                <a:solidFill>
                  <a:srgbClr val="FFFFFF"/>
                </a:solidFill>
                <a:latin typeface="Courier New"/>
                <a:cs typeface="Courier New"/>
              </a:rPr>
              <a:t>Koi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4183910" y="2725673"/>
            <a:ext cx="147510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8279" indent="-195580">
              <a:lnSpc>
                <a:spcPct val="100000"/>
              </a:lnSpc>
              <a:spcBef>
                <a:spcPts val="100"/>
              </a:spcBef>
              <a:buClr>
                <a:srgbClr val="D4CCFF"/>
              </a:buClr>
              <a:buChar char="•"/>
              <a:tabLst>
                <a:tab pos="208279" algn="l"/>
              </a:tabLst>
            </a:pPr>
            <a:r>
              <a:rPr dirty="0" sz="950">
                <a:solidFill>
                  <a:srgbClr val="FFFFFF"/>
                </a:solidFill>
                <a:latin typeface="Consolas"/>
                <a:cs typeface="Consolas"/>
              </a:rPr>
              <a:t>Collaboration</a:t>
            </a:r>
            <a:r>
              <a:rPr dirty="0" sz="950" spc="24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950" spc="-20">
                <a:solidFill>
                  <a:srgbClr val="FFFFFF"/>
                </a:solidFill>
                <a:latin typeface="Consolas"/>
                <a:cs typeface="Consolas"/>
              </a:rPr>
              <a:t>with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6092120" y="2719323"/>
            <a:ext cx="147828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75">
                <a:solidFill>
                  <a:srgbClr val="130390"/>
                </a:solidFill>
                <a:latin typeface="Courier New"/>
                <a:cs typeface="Courier New"/>
              </a:rPr>
              <a:t>°•</a:t>
            </a:r>
            <a:r>
              <a:rPr dirty="0" sz="1000" spc="-40">
                <a:solidFill>
                  <a:srgbClr val="130390"/>
                </a:solidFill>
                <a:latin typeface="Courier New"/>
                <a:cs typeface="Courier New"/>
              </a:rPr>
              <a:t> </a:t>
            </a:r>
            <a:r>
              <a:rPr dirty="0" sz="1000" spc="-55">
                <a:solidFill>
                  <a:srgbClr val="FFFFFF"/>
                </a:solidFill>
                <a:latin typeface="Courier New"/>
                <a:cs typeface="Courier New"/>
              </a:rPr>
              <a:t>Collaboration</a:t>
            </a:r>
            <a:r>
              <a:rPr dirty="0" sz="1000" spc="-8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000" spc="-40">
                <a:solidFill>
                  <a:srgbClr val="FFFFFF"/>
                </a:solidFill>
                <a:latin typeface="Courier New"/>
                <a:cs typeface="Courier New"/>
              </a:rPr>
              <a:t>with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6" name="object 36" descr=""/>
          <p:cNvSpPr/>
          <p:nvPr/>
        </p:nvSpPr>
        <p:spPr>
          <a:xfrm>
            <a:off x="0" y="2932176"/>
            <a:ext cx="8125459" cy="125095"/>
          </a:xfrm>
          <a:custGeom>
            <a:avLst/>
            <a:gdLst/>
            <a:ahLst/>
            <a:cxnLst/>
            <a:rect l="l" t="t" r="r" b="b"/>
            <a:pathLst>
              <a:path w="8125459" h="125094">
                <a:moveTo>
                  <a:pt x="8125968" y="124968"/>
                </a:moveTo>
                <a:lnTo>
                  <a:pt x="0" y="124968"/>
                </a:lnTo>
                <a:lnTo>
                  <a:pt x="0" y="0"/>
                </a:lnTo>
                <a:lnTo>
                  <a:pt x="8125968" y="0"/>
                </a:lnTo>
                <a:lnTo>
                  <a:pt x="8125968" y="1249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 txBox="1"/>
          <p:nvPr/>
        </p:nvSpPr>
        <p:spPr>
          <a:xfrm>
            <a:off x="544661" y="2886964"/>
            <a:ext cx="51117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5">
                <a:solidFill>
                  <a:srgbClr val="FFFFFF"/>
                </a:solidFill>
                <a:latin typeface="Courier New"/>
                <a:cs typeface="Courier New"/>
              </a:rPr>
              <a:t>Options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2461802" y="2893314"/>
            <a:ext cx="92138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10">
                <a:solidFill>
                  <a:srgbClr val="FFFFFF"/>
                </a:solidFill>
                <a:latin typeface="Consolas"/>
                <a:cs typeface="Consolas"/>
              </a:rPr>
              <a:t>Participation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4380313" y="2880614"/>
            <a:ext cx="106807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FFFFFF"/>
                </a:solidFill>
                <a:latin typeface="Consolas"/>
                <a:cs typeface="Consolas"/>
              </a:rPr>
              <a:t>NG0s</a:t>
            </a:r>
            <a:r>
              <a:rPr dirty="0" sz="1050" spc="-13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FFFFFF"/>
                </a:solidFill>
                <a:latin typeface="Consolas"/>
                <a:cs typeface="Consolas"/>
              </a:rPr>
              <a:t>and</a:t>
            </a:r>
            <a:r>
              <a:rPr dirty="0" sz="1050" spc="-1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050" spc="-20">
                <a:solidFill>
                  <a:srgbClr val="FFFFFF"/>
                </a:solidFill>
                <a:latin typeface="Consolas"/>
                <a:cs typeface="Consolas"/>
              </a:rPr>
              <a:t>Brands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6294956" y="2893314"/>
            <a:ext cx="106743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>
                <a:solidFill>
                  <a:srgbClr val="FFFFFF"/>
                </a:solidFill>
                <a:latin typeface="Consolas"/>
                <a:cs typeface="Consolas"/>
              </a:rPr>
              <a:t>NGOs</a:t>
            </a:r>
            <a:r>
              <a:rPr dirty="0" sz="950" spc="9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950">
                <a:solidFill>
                  <a:srgbClr val="FFFFFF"/>
                </a:solidFill>
                <a:latin typeface="Consolas"/>
                <a:cs typeface="Consolas"/>
              </a:rPr>
              <a:t>and</a:t>
            </a:r>
            <a:r>
              <a:rPr dirty="0" sz="950" spc="9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950" spc="-10">
                <a:solidFill>
                  <a:srgbClr val="FFFFFF"/>
                </a:solidFill>
                <a:latin typeface="Consolas"/>
                <a:cs typeface="Consolas"/>
              </a:rPr>
              <a:t>Brands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41" name="object 41" descr=""/>
          <p:cNvSpPr/>
          <p:nvPr/>
        </p:nvSpPr>
        <p:spPr>
          <a:xfrm>
            <a:off x="0" y="3115055"/>
            <a:ext cx="8125459" cy="1039494"/>
          </a:xfrm>
          <a:custGeom>
            <a:avLst/>
            <a:gdLst/>
            <a:ahLst/>
            <a:cxnLst/>
            <a:rect l="l" t="t" r="r" b="b"/>
            <a:pathLst>
              <a:path w="8125459" h="1039495">
                <a:moveTo>
                  <a:pt x="8125968" y="1039368"/>
                </a:moveTo>
                <a:lnTo>
                  <a:pt x="0" y="1039368"/>
                </a:lnTo>
                <a:lnTo>
                  <a:pt x="0" y="0"/>
                </a:lnTo>
                <a:lnTo>
                  <a:pt x="8125968" y="0"/>
                </a:lnTo>
                <a:lnTo>
                  <a:pt x="8125968" y="10393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 txBox="1"/>
          <p:nvPr/>
        </p:nvSpPr>
        <p:spPr>
          <a:xfrm>
            <a:off x="545920" y="3067303"/>
            <a:ext cx="1492250" cy="800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970">
              <a:lnSpc>
                <a:spcPts val="1045"/>
              </a:lnSpc>
              <a:spcBef>
                <a:spcPts val="100"/>
              </a:spcBef>
            </a:pP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900" spc="2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clothes</a:t>
            </a:r>
            <a:r>
              <a:rPr dirty="0" sz="900" spc="2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deemed</a:t>
            </a:r>
            <a:endParaRPr sz="900">
              <a:latin typeface="Calibri"/>
              <a:cs typeface="Calibri"/>
            </a:endParaRPr>
          </a:p>
          <a:p>
            <a:pPr marL="12700" marR="5080" indent="2540">
              <a:lnSpc>
                <a:spcPct val="92600"/>
              </a:lnSpc>
              <a:spcBef>
                <a:spcPts val="40"/>
              </a:spcBef>
            </a:pPr>
            <a:r>
              <a:rPr dirty="0" sz="900" spc="10">
                <a:solidFill>
                  <a:srgbClr val="FFFFFF"/>
                </a:solidFill>
                <a:latin typeface="Calibri"/>
                <a:cs typeface="Calibri"/>
              </a:rPr>
              <a:t>unusab</a:t>
            </a:r>
            <a:r>
              <a:rPr dirty="0" sz="900" spc="-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20">
                <a:solidFill>
                  <a:srgbClr val="FFFFFF"/>
                </a:solidFill>
                <a:latin typeface="Calibri"/>
                <a:cs typeface="Calibri"/>
              </a:rPr>
              <a:t>le,</a:t>
            </a:r>
            <a:r>
              <a:rPr dirty="0" sz="900" spc="1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2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900" spc="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20">
                <a:solidFill>
                  <a:srgbClr val="FFFFFF"/>
                </a:solidFill>
                <a:latin typeface="Calibri"/>
                <a:cs typeface="Calibri"/>
              </a:rPr>
              <a:t>platfo</a:t>
            </a:r>
            <a:r>
              <a:rPr dirty="0" sz="900" spc="-1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20">
                <a:solidFill>
                  <a:srgbClr val="FFFFFF"/>
                </a:solidFill>
                <a:latin typeface="Calibri"/>
                <a:cs typeface="Calibri"/>
              </a:rPr>
              <a:t>rm</a:t>
            </a:r>
            <a:r>
              <a:rPr dirty="0" sz="900" spc="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FFFFFF"/>
                </a:solidFill>
                <a:latin typeface="Calibri"/>
                <a:cs typeface="Calibri"/>
              </a:rPr>
              <a:t>must</a:t>
            </a:r>
            <a:r>
              <a:rPr dirty="0" sz="900" spc="20">
                <a:solidFill>
                  <a:srgbClr val="FFFFFF"/>
                </a:solidFill>
                <a:latin typeface="Calibri"/>
                <a:cs typeface="Calibri"/>
              </a:rPr>
              <a:t> offer</a:t>
            </a:r>
            <a:r>
              <a:rPr dirty="0" sz="900" spc="1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20">
                <a:solidFill>
                  <a:srgbClr val="FFFFFF"/>
                </a:solidFill>
                <a:latin typeface="Calibri"/>
                <a:cs typeface="Calibri"/>
              </a:rPr>
              <a:t>eco-friend</a:t>
            </a:r>
            <a:r>
              <a:rPr dirty="0" sz="900" spc="-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20">
                <a:solidFill>
                  <a:srgbClr val="FFFFFF"/>
                </a:solidFill>
                <a:latin typeface="Calibri"/>
                <a:cs typeface="Calibri"/>
              </a:rPr>
              <a:t>ly</a:t>
            </a:r>
            <a:r>
              <a:rPr dirty="0" sz="900" spc="1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disposal</a:t>
            </a:r>
            <a:r>
              <a:rPr dirty="0" sz="900" spc="5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options,</a:t>
            </a:r>
            <a:r>
              <a:rPr dirty="0" sz="900" spc="2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such</a:t>
            </a:r>
            <a:r>
              <a:rPr dirty="0" sz="900" spc="2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dirty="0" sz="900" spc="2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recycling</a:t>
            </a:r>
            <a:r>
              <a:rPr dirty="0" sz="900" spc="50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dirty="0" sz="900" spc="2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upcycling,</a:t>
            </a:r>
            <a:r>
              <a:rPr dirty="0" sz="900" spc="2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900" spc="2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0F0F0"/>
                </a:solidFill>
                <a:latin typeface="Calibri"/>
                <a:cs typeface="Calibri"/>
              </a:rPr>
              <a:t>m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inimize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ts val="1010"/>
              </a:lnSpc>
            </a:pP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environmentat</a:t>
            </a:r>
            <a:r>
              <a:rPr dirty="0" sz="900" spc="3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impact.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2459991" y="3076447"/>
            <a:ext cx="1475740" cy="101917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 indent="1270">
              <a:lnSpc>
                <a:spcPct val="104099"/>
              </a:lnSpc>
              <a:spcBef>
                <a:spcPts val="55"/>
              </a:spcBef>
            </a:pP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900" spc="2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order</a:t>
            </a:r>
            <a:r>
              <a:rPr dirty="0" sz="900" spc="1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900" spc="1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encourage</a:t>
            </a:r>
            <a:r>
              <a:rPr dirty="0" sz="900" spc="1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active</a:t>
            </a:r>
            <a:r>
              <a:rPr dirty="0" sz="900" spc="10">
                <a:solidFill>
                  <a:srgbClr val="FFFFFF"/>
                </a:solidFill>
                <a:latin typeface="Calibri"/>
                <a:cs typeface="Calibri"/>
              </a:rPr>
              <a:t> participation,</a:t>
            </a:r>
            <a:r>
              <a:rPr dirty="0" sz="900" spc="1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1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900" spc="1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platform</a:t>
            </a:r>
            <a:r>
              <a:rPr dirty="0" sz="900" spc="5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dirty="0" sz="900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provide</a:t>
            </a:r>
            <a:r>
              <a:rPr dirty="0" sz="900" spc="2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incentives</a:t>
            </a:r>
            <a:r>
              <a:rPr dirty="0" sz="900" spc="30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FFFFFF"/>
                </a:solidFill>
                <a:latin typeface="Calibri"/>
                <a:cs typeface="Calibri"/>
              </a:rPr>
              <a:t>like</a:t>
            </a:r>
            <a:r>
              <a:rPr dirty="0" sz="900" spc="5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coupons</a:t>
            </a:r>
            <a:r>
              <a:rPr dirty="0" sz="900" spc="1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dirty="0" sz="900" spc="1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vouchers</a:t>
            </a:r>
            <a:r>
              <a:rPr dirty="0" sz="900" spc="2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dirty="0" sz="900" spc="5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reward</a:t>
            </a:r>
            <a:r>
              <a:rPr dirty="0" sz="900" spc="1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users</a:t>
            </a:r>
            <a:r>
              <a:rPr dirty="0" sz="900" spc="2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900" spc="1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don</a:t>
            </a:r>
            <a:r>
              <a:rPr dirty="0" sz="900" spc="-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ating</a:t>
            </a:r>
            <a:r>
              <a:rPr dirty="0" sz="900" spc="1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dirty="0" sz="900" spc="10">
                <a:solidFill>
                  <a:srgbClr val="FFFFFF"/>
                </a:solidFill>
                <a:latin typeface="Calibri"/>
                <a:cs typeface="Calibri"/>
              </a:rPr>
              <a:t> responsibly</a:t>
            </a:r>
            <a:r>
              <a:rPr dirty="0" sz="900" spc="3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10">
                <a:solidFill>
                  <a:srgbClr val="FFFFFF"/>
                </a:solidFill>
                <a:latin typeface="Calibri"/>
                <a:cs typeface="Calibri"/>
              </a:rPr>
              <a:t>disposing</a:t>
            </a:r>
            <a:r>
              <a:rPr dirty="0" sz="900" spc="2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900" spc="5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their</a:t>
            </a:r>
            <a:r>
              <a:rPr dirty="0" sz="900" spc="1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clothes.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4378463" y="3058160"/>
            <a:ext cx="1506855" cy="9613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3335" marR="5080" indent="-1270">
              <a:lnSpc>
                <a:spcPct val="113300"/>
              </a:lnSpc>
              <a:spcBef>
                <a:spcPts val="125"/>
              </a:spcBef>
            </a:pPr>
            <a:r>
              <a:rPr dirty="0" sz="900" spc="-20">
                <a:solidFill>
                  <a:srgbClr val="FFFFFF"/>
                </a:solidFill>
                <a:latin typeface="Calibri"/>
                <a:cs typeface="Calibri"/>
              </a:rPr>
              <a:t>Building</a:t>
            </a:r>
            <a:r>
              <a:rPr dirty="0" sz="90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30">
                <a:solidFill>
                  <a:srgbClr val="FFFFFF"/>
                </a:solidFill>
                <a:latin typeface="Calibri"/>
                <a:cs typeface="Calibri"/>
              </a:rPr>
              <a:t>partnerships</a:t>
            </a:r>
            <a:r>
              <a:rPr dirty="0" sz="900" spc="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4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9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FFFFFF"/>
                </a:solidFill>
                <a:latin typeface="Calibri"/>
                <a:cs typeface="Calibri"/>
              </a:rPr>
              <a:t>NGOs</a:t>
            </a:r>
            <a:r>
              <a:rPr dirty="0" sz="900" spc="5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35">
                <a:solidFill>
                  <a:srgbClr val="FFFFFF"/>
                </a:solidFill>
                <a:latin typeface="Calibri"/>
                <a:cs typeface="Calibri"/>
              </a:rPr>
              <a:t>partner</a:t>
            </a:r>
            <a:r>
              <a:rPr dirty="0" sz="900" spc="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FFFFFF"/>
                </a:solidFill>
                <a:latin typeface="Calibri"/>
                <a:cs typeface="Calibri"/>
              </a:rPr>
              <a:t>brands</a:t>
            </a:r>
            <a:r>
              <a:rPr dirty="0" sz="900" spc="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9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FFFFFF"/>
                </a:solidFill>
                <a:latin typeface="Calibri"/>
                <a:cs typeface="Calibri"/>
              </a:rPr>
              <a:t>essential</a:t>
            </a:r>
            <a:r>
              <a:rPr dirty="0" sz="900" spc="-25">
                <a:solidFill>
                  <a:srgbClr val="FFFFFF"/>
                </a:solidFill>
                <a:latin typeface="Calibri"/>
                <a:cs typeface="Calibri"/>
              </a:rPr>
              <a:t> to</a:t>
            </a:r>
            <a:r>
              <a:rPr dirty="0" sz="900" spc="5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30">
                <a:solidFill>
                  <a:srgbClr val="FFFFFF"/>
                </a:solidFill>
                <a:latin typeface="Calibri"/>
                <a:cs typeface="Calibri"/>
              </a:rPr>
              <a:t>expand</a:t>
            </a:r>
            <a:r>
              <a:rPr dirty="0" sz="9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35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9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35">
                <a:solidFill>
                  <a:srgbClr val="FFFFFF"/>
                </a:solidFill>
                <a:latin typeface="Calibri"/>
                <a:cs typeface="Calibri"/>
              </a:rPr>
              <a:t>platform's</a:t>
            </a:r>
            <a:r>
              <a:rPr dirty="0" sz="900" spc="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FFFFFF"/>
                </a:solidFill>
                <a:latin typeface="Calibri"/>
                <a:cs typeface="Calibri"/>
              </a:rPr>
              <a:t>reach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900" spc="5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30">
                <a:solidFill>
                  <a:srgbClr val="FFFFFF"/>
                </a:solidFill>
                <a:latin typeface="Calibri"/>
                <a:cs typeface="Calibri"/>
              </a:rPr>
              <a:t>impact,</a:t>
            </a:r>
            <a:r>
              <a:rPr dirty="0" sz="9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40">
                <a:solidFill>
                  <a:srgbClr val="FFFFFF"/>
                </a:solidFill>
                <a:latin typeface="Calibri"/>
                <a:cs typeface="Calibri"/>
              </a:rPr>
              <a:t>fosteringa</a:t>
            </a:r>
            <a:r>
              <a:rPr dirty="0" sz="900" spc="3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community</a:t>
            </a:r>
            <a:r>
              <a:rPr dirty="0" sz="900" spc="5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30">
                <a:solidFill>
                  <a:srgbClr val="FFFFFF"/>
                </a:solidFill>
                <a:latin typeface="Calibri"/>
                <a:cs typeface="Calibri"/>
              </a:rPr>
              <a:t>dedicated</a:t>
            </a:r>
            <a:r>
              <a:rPr dirty="0" sz="900" spc="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9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FFFFFF"/>
                </a:solidFill>
                <a:latin typeface="Calibri"/>
                <a:cs typeface="Calibri"/>
              </a:rPr>
              <a:t>sustainable</a:t>
            </a:r>
            <a:r>
              <a:rPr dirty="0" sz="900" spc="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fashion</a:t>
            </a:r>
            <a:r>
              <a:rPr dirty="0" sz="900" spc="5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practices.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5" name="object 45" descr=""/>
          <p:cNvSpPr/>
          <p:nvPr/>
        </p:nvSpPr>
        <p:spPr>
          <a:xfrm>
            <a:off x="0" y="4224528"/>
            <a:ext cx="8125459" cy="119380"/>
          </a:xfrm>
          <a:custGeom>
            <a:avLst/>
            <a:gdLst/>
            <a:ahLst/>
            <a:cxnLst/>
            <a:rect l="l" t="t" r="r" b="b"/>
            <a:pathLst>
              <a:path w="8125459" h="119379">
                <a:moveTo>
                  <a:pt x="8125968" y="118872"/>
                </a:moveTo>
                <a:lnTo>
                  <a:pt x="0" y="118872"/>
                </a:lnTo>
                <a:lnTo>
                  <a:pt x="0" y="0"/>
                </a:lnTo>
                <a:lnTo>
                  <a:pt x="8125968" y="0"/>
                </a:lnTo>
                <a:lnTo>
                  <a:pt x="8125968" y="1188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 descr=""/>
          <p:cNvSpPr txBox="1"/>
          <p:nvPr/>
        </p:nvSpPr>
        <p:spPr>
          <a:xfrm>
            <a:off x="6292368" y="3064255"/>
            <a:ext cx="1621155" cy="12871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276225">
              <a:lnSpc>
                <a:spcPct val="111500"/>
              </a:lnSpc>
              <a:spcBef>
                <a:spcPts val="95"/>
              </a:spcBef>
            </a:pP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Building</a:t>
            </a:r>
            <a:r>
              <a:rPr dirty="0" sz="9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partnerships</a:t>
            </a:r>
            <a:r>
              <a:rPr dirty="0" sz="9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900" spc="5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NGOs</a:t>
            </a:r>
            <a:r>
              <a:rPr dirty="0" sz="9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 partner</a:t>
            </a:r>
            <a:r>
              <a:rPr dirty="0" sz="9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brands</a:t>
            </a:r>
            <a:r>
              <a:rPr dirty="0" sz="9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900" spc="5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essential</a:t>
            </a:r>
            <a:r>
              <a:rPr dirty="0" sz="9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9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expand</a:t>
            </a:r>
            <a:r>
              <a:rPr dirty="0" sz="900" spc="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900" spc="5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platform's</a:t>
            </a:r>
            <a:r>
              <a:rPr dirty="0" sz="900" spc="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reach</a:t>
            </a:r>
            <a:r>
              <a:rPr dirty="0" sz="9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9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impact,</a:t>
            </a:r>
            <a:r>
              <a:rPr dirty="0" sz="900" spc="5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FFFFFF"/>
                </a:solidFill>
                <a:latin typeface="Calibri"/>
                <a:cs typeface="Calibri"/>
              </a:rPr>
              <a:t>fosteringa</a:t>
            </a:r>
            <a:r>
              <a:rPr dirty="0" sz="900" spc="3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community</a:t>
            </a:r>
            <a:r>
              <a:rPr dirty="0" sz="900" spc="5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dedicated</a:t>
            </a:r>
            <a:r>
              <a:rPr dirty="0" sz="9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30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sustainable</a:t>
            </a:r>
            <a:r>
              <a:rPr dirty="0" sz="900" spc="5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fashion</a:t>
            </a:r>
            <a:r>
              <a:rPr dirty="0" sz="9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practices.</a:t>
            </a:r>
            <a:endParaRPr sz="900">
              <a:latin typeface="Calibri"/>
              <a:cs typeface="Calibri"/>
            </a:endParaRPr>
          </a:p>
          <a:p>
            <a:pPr marL="372110">
              <a:lnSpc>
                <a:spcPct val="100000"/>
              </a:lnSpc>
              <a:spcBef>
                <a:spcPts val="730"/>
              </a:spcBef>
              <a:tabLst>
                <a:tab pos="988694" algn="l"/>
              </a:tabLst>
            </a:pPr>
            <a:r>
              <a:rPr dirty="0" sz="650">
                <a:solidFill>
                  <a:srgbClr val="BFBFBF"/>
                </a:solidFill>
                <a:latin typeface="Arial MT"/>
                <a:cs typeface="Arial MT"/>
                <a:hlinkClick r:id="rId6"/>
              </a:rPr>
              <a:t>c</a:t>
            </a:r>
            <a:r>
              <a:rPr dirty="0" sz="650" spc="-25">
                <a:solidFill>
                  <a:srgbClr val="BFBFBF"/>
                </a:solidFill>
                <a:latin typeface="Arial MT"/>
                <a:cs typeface="Arial MT"/>
                <a:hlinkClick r:id="rId6"/>
              </a:rPr>
              <a:t> </a:t>
            </a:r>
            <a:r>
              <a:rPr dirty="0" sz="650" spc="-95">
                <a:solidFill>
                  <a:srgbClr val="EDEDED"/>
                </a:solidFill>
                <a:latin typeface="Arial MT"/>
                <a:cs typeface="Arial MT"/>
                <a:hlinkClick r:id="rId6"/>
              </a:rPr>
              <a:t>eased</a:t>
            </a:r>
            <a:r>
              <a:rPr dirty="0" sz="650" spc="-30">
                <a:solidFill>
                  <a:srgbClr val="EDEDED"/>
                </a:solidFill>
                <a:latin typeface="Arial MT"/>
                <a:cs typeface="Arial MT"/>
                <a:hlinkClick r:id="rId6"/>
              </a:rPr>
              <a:t> </a:t>
            </a:r>
            <a:r>
              <a:rPr dirty="0" sz="650">
                <a:solidFill>
                  <a:srgbClr val="EDEDED"/>
                </a:solidFill>
                <a:latin typeface="Arial MT"/>
                <a:cs typeface="Arial MT"/>
                <a:hlinkClick r:id="rId6"/>
              </a:rPr>
              <a:t>u</a:t>
            </a:r>
            <a:r>
              <a:rPr dirty="0" sz="650" spc="10">
                <a:solidFill>
                  <a:srgbClr val="EDEDED"/>
                </a:solidFill>
                <a:latin typeface="Arial MT"/>
                <a:cs typeface="Arial MT"/>
                <a:hlinkClick r:id="rId6"/>
              </a:rPr>
              <a:t> </a:t>
            </a:r>
            <a:r>
              <a:rPr dirty="0" sz="650" spc="-35">
                <a:solidFill>
                  <a:srgbClr val="EDEDED"/>
                </a:solidFill>
                <a:latin typeface="Arial MT"/>
                <a:cs typeface="Arial MT"/>
                <a:hlinkClick r:id="rId6"/>
              </a:rPr>
              <a:t>›</a:t>
            </a:r>
            <a:r>
              <a:rPr dirty="0" sz="650" spc="100">
                <a:solidFill>
                  <a:srgbClr val="EDEDED"/>
                </a:solidFill>
                <a:latin typeface="Arial MT"/>
                <a:cs typeface="Arial MT"/>
                <a:hlinkClick r:id="rId6"/>
              </a:rPr>
              <a:t> </a:t>
            </a:r>
            <a:r>
              <a:rPr dirty="0" sz="650" spc="-50">
                <a:solidFill>
                  <a:srgbClr val="EDEDED"/>
                </a:solidFill>
                <a:latin typeface="Arial MT"/>
                <a:cs typeface="Arial MT"/>
                <a:hlinkClick r:id="rId6"/>
              </a:rPr>
              <a:t>s</a:t>
            </a:r>
            <a:r>
              <a:rPr dirty="0" sz="650">
                <a:solidFill>
                  <a:srgbClr val="EDEDED"/>
                </a:solidFill>
                <a:latin typeface="Arial MT"/>
                <a:cs typeface="Arial MT"/>
                <a:hlinkClick r:id="rId6"/>
              </a:rPr>
              <a:t>	</a:t>
            </a:r>
            <a:r>
              <a:rPr dirty="0" sz="650" spc="20">
                <a:solidFill>
                  <a:srgbClr val="FFFFFF"/>
                </a:solidFill>
                <a:latin typeface="Arial MT"/>
                <a:cs typeface="Arial MT"/>
                <a:hlinkClick r:id="rId6"/>
              </a:rPr>
              <a:t>presentations</a:t>
            </a:r>
            <a:r>
              <a:rPr dirty="0" sz="650" spc="-55">
                <a:solidFill>
                  <a:srgbClr val="FFFFFF"/>
                </a:solidFill>
                <a:latin typeface="Arial MT"/>
                <a:cs typeface="Arial MT"/>
                <a:hlinkClick r:id="rId6"/>
              </a:rPr>
              <a:t> </a:t>
            </a:r>
            <a:r>
              <a:rPr dirty="0" sz="650" spc="-25">
                <a:solidFill>
                  <a:srgbClr val="FFFFFF"/>
                </a:solidFill>
                <a:latin typeface="Arial MT"/>
                <a:cs typeface="Arial MT"/>
                <a:hlinkClick r:id="rId6"/>
              </a:rPr>
              <a:t>ss</a:t>
            </a:r>
            <a:endParaRPr sz="6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8128000" cy="4572000"/>
            <a:chOff x="0" y="0"/>
            <a:chExt cx="8128000" cy="4572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8128000" cy="4572000"/>
            </a:xfrm>
            <a:prstGeom prst="rect">
              <a:avLst/>
            </a:prstGeom>
          </p:spPr>
        </p:pic>
        <p:pic>
          <p:nvPicPr>
            <p:cNvPr id="4" name="object 4" descr="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20933" y="4199466"/>
              <a:ext cx="1337733" cy="2032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371856"/>
            <a:ext cx="8125459" cy="234950"/>
          </a:xfrm>
          <a:custGeom>
            <a:avLst/>
            <a:gdLst/>
            <a:ahLst/>
            <a:cxnLst/>
            <a:rect l="l" t="t" r="r" b="b"/>
            <a:pathLst>
              <a:path w="8125459" h="234950">
                <a:moveTo>
                  <a:pt x="8125968" y="234696"/>
                </a:moveTo>
                <a:lnTo>
                  <a:pt x="0" y="234696"/>
                </a:lnTo>
                <a:lnTo>
                  <a:pt x="0" y="0"/>
                </a:lnTo>
                <a:lnTo>
                  <a:pt x="8125968" y="0"/>
                </a:lnTo>
                <a:lnTo>
                  <a:pt x="8125968" y="234696"/>
                </a:lnTo>
                <a:close/>
              </a:path>
            </a:pathLst>
          </a:custGeom>
          <a:solidFill>
            <a:srgbClr val="3149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03350" algn="l"/>
              </a:tabLst>
            </a:pPr>
            <a:r>
              <a:rPr dirty="0" sz="2000" spc="105">
                <a:solidFill>
                  <a:srgbClr val="FFFFFF"/>
                </a:solidFill>
                <a:latin typeface="Arial MT"/>
                <a:cs typeface="Arial MT"/>
              </a:rPr>
              <a:t>Technical</a:t>
            </a:r>
            <a:r>
              <a:rPr dirty="0" sz="200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2000" spc="-10">
                <a:solidFill>
                  <a:srgbClr val="FFFFFF"/>
                </a:solidFill>
                <a:latin typeface="Arial MT"/>
                <a:cs typeface="Arial MT"/>
              </a:rPr>
              <a:t>Requirements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0" y="676655"/>
            <a:ext cx="8125459" cy="125095"/>
          </a:xfrm>
          <a:custGeom>
            <a:avLst/>
            <a:gdLst/>
            <a:ahLst/>
            <a:cxnLst/>
            <a:rect l="l" t="t" r="r" b="b"/>
            <a:pathLst>
              <a:path w="8125459" h="125095">
                <a:moveTo>
                  <a:pt x="8125968" y="124968"/>
                </a:moveTo>
                <a:lnTo>
                  <a:pt x="0" y="124968"/>
                </a:lnTo>
                <a:lnTo>
                  <a:pt x="0" y="0"/>
                </a:lnTo>
                <a:lnTo>
                  <a:pt x="8125968" y="0"/>
                </a:lnTo>
                <a:lnTo>
                  <a:pt x="8125968" y="124968"/>
                </a:lnTo>
                <a:close/>
              </a:path>
            </a:pathLst>
          </a:custGeom>
          <a:solidFill>
            <a:srgbClr val="4B566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2755513" y="634746"/>
            <a:ext cx="260667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1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950" spc="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FFFFFF"/>
                </a:solidFill>
                <a:latin typeface="Calibri"/>
                <a:cs typeface="Calibri"/>
              </a:rPr>
              <a:t>Comprehensive</a:t>
            </a:r>
            <a:r>
              <a:rPr dirty="0" sz="950" spc="1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FFFFFF"/>
                </a:solidFill>
                <a:latin typeface="Calibri"/>
                <a:cs typeface="Calibri"/>
              </a:rPr>
              <a:t>Look</a:t>
            </a:r>
            <a:r>
              <a:rPr dirty="0" sz="950" spc="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FFFFFF"/>
                </a:solidFill>
                <a:latin typeface="Calibri"/>
                <a:cs typeface="Calibri"/>
              </a:rPr>
              <a:t>at</a:t>
            </a:r>
            <a:r>
              <a:rPr dirty="0" sz="950" spc="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FFFFFF"/>
                </a:solidFill>
                <a:latin typeface="Calibri"/>
                <a:cs typeface="Calibri"/>
              </a:rPr>
              <a:t>Necessary</a:t>
            </a:r>
            <a:r>
              <a:rPr dirty="0" sz="950" spc="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FFFFFF"/>
                </a:solidFill>
                <a:latin typeface="Calibri"/>
                <a:cs typeface="Calibri"/>
              </a:rPr>
              <a:t>Technologies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0" y="1450847"/>
            <a:ext cx="8125459" cy="490855"/>
          </a:xfrm>
          <a:custGeom>
            <a:avLst/>
            <a:gdLst/>
            <a:ahLst/>
            <a:cxnLst/>
            <a:rect l="l" t="t" r="r" b="b"/>
            <a:pathLst>
              <a:path w="8125459" h="490855">
                <a:moveTo>
                  <a:pt x="8125968" y="490728"/>
                </a:moveTo>
                <a:lnTo>
                  <a:pt x="0" y="490728"/>
                </a:lnTo>
                <a:lnTo>
                  <a:pt x="0" y="0"/>
                </a:lnTo>
                <a:lnTo>
                  <a:pt x="8125968" y="0"/>
                </a:lnTo>
                <a:lnTo>
                  <a:pt x="8125968" y="490728"/>
                </a:lnTo>
                <a:close/>
              </a:path>
            </a:pathLst>
          </a:custGeom>
          <a:solidFill>
            <a:srgbClr val="1C385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7331814" y="1414526"/>
            <a:ext cx="28765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js,</a:t>
            </a:r>
            <a:r>
              <a:rPr dirty="0" sz="105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35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41700" y="1407980"/>
            <a:ext cx="1091565" cy="46990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229"/>
              </a:spcBef>
            </a:pPr>
            <a:r>
              <a:rPr dirty="0" sz="1400" spc="8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dirty="0" sz="1050" spc="80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dirty="0" sz="1050" spc="225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050" spc="80">
                <a:solidFill>
                  <a:srgbClr val="FFFFFF"/>
                </a:solidFill>
                <a:latin typeface="Calibri"/>
                <a:cs typeface="Calibri"/>
              </a:rPr>
              <a:t>nt</a:t>
            </a:r>
            <a:r>
              <a:rPr dirty="0" sz="1050" spc="2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dirty="0" sz="105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FFFFFF"/>
                </a:solidFill>
                <a:latin typeface="Calibri"/>
                <a:cs typeface="Calibri"/>
              </a:rPr>
              <a:t>End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00" spc="-10">
                <a:solidFill>
                  <a:srgbClr val="FFFFFF"/>
                </a:solidFill>
                <a:latin typeface="Consolas"/>
                <a:cs typeface="Consolas"/>
              </a:rPr>
              <a:t>Technologies</a:t>
            </a:r>
            <a:endParaRPr sz="1300">
              <a:latin typeface="Consolas"/>
              <a:cs typeface="Consola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804587" y="1383411"/>
            <a:ext cx="5396230" cy="560705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345"/>
              </a:spcBef>
              <a:tabLst>
                <a:tab pos="4735830" algn="l"/>
                <a:tab pos="5143500" algn="l"/>
              </a:tabLst>
            </a:pPr>
            <a:r>
              <a:rPr dirty="0" sz="1050" spc="-3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05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35">
                <a:solidFill>
                  <a:srgbClr val="FFFFFF"/>
                </a:solidFill>
                <a:latin typeface="Calibri"/>
                <a:cs typeface="Calibri"/>
              </a:rPr>
              <a:t>front-end</a:t>
            </a:r>
            <a:r>
              <a:rPr dirty="0" sz="105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35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105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45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05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30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r>
              <a:rPr dirty="0" sz="1050" spc="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35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dirty="0" sz="105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dirty="0" sz="105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35">
                <a:solidFill>
                  <a:srgbClr val="FFFFFF"/>
                </a:solidFill>
                <a:latin typeface="Calibri"/>
                <a:cs typeface="Calibri"/>
              </a:rPr>
              <a:t>developed</a:t>
            </a:r>
            <a:r>
              <a:rPr dirty="0" sz="1050" spc="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20">
                <a:solidFill>
                  <a:srgbClr val="FFFFFF"/>
                </a:solidFill>
                <a:latin typeface="Calibri"/>
                <a:cs typeface="Calibri"/>
              </a:rPr>
              <a:t>using</a:t>
            </a:r>
            <a:r>
              <a:rPr dirty="0" sz="105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35">
                <a:solidFill>
                  <a:srgbClr val="FFFFFF"/>
                </a:solidFill>
                <a:latin typeface="Calibri"/>
                <a:cs typeface="Calibri"/>
              </a:rPr>
              <a:t>modern</a:t>
            </a:r>
            <a:r>
              <a:rPr dirty="0" sz="1050" spc="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35">
                <a:solidFill>
                  <a:srgbClr val="FFFFFF"/>
                </a:solidFill>
                <a:latin typeface="Calibri"/>
                <a:cs typeface="Calibri"/>
              </a:rPr>
              <a:t>frameworks</a:t>
            </a:r>
            <a:r>
              <a:rPr dirty="0" sz="1050" spc="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20">
                <a:solidFill>
                  <a:srgbClr val="FFFFFF"/>
                </a:solidFill>
                <a:latin typeface="Calibri"/>
                <a:cs typeface="Calibri"/>
              </a:rPr>
              <a:t>such</a:t>
            </a:r>
            <a:r>
              <a:rPr dirty="0" sz="105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050" spc="-5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050" spc="-25">
                <a:solidFill>
                  <a:srgbClr val="FFFFFF"/>
                </a:solidFill>
                <a:latin typeface="Calibri"/>
                <a:cs typeface="Calibri"/>
              </a:rPr>
              <a:t>js,</a:t>
            </a:r>
            <a:endParaRPr sz="1050">
              <a:latin typeface="Calibri"/>
              <a:cs typeface="Calibri"/>
            </a:endParaRPr>
          </a:p>
          <a:p>
            <a:pPr marL="440055">
              <a:lnSpc>
                <a:spcPct val="100000"/>
              </a:lnSpc>
              <a:spcBef>
                <a:spcPts val="209"/>
              </a:spcBef>
            </a:pPr>
            <a:r>
              <a:rPr dirty="0" sz="900" spc="30">
                <a:solidFill>
                  <a:srgbClr val="FFFFFF"/>
                </a:solidFill>
                <a:latin typeface="Calibri"/>
                <a:cs typeface="Calibri"/>
              </a:rPr>
              <a:t>These</a:t>
            </a:r>
            <a:r>
              <a:rPr dirty="0" sz="900" spc="1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30">
                <a:solidFill>
                  <a:srgbClr val="FFFFFF"/>
                </a:solidFill>
                <a:latin typeface="Calibri"/>
                <a:cs typeface="Calibri"/>
              </a:rPr>
              <a:t>tools</a:t>
            </a:r>
            <a:r>
              <a:rPr dirty="0" sz="900" spc="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3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dirty="0" sz="900" spc="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30">
                <a:solidFill>
                  <a:srgbClr val="FFFFFF"/>
                </a:solidFill>
                <a:latin typeface="Calibri"/>
                <a:cs typeface="Calibri"/>
              </a:rPr>
              <a:t>essential for</a:t>
            </a:r>
            <a:r>
              <a:rPr dirty="0" sz="900" spc="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30">
                <a:solidFill>
                  <a:srgbClr val="FFFFFF"/>
                </a:solidFill>
                <a:latin typeface="Calibri"/>
                <a:cs typeface="Calibri"/>
              </a:rPr>
              <a:t>creating</a:t>
            </a:r>
            <a:r>
              <a:rPr dirty="0" sz="900" spc="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30">
                <a:solidFill>
                  <a:srgbClr val="FFFFFF"/>
                </a:solidFill>
                <a:latin typeface="Calibri"/>
                <a:cs typeface="Calibri"/>
              </a:rPr>
              <a:t>dynamic</a:t>
            </a:r>
            <a:r>
              <a:rPr dirty="0" sz="900" spc="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3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900" spc="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30">
                <a:solidFill>
                  <a:srgbClr val="FFFFFF"/>
                </a:solidFill>
                <a:latin typeface="Calibri"/>
                <a:cs typeface="Calibri"/>
              </a:rPr>
              <a:t>responsive</a:t>
            </a:r>
            <a:r>
              <a:rPr dirty="0" sz="900" spc="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30">
                <a:solidFill>
                  <a:srgbClr val="FFFFFF"/>
                </a:solidFill>
                <a:latin typeface="Calibri"/>
                <a:cs typeface="Calibri"/>
              </a:rPr>
              <a:t>user</a:t>
            </a:r>
            <a:r>
              <a:rPr dirty="0" sz="900" spc="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30">
                <a:solidFill>
                  <a:srgbClr val="FFFFFF"/>
                </a:solidFill>
                <a:latin typeface="Calibri"/>
                <a:cs typeface="Calibri"/>
              </a:rPr>
              <a:t>interfaces</a:t>
            </a:r>
            <a:r>
              <a:rPr dirty="0" sz="900" spc="1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3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dirty="0" sz="900" spc="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30">
                <a:solidFill>
                  <a:srgbClr val="FFFFFF"/>
                </a:solidFill>
                <a:latin typeface="Calibri"/>
                <a:cs typeface="Calibri"/>
              </a:rPr>
              <a:t>enhance</a:t>
            </a:r>
            <a:r>
              <a:rPr dirty="0" sz="900" spc="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FFFFFF"/>
                </a:solidFill>
                <a:latin typeface="Calibri"/>
                <a:cs typeface="Calibri"/>
              </a:rPr>
              <a:t>user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experience.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6095" y="2060448"/>
            <a:ext cx="8122284" cy="18415"/>
            <a:chOff x="6095" y="2060448"/>
            <a:chExt cx="8122284" cy="18415"/>
          </a:xfrm>
        </p:grpSpPr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95" y="2060448"/>
              <a:ext cx="8121904" cy="18287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5" y="2060448"/>
              <a:ext cx="8121904" cy="18287"/>
            </a:xfrm>
            <a:prstGeom prst="rect">
              <a:avLst/>
            </a:prstGeom>
          </p:spPr>
        </p:pic>
      </p:grpSp>
      <p:grpSp>
        <p:nvGrpSpPr>
          <p:cNvPr id="13" name="object 13" descr=""/>
          <p:cNvGrpSpPr/>
          <p:nvPr/>
        </p:nvGrpSpPr>
        <p:grpSpPr>
          <a:xfrm>
            <a:off x="0" y="2212848"/>
            <a:ext cx="8125459" cy="350520"/>
            <a:chOff x="0" y="2212848"/>
            <a:chExt cx="8125459" cy="350520"/>
          </a:xfrm>
        </p:grpSpPr>
        <p:pic>
          <p:nvPicPr>
            <p:cNvPr id="14" name="object 1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59428" y="2261616"/>
              <a:ext cx="237714" cy="103631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64190" y="2292096"/>
              <a:ext cx="63999" cy="57912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0" y="2212848"/>
              <a:ext cx="8125459" cy="350520"/>
            </a:xfrm>
            <a:custGeom>
              <a:avLst/>
              <a:gdLst/>
              <a:ahLst/>
              <a:cxnLst/>
              <a:rect l="l" t="t" r="r" b="b"/>
              <a:pathLst>
                <a:path w="8125459" h="350519">
                  <a:moveTo>
                    <a:pt x="8125968" y="350520"/>
                  </a:moveTo>
                  <a:lnTo>
                    <a:pt x="0" y="350520"/>
                  </a:lnTo>
                  <a:lnTo>
                    <a:pt x="0" y="0"/>
                  </a:lnTo>
                  <a:lnTo>
                    <a:pt x="8125968" y="0"/>
                  </a:lnTo>
                  <a:lnTo>
                    <a:pt x="8125968" y="350520"/>
                  </a:lnTo>
                  <a:close/>
                </a:path>
              </a:pathLst>
            </a:custGeom>
            <a:solidFill>
              <a:srgbClr val="01182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447152" y="2293111"/>
            <a:ext cx="889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647359" y="2164588"/>
            <a:ext cx="875030" cy="403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35">
              <a:lnSpc>
                <a:spcPct val="124000"/>
              </a:lnSpc>
              <a:spcBef>
                <a:spcPts val="100"/>
              </a:spcBef>
            </a:pP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Bac</a:t>
            </a:r>
            <a:r>
              <a:rPr dirty="0" sz="1000" spc="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k</a:t>
            </a:r>
            <a:r>
              <a:rPr dirty="0" sz="100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dirty="0" sz="10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End </a:t>
            </a:r>
            <a:r>
              <a:rPr dirty="0" sz="1000" spc="65">
                <a:solidFill>
                  <a:srgbClr val="FFFFFF"/>
                </a:solidFill>
                <a:latin typeface="Arial MT"/>
                <a:cs typeface="Arial MT"/>
              </a:rPr>
              <a:t>Fzamewo</a:t>
            </a:r>
            <a:r>
              <a:rPr dirty="0" sz="100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30">
                <a:solidFill>
                  <a:srgbClr val="FFFFFF"/>
                </a:solidFill>
                <a:latin typeface="Arial MT"/>
                <a:cs typeface="Arial MT"/>
              </a:rPr>
              <a:t>zks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808502" y="2176780"/>
            <a:ext cx="5850255" cy="39116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  <a:tabLst>
                <a:tab pos="3281045" algn="l"/>
              </a:tabLst>
            </a:pPr>
            <a:r>
              <a:rPr dirty="0" baseline="2777" sz="1500" spc="-127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dirty="0" baseline="2777" sz="15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baseline="2777" sz="1500" spc="-3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baseline="2777" sz="15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baseline="2777" sz="1500" spc="-82">
                <a:solidFill>
                  <a:srgbClr val="FFFFFF"/>
                </a:solidFill>
                <a:latin typeface="Arial MT"/>
                <a:cs typeface="Arial MT"/>
              </a:rPr>
              <a:t>back-</a:t>
            </a:r>
            <a:r>
              <a:rPr dirty="0" baseline="2777" sz="1500" spc="-44">
                <a:solidFill>
                  <a:srgbClr val="FFFFFF"/>
                </a:solidFill>
                <a:latin typeface="Arial MT"/>
                <a:cs typeface="Arial MT"/>
              </a:rPr>
              <a:t>end,</a:t>
            </a:r>
            <a:r>
              <a:rPr dirty="0" baseline="2777" sz="1500" spc="52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baseline="2777" sz="1500" spc="-52">
                <a:solidFill>
                  <a:srgbClr val="FFFFFF"/>
                </a:solidFill>
                <a:latin typeface="Arial MT"/>
                <a:cs typeface="Arial MT"/>
              </a:rPr>
              <a:t>options</a:t>
            </a:r>
            <a:r>
              <a:rPr dirty="0" baseline="2777" sz="15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baseline="2777" sz="1500" spc="-60">
                <a:solidFill>
                  <a:srgbClr val="FFFFFF"/>
                </a:solidFill>
                <a:latin typeface="Arial MT"/>
                <a:cs typeface="Arial MT"/>
              </a:rPr>
              <a:t>include</a:t>
            </a:r>
            <a:r>
              <a:rPr dirty="0" baseline="2777" sz="1500" spc="-89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160">
                <a:solidFill>
                  <a:srgbClr val="FFFFFF"/>
                </a:solidFill>
                <a:latin typeface="Arial MT"/>
                <a:cs typeface="Arial MT"/>
              </a:rPr>
              <a:t>djs,Django,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950" spc="-40">
                <a:solidFill>
                  <a:srgbClr val="FFFFFF"/>
                </a:solidFill>
                <a:latin typeface="Arial MT"/>
                <a:cs typeface="Arial MT"/>
              </a:rPr>
              <a:t>These</a:t>
            </a:r>
            <a:r>
              <a:rPr dirty="0" sz="95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FFFFFF"/>
                </a:solidFill>
                <a:latin typeface="Arial MT"/>
                <a:cs typeface="Arial MT"/>
              </a:rPr>
              <a:t>frameworks</a:t>
            </a:r>
            <a:r>
              <a:rPr dirty="0" sz="950" spc="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50" spc="-40">
                <a:solidFill>
                  <a:srgbClr val="FFFFFF"/>
                </a:solidFill>
                <a:latin typeface="Arial MT"/>
                <a:cs typeface="Arial MT"/>
              </a:rPr>
              <a:t>are</a:t>
            </a:r>
            <a:r>
              <a:rPr dirty="0" sz="95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FFFFFF"/>
                </a:solidFill>
                <a:latin typeface="Arial MT"/>
                <a:cs typeface="Arial MT"/>
              </a:rPr>
              <a:t>crucial</a:t>
            </a:r>
            <a:r>
              <a:rPr dirty="0" sz="95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dirty="0" sz="95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50" spc="-20">
                <a:solidFill>
                  <a:srgbClr val="FFFFFF"/>
                </a:solidFill>
                <a:latin typeface="Arial MT"/>
                <a:cs typeface="Arial MT"/>
              </a:rPr>
              <a:t>handling</a:t>
            </a:r>
            <a:r>
              <a:rPr dirty="0" sz="95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FFFFFF"/>
                </a:solidFill>
                <a:latin typeface="Arial MT"/>
                <a:cs typeface="Arial MT"/>
              </a:rPr>
              <a:t>server-</a:t>
            </a:r>
            <a:endParaRPr sz="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1000" spc="-60">
                <a:solidFill>
                  <a:srgbClr val="FFFFFF"/>
                </a:solidFill>
                <a:latin typeface="Arial MT"/>
                <a:cs typeface="Arial MT"/>
              </a:rPr>
              <a:t>side</a:t>
            </a:r>
            <a:r>
              <a:rPr dirty="0" sz="10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40">
                <a:solidFill>
                  <a:srgbClr val="FFFFFF"/>
                </a:solidFill>
                <a:latin typeface="Arial MT"/>
                <a:cs typeface="Arial MT"/>
              </a:rPr>
              <a:t>logic,</a:t>
            </a:r>
            <a:r>
              <a:rPr dirty="0" sz="1000" spc="-55">
                <a:solidFill>
                  <a:srgbClr val="FFFFFF"/>
                </a:solidFill>
                <a:latin typeface="Arial MT"/>
                <a:cs typeface="Arial MT"/>
              </a:rPr>
              <a:t> database</a:t>
            </a:r>
            <a:r>
              <a:rPr dirty="0" sz="100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35">
                <a:solidFill>
                  <a:srgbClr val="FFFFFF"/>
                </a:solidFill>
                <a:latin typeface="Arial MT"/>
                <a:cs typeface="Arial MT"/>
              </a:rPr>
              <a:t>interactions,</a:t>
            </a:r>
            <a:r>
              <a:rPr dirty="0" sz="1000" spc="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5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10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50">
                <a:solidFill>
                  <a:srgbClr val="FFFFFF"/>
                </a:solidFill>
                <a:latin typeface="Arial MT"/>
                <a:cs typeface="Arial MT"/>
              </a:rPr>
              <a:t>ensuring </a:t>
            </a:r>
            <a:r>
              <a:rPr dirty="0" sz="1000" spc="-40">
                <a:solidFill>
                  <a:srgbClr val="FFFFFF"/>
                </a:solidFill>
                <a:latin typeface="Arial MT"/>
                <a:cs typeface="Arial MT"/>
              </a:rPr>
              <a:t>smooth</a:t>
            </a:r>
            <a:r>
              <a:rPr dirty="0" sz="100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45">
                <a:solidFill>
                  <a:srgbClr val="FFFFFF"/>
                </a:solidFill>
                <a:latin typeface="Arial MT"/>
                <a:cs typeface="Arial MT"/>
              </a:rPr>
              <a:t>communication</a:t>
            </a:r>
            <a:r>
              <a:rPr dirty="0" sz="1000" spc="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45">
                <a:solidFill>
                  <a:srgbClr val="FFFFFF"/>
                </a:solidFill>
                <a:latin typeface="Arial MT"/>
                <a:cs typeface="Arial MT"/>
              </a:rPr>
              <a:t>between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the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 client</a:t>
            </a:r>
            <a:r>
              <a:rPr dirty="0" sz="1000" spc="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5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10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10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server.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0" y="2846832"/>
            <a:ext cx="8125459" cy="356870"/>
          </a:xfrm>
          <a:custGeom>
            <a:avLst/>
            <a:gdLst/>
            <a:ahLst/>
            <a:cxnLst/>
            <a:rect l="l" t="t" r="r" b="b"/>
            <a:pathLst>
              <a:path w="8125459" h="356869">
                <a:moveTo>
                  <a:pt x="8125968" y="356616"/>
                </a:moveTo>
                <a:lnTo>
                  <a:pt x="0" y="356616"/>
                </a:lnTo>
                <a:lnTo>
                  <a:pt x="0" y="0"/>
                </a:lnTo>
                <a:lnTo>
                  <a:pt x="8125968" y="0"/>
                </a:lnTo>
                <a:lnTo>
                  <a:pt x="8125968" y="356616"/>
                </a:lnTo>
                <a:close/>
              </a:path>
            </a:pathLst>
          </a:custGeom>
          <a:solidFill>
            <a:srgbClr val="05182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647111" y="2774188"/>
            <a:ext cx="829310" cy="434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875" marR="5080" indent="-3810">
              <a:lnSpc>
                <a:spcPct val="134000"/>
              </a:lnSpc>
              <a:spcBef>
                <a:spcPts val="100"/>
              </a:spcBef>
            </a:pPr>
            <a:r>
              <a:rPr dirty="0" sz="1000" spc="155">
                <a:solidFill>
                  <a:srgbClr val="FFFFFF"/>
                </a:solidFill>
                <a:latin typeface="Calibri"/>
                <a:cs typeface="Calibri"/>
              </a:rPr>
              <a:t>Dat:abase </a:t>
            </a:r>
            <a:r>
              <a:rPr dirty="0" sz="1000" spc="210">
                <a:solidFill>
                  <a:srgbClr val="FFFFFF"/>
                </a:solidFill>
                <a:latin typeface="Calibri"/>
                <a:cs typeface="Calibri"/>
              </a:rPr>
              <a:t>Solut:Ions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803337" y="2816859"/>
            <a:ext cx="58413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175">
              <a:lnSpc>
                <a:spcPct val="120000"/>
              </a:lnSpc>
              <a:spcBef>
                <a:spcPts val="100"/>
              </a:spcBef>
              <a:tabLst>
                <a:tab pos="4006215" algn="l"/>
              </a:tabLst>
            </a:pPr>
            <a:r>
              <a:rPr dirty="0" sz="1000">
                <a:solidFill>
                  <a:srgbClr val="FFFFFF"/>
                </a:solidFill>
                <a:latin typeface="Calibri"/>
                <a:cs typeface="Calibri"/>
              </a:rPr>
              <a:t>Choosing</a:t>
            </a:r>
            <a:r>
              <a:rPr dirty="0" sz="10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0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Calibri"/>
                <a:cs typeface="Calibri"/>
              </a:rPr>
              <a:t>right</a:t>
            </a:r>
            <a:r>
              <a:rPr dirty="0" sz="100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r>
              <a:rPr dirty="0" sz="10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1000" spc="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FFFFFF"/>
                </a:solidFill>
                <a:latin typeface="Calibri"/>
                <a:cs typeface="Calibri"/>
              </a:rPr>
              <a:t>vital</a:t>
            </a:r>
            <a:r>
              <a:rPr dirty="0" sz="1000" spc="-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1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10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Calibri"/>
                <a:cs typeface="Calibri"/>
              </a:rPr>
              <a:t>management.</a:t>
            </a:r>
            <a:r>
              <a:rPr dirty="0" sz="1000" spc="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Calibri"/>
                <a:cs typeface="Calibri"/>
              </a:rPr>
              <a:t>gqg}g</a:t>
            </a:r>
            <a:r>
              <a:rPr dirty="0" sz="10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000" spc="90">
                <a:solidFill>
                  <a:srgbClr val="FFFFFF"/>
                </a:solidFill>
                <a:latin typeface="Calibri"/>
                <a:cs typeface="Calibri"/>
              </a:rPr>
              <a:t>ySgL</a:t>
            </a:r>
            <a:r>
              <a:rPr dirty="0" sz="10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dirty="0" sz="10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FFFFFF"/>
                </a:solidFill>
                <a:latin typeface="Calibri"/>
                <a:cs typeface="Calibri"/>
              </a:rPr>
              <a:t>popular</a:t>
            </a:r>
            <a:r>
              <a:rPr dirty="0" sz="10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FFFFFF"/>
                </a:solidFill>
                <a:latin typeface="Calibri"/>
                <a:cs typeface="Calibri"/>
              </a:rPr>
              <a:t>options</a:t>
            </a:r>
            <a:r>
              <a:rPr dirty="0" sz="1000" spc="-20">
                <a:solidFill>
                  <a:srgbClr val="FFFFFF"/>
                </a:solidFill>
                <a:latin typeface="Calibri"/>
                <a:cs typeface="Calibri"/>
              </a:rPr>
              <a:t> that</a:t>
            </a:r>
            <a:r>
              <a:rPr dirty="0" sz="10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Calibri"/>
                <a:cs typeface="Calibri"/>
              </a:rPr>
              <a:t>offer </a:t>
            </a:r>
            <a:r>
              <a:rPr dirty="0" sz="1000">
                <a:solidFill>
                  <a:srgbClr val="FFFFFF"/>
                </a:solidFill>
                <a:latin typeface="Calibri"/>
                <a:cs typeface="Calibri"/>
              </a:rPr>
              <a:t>robust</a:t>
            </a:r>
            <a:r>
              <a:rPr dirty="0" sz="10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FFFFFF"/>
                </a:solidFill>
                <a:latin typeface="Calibri"/>
                <a:cs typeface="Calibri"/>
              </a:rPr>
              <a:t>features</a:t>
            </a:r>
            <a:r>
              <a:rPr dirty="0" sz="10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10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FFFFFF"/>
                </a:solidFill>
                <a:latin typeface="Calibri"/>
                <a:cs typeface="Calibri"/>
              </a:rPr>
              <a:t>handling</a:t>
            </a:r>
            <a:r>
              <a:rPr dirty="0" sz="10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FFFFFF"/>
                </a:solidFill>
                <a:latin typeface="Calibri"/>
                <a:cs typeface="Calibri"/>
              </a:rPr>
              <a:t>large</a:t>
            </a:r>
            <a:r>
              <a:rPr dirty="0" sz="10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FFFFFF"/>
                </a:solidFill>
                <a:latin typeface="Calibri"/>
                <a:cs typeface="Calibri"/>
              </a:rPr>
              <a:t>datasets, ensuring</a:t>
            </a:r>
            <a:r>
              <a:rPr dirty="0" sz="10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1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FFFFFF"/>
                </a:solidFill>
                <a:latin typeface="Calibri"/>
                <a:cs typeface="Calibri"/>
              </a:rPr>
              <a:t>integrity, </a:t>
            </a:r>
            <a:r>
              <a:rPr dirty="0" sz="10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FFFFFF"/>
                </a:solidFill>
                <a:latin typeface="Calibri"/>
                <a:cs typeface="Calibri"/>
              </a:rPr>
              <a:t>supporting</a:t>
            </a:r>
            <a:r>
              <a:rPr dirty="0" sz="10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FFFFFF"/>
                </a:solidFill>
                <a:latin typeface="Calibri"/>
                <a:cs typeface="Calibri"/>
              </a:rPr>
              <a:t>complex</a:t>
            </a:r>
            <a:r>
              <a:rPr dirty="0" sz="100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Calibri"/>
                <a:cs typeface="Calibri"/>
              </a:rPr>
              <a:t>queries.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0" y="3486911"/>
            <a:ext cx="8125459" cy="375285"/>
          </a:xfrm>
          <a:custGeom>
            <a:avLst/>
            <a:gdLst/>
            <a:ahLst/>
            <a:cxnLst/>
            <a:rect l="l" t="t" r="r" b="b"/>
            <a:pathLst>
              <a:path w="8125459" h="375285">
                <a:moveTo>
                  <a:pt x="8125968" y="374904"/>
                </a:moveTo>
                <a:lnTo>
                  <a:pt x="0" y="374904"/>
                </a:lnTo>
                <a:lnTo>
                  <a:pt x="0" y="0"/>
                </a:lnTo>
                <a:lnTo>
                  <a:pt x="8125968" y="0"/>
                </a:lnTo>
                <a:lnTo>
                  <a:pt x="8125968" y="374904"/>
                </a:lnTo>
                <a:close/>
              </a:path>
            </a:pathLst>
          </a:custGeom>
          <a:solidFill>
            <a:srgbClr val="4252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444663" y="3566921"/>
            <a:ext cx="8953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5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621711" y="3444747"/>
            <a:ext cx="1146810" cy="403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>
              <a:lnSpc>
                <a:spcPct val="124000"/>
              </a:lnSpc>
              <a:spcBef>
                <a:spcPts val="100"/>
              </a:spcBef>
            </a:pPr>
            <a:r>
              <a:rPr dirty="0" sz="1000">
                <a:solidFill>
                  <a:srgbClr val="FFFFFF"/>
                </a:solidFill>
                <a:latin typeface="Calibri"/>
                <a:cs typeface="Calibri"/>
              </a:rPr>
              <a:t>Th</a:t>
            </a:r>
            <a:r>
              <a:rPr dirty="0" sz="1000" spc="1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FFFFFF"/>
                </a:solidFill>
                <a:latin typeface="Calibri"/>
                <a:cs typeface="Calibri"/>
              </a:rPr>
              <a:t>1zd</a:t>
            </a:r>
            <a:r>
              <a:rPr dirty="0" sz="1000" spc="155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00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dirty="0" sz="1000" spc="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 spc="125">
                <a:solidFill>
                  <a:srgbClr val="FFFFFF"/>
                </a:solidFill>
                <a:latin typeface="Calibri"/>
                <a:cs typeface="Calibri"/>
              </a:rPr>
              <a:t>Pazt:</a:t>
            </a:r>
            <a:r>
              <a:rPr dirty="0" baseline="-5555" sz="1500" spc="187">
                <a:solidFill>
                  <a:srgbClr val="FFFFFF"/>
                </a:solidFill>
                <a:latin typeface="Calibri"/>
                <a:cs typeface="Calibri"/>
              </a:rPr>
              <a:t>y </a:t>
            </a:r>
            <a:r>
              <a:rPr dirty="0" sz="1000" spc="215">
                <a:solidFill>
                  <a:srgbClr val="FFFFFF"/>
                </a:solidFill>
                <a:latin typeface="Calibri"/>
                <a:cs typeface="Calibri"/>
              </a:rPr>
              <a:t>Integzat:tons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802159" y="3444747"/>
            <a:ext cx="5613400" cy="403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780" marR="5080" indent="-5715">
              <a:lnSpc>
                <a:spcPct val="124000"/>
              </a:lnSpc>
              <a:spcBef>
                <a:spcPts val="100"/>
              </a:spcBef>
              <a:tabLst>
                <a:tab pos="2247265" algn="l"/>
                <a:tab pos="2955925" algn="l"/>
                <a:tab pos="3351529" algn="l"/>
                <a:tab pos="4351020" algn="l"/>
              </a:tabLst>
            </a:pPr>
            <a:r>
              <a:rPr dirty="0" sz="1000">
                <a:solidFill>
                  <a:srgbClr val="FFFFFF"/>
                </a:solidFill>
                <a:latin typeface="Calibri"/>
                <a:cs typeface="Calibri"/>
              </a:rPr>
              <a:t>Integrating</a:t>
            </a:r>
            <a:r>
              <a:rPr dirty="0" sz="100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Calibri"/>
                <a:cs typeface="Calibri"/>
              </a:rPr>
              <a:t>third-</a:t>
            </a:r>
            <a:r>
              <a:rPr dirty="0" sz="1000">
                <a:solidFill>
                  <a:srgbClr val="FFFFFF"/>
                </a:solidFill>
                <a:latin typeface="Calibri"/>
                <a:cs typeface="Calibri"/>
              </a:rPr>
              <a:t>party</a:t>
            </a:r>
            <a:r>
              <a:rPr dirty="0" sz="1000" spc="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FFFFFF"/>
                </a:solidFill>
                <a:latin typeface="Calibri"/>
                <a:cs typeface="Calibri"/>
              </a:rPr>
              <a:t>services</a:t>
            </a:r>
            <a:r>
              <a:rPr dirty="0" sz="1000" spc="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FFFFFF"/>
                </a:solidFill>
                <a:latin typeface="Calibri"/>
                <a:cs typeface="Calibri"/>
              </a:rPr>
              <a:t>such</a:t>
            </a:r>
            <a:r>
              <a:rPr dirty="0" sz="10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dirty="0" sz="10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000" spc="-20">
                <a:solidFill>
                  <a:srgbClr val="FFFFFF"/>
                </a:solidFill>
                <a:latin typeface="Calibri"/>
                <a:cs typeface="Calibri"/>
              </a:rPr>
              <a:t>p_g,</a:t>
            </a:r>
            <a:r>
              <a:rPr dirty="0" sz="10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000" spc="-5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dirty="0" sz="10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000" spc="-5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dirty="0" sz="1000">
                <a:solidFill>
                  <a:srgbClr val="FFFFFF"/>
                </a:solidFill>
                <a:latin typeface="Calibri"/>
                <a:cs typeface="Calibri"/>
              </a:rPr>
              <a:t>	can</a:t>
            </a:r>
            <a:r>
              <a:rPr dirty="0" sz="1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FFFFFF"/>
                </a:solidFill>
                <a:latin typeface="Calibri"/>
                <a:cs typeface="Calibri"/>
              </a:rPr>
              <a:t>enhance</a:t>
            </a:r>
            <a:r>
              <a:rPr dirty="0" sz="10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Calibri"/>
                <a:cs typeface="Calibri"/>
              </a:rPr>
              <a:t>application functionality.</a:t>
            </a:r>
            <a:r>
              <a:rPr dirty="0" sz="10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FFFFFF"/>
                </a:solidFill>
                <a:latin typeface="Calibri"/>
                <a:cs typeface="Calibri"/>
              </a:rPr>
              <a:t>These</a:t>
            </a:r>
            <a:r>
              <a:rPr dirty="0" sz="1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Calibri"/>
                <a:cs typeface="Calibri"/>
              </a:rPr>
              <a:t>integrations</a:t>
            </a:r>
            <a:r>
              <a:rPr dirty="0" sz="1000" spc="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Calibri"/>
                <a:cs typeface="Calibri"/>
              </a:rPr>
              <a:t>provide</a:t>
            </a:r>
            <a:r>
              <a:rPr dirty="0" sz="10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FFFFFF"/>
                </a:solidFill>
                <a:latin typeface="Calibri"/>
                <a:cs typeface="Calibri"/>
              </a:rPr>
              <a:t>users</a:t>
            </a:r>
            <a:r>
              <a:rPr dirty="0" sz="10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 spc="-2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10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FFFFFF"/>
                </a:solidFill>
                <a:latin typeface="Calibri"/>
                <a:cs typeface="Calibri"/>
              </a:rPr>
              <a:t>added</a:t>
            </a:r>
            <a:r>
              <a:rPr dirty="0" sz="10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FFFFFF"/>
                </a:solidFill>
                <a:latin typeface="Calibri"/>
                <a:cs typeface="Calibri"/>
              </a:rPr>
              <a:t>features</a:t>
            </a:r>
            <a:r>
              <a:rPr dirty="0" sz="1000" spc="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dirty="0" sz="10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Calibri"/>
                <a:cs typeface="Calibri"/>
              </a:rPr>
              <a:t>improve</a:t>
            </a:r>
            <a:r>
              <a:rPr dirty="0" sz="10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FFFFFF"/>
                </a:solidFill>
                <a:latin typeface="Calibri"/>
                <a:cs typeface="Calibri"/>
              </a:rPr>
              <a:t>usability</a:t>
            </a:r>
            <a:r>
              <a:rPr dirty="0" sz="1000" spc="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0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Calibri"/>
                <a:cs typeface="Calibri"/>
              </a:rPr>
              <a:t>engagement.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0" y="4224528"/>
            <a:ext cx="8125459" cy="119380"/>
          </a:xfrm>
          <a:custGeom>
            <a:avLst/>
            <a:gdLst/>
            <a:ahLst/>
            <a:cxnLst/>
            <a:rect l="l" t="t" r="r" b="b"/>
            <a:pathLst>
              <a:path w="8125459" h="119379">
                <a:moveTo>
                  <a:pt x="8125968" y="118872"/>
                </a:moveTo>
                <a:lnTo>
                  <a:pt x="0" y="118872"/>
                </a:lnTo>
                <a:lnTo>
                  <a:pt x="0" y="0"/>
                </a:lnTo>
                <a:lnTo>
                  <a:pt x="8125968" y="0"/>
                </a:lnTo>
                <a:lnTo>
                  <a:pt x="8125968" y="118872"/>
                </a:lnTo>
                <a:close/>
              </a:path>
            </a:pathLst>
          </a:custGeom>
          <a:solidFill>
            <a:srgbClr val="3F505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 txBox="1"/>
          <p:nvPr/>
        </p:nvSpPr>
        <p:spPr>
          <a:xfrm>
            <a:off x="6652266" y="4226814"/>
            <a:ext cx="445134" cy="124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solidFill>
                  <a:srgbClr val="BFBFBF"/>
                </a:solidFill>
                <a:latin typeface="Arial MT"/>
                <a:cs typeface="Arial MT"/>
                <a:hlinkClick r:id="rId6"/>
              </a:rPr>
              <a:t>c</a:t>
            </a:r>
            <a:r>
              <a:rPr dirty="0" sz="650" spc="-25">
                <a:solidFill>
                  <a:srgbClr val="BFBFBF"/>
                </a:solidFill>
                <a:latin typeface="Arial MT"/>
                <a:cs typeface="Arial MT"/>
                <a:hlinkClick r:id="rId6"/>
              </a:rPr>
              <a:t> </a:t>
            </a:r>
            <a:r>
              <a:rPr dirty="0" sz="650" spc="-95">
                <a:solidFill>
                  <a:srgbClr val="EDEDED"/>
                </a:solidFill>
                <a:latin typeface="Arial MT"/>
                <a:cs typeface="Arial MT"/>
                <a:hlinkClick r:id="rId6"/>
              </a:rPr>
              <a:t>eased</a:t>
            </a:r>
            <a:r>
              <a:rPr dirty="0" sz="650" spc="-30">
                <a:solidFill>
                  <a:srgbClr val="EDEDED"/>
                </a:solidFill>
                <a:latin typeface="Arial MT"/>
                <a:cs typeface="Arial MT"/>
                <a:hlinkClick r:id="rId6"/>
              </a:rPr>
              <a:t> </a:t>
            </a:r>
            <a:r>
              <a:rPr dirty="0" sz="650">
                <a:solidFill>
                  <a:srgbClr val="EDEDED"/>
                </a:solidFill>
                <a:latin typeface="Arial MT"/>
                <a:cs typeface="Arial MT"/>
                <a:hlinkClick r:id="rId6"/>
              </a:rPr>
              <a:t>u</a:t>
            </a:r>
            <a:r>
              <a:rPr dirty="0" sz="650" spc="10">
                <a:solidFill>
                  <a:srgbClr val="EDEDED"/>
                </a:solidFill>
                <a:latin typeface="Arial MT"/>
                <a:cs typeface="Arial MT"/>
                <a:hlinkClick r:id="rId6"/>
              </a:rPr>
              <a:t> </a:t>
            </a:r>
            <a:r>
              <a:rPr dirty="0" sz="650" spc="-35">
                <a:solidFill>
                  <a:srgbClr val="EDEDED"/>
                </a:solidFill>
                <a:latin typeface="Arial MT"/>
                <a:cs typeface="Arial MT"/>
                <a:hlinkClick r:id="rId6"/>
              </a:rPr>
              <a:t>›</a:t>
            </a:r>
            <a:r>
              <a:rPr dirty="0" sz="650" spc="100">
                <a:solidFill>
                  <a:srgbClr val="EDEDED"/>
                </a:solidFill>
                <a:latin typeface="Arial MT"/>
                <a:cs typeface="Arial MT"/>
                <a:hlinkClick r:id="rId6"/>
              </a:rPr>
              <a:t> </a:t>
            </a:r>
            <a:r>
              <a:rPr dirty="0" sz="650" spc="-50">
                <a:solidFill>
                  <a:srgbClr val="EDEDED"/>
                </a:solidFill>
                <a:latin typeface="Arial MT"/>
                <a:cs typeface="Arial MT"/>
                <a:hlinkClick r:id="rId6"/>
              </a:rPr>
              <a:t>s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7268715" y="4226814"/>
            <a:ext cx="644525" cy="124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20">
                <a:solidFill>
                  <a:srgbClr val="FFFFFF"/>
                </a:solidFill>
                <a:latin typeface="Arial MT"/>
                <a:cs typeface="Arial MT"/>
                <a:hlinkClick r:id="rId6"/>
              </a:rPr>
              <a:t>presentations</a:t>
            </a:r>
            <a:r>
              <a:rPr dirty="0" sz="650" spc="-55">
                <a:solidFill>
                  <a:srgbClr val="FFFFFF"/>
                </a:solidFill>
                <a:latin typeface="Arial MT"/>
                <a:cs typeface="Arial MT"/>
                <a:hlinkClick r:id="rId6"/>
              </a:rPr>
              <a:t> </a:t>
            </a:r>
            <a:r>
              <a:rPr dirty="0" sz="650" spc="-25">
                <a:solidFill>
                  <a:srgbClr val="FFFFFF"/>
                </a:solidFill>
                <a:latin typeface="Arial MT"/>
                <a:cs typeface="Arial MT"/>
                <a:hlinkClick r:id="rId6"/>
              </a:rPr>
              <a:t>ss</a:t>
            </a:r>
            <a:endParaRPr sz="6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0571" y="1469136"/>
            <a:ext cx="5945905" cy="594359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6613333" y="4163567"/>
            <a:ext cx="1350645" cy="241300"/>
          </a:xfrm>
          <a:prstGeom prst="rect">
            <a:avLst/>
          </a:prstGeom>
          <a:solidFill>
            <a:srgbClr val="000000"/>
          </a:solidFill>
        </p:spPr>
        <p:txBody>
          <a:bodyPr wrap="square" lIns="0" tIns="72390" rIns="0" bIns="0" rtlCol="0" vert="horz">
            <a:spAutoFit/>
          </a:bodyPr>
          <a:lstStyle/>
          <a:p>
            <a:pPr marL="48260">
              <a:lnSpc>
                <a:spcPct val="100000"/>
              </a:lnSpc>
              <a:spcBef>
                <a:spcPts val="570"/>
              </a:spcBef>
              <a:tabLst>
                <a:tab pos="671195" algn="l"/>
              </a:tabLst>
            </a:pPr>
            <a:r>
              <a:rPr dirty="0" sz="650" spc="-85">
                <a:solidFill>
                  <a:srgbClr val="FFFFFF"/>
                </a:solidFill>
                <a:latin typeface="Courier New"/>
                <a:cs typeface="Courier New"/>
                <a:hlinkClick r:id="rId3"/>
              </a:rPr>
              <a:t>^œn'ea</a:t>
            </a:r>
            <a:r>
              <a:rPr dirty="0" sz="650" spc="-65">
                <a:solidFill>
                  <a:srgbClr val="FFFFFF"/>
                </a:solidFill>
                <a:latin typeface="Courier New"/>
                <a:cs typeface="Courier New"/>
                <a:hlinkClick r:id="rId3"/>
              </a:rPr>
              <a:t> </a:t>
            </a:r>
            <a:r>
              <a:rPr dirty="0" sz="650" spc="-20">
                <a:solidFill>
                  <a:srgbClr val="FFFFFF"/>
                </a:solidFill>
                <a:latin typeface="Courier New"/>
                <a:cs typeface="Courier New"/>
                <a:hlinkClick r:id="rId3"/>
              </a:rPr>
              <a:t>1°nç</a:t>
            </a:r>
            <a:r>
              <a:rPr dirty="0" sz="650">
                <a:solidFill>
                  <a:srgbClr val="FFFFFF"/>
                </a:solidFill>
                <a:latin typeface="Courier New"/>
                <a:cs typeface="Courier New"/>
                <a:hlinkClick r:id="rId3"/>
              </a:rPr>
              <a:t>	</a:t>
            </a:r>
            <a:r>
              <a:rPr dirty="0" sz="650" spc="-25">
                <a:solidFill>
                  <a:srgbClr val="FFFFFF"/>
                </a:solidFill>
                <a:latin typeface="Courier New"/>
                <a:cs typeface="Courier New"/>
                <a:hlinkClick r:id="rId3"/>
              </a:rPr>
              <a:t>preseutotions</a:t>
            </a:r>
            <a:endParaRPr sz="650">
              <a:latin typeface="Courier New"/>
              <a:cs typeface="Courier New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08091" y="2389632"/>
            <a:ext cx="1782445" cy="1338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181818"/>
                </a:solidFill>
                <a:latin typeface="Consolas"/>
                <a:cs typeface="Consolas"/>
              </a:rPr>
              <a:t>Submission</a:t>
            </a:r>
            <a:r>
              <a:rPr dirty="0" sz="1100" spc="229">
                <a:solidFill>
                  <a:srgbClr val="181818"/>
                </a:solidFill>
                <a:latin typeface="Consolas"/>
                <a:cs typeface="Consolas"/>
              </a:rPr>
              <a:t> </a:t>
            </a:r>
            <a:r>
              <a:rPr dirty="0" sz="1100" spc="-10">
                <a:solidFill>
                  <a:srgbClr val="161616"/>
                </a:solidFill>
                <a:latin typeface="Consolas"/>
                <a:cs typeface="Consolas"/>
              </a:rPr>
              <a:t>Method</a:t>
            </a:r>
            <a:endParaRPr sz="1100">
              <a:latin typeface="Consolas"/>
              <a:cs typeface="Consolas"/>
            </a:endParaRPr>
          </a:p>
          <a:p>
            <a:pPr marL="12700" marR="5080" indent="2540">
              <a:lnSpc>
                <a:spcPct val="124600"/>
              </a:lnSpc>
              <a:spcBef>
                <a:spcPts val="490"/>
              </a:spcBef>
            </a:pPr>
            <a:r>
              <a:rPr dirty="0" sz="950">
                <a:solidFill>
                  <a:srgbClr val="1A1A1A"/>
                </a:solidFill>
                <a:latin typeface="Arial MT"/>
                <a:cs typeface="Arial MT"/>
              </a:rPr>
              <a:t>All</a:t>
            </a:r>
            <a:r>
              <a:rPr dirty="0" sz="950" spc="-9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1A1A1A"/>
                </a:solidFill>
                <a:latin typeface="Arial MT"/>
                <a:cs typeface="Arial MT"/>
              </a:rPr>
              <a:t>project</a:t>
            </a:r>
            <a:r>
              <a:rPr dirty="0" sz="950" spc="-2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50" spc="-20">
                <a:solidFill>
                  <a:srgbClr val="1A1A1A"/>
                </a:solidFill>
                <a:latin typeface="Arial MT"/>
                <a:cs typeface="Arial MT"/>
              </a:rPr>
              <a:t>submissions</a:t>
            </a:r>
            <a:r>
              <a:rPr dirty="0" sz="950" spc="6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1A1A1A"/>
                </a:solidFill>
                <a:latin typeface="Arial MT"/>
                <a:cs typeface="Arial MT"/>
              </a:rPr>
              <a:t>must</a:t>
            </a:r>
            <a:r>
              <a:rPr dirty="0" sz="95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50" spc="-25">
                <a:solidFill>
                  <a:srgbClr val="181818"/>
                </a:solidFill>
                <a:latin typeface="Arial MT"/>
                <a:cs typeface="Arial MT"/>
              </a:rPr>
              <a:t>be made</a:t>
            </a:r>
            <a:r>
              <a:rPr dirty="0" sz="950" spc="-4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950" spc="-30">
                <a:solidFill>
                  <a:srgbClr val="181818"/>
                </a:solidFill>
                <a:latin typeface="Arial MT"/>
                <a:cs typeface="Arial MT"/>
              </a:rPr>
              <a:t>via</a:t>
            </a:r>
            <a:r>
              <a:rPr dirty="0" sz="950" spc="-65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950" spc="-25">
                <a:solidFill>
                  <a:srgbClr val="181818"/>
                </a:solidFill>
                <a:latin typeface="Arial MT"/>
                <a:cs typeface="Arial MT"/>
              </a:rPr>
              <a:t>Google</a:t>
            </a:r>
            <a:r>
              <a:rPr dirty="0" sz="950" spc="-35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181818"/>
                </a:solidFill>
                <a:latin typeface="Arial MT"/>
                <a:cs typeface="Arial MT"/>
              </a:rPr>
              <a:t>Form,</a:t>
            </a:r>
            <a:r>
              <a:rPr dirty="0" sz="950" spc="5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950" spc="-20">
                <a:solidFill>
                  <a:srgbClr val="181818"/>
                </a:solidFill>
                <a:latin typeface="Arial MT"/>
                <a:cs typeface="Arial MT"/>
              </a:rPr>
              <a:t>which</a:t>
            </a:r>
            <a:r>
              <a:rPr dirty="0" sz="950" spc="-45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950" spc="-25">
                <a:solidFill>
                  <a:srgbClr val="1A1A1A"/>
                </a:solidFill>
                <a:latin typeface="Arial MT"/>
                <a:cs typeface="Arial MT"/>
              </a:rPr>
              <a:t>can </a:t>
            </a:r>
            <a:r>
              <a:rPr dirty="0" sz="950" spc="-35">
                <a:solidFill>
                  <a:srgbClr val="1A1A1A"/>
                </a:solidFill>
                <a:latin typeface="Arial MT"/>
                <a:cs typeface="Arial MT"/>
              </a:rPr>
              <a:t>be </a:t>
            </a:r>
            <a:r>
              <a:rPr dirty="0" sz="950" spc="-35">
                <a:solidFill>
                  <a:srgbClr val="181818"/>
                </a:solidFill>
                <a:latin typeface="Arial MT"/>
                <a:cs typeface="Arial MT"/>
              </a:rPr>
              <a:t>accessed</a:t>
            </a:r>
            <a:r>
              <a:rPr dirty="0" sz="950" spc="-25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181818"/>
                </a:solidFill>
                <a:latin typeface="Arial MT"/>
                <a:cs typeface="Arial MT"/>
              </a:rPr>
              <a:t>through</a:t>
            </a:r>
            <a:r>
              <a:rPr dirty="0" sz="950" spc="-15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dirty="0" sz="950" spc="-6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50" spc="-20">
                <a:solidFill>
                  <a:srgbClr val="1C1C1C"/>
                </a:solidFill>
                <a:latin typeface="Arial MT"/>
                <a:cs typeface="Arial MT"/>
              </a:rPr>
              <a:t>link </a:t>
            </a:r>
            <a:r>
              <a:rPr dirty="0" sz="950" spc="-25">
                <a:solidFill>
                  <a:srgbClr val="1A1A1A"/>
                </a:solidFill>
                <a:latin typeface="Arial MT"/>
                <a:cs typeface="Arial MT"/>
              </a:rPr>
              <a:t>available</a:t>
            </a:r>
            <a:r>
              <a:rPr dirty="0" sz="950" spc="3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32323"/>
                </a:solidFill>
                <a:latin typeface="Arial MT"/>
                <a:cs typeface="Arial MT"/>
              </a:rPr>
              <a:t>in</a:t>
            </a:r>
            <a:r>
              <a:rPr dirty="0" sz="950" spc="-3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dirty="0" sz="950" spc="-4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1A1A1A"/>
                </a:solidFill>
                <a:latin typeface="Arial MT"/>
                <a:cs typeface="Arial MT"/>
              </a:rPr>
              <a:t>WhatsApp</a:t>
            </a:r>
            <a:r>
              <a:rPr dirty="0" sz="95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1A1A1A"/>
                </a:solidFill>
                <a:latin typeface="Arial MT"/>
                <a:cs typeface="Arial MT"/>
              </a:rPr>
              <a:t>group. </a:t>
            </a:r>
            <a:r>
              <a:rPr dirty="0" sz="950" spc="-25">
                <a:solidFill>
                  <a:srgbClr val="1A1A1A"/>
                </a:solidFill>
                <a:latin typeface="Arial MT"/>
                <a:cs typeface="Arial MT"/>
              </a:rPr>
              <a:t>This</a:t>
            </a:r>
            <a:r>
              <a:rPr dirty="0" sz="950" spc="-4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50" spc="-20">
                <a:solidFill>
                  <a:srgbClr val="1C1C1C"/>
                </a:solidFill>
                <a:latin typeface="Arial MT"/>
                <a:cs typeface="Arial MT"/>
              </a:rPr>
              <a:t>ensures</a:t>
            </a:r>
            <a:r>
              <a:rPr dirty="0" sz="950" spc="25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1A1A1A"/>
                </a:solidFill>
                <a:latin typeface="Arial MT"/>
                <a:cs typeface="Arial MT"/>
              </a:rPr>
              <a:t>that</a:t>
            </a:r>
            <a:r>
              <a:rPr dirty="0" sz="95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1A1A1A"/>
                </a:solidFill>
                <a:latin typeface="Arial MT"/>
                <a:cs typeface="Arial MT"/>
              </a:rPr>
              <a:t>all</a:t>
            </a:r>
            <a:r>
              <a:rPr dirty="0" sz="950" spc="-8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181818"/>
                </a:solidFill>
                <a:latin typeface="Arial MT"/>
                <a:cs typeface="Arial MT"/>
              </a:rPr>
              <a:t>submissions </a:t>
            </a:r>
            <a:r>
              <a:rPr dirty="0" sz="950" spc="-40">
                <a:solidFill>
                  <a:srgbClr val="1C1C1C"/>
                </a:solidFill>
                <a:latin typeface="Arial MT"/>
                <a:cs typeface="Arial MT"/>
              </a:rPr>
              <a:t>are </a:t>
            </a:r>
            <a:r>
              <a:rPr dirty="0" sz="950" spc="-30">
                <a:solidFill>
                  <a:srgbClr val="181818"/>
                </a:solidFill>
                <a:latin typeface="Arial MT"/>
                <a:cs typeface="Arial MT"/>
              </a:rPr>
              <a:t>organized</a:t>
            </a:r>
            <a:r>
              <a:rPr dirty="0" sz="950" spc="35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950" spc="-3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dirty="0" sz="950" spc="-2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50" spc="-50">
                <a:solidFill>
                  <a:srgbClr val="1A1A1A"/>
                </a:solidFill>
                <a:latin typeface="Arial MT"/>
                <a:cs typeface="Arial MT"/>
              </a:rPr>
              <a:t>easy</a:t>
            </a:r>
            <a:r>
              <a:rPr dirty="0" sz="95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1C1C1C"/>
                </a:solidFill>
                <a:latin typeface="Arial MT"/>
                <a:cs typeface="Arial MT"/>
              </a:rPr>
              <a:t>to</a:t>
            </a:r>
            <a:r>
              <a:rPr dirty="0" sz="950" spc="-2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181818"/>
                </a:solidFill>
                <a:latin typeface="Arial MT"/>
                <a:cs typeface="Arial MT"/>
              </a:rPr>
              <a:t>review.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64769">
              <a:lnSpc>
                <a:spcPct val="100000"/>
              </a:lnSpc>
              <a:spcBef>
                <a:spcPts val="100"/>
              </a:spcBef>
            </a:pPr>
            <a:r>
              <a:rPr dirty="0" spc="-125"/>
              <a:t>Submission</a:t>
            </a:r>
            <a:r>
              <a:rPr dirty="0" spc="-145"/>
              <a:t> </a:t>
            </a:r>
            <a:r>
              <a:rPr dirty="0" spc="-135">
                <a:solidFill>
                  <a:srgbClr val="181818"/>
                </a:solidFill>
              </a:rPr>
              <a:t>Guidelines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3068041" y="668273"/>
            <a:ext cx="1990089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30">
                <a:solidFill>
                  <a:srgbClr val="7E7E7E"/>
                </a:solidFill>
                <a:latin typeface="Arial MT"/>
                <a:cs typeface="Arial MT"/>
              </a:rPr>
              <a:t>Essential</a:t>
            </a:r>
            <a:r>
              <a:rPr dirty="0" sz="950" spc="-40">
                <a:solidFill>
                  <a:srgbClr val="7E7E7E"/>
                </a:solidFill>
                <a:latin typeface="Arial MT"/>
                <a:cs typeface="Arial MT"/>
              </a:rPr>
              <a:t> Steps</a:t>
            </a:r>
            <a:r>
              <a:rPr dirty="0" sz="950" spc="-25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808080"/>
                </a:solidFill>
                <a:latin typeface="Arial MT"/>
                <a:cs typeface="Arial MT"/>
              </a:rPr>
              <a:t>*o</a:t>
            </a:r>
            <a:r>
              <a:rPr dirty="0" sz="950" spc="190">
                <a:solidFill>
                  <a:srgbClr val="808080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7E7E7E"/>
                </a:solidFill>
                <a:latin typeface="Arial MT"/>
                <a:cs typeface="Arial MT"/>
              </a:rPr>
              <a:t>P</a:t>
            </a:r>
            <a:r>
              <a:rPr dirty="0" sz="950" spc="2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7E7E7E"/>
                </a:solidFill>
                <a:latin typeface="Arial MT"/>
                <a:cs typeface="Arial MT"/>
              </a:rPr>
              <a:t>oject</a:t>
            </a:r>
            <a:r>
              <a:rPr dirty="0" sz="950" spc="5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dirty="0" sz="950" spc="-20">
                <a:solidFill>
                  <a:srgbClr val="7E7E7E"/>
                </a:solidFill>
                <a:latin typeface="Arial MT"/>
                <a:cs typeface="Arial MT"/>
              </a:rPr>
              <a:t>Submission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422183" y="2386583"/>
            <a:ext cx="1842770" cy="15151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181818"/>
                </a:solidFill>
                <a:latin typeface="Consolas"/>
                <a:cs typeface="Consolas"/>
              </a:rPr>
              <a:t>Required</a:t>
            </a:r>
            <a:r>
              <a:rPr dirty="0" sz="1100" spc="160">
                <a:solidFill>
                  <a:srgbClr val="181818"/>
                </a:solidFill>
                <a:latin typeface="Consolas"/>
                <a:cs typeface="Consolas"/>
              </a:rPr>
              <a:t> </a:t>
            </a:r>
            <a:r>
              <a:rPr dirty="0" sz="1100" spc="-10">
                <a:solidFill>
                  <a:srgbClr val="161616"/>
                </a:solidFill>
                <a:latin typeface="Consolas"/>
                <a:cs typeface="Consolas"/>
              </a:rPr>
              <a:t>Information</a:t>
            </a:r>
            <a:endParaRPr sz="1100">
              <a:latin typeface="Consolas"/>
              <a:cs typeface="Consolas"/>
            </a:endParaRPr>
          </a:p>
          <a:p>
            <a:pPr marL="12700" marR="5080" indent="5715">
              <a:lnSpc>
                <a:spcPct val="124200"/>
              </a:lnSpc>
              <a:spcBef>
                <a:spcPts val="495"/>
              </a:spcBef>
            </a:pPr>
            <a:r>
              <a:rPr dirty="0" sz="950" spc="-60">
                <a:solidFill>
                  <a:srgbClr val="1C1C1C"/>
                </a:solidFill>
                <a:latin typeface="Arial MT"/>
                <a:cs typeface="Arial MT"/>
              </a:rPr>
              <a:t>Each</a:t>
            </a:r>
            <a:r>
              <a:rPr dirty="0" sz="950" spc="5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950" spc="-25">
                <a:solidFill>
                  <a:srgbClr val="1A1A1A"/>
                </a:solidFill>
                <a:latin typeface="Arial MT"/>
                <a:cs typeface="Arial MT"/>
              </a:rPr>
              <a:t>submission</a:t>
            </a:r>
            <a:r>
              <a:rPr dirty="0" sz="950" spc="6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50" spc="-20">
                <a:solidFill>
                  <a:srgbClr val="1A1A1A"/>
                </a:solidFill>
                <a:latin typeface="Arial MT"/>
                <a:cs typeface="Arial MT"/>
              </a:rPr>
              <a:t>should</a:t>
            </a:r>
            <a:r>
              <a:rPr dirty="0" sz="950" spc="-10">
                <a:solidFill>
                  <a:srgbClr val="1A1A1A"/>
                </a:solidFill>
                <a:latin typeface="Arial MT"/>
                <a:cs typeface="Arial MT"/>
              </a:rPr>
              <a:t> include </a:t>
            </a:r>
            <a:r>
              <a:rPr dirty="0" sz="950" spc="-20">
                <a:solidFill>
                  <a:srgbClr val="181818"/>
                </a:solidFill>
                <a:latin typeface="Arial MT"/>
                <a:cs typeface="Arial MT"/>
              </a:rPr>
              <a:t>essential</a:t>
            </a:r>
            <a:r>
              <a:rPr dirty="0" sz="950" spc="5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1A1A1A"/>
                </a:solidFill>
                <a:latin typeface="Arial MT"/>
                <a:cs typeface="Arial MT"/>
              </a:rPr>
              <a:t>information</a:t>
            </a:r>
            <a:r>
              <a:rPr dirty="0" sz="95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181818"/>
                </a:solidFill>
                <a:latin typeface="Arial MT"/>
                <a:cs typeface="Arial MT"/>
              </a:rPr>
              <a:t>about</a:t>
            </a:r>
            <a:r>
              <a:rPr dirty="0" sz="950" spc="15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950" spc="-25">
                <a:solidFill>
                  <a:srgbClr val="1A1A1A"/>
                </a:solidFill>
                <a:latin typeface="Arial MT"/>
                <a:cs typeface="Arial MT"/>
              </a:rPr>
              <a:t>the </a:t>
            </a:r>
            <a:r>
              <a:rPr dirty="0" sz="950">
                <a:solidFill>
                  <a:srgbClr val="181818"/>
                </a:solidFill>
                <a:latin typeface="Arial MT"/>
                <a:cs typeface="Arial MT"/>
              </a:rPr>
              <a:t>Project</a:t>
            </a:r>
            <a:r>
              <a:rPr dirty="0" sz="950" spc="-1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1A1A1A"/>
                </a:solidFill>
                <a:latin typeface="Arial MT"/>
                <a:cs typeface="Arial MT"/>
              </a:rPr>
              <a:t>Name,</a:t>
            </a:r>
            <a:r>
              <a:rPr dirty="0" sz="950" spc="-5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181818"/>
                </a:solidFill>
                <a:latin typeface="Arial MT"/>
                <a:cs typeface="Arial MT"/>
              </a:rPr>
              <a:t>Color</a:t>
            </a:r>
            <a:r>
              <a:rPr dirty="0" sz="950" spc="15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181818"/>
                </a:solidFill>
                <a:latin typeface="Arial MT"/>
                <a:cs typeface="Arial MT"/>
              </a:rPr>
              <a:t>Scheme, </a:t>
            </a:r>
            <a:r>
              <a:rPr dirty="0" sz="950" spc="-30">
                <a:solidFill>
                  <a:srgbClr val="181818"/>
                </a:solidFill>
                <a:latin typeface="Arial MT"/>
                <a:cs typeface="Arial MT"/>
              </a:rPr>
              <a:t>Logo,</a:t>
            </a:r>
            <a:r>
              <a:rPr dirty="0" sz="950" spc="-45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dirty="0" sz="950" spc="-4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1A1A1A"/>
                </a:solidFill>
                <a:latin typeface="Arial MT"/>
                <a:cs typeface="Arial MT"/>
              </a:rPr>
              <a:t>Design</a:t>
            </a:r>
            <a:r>
              <a:rPr dirty="0" sz="95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50" spc="-40">
                <a:solidFill>
                  <a:srgbClr val="1C1C1C"/>
                </a:solidFill>
                <a:latin typeface="Arial MT"/>
                <a:cs typeface="Arial MT"/>
              </a:rPr>
              <a:t>and</a:t>
            </a:r>
            <a:r>
              <a:rPr dirty="0" sz="950" spc="-15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1C1C1C"/>
                </a:solidFill>
                <a:latin typeface="Arial MT"/>
                <a:cs typeface="Arial MT"/>
              </a:rPr>
              <a:t>the</a:t>
            </a:r>
            <a:r>
              <a:rPr dirty="0" sz="950" spc="-3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1C1C1C"/>
                </a:solidFill>
                <a:latin typeface="Arial MT"/>
                <a:cs typeface="Arial MT"/>
              </a:rPr>
              <a:t>specific </a:t>
            </a:r>
            <a:r>
              <a:rPr dirty="0" sz="950">
                <a:solidFill>
                  <a:srgbClr val="161616"/>
                </a:solidFill>
                <a:latin typeface="Arial MT"/>
                <a:cs typeface="Arial MT"/>
              </a:rPr>
              <a:t>project</a:t>
            </a:r>
            <a:r>
              <a:rPr dirty="0" sz="950" spc="1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950" spc="-25">
                <a:solidFill>
                  <a:srgbClr val="181818"/>
                </a:solidFill>
                <a:latin typeface="Arial MT"/>
                <a:cs typeface="Arial MT"/>
              </a:rPr>
              <a:t>being</a:t>
            </a:r>
            <a:r>
              <a:rPr dirty="0" sz="950" spc="-4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181818"/>
                </a:solidFill>
                <a:latin typeface="Arial MT"/>
                <a:cs typeface="Arial MT"/>
              </a:rPr>
              <a:t>submitted. </a:t>
            </a:r>
            <a:r>
              <a:rPr dirty="0" sz="950" spc="-25">
                <a:solidFill>
                  <a:srgbClr val="161616"/>
                </a:solidFill>
                <a:latin typeface="Arial MT"/>
                <a:cs typeface="Arial MT"/>
              </a:rPr>
              <a:t>This</a:t>
            </a:r>
            <a:r>
              <a:rPr dirty="0" sz="950" spc="-2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950" spc="-20">
                <a:solidFill>
                  <a:srgbClr val="1A1A1A"/>
                </a:solidFill>
                <a:latin typeface="Arial MT"/>
                <a:cs typeface="Arial MT"/>
              </a:rPr>
              <a:t>helps </a:t>
            </a:r>
            <a:r>
              <a:rPr dirty="0" sz="950" spc="-10">
                <a:solidFill>
                  <a:srgbClr val="1C1C1C"/>
                </a:solidFill>
                <a:latin typeface="Arial MT"/>
                <a:cs typeface="Arial MT"/>
              </a:rPr>
              <a:t>provide</a:t>
            </a:r>
            <a:r>
              <a:rPr dirty="0" sz="950" spc="-55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181818"/>
                </a:solidFill>
                <a:latin typeface="Arial MT"/>
                <a:cs typeface="Arial MT"/>
              </a:rPr>
              <a:t>context</a:t>
            </a:r>
            <a:r>
              <a:rPr dirty="0" sz="950" spc="25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950" spc="-4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dirty="0" sz="950" spc="-3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1A1A1A"/>
                </a:solidFill>
                <a:latin typeface="Arial MT"/>
                <a:cs typeface="Arial MT"/>
              </a:rPr>
              <a:t>background</a:t>
            </a:r>
            <a:r>
              <a:rPr dirty="0" sz="950" spc="50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1A1A1A"/>
                </a:solidFill>
                <a:latin typeface="Arial MT"/>
                <a:cs typeface="Arial MT"/>
              </a:rPr>
              <a:t>for</a:t>
            </a:r>
            <a:r>
              <a:rPr dirty="0" sz="950" spc="-4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161616"/>
                </a:solidFill>
                <a:latin typeface="Arial MT"/>
                <a:cs typeface="Arial MT"/>
              </a:rPr>
              <a:t>reviewers.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435614" y="2386583"/>
            <a:ext cx="1748155" cy="1155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78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161616"/>
                </a:solidFill>
                <a:latin typeface="Consolas"/>
                <a:cs typeface="Consolas"/>
              </a:rPr>
              <a:t>Project</a:t>
            </a:r>
            <a:r>
              <a:rPr dirty="0" sz="1100" spc="130">
                <a:solidFill>
                  <a:srgbClr val="161616"/>
                </a:solidFill>
                <a:latin typeface="Consolas"/>
                <a:cs typeface="Consolas"/>
              </a:rPr>
              <a:t> </a:t>
            </a:r>
            <a:r>
              <a:rPr dirty="0" sz="1100" spc="-10">
                <a:solidFill>
                  <a:srgbClr val="1A1A1A"/>
                </a:solidFill>
                <a:latin typeface="Consolas"/>
                <a:cs typeface="Consolas"/>
              </a:rPr>
              <a:t>Links</a:t>
            </a:r>
            <a:endParaRPr sz="1100">
              <a:latin typeface="Consolas"/>
              <a:cs typeface="Consolas"/>
            </a:endParaRPr>
          </a:p>
          <a:p>
            <a:pPr marL="12700" marR="5080" indent="1270">
              <a:lnSpc>
                <a:spcPct val="124200"/>
              </a:lnSpc>
              <a:spcBef>
                <a:spcPts val="495"/>
              </a:spcBef>
            </a:pPr>
            <a:r>
              <a:rPr dirty="0" sz="950" spc="-10">
                <a:solidFill>
                  <a:srgbClr val="181818"/>
                </a:solidFill>
                <a:latin typeface="Arial MT"/>
                <a:cs typeface="Arial MT"/>
              </a:rPr>
              <a:t>Submit</a:t>
            </a:r>
            <a:r>
              <a:rPr dirty="0" sz="950" spc="-2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1A1A1A"/>
                </a:solidFill>
                <a:latin typeface="Arial MT"/>
                <a:cs typeface="Arial MT"/>
              </a:rPr>
              <a:t>links</a:t>
            </a:r>
            <a:r>
              <a:rPr dirty="0" sz="950" spc="-3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181818"/>
                </a:solidFill>
                <a:latin typeface="Arial MT"/>
                <a:cs typeface="Arial MT"/>
              </a:rPr>
              <a:t>to</a:t>
            </a:r>
            <a:r>
              <a:rPr dirty="0" sz="950" spc="-45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181818"/>
                </a:solidFill>
                <a:latin typeface="Arial MT"/>
                <a:cs typeface="Arial MT"/>
              </a:rPr>
              <a:t>your</a:t>
            </a:r>
            <a:r>
              <a:rPr dirty="0" sz="950" spc="-55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1A1A1A"/>
                </a:solidFill>
                <a:latin typeface="Arial MT"/>
                <a:cs typeface="Arial MT"/>
              </a:rPr>
              <a:t>live</a:t>
            </a:r>
            <a:r>
              <a:rPr dirty="0" sz="950" spc="-3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181818"/>
                </a:solidFill>
                <a:latin typeface="Arial MT"/>
                <a:cs typeface="Arial MT"/>
              </a:rPr>
              <a:t>project </a:t>
            </a:r>
            <a:r>
              <a:rPr dirty="0" sz="950" spc="-80">
                <a:solidFill>
                  <a:srgbClr val="1A1A1A"/>
                </a:solidFill>
                <a:latin typeface="Arial MT"/>
                <a:cs typeface="Arial MT"/>
              </a:rPr>
              <a:t>URL</a:t>
            </a:r>
            <a:r>
              <a:rPr dirty="0" sz="95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1A1A1A"/>
                </a:solidFill>
                <a:latin typeface="Arial MT"/>
                <a:cs typeface="Arial MT"/>
              </a:rPr>
              <a:t>or</a:t>
            </a:r>
            <a:r>
              <a:rPr dirty="0" sz="950" spc="3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50" spc="-35">
                <a:solidFill>
                  <a:srgbClr val="1A1A1A"/>
                </a:solidFill>
                <a:latin typeface="Arial MT"/>
                <a:cs typeface="Arial MT"/>
              </a:rPr>
              <a:t>APK,</a:t>
            </a:r>
            <a:r>
              <a:rPr dirty="0" sz="950" spc="-4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181818"/>
                </a:solidFill>
                <a:latin typeface="Arial MT"/>
                <a:cs typeface="Arial MT"/>
              </a:rPr>
              <a:t>GitHub</a:t>
            </a:r>
            <a:r>
              <a:rPr dirty="0" sz="950" spc="25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1A1A1A"/>
                </a:solidFill>
                <a:latin typeface="Arial MT"/>
                <a:cs typeface="Arial MT"/>
              </a:rPr>
              <a:t>repository, </a:t>
            </a:r>
            <a:r>
              <a:rPr dirty="0" sz="950" spc="-10">
                <a:solidFill>
                  <a:srgbClr val="1C1C1C"/>
                </a:solidFill>
                <a:latin typeface="Arial MT"/>
                <a:cs typeface="Arial MT"/>
              </a:rPr>
              <a:t>and</a:t>
            </a:r>
            <a:r>
              <a:rPr dirty="0" sz="950" spc="-6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950" spc="-45">
                <a:solidFill>
                  <a:srgbClr val="1A1A1A"/>
                </a:solidFill>
                <a:latin typeface="Arial MT"/>
                <a:cs typeface="Arial MT"/>
              </a:rPr>
              <a:t>a</a:t>
            </a:r>
            <a:r>
              <a:rPr dirty="0" sz="950" spc="-10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181818"/>
                </a:solidFill>
                <a:latin typeface="Arial MT"/>
                <a:cs typeface="Arial MT"/>
              </a:rPr>
              <a:t>Demo</a:t>
            </a:r>
            <a:r>
              <a:rPr dirty="0" sz="950" spc="-2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1A1A1A"/>
                </a:solidFill>
                <a:latin typeface="Arial MT"/>
                <a:cs typeface="Arial MT"/>
              </a:rPr>
              <a:t>Video</a:t>
            </a:r>
            <a:r>
              <a:rPr dirty="0" sz="950" spc="-2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50" spc="-20">
                <a:solidFill>
                  <a:srgbClr val="181818"/>
                </a:solidFill>
                <a:latin typeface="Arial MT"/>
                <a:cs typeface="Arial MT"/>
              </a:rPr>
              <a:t>explaining</a:t>
            </a:r>
            <a:r>
              <a:rPr dirty="0" sz="950" spc="-45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950" spc="-25">
                <a:solidFill>
                  <a:srgbClr val="1C1C1C"/>
                </a:solidFill>
                <a:latin typeface="Arial MT"/>
                <a:cs typeface="Arial MT"/>
              </a:rPr>
              <a:t>the </a:t>
            </a:r>
            <a:r>
              <a:rPr dirty="0" sz="950" spc="-10">
                <a:solidFill>
                  <a:srgbClr val="1A1A1A"/>
                </a:solidFill>
                <a:latin typeface="Arial MT"/>
                <a:cs typeface="Arial MT"/>
              </a:rPr>
              <a:t>project</a:t>
            </a:r>
            <a:r>
              <a:rPr dirty="0" sz="95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1A1A1A"/>
                </a:solidFill>
                <a:latin typeface="Arial MT"/>
                <a:cs typeface="Arial MT"/>
              </a:rPr>
              <a:t>functionality</a:t>
            </a:r>
            <a:r>
              <a:rPr dirty="0" sz="950" spc="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50" spc="-3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dirty="0" sz="950" spc="-3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181818"/>
                </a:solidFill>
                <a:latin typeface="Arial MT"/>
                <a:cs typeface="Arial MT"/>
              </a:rPr>
              <a:t>features (Mandatory).</a:t>
            </a:r>
            <a:endParaRPr sz="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371856"/>
            <a:ext cx="8125459" cy="241300"/>
          </a:xfrm>
          <a:prstGeom prst="rect"/>
          <a:solidFill>
            <a:srgbClr val="1C1C1C"/>
          </a:solidFill>
        </p:spPr>
        <p:txBody>
          <a:bodyPr wrap="square" lIns="0" tIns="0" rIns="0" bIns="0" rtlCol="0" vert="horz">
            <a:spAutoFit/>
          </a:bodyPr>
          <a:lstStyle/>
          <a:p>
            <a:pPr algn="ctr" marR="14604">
              <a:lnSpc>
                <a:spcPts val="1850"/>
              </a:lnSpc>
            </a:pPr>
            <a:r>
              <a:rPr dirty="0" spc="-135">
                <a:solidFill>
                  <a:srgbClr val="FFFFFF"/>
                </a:solidFill>
              </a:rPr>
              <a:t>Judging</a:t>
            </a:r>
            <a:r>
              <a:rPr dirty="0" spc="-140">
                <a:solidFill>
                  <a:srgbClr val="FFFFFF"/>
                </a:solidFill>
              </a:rPr>
              <a:t> </a:t>
            </a:r>
            <a:r>
              <a:rPr dirty="0" spc="-30">
                <a:solidFill>
                  <a:srgbClr val="FFFFFF"/>
                </a:solidFill>
              </a:rPr>
              <a:t>cziteria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0" y="676655"/>
            <a:ext cx="8125459" cy="125095"/>
          </a:xfrm>
          <a:prstGeom prst="rect">
            <a:avLst/>
          </a:prstGeom>
          <a:solidFill>
            <a:srgbClr val="1A1A1A"/>
          </a:solidFill>
        </p:spPr>
        <p:txBody>
          <a:bodyPr wrap="square" lIns="0" tIns="0" rIns="0" bIns="0" rtlCol="0" vert="horz">
            <a:spAutoFit/>
          </a:bodyPr>
          <a:lstStyle/>
          <a:p>
            <a:pPr algn="ctr" marL="1905">
              <a:lnSpc>
                <a:spcPts val="919"/>
              </a:lnSpc>
            </a:pPr>
            <a:r>
              <a:rPr dirty="0" sz="1000" spc="-55">
                <a:solidFill>
                  <a:srgbClr val="FFFFFF"/>
                </a:solidFill>
                <a:latin typeface="Arial MT"/>
                <a:cs typeface="Arial MT"/>
              </a:rPr>
              <a:t>Evaluating</a:t>
            </a:r>
            <a:r>
              <a:rPr dirty="0" sz="10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40">
                <a:solidFill>
                  <a:srgbClr val="FFFFFF"/>
                </a:solidFill>
                <a:latin typeface="Arial MT"/>
                <a:cs typeface="Arial MT"/>
              </a:rPr>
              <a:t>Projects</a:t>
            </a:r>
            <a:r>
              <a:rPr dirty="0" sz="10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80">
                <a:solidFill>
                  <a:srgbClr val="FFFFFF"/>
                </a:solidFill>
                <a:latin typeface="Arial MT"/>
                <a:cs typeface="Arial MT"/>
              </a:rPr>
              <a:t>Based</a:t>
            </a:r>
            <a:r>
              <a:rPr dirty="0" sz="10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5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dirty="0" sz="10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105">
                <a:solidFill>
                  <a:srgbClr val="FFFFFF"/>
                </a:solidFill>
                <a:latin typeface="Arial MT"/>
                <a:cs typeface="Arial MT"/>
              </a:rPr>
              <a:t>Key</a:t>
            </a:r>
            <a:r>
              <a:rPr dirty="0" sz="10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Metrics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1139952"/>
            <a:ext cx="8128000" cy="219710"/>
            <a:chOff x="0" y="1139952"/>
            <a:chExt cx="8128000" cy="21971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41334" y="1139952"/>
              <a:ext cx="1386666" cy="219456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11047" y="1139952"/>
              <a:ext cx="1633523" cy="219456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58095" y="1139952"/>
              <a:ext cx="1633523" cy="219456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1139952"/>
              <a:ext cx="8128000" cy="219456"/>
            </a:xfrm>
            <a:prstGeom prst="rect">
              <a:avLst/>
            </a:prstGeom>
          </p:spPr>
        </p:pic>
      </p:grpSp>
      <p:grpSp>
        <p:nvGrpSpPr>
          <p:cNvPr id="9" name="object 9" descr=""/>
          <p:cNvGrpSpPr/>
          <p:nvPr/>
        </p:nvGrpSpPr>
        <p:grpSpPr>
          <a:xfrm>
            <a:off x="0" y="2328672"/>
            <a:ext cx="8125459" cy="1643380"/>
            <a:chOff x="0" y="2328672"/>
            <a:chExt cx="8125459" cy="1643380"/>
          </a:xfrm>
        </p:grpSpPr>
        <p:sp>
          <p:nvSpPr>
            <p:cNvPr id="10" name="object 10" descr=""/>
            <p:cNvSpPr/>
            <p:nvPr/>
          </p:nvSpPr>
          <p:spPr>
            <a:xfrm>
              <a:off x="0" y="2328672"/>
              <a:ext cx="8125459" cy="119380"/>
            </a:xfrm>
            <a:custGeom>
              <a:avLst/>
              <a:gdLst/>
              <a:ahLst/>
              <a:cxnLst/>
              <a:rect l="l" t="t" r="r" b="b"/>
              <a:pathLst>
                <a:path w="8125459" h="119380">
                  <a:moveTo>
                    <a:pt x="8125968" y="118872"/>
                  </a:moveTo>
                  <a:lnTo>
                    <a:pt x="0" y="118872"/>
                  </a:lnTo>
                  <a:lnTo>
                    <a:pt x="0" y="0"/>
                  </a:lnTo>
                  <a:lnTo>
                    <a:pt x="8125968" y="0"/>
                  </a:lnTo>
                  <a:lnTo>
                    <a:pt x="8125968" y="118872"/>
                  </a:lnTo>
                  <a:close/>
                </a:path>
              </a:pathLst>
            </a:custGeom>
            <a:solidFill>
              <a:srgbClr val="2D110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0" y="2468880"/>
              <a:ext cx="8125459" cy="1088390"/>
            </a:xfrm>
            <a:custGeom>
              <a:avLst/>
              <a:gdLst/>
              <a:ahLst/>
              <a:cxnLst/>
              <a:rect l="l" t="t" r="r" b="b"/>
              <a:pathLst>
                <a:path w="8125459" h="1088389">
                  <a:moveTo>
                    <a:pt x="8125968" y="1088136"/>
                  </a:moveTo>
                  <a:lnTo>
                    <a:pt x="0" y="1088136"/>
                  </a:lnTo>
                  <a:lnTo>
                    <a:pt x="0" y="0"/>
                  </a:lnTo>
                  <a:lnTo>
                    <a:pt x="8125968" y="0"/>
                  </a:lnTo>
                  <a:lnTo>
                    <a:pt x="8125968" y="1088136"/>
                  </a:lnTo>
                  <a:close/>
                </a:path>
              </a:pathLst>
            </a:custGeom>
            <a:solidFill>
              <a:srgbClr val="3808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0" y="3578351"/>
              <a:ext cx="8125459" cy="393700"/>
            </a:xfrm>
            <a:custGeom>
              <a:avLst/>
              <a:gdLst/>
              <a:ahLst/>
              <a:cxnLst/>
              <a:rect l="l" t="t" r="r" b="b"/>
              <a:pathLst>
                <a:path w="8125459" h="393700">
                  <a:moveTo>
                    <a:pt x="8124952" y="304800"/>
                  </a:moveTo>
                  <a:lnTo>
                    <a:pt x="0" y="304800"/>
                  </a:lnTo>
                  <a:lnTo>
                    <a:pt x="0" y="393192"/>
                  </a:lnTo>
                  <a:lnTo>
                    <a:pt x="8124952" y="393192"/>
                  </a:lnTo>
                  <a:lnTo>
                    <a:pt x="8124952" y="304800"/>
                  </a:lnTo>
                  <a:close/>
                </a:path>
                <a:path w="8125459" h="393700">
                  <a:moveTo>
                    <a:pt x="8124952" y="0"/>
                  </a:moveTo>
                  <a:lnTo>
                    <a:pt x="0" y="0"/>
                  </a:lnTo>
                  <a:lnTo>
                    <a:pt x="0" y="283464"/>
                  </a:lnTo>
                  <a:lnTo>
                    <a:pt x="8124952" y="283464"/>
                  </a:lnTo>
                  <a:lnTo>
                    <a:pt x="81249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3" name="object 13" descr=""/>
          <p:cNvGraphicFramePr>
            <a:graphicFrameLocks noGrp="1"/>
          </p:cNvGraphicFramePr>
          <p:nvPr/>
        </p:nvGraphicFramePr>
        <p:xfrm>
          <a:off x="0" y="1631266"/>
          <a:ext cx="8201659" cy="23387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71065"/>
                <a:gridCol w="1867535"/>
                <a:gridCol w="1820545"/>
                <a:gridCol w="2266950"/>
              </a:tblGrid>
              <a:tr h="235585">
                <a:tc>
                  <a:txBody>
                    <a:bodyPr/>
                    <a:lstStyle/>
                    <a:p>
                      <a:pPr marL="575945">
                        <a:lnSpc>
                          <a:spcPts val="1620"/>
                        </a:lnSpc>
                      </a:pPr>
                      <a:r>
                        <a:rPr dirty="0" sz="1400" spc="-1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Functionality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2D110E"/>
                    </a:solidFill>
                  </a:tcPr>
                </a:tc>
                <a:tc>
                  <a:txBody>
                    <a:bodyPr/>
                    <a:lstStyle/>
                    <a:p>
                      <a:pPr marL="272415">
                        <a:lnSpc>
                          <a:spcPts val="1620"/>
                        </a:lnSpc>
                      </a:pPr>
                      <a:r>
                        <a:rPr dirty="0" sz="1400" spc="-8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User</a:t>
                      </a:r>
                      <a:r>
                        <a:rPr dirty="0" sz="1400" spc="-11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400" spc="-1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Experience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2D110E"/>
                    </a:solidFill>
                  </a:tcPr>
                </a:tc>
                <a:tc>
                  <a:txBody>
                    <a:bodyPr/>
                    <a:lstStyle/>
                    <a:p>
                      <a:pPr marL="262255">
                        <a:lnSpc>
                          <a:spcPts val="1620"/>
                        </a:lnSpc>
                      </a:pPr>
                      <a:r>
                        <a:rPr dirty="0" sz="1400" spc="-1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Innovation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2D110E"/>
                    </a:solidFill>
                  </a:tcPr>
                </a:tc>
                <a:tc>
                  <a:txBody>
                    <a:bodyPr/>
                    <a:lstStyle/>
                    <a:p>
                      <a:pPr marL="311150">
                        <a:lnSpc>
                          <a:spcPts val="1545"/>
                        </a:lnSpc>
                      </a:pPr>
                      <a:r>
                        <a:rPr dirty="0" sz="1400" spc="-6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Sca1ab:ż1:żty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2D110E"/>
                    </a:solidFill>
                  </a:tcPr>
                </a:tc>
              </a:tr>
              <a:tr h="201930">
                <a:tc>
                  <a:txBody>
                    <a:bodyPr/>
                    <a:lstStyle/>
                    <a:p>
                      <a:pPr marL="598170">
                        <a:lnSpc>
                          <a:spcPts val="1390"/>
                        </a:lnSpc>
                        <a:spcBef>
                          <a:spcPts val="55"/>
                        </a:spcBef>
                      </a:pPr>
                      <a:r>
                        <a:rPr dirty="0" sz="1250" spc="-1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(30OI)</a:t>
                      </a:r>
                      <a:endParaRPr sz="1250">
                        <a:latin typeface="Cambria"/>
                        <a:cs typeface="Cambria"/>
                      </a:endParaRPr>
                    </a:p>
                  </a:txBody>
                  <a:tcPr marL="0" marR="0" marB="0" marT="6985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2D110E"/>
                    </a:solidFill>
                  </a:tcPr>
                </a:tc>
                <a:tc>
                  <a:txBody>
                    <a:bodyPr/>
                    <a:lstStyle/>
                    <a:p>
                      <a:pPr marL="288290">
                        <a:lnSpc>
                          <a:spcPts val="1450"/>
                        </a:lnSpc>
                      </a:pPr>
                      <a:r>
                        <a:rPr dirty="0" sz="13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(25ᵉ</a:t>
                      </a:r>
                      <a:r>
                        <a:rPr dirty="0" sz="1350" spc="-4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50" spc="-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)</a:t>
                      </a:r>
                      <a:endParaRPr sz="135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2D110E"/>
                    </a:solidFill>
                  </a:tcPr>
                </a:tc>
                <a:tc>
                  <a:txBody>
                    <a:bodyPr/>
                    <a:lstStyle/>
                    <a:p>
                      <a:pPr marL="283845">
                        <a:lnSpc>
                          <a:spcPts val="1450"/>
                        </a:lnSpc>
                      </a:pPr>
                      <a:r>
                        <a:rPr dirty="0" sz="1300" spc="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(25ᵉ</a:t>
                      </a:r>
                      <a:r>
                        <a:rPr dirty="0" sz="1300" spc="19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00" spc="-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)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2D110E"/>
                    </a:solidFill>
                  </a:tcPr>
                </a:tc>
                <a:tc>
                  <a:txBody>
                    <a:bodyPr/>
                    <a:lstStyle/>
                    <a:p>
                      <a:pPr marL="328295">
                        <a:lnSpc>
                          <a:spcPts val="1450"/>
                        </a:lnSpc>
                      </a:pPr>
                      <a:r>
                        <a:rPr dirty="0" sz="1350" spc="-1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(2õîó)</a:t>
                      </a:r>
                      <a:endParaRPr sz="135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2D110E"/>
                    </a:solidFill>
                  </a:tcPr>
                </a:tc>
              </a:tr>
              <a:tr h="952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43510">
                <a:tc>
                  <a:txBody>
                    <a:bodyPr/>
                    <a:lstStyle/>
                    <a:p>
                      <a:pPr marL="648335" indent="-80645">
                        <a:lnSpc>
                          <a:spcPts val="775"/>
                        </a:lnSpc>
                        <a:buChar char="•"/>
                        <a:tabLst>
                          <a:tab pos="648335" algn="l"/>
                        </a:tabLst>
                      </a:pPr>
                      <a:r>
                        <a:rPr dirty="0" sz="750" spc="10" i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This</a:t>
                      </a:r>
                      <a:r>
                        <a:rPr dirty="0" sz="750" spc="245" i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750" spc="10" i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criterion</a:t>
                      </a:r>
                      <a:r>
                        <a:rPr dirty="0" sz="750" spc="240" i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750" spc="1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assesses</a:t>
                      </a:r>
                      <a:r>
                        <a:rPr dirty="0" sz="750" spc="27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750" spc="-25" i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the</a:t>
                      </a:r>
                      <a:endParaRPr sz="75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solidFill>
                      <a:srgbClr val="2F110E"/>
                    </a:solidFill>
                  </a:tcPr>
                </a:tc>
                <a:tc>
                  <a:txBody>
                    <a:bodyPr/>
                    <a:lstStyle/>
                    <a:p>
                      <a:pPr marL="344805" indent="-83185">
                        <a:lnSpc>
                          <a:spcPts val="775"/>
                        </a:lnSpc>
                        <a:buChar char="•"/>
                        <a:tabLst>
                          <a:tab pos="344805" algn="l"/>
                        </a:tabLst>
                      </a:pPr>
                      <a:r>
                        <a:rPr dirty="0" sz="750" spc="10" i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User</a:t>
                      </a:r>
                      <a:r>
                        <a:rPr dirty="0" sz="750" spc="95" i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750" spc="10" i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experience</a:t>
                      </a:r>
                      <a:r>
                        <a:rPr dirty="0" sz="750" spc="145" i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750" spc="10" i="1">
                          <a:solidFill>
                            <a:srgbClr val="CACACA"/>
                          </a:solidFill>
                          <a:latin typeface="Cambria"/>
                          <a:cs typeface="Cambria"/>
                        </a:rPr>
                        <a:t>is</a:t>
                      </a:r>
                      <a:r>
                        <a:rPr dirty="0" sz="750" spc="120" i="1">
                          <a:solidFill>
                            <a:srgbClr val="CACACA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750" spc="10" i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critical</a:t>
                      </a:r>
                      <a:r>
                        <a:rPr dirty="0" sz="750" spc="190" i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750" spc="-25" i="1">
                          <a:solidFill>
                            <a:srgbClr val="F7F7F7"/>
                          </a:solidFill>
                          <a:latin typeface="Cambria"/>
                          <a:cs typeface="Cambria"/>
                        </a:rPr>
                        <a:t>for</a:t>
                      </a:r>
                      <a:endParaRPr sz="75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solidFill>
                      <a:srgbClr val="2F110E"/>
                    </a:solidFill>
                  </a:tcPr>
                </a:tc>
                <a:tc>
                  <a:txBody>
                    <a:bodyPr/>
                    <a:lstStyle/>
                    <a:p>
                      <a:pPr marL="344170" indent="-88265">
                        <a:lnSpc>
                          <a:spcPts val="785"/>
                        </a:lnSpc>
                        <a:buChar char="•"/>
                        <a:tabLst>
                          <a:tab pos="344170" algn="l"/>
                        </a:tabLst>
                      </a:pPr>
                      <a:r>
                        <a:rPr dirty="0" sz="800" i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Innovation</a:t>
                      </a:r>
                      <a:r>
                        <a:rPr dirty="0" sz="800" spc="50" i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00">
                          <a:solidFill>
                            <a:srgbClr val="EDEDED"/>
                          </a:solidFill>
                          <a:latin typeface="Cambria"/>
                          <a:cs typeface="Cambria"/>
                        </a:rPr>
                        <a:t>is</a:t>
                      </a:r>
                      <a:r>
                        <a:rPr dirty="0" sz="800" spc="10">
                          <a:solidFill>
                            <a:srgbClr val="EDEDED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0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n</a:t>
                      </a:r>
                      <a:r>
                        <a:rPr dirty="0" sz="800" spc="-1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00" spc="4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censure</a:t>
                      </a:r>
                      <a:r>
                        <a:rPr dirty="0" sz="800" spc="-4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00" spc="-2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oJ</a:t>
                      </a:r>
                      <a:endParaRPr sz="8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solidFill>
                      <a:srgbClr val="2F110E"/>
                    </a:solidFill>
                  </a:tcPr>
                </a:tc>
                <a:tc>
                  <a:txBody>
                    <a:bodyPr/>
                    <a:lstStyle/>
                    <a:p>
                      <a:pPr marL="382905" indent="-80010">
                        <a:lnSpc>
                          <a:spcPts val="775"/>
                        </a:lnSpc>
                        <a:buChar char="•"/>
                        <a:tabLst>
                          <a:tab pos="382905" algn="l"/>
                        </a:tabLst>
                      </a:pPr>
                      <a:r>
                        <a:rPr dirty="0" sz="750" spc="1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Sca/ability</a:t>
                      </a:r>
                      <a:r>
                        <a:rPr dirty="0" sz="750" spc="13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750" spc="2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assesses</a:t>
                      </a:r>
                      <a:r>
                        <a:rPr dirty="0" sz="750" spc="7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750" spc="-25" i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the</a:t>
                      </a:r>
                      <a:endParaRPr sz="75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solidFill>
                      <a:srgbClr val="2F110E"/>
                    </a:solidFill>
                  </a:tcPr>
                </a:tc>
              </a:tr>
              <a:tr h="1662430">
                <a:tc gridSpan="4">
                  <a:txBody>
                    <a:bodyPr/>
                    <a:lstStyle/>
                    <a:p>
                      <a:pPr marL="648970">
                        <a:lnSpc>
                          <a:spcPct val="100000"/>
                        </a:lnSpc>
                        <a:spcBef>
                          <a:spcPts val="25"/>
                        </a:spcBef>
                        <a:tabLst>
                          <a:tab pos="2525395" algn="l"/>
                          <a:tab pos="4385310" algn="l"/>
                          <a:tab pos="6256020" algn="l"/>
                        </a:tabLst>
                      </a:pPr>
                      <a:r>
                        <a:rPr dirty="0" baseline="6944" sz="120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overall</a:t>
                      </a:r>
                      <a:r>
                        <a:rPr dirty="0" baseline="6944" sz="1200" spc="40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6944" sz="120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functionality</a:t>
                      </a:r>
                      <a:r>
                        <a:rPr dirty="0" baseline="6944" sz="1200" spc="292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6944" sz="120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o]</a:t>
                      </a:r>
                      <a:r>
                        <a:rPr dirty="0" baseline="6944" sz="1200" spc="3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6944" sz="1200" spc="-37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baseline="6944" sz="120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800" spc="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he</a:t>
                      </a:r>
                      <a:r>
                        <a:rPr dirty="0" sz="800" spc="3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 spc="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success</a:t>
                      </a:r>
                      <a:r>
                        <a:rPr dirty="0" sz="800" spc="7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 spc="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o/ any</a:t>
                      </a:r>
                      <a:r>
                        <a:rPr dirty="0" sz="800" spc="13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 spc="-1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product.</a:t>
                      </a:r>
                      <a:r>
                        <a:rPr dirty="0" sz="80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	creativity</a:t>
                      </a:r>
                      <a:r>
                        <a:rPr dirty="0" sz="800" spc="6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800" spc="5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originality</a:t>
                      </a:r>
                      <a:r>
                        <a:rPr dirty="0" sz="800" spc="3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 spc="-2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80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850" spc="-1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potential</a:t>
                      </a:r>
                      <a:r>
                        <a:rPr dirty="0" sz="850" spc="6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spc="-5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850" spc="-2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850" spc="3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spc="-1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product</a:t>
                      </a:r>
                      <a:r>
                        <a:rPr dirty="0" sz="850" spc="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spc="-2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648335" indent="635">
                        <a:lnSpc>
                          <a:spcPct val="100000"/>
                        </a:lnSpc>
                        <a:spcBef>
                          <a:spcPts val="180"/>
                        </a:spcBef>
                        <a:tabLst>
                          <a:tab pos="2521585" algn="l"/>
                          <a:tab pos="4384040" algn="l"/>
                          <a:tab pos="6247130" algn="l"/>
                        </a:tabLst>
                      </a:pPr>
                      <a:r>
                        <a:rPr dirty="0" baseline="13071" sz="127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project</a:t>
                      </a:r>
                      <a:r>
                        <a:rPr dirty="0" baseline="13071" sz="1275" spc="67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13071" sz="127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baseline="13071" sz="1275" spc="112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13071" sz="127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product.</a:t>
                      </a:r>
                      <a:r>
                        <a:rPr dirty="0" baseline="13071" sz="1275" spc="104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13071" sz="1275" spc="-37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dirty="0" baseline="13071" sz="127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850" spc="-2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This</a:t>
                      </a:r>
                      <a:r>
                        <a:rPr dirty="0" sz="850" spc="-3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spc="-1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criterion</a:t>
                      </a:r>
                      <a:r>
                        <a:rPr dirty="0" sz="850" spc="6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focuses</a:t>
                      </a:r>
                      <a:r>
                        <a:rPr dirty="0" sz="850" spc="-2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i="1">
                          <a:solidFill>
                            <a:srgbClr val="F9F9F9"/>
                          </a:solidFill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850" spc="-25" i="1">
                          <a:solidFill>
                            <a:srgbClr val="F9F9F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spc="-2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how</a:t>
                      </a:r>
                      <a:r>
                        <a:rPr dirty="0" sz="85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	the</a:t>
                      </a:r>
                      <a:r>
                        <a:rPr dirty="0" sz="850" spc="2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spc="-1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project.</a:t>
                      </a:r>
                      <a:r>
                        <a:rPr dirty="0" sz="850" spc="2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spc="-2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This </a:t>
                      </a:r>
                      <a:r>
                        <a:rPr dirty="0" sz="850" spc="-1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criterion</a:t>
                      </a:r>
                      <a:r>
                        <a:rPr dirty="0" sz="85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850" spc="-2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grow</a:t>
                      </a:r>
                      <a:r>
                        <a:rPr dirty="0" sz="850" spc="-1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850" spc="1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handle</a:t>
                      </a:r>
                      <a:r>
                        <a:rPr dirty="0" sz="850" spc="1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spc="-1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increased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647065" marR="633730" indent="1270">
                        <a:lnSpc>
                          <a:spcPct val="120000"/>
                        </a:lnSpc>
                        <a:tabLst>
                          <a:tab pos="2517775" algn="l"/>
                          <a:tab pos="4383405" algn="l"/>
                          <a:tab pos="6240145" algn="l"/>
                        </a:tabLst>
                      </a:pPr>
                      <a:r>
                        <a:rPr dirty="0" baseline="19607" sz="127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evaluates</a:t>
                      </a:r>
                      <a:r>
                        <a:rPr dirty="0" baseline="19607" sz="1275" spc="277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19607" sz="127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whether</a:t>
                      </a:r>
                      <a:r>
                        <a:rPr dirty="0" baseline="19607" sz="1275" spc="19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19607" sz="127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baseline="19607" sz="1275" spc="13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19607" sz="1275" spc="-3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dirty="0" baseline="19607" sz="127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baseline="19607" sz="1275" spc="-22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users</a:t>
                      </a:r>
                      <a:r>
                        <a:rPr dirty="0" sz="850" spc="-3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interact</a:t>
                      </a:r>
                      <a:r>
                        <a:rPr dirty="0" sz="850" spc="2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spc="-1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850" spc="-3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	</a:t>
                      </a:r>
                      <a:r>
                        <a:rPr dirty="0" sz="850" spc="-21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era/uafes</a:t>
                      </a:r>
                      <a:r>
                        <a:rPr dirty="0" sz="850" spc="4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how</a:t>
                      </a:r>
                      <a:r>
                        <a:rPr dirty="0" sz="850" spc="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unique</a:t>
                      </a:r>
                      <a:r>
                        <a:rPr dirty="0" sz="850" spc="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spc="-2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arid</a:t>
                      </a:r>
                      <a:r>
                        <a:rPr dirty="0" sz="8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850" spc="-10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demand.</a:t>
                      </a:r>
                      <a:r>
                        <a:rPr dirty="0" sz="850" spc="12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this</a:t>
                      </a:r>
                      <a:r>
                        <a:rPr dirty="0" sz="850" spc="7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spc="-2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criterion</a:t>
                      </a:r>
                      <a:r>
                        <a:rPr dirty="0" sz="850" spc="9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looks </a:t>
                      </a:r>
                      <a:r>
                        <a:rPr dirty="0" baseline="22875" sz="127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features</a:t>
                      </a:r>
                      <a:r>
                        <a:rPr dirty="0" baseline="22875" sz="1275" spc="104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22875" sz="127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dirty="0" baseline="22875" sz="1275" spc="52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22875" sz="127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working</a:t>
                      </a:r>
                      <a:r>
                        <a:rPr dirty="0" baseline="22875" sz="1275" spc="82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22875" sz="1275" spc="-37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dirty="0" baseline="22875" sz="127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85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product.</a:t>
                      </a:r>
                      <a:r>
                        <a:rPr dirty="0" sz="850" spc="-1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It</a:t>
                      </a:r>
                      <a:r>
                        <a:rPr dirty="0" sz="850" spc="-4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considers</a:t>
                      </a:r>
                      <a:r>
                        <a:rPr dirty="0" sz="850" spc="6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spc="-1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factors</a:t>
                      </a:r>
                      <a:r>
                        <a:rPr dirty="0" sz="85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850" spc="-1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forward-thinking </a:t>
                      </a:r>
                      <a:r>
                        <a:rPr dirty="0" sz="85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850" spc="9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spc="-1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product</a:t>
                      </a:r>
                      <a:r>
                        <a:rPr dirty="0" sz="85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75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dirty="0" sz="750" spc="18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whether</a:t>
                      </a:r>
                      <a:r>
                        <a:rPr dirty="0" sz="750" spc="21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750" spc="13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architecture</a:t>
                      </a:r>
                      <a:r>
                        <a:rPr dirty="0" sz="750" spc="50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32679" sz="127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intended</a:t>
                      </a:r>
                      <a:r>
                        <a:rPr dirty="0" baseline="32679" sz="1275" spc="217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32679" sz="127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baseline="32679" sz="1275" spc="157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32679" sz="1275" spc="-1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if</a:t>
                      </a:r>
                      <a:r>
                        <a:rPr dirty="0" baseline="32679" sz="1275" spc="187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32679" sz="127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they</a:t>
                      </a:r>
                      <a:r>
                        <a:rPr dirty="0" baseline="32679" sz="1275" spc="37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32679" sz="1275" spc="-3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meet</a:t>
                      </a:r>
                      <a:r>
                        <a:rPr dirty="0" baseline="32679" sz="127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baseline="32679" sz="1275" spc="-284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such</a:t>
                      </a:r>
                      <a:r>
                        <a:rPr dirty="0" sz="850" spc="1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os</a:t>
                      </a:r>
                      <a:r>
                        <a:rPr dirty="0" sz="850" spc="2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ease </a:t>
                      </a:r>
                      <a:r>
                        <a:rPr dirty="0" sz="850" spc="-1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850" spc="5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spc="-10" i="1">
                          <a:solidFill>
                            <a:srgbClr val="ACA090"/>
                          </a:solidFill>
                          <a:latin typeface="Times New Roman"/>
                          <a:cs typeface="Times New Roman"/>
                        </a:rPr>
                        <a:t>use,</a:t>
                      </a:r>
                      <a:r>
                        <a:rPr dirty="0" sz="850" i="1">
                          <a:solidFill>
                            <a:srgbClr val="ACA090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850" spc="-200" i="1">
                          <a:solidFill>
                            <a:srgbClr val="ACA09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dirty="0" sz="850" spc="-4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compared</a:t>
                      </a:r>
                      <a:r>
                        <a:rPr dirty="0" sz="850" spc="7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850" spc="-4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existing</a:t>
                      </a:r>
                      <a:r>
                        <a:rPr dirty="0" sz="8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850" spc="-1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850" spc="4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in/rastructure</a:t>
                      </a:r>
                      <a:r>
                        <a:rPr dirty="0" sz="850" spc="1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can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647700" marR="585470">
                        <a:lnSpc>
                          <a:spcPct val="51800"/>
                        </a:lnSpc>
                        <a:spcBef>
                          <a:spcPts val="670"/>
                        </a:spcBef>
                        <a:tabLst>
                          <a:tab pos="2523490" algn="l"/>
                          <a:tab pos="4379595" algn="l"/>
                          <a:tab pos="6248400" algn="l"/>
                        </a:tabLst>
                      </a:pPr>
                      <a:r>
                        <a:rPr dirty="0" baseline="39215" sz="127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baseline="39215" sz="1275" spc="97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39215" sz="127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requirements</a:t>
                      </a:r>
                      <a:r>
                        <a:rPr dirty="0" baseline="39215" sz="1275" spc="262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39215" sz="127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set</a:t>
                      </a:r>
                      <a:r>
                        <a:rPr dirty="0" baseline="39215" sz="1275" spc="27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39215" sz="1275" spc="-1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forth</a:t>
                      </a:r>
                      <a:r>
                        <a:rPr dirty="0" baseline="39215" sz="1275" spc="7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39215" sz="1275" spc="-37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baseline="39215" sz="127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850" spc="-1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accessibility,</a:t>
                      </a:r>
                      <a:r>
                        <a:rPr dirty="0" sz="850" spc="-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850" spc="10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spc="-1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overall</a:t>
                      </a:r>
                      <a:r>
                        <a:rPr dirty="0" sz="85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8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solutions.</a:t>
                      </a:r>
                      <a:r>
                        <a:rPr dirty="0" sz="850" spc="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spc="-2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An </a:t>
                      </a:r>
                      <a:r>
                        <a:rPr dirty="0" sz="850" spc="-1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innovative</a:t>
                      </a:r>
                      <a:r>
                        <a:rPr dirty="0" sz="85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	support</a:t>
                      </a:r>
                      <a:r>
                        <a:rPr dirty="0" sz="850" spc="-1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scaling</a:t>
                      </a:r>
                      <a:r>
                        <a:rPr dirty="0" sz="850" spc="-1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up</a:t>
                      </a:r>
                      <a:r>
                        <a:rPr dirty="0" sz="850" spc="-1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spc="-1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operations </a:t>
                      </a:r>
                      <a:r>
                        <a:rPr dirty="0" sz="85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850" spc="7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project</a:t>
                      </a:r>
                      <a:r>
                        <a:rPr dirty="0" sz="850" spc="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guidelines.</a:t>
                      </a:r>
                      <a:r>
                        <a:rPr dirty="0" sz="850" spc="21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spc="-100" i="1">
                          <a:solidFill>
                            <a:srgbClr val="DFDFD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850" spc="65" i="1">
                          <a:solidFill>
                            <a:srgbClr val="DFDFD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spc="-2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high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658495">
                        <a:lnSpc>
                          <a:spcPts val="695"/>
                        </a:lnSpc>
                        <a:tabLst>
                          <a:tab pos="2520950" algn="l"/>
                          <a:tab pos="4391025" algn="l"/>
                          <a:tab pos="6251575" algn="l"/>
                        </a:tabLst>
                      </a:pPr>
                      <a:r>
                        <a:rPr dirty="0" baseline="-29411" sz="127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functionality</a:t>
                      </a:r>
                      <a:r>
                        <a:rPr dirty="0" baseline="-29411" sz="1275" spc="7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-29411" sz="127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score</a:t>
                      </a:r>
                      <a:r>
                        <a:rPr dirty="0" baseline="-29411" sz="1275" spc="3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-29411" sz="1275" spc="-1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indicates</a:t>
                      </a:r>
                      <a:r>
                        <a:rPr dirty="0" baseline="-29411" sz="127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85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satisfaction.</a:t>
                      </a:r>
                      <a:r>
                        <a:rPr dirty="0" sz="850" spc="2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850" spc="3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spc="-1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product</a:t>
                      </a:r>
                      <a:r>
                        <a:rPr dirty="0" sz="850" spc="1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spc="-2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dirty="0" sz="85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850" spc="-2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project</a:t>
                      </a:r>
                      <a:r>
                        <a:rPr dirty="0" sz="850" spc="1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often</a:t>
                      </a:r>
                      <a:r>
                        <a:rPr dirty="0" sz="850" spc="-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spc="-2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850" spc="-4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produces</a:t>
                      </a:r>
                      <a:r>
                        <a:rPr dirty="0" sz="850" spc="2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spc="-2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new</a:t>
                      </a:r>
                      <a:r>
                        <a:rPr dirty="0" sz="85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	without</a:t>
                      </a:r>
                      <a:r>
                        <a:rPr dirty="0" sz="850" spc="-4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spc="-1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compromising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658495" marR="673100" indent="-9525">
                        <a:lnSpc>
                          <a:spcPct val="114300"/>
                        </a:lnSpc>
                        <a:spcBef>
                          <a:spcPts val="35"/>
                        </a:spcBef>
                        <a:tabLst>
                          <a:tab pos="2516505" algn="l"/>
                          <a:tab pos="4384040" algn="l"/>
                          <a:tab pos="6244590" algn="l"/>
                        </a:tabLst>
                      </a:pPr>
                      <a:r>
                        <a:rPr dirty="0" baseline="-26143" sz="127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baseline="-26143" sz="1275" spc="67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-26143" sz="1275" spc="-67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rod</a:t>
                      </a:r>
                      <a:r>
                        <a:rPr dirty="0" baseline="-26143" sz="1275" spc="22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-26143" sz="127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ust</a:t>
                      </a:r>
                      <a:r>
                        <a:rPr dirty="0" baseline="-26143" sz="1275" spc="7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-26143" sz="127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baseline="-26143" sz="1275" spc="1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-26143" sz="1275" spc="-1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reliable</a:t>
                      </a:r>
                      <a:r>
                        <a:rPr dirty="0" baseline="-26143" sz="127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baseline="-26143" sz="1275" spc="-179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spc="-1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provides</a:t>
                      </a:r>
                      <a:r>
                        <a:rPr dirty="0" sz="850" spc="-1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850" spc="1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spc="-1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positive</a:t>
                      </a:r>
                      <a:r>
                        <a:rPr dirty="0" sz="85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user	</a:t>
                      </a:r>
                      <a:r>
                        <a:rPr dirty="0" sz="850" spc="-204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ideas,</a:t>
                      </a:r>
                      <a:r>
                        <a:rPr dirty="0" sz="850" spc="1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technologies,</a:t>
                      </a:r>
                      <a:r>
                        <a:rPr dirty="0" sz="850" spc="10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spc="-3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8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850" spc="-1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performance.</a:t>
                      </a:r>
                      <a:r>
                        <a:rPr dirty="0" sz="850" spc="-2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spc="-10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850" spc="1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scalable</a:t>
                      </a:r>
                      <a:r>
                        <a:rPr dirty="0" sz="850" spc="50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-15873" sz="105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</a:t>
                      </a:r>
                      <a:r>
                        <a:rPr dirty="0" baseline="-15873" sz="1050" spc="-104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-15873" sz="1050" spc="112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duct tho</a:t>
                      </a:r>
                      <a:r>
                        <a:rPr dirty="0" baseline="-15873" sz="1050" spc="-97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-15873" sz="1050" spc="-3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baseline="-15873" sz="1050" spc="104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-15873" sz="1050" spc="67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effectively</a:t>
                      </a:r>
                      <a:r>
                        <a:rPr dirty="0" baseline="-15873" sz="105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900" spc="-3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experience</a:t>
                      </a:r>
                      <a:r>
                        <a:rPr dirty="0" sz="900" spc="-1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-10" i="1">
                          <a:solidFill>
                            <a:srgbClr val="5D543F"/>
                          </a:solidFill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dirty="0" sz="900" spc="-15" i="1">
                          <a:solidFill>
                            <a:srgbClr val="5D543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-3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more</a:t>
                      </a:r>
                      <a:r>
                        <a:rPr dirty="0" sz="900" spc="-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-4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likely</a:t>
                      </a:r>
                      <a:r>
                        <a:rPr dirty="0" sz="900" spc="-1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-2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90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900" spc="-3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</a:t>
                      </a:r>
                      <a:r>
                        <a:rPr dirty="0" sz="900" spc="-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-1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dirty="0" sz="900" spc="-3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-8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ccin</a:t>
                      </a:r>
                      <a:r>
                        <a:rPr dirty="0" sz="900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sef</a:t>
                      </a:r>
                      <a:r>
                        <a:rPr dirty="0" sz="900" spc="3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dirty="0" sz="90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900" spc="-50" i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product</a:t>
                      </a:r>
                      <a:r>
                        <a:rPr dirty="0" sz="900" spc="15" i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900" spc="-35" i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can</a:t>
                      </a:r>
                      <a:r>
                        <a:rPr dirty="0" sz="900" spc="-15" i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900" spc="-30" i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easily</a:t>
                      </a:r>
                      <a:r>
                        <a:rPr dirty="0" sz="900" spc="-20" i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900" spc="-30" i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adapt</a:t>
                      </a:r>
                      <a:r>
                        <a:rPr dirty="0" sz="900" spc="45" i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900" spc="-2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to</a:t>
                      </a:r>
                      <a:r>
                        <a:rPr dirty="0" sz="900" spc="50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baseline="-11111" sz="112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performs</a:t>
                      </a:r>
                      <a:r>
                        <a:rPr dirty="0" baseline="-11111" sz="1125" spc="427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-11111" sz="11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its</a:t>
                      </a:r>
                      <a:r>
                        <a:rPr dirty="0" baseline="-11111" sz="1125" spc="247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-11111" sz="1125" spc="82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intended</a:t>
                      </a:r>
                      <a:r>
                        <a:rPr dirty="0" baseline="-11111" sz="1125" spc="359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-11111" sz="1125" spc="89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tasks.</a:t>
                      </a:r>
                      <a:r>
                        <a:rPr dirty="0" baseline="-11111" sz="112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baseline="-11111" sz="1125" spc="-209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-3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achieve</a:t>
                      </a:r>
                      <a:r>
                        <a:rPr dirty="0" sz="900" spc="3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user</a:t>
                      </a:r>
                      <a:r>
                        <a:rPr dirty="0" sz="900" spc="-4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-2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adaption</a:t>
                      </a:r>
                      <a:r>
                        <a:rPr dirty="0" sz="900" spc="3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-10" i="1">
                          <a:solidFill>
                            <a:srgbClr val="7C7267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900" i="1">
                          <a:solidFill>
                            <a:srgbClr val="7C7267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900" spc="-225" i="1">
                          <a:solidFill>
                            <a:srgbClr val="7C7267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-2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apart</a:t>
                      </a:r>
                      <a:r>
                        <a:rPr dirty="0" sz="900" spc="-3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in</a:t>
                      </a:r>
                      <a:r>
                        <a:rPr dirty="0" sz="900" spc="-1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-6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900" spc="-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-1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competitive</a:t>
                      </a:r>
                      <a:r>
                        <a:rPr dirty="0" sz="90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900" spc="-204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-65" i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changing</a:t>
                      </a:r>
                      <a:r>
                        <a:rPr dirty="0" sz="900" spc="45" i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900" spc="-70" i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market</a:t>
                      </a:r>
                      <a:r>
                        <a:rPr dirty="0" sz="900" spc="85" i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900" spc="-40" i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conditions</a:t>
                      </a:r>
                      <a:endParaRPr sz="900">
                        <a:latin typeface="Cambria"/>
                        <a:cs typeface="Cambria"/>
                      </a:endParaRPr>
                    </a:p>
                    <a:p>
                      <a:pPr marL="2515870">
                        <a:lnSpc>
                          <a:spcPts val="800"/>
                        </a:lnSpc>
                        <a:spcBef>
                          <a:spcPts val="195"/>
                        </a:spcBef>
                        <a:tabLst>
                          <a:tab pos="4380865" algn="l"/>
                          <a:tab pos="6249035" algn="l"/>
                        </a:tabLst>
                      </a:pPr>
                      <a:r>
                        <a:rPr dirty="0" sz="800" spc="-1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refenfion.</a:t>
                      </a:r>
                      <a:r>
                        <a:rPr dirty="0" sz="80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	</a:t>
                      </a:r>
                      <a:r>
                        <a:rPr dirty="0" sz="850" spc="-10" i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market.</a:t>
                      </a:r>
                      <a:r>
                        <a:rPr dirty="0" sz="850" i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	</a:t>
                      </a:r>
                      <a:r>
                        <a:rPr dirty="0" sz="800" i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and</a:t>
                      </a:r>
                      <a:r>
                        <a:rPr dirty="0" sz="800" spc="60" i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00" spc="-1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user</a:t>
                      </a:r>
                      <a:r>
                        <a:rPr dirty="0" sz="800" spc="-2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00" spc="-1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needs.</a:t>
                      </a:r>
                      <a:endParaRPr sz="800">
                        <a:latin typeface="Cambria"/>
                        <a:cs typeface="Cambria"/>
                      </a:endParaRPr>
                    </a:p>
                  </a:txBody>
                  <a:tcPr marL="0" marR="0" marB="0" marT="3175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4" name="object 14" descr=""/>
          <p:cNvSpPr/>
          <p:nvPr/>
        </p:nvSpPr>
        <p:spPr>
          <a:xfrm>
            <a:off x="0" y="4255008"/>
            <a:ext cx="8125459" cy="82550"/>
          </a:xfrm>
          <a:custGeom>
            <a:avLst/>
            <a:gdLst/>
            <a:ahLst/>
            <a:cxnLst/>
            <a:rect l="l" t="t" r="r" b="b"/>
            <a:pathLst>
              <a:path w="8125459" h="82550">
                <a:moveTo>
                  <a:pt x="8125968" y="82296"/>
                </a:moveTo>
                <a:lnTo>
                  <a:pt x="0" y="82296"/>
                </a:lnTo>
                <a:lnTo>
                  <a:pt x="0" y="0"/>
                </a:lnTo>
                <a:lnTo>
                  <a:pt x="8125968" y="0"/>
                </a:lnTo>
                <a:lnTo>
                  <a:pt x="8125968" y="822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6652266" y="4226814"/>
            <a:ext cx="1261110" cy="124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solidFill>
                  <a:srgbClr val="C1C1C1"/>
                </a:solidFill>
                <a:latin typeface="Arial MT"/>
                <a:cs typeface="Arial MT"/>
                <a:hlinkClick r:id="rId6"/>
              </a:rPr>
              <a:t>c</a:t>
            </a:r>
            <a:r>
              <a:rPr dirty="0" sz="650" spc="35">
                <a:solidFill>
                  <a:srgbClr val="C1C1C1"/>
                </a:solidFill>
                <a:latin typeface="Arial MT"/>
                <a:cs typeface="Arial MT"/>
                <a:hlinkClick r:id="rId6"/>
              </a:rPr>
              <a:t> </a:t>
            </a:r>
            <a:r>
              <a:rPr dirty="0" sz="650" spc="-95">
                <a:solidFill>
                  <a:srgbClr val="EDEDED"/>
                </a:solidFill>
                <a:latin typeface="Arial MT"/>
                <a:cs typeface="Arial MT"/>
                <a:hlinkClick r:id="rId6"/>
              </a:rPr>
              <a:t>eased</a:t>
            </a:r>
            <a:r>
              <a:rPr dirty="0" sz="650" spc="-25">
                <a:solidFill>
                  <a:srgbClr val="EDEDED"/>
                </a:solidFill>
                <a:latin typeface="Arial MT"/>
                <a:cs typeface="Arial MT"/>
                <a:hlinkClick r:id="rId6"/>
              </a:rPr>
              <a:t> </a:t>
            </a:r>
            <a:r>
              <a:rPr dirty="0" sz="650">
                <a:solidFill>
                  <a:srgbClr val="EDEDED"/>
                </a:solidFill>
                <a:latin typeface="Arial MT"/>
                <a:cs typeface="Arial MT"/>
                <a:hlinkClick r:id="rId6"/>
              </a:rPr>
              <a:t>u</a:t>
            </a:r>
            <a:r>
              <a:rPr dirty="0" sz="650" spc="45">
                <a:solidFill>
                  <a:srgbClr val="EDEDED"/>
                </a:solidFill>
                <a:latin typeface="Arial MT"/>
                <a:cs typeface="Arial MT"/>
                <a:hlinkClick r:id="rId6"/>
              </a:rPr>
              <a:t> </a:t>
            </a:r>
            <a:r>
              <a:rPr dirty="0" sz="650" spc="-35">
                <a:solidFill>
                  <a:srgbClr val="EDEDED"/>
                </a:solidFill>
                <a:latin typeface="Arial MT"/>
                <a:cs typeface="Arial MT"/>
                <a:hlinkClick r:id="rId6"/>
              </a:rPr>
              <a:t>›</a:t>
            </a:r>
            <a:r>
              <a:rPr dirty="0" sz="650" spc="160">
                <a:solidFill>
                  <a:srgbClr val="EDEDED"/>
                </a:solidFill>
                <a:latin typeface="Arial MT"/>
                <a:cs typeface="Arial MT"/>
                <a:hlinkClick r:id="rId6"/>
              </a:rPr>
              <a:t> </a:t>
            </a:r>
            <a:r>
              <a:rPr dirty="0" sz="650">
                <a:solidFill>
                  <a:srgbClr val="EDEDED"/>
                </a:solidFill>
                <a:latin typeface="Arial MT"/>
                <a:cs typeface="Arial MT"/>
                <a:hlinkClick r:id="rId6"/>
              </a:rPr>
              <a:t>s</a:t>
            </a:r>
            <a:r>
              <a:rPr dirty="0" sz="650" spc="425">
                <a:solidFill>
                  <a:srgbClr val="EDEDED"/>
                </a:solidFill>
                <a:latin typeface="Arial MT"/>
                <a:cs typeface="Arial MT"/>
                <a:hlinkClick r:id="rId6"/>
              </a:rPr>
              <a:t> </a:t>
            </a:r>
            <a:r>
              <a:rPr dirty="0" sz="650">
                <a:solidFill>
                  <a:srgbClr val="FFFFFF"/>
                </a:solidFill>
                <a:latin typeface="Arial MT"/>
                <a:cs typeface="Arial MT"/>
                <a:hlinkClick r:id="rId6"/>
              </a:rPr>
              <a:t>P‘</a:t>
            </a:r>
            <a:r>
              <a:rPr dirty="0" sz="650" spc="229">
                <a:solidFill>
                  <a:srgbClr val="FFFFFF"/>
                </a:solidFill>
                <a:latin typeface="Arial MT"/>
                <a:cs typeface="Arial MT"/>
                <a:hlinkClick r:id="rId6"/>
              </a:rPr>
              <a:t> </a:t>
            </a:r>
            <a:r>
              <a:rPr dirty="0" sz="650">
                <a:solidFill>
                  <a:srgbClr val="FFFFFF"/>
                </a:solidFill>
                <a:latin typeface="Arial MT"/>
                <a:cs typeface="Arial MT"/>
                <a:hlinkClick r:id="rId6"/>
              </a:rPr>
              <a:t>presentations</a:t>
            </a:r>
            <a:r>
              <a:rPr dirty="0" sz="650" spc="-60">
                <a:solidFill>
                  <a:srgbClr val="FFFFFF"/>
                </a:solidFill>
                <a:latin typeface="Arial MT"/>
                <a:cs typeface="Arial MT"/>
                <a:hlinkClick r:id="rId6"/>
              </a:rPr>
              <a:t> </a:t>
            </a:r>
            <a:r>
              <a:rPr dirty="0" sz="650" spc="-25">
                <a:solidFill>
                  <a:srgbClr val="FFFFFF"/>
                </a:solidFill>
                <a:latin typeface="Arial MT"/>
                <a:cs typeface="Arial MT"/>
                <a:hlinkClick r:id="rId6"/>
              </a:rPr>
              <a:t>ss</a:t>
            </a:r>
            <a:endParaRPr sz="6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8128000" cy="4572000"/>
            <a:chOff x="0" y="0"/>
            <a:chExt cx="8128000" cy="4572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8128000" cy="4572000"/>
            </a:xfrm>
            <a:prstGeom prst="rect">
              <a:avLst/>
            </a:prstGeom>
          </p:spPr>
        </p:pic>
        <p:pic>
          <p:nvPicPr>
            <p:cNvPr id="4" name="object 4" descr="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20933" y="4199466"/>
              <a:ext cx="1337733" cy="2032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8128000" cy="4572000"/>
            <a:chOff x="0" y="0"/>
            <a:chExt cx="8128000" cy="4572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8128000" cy="4572000"/>
            </a:xfrm>
            <a:prstGeom prst="rect">
              <a:avLst/>
            </a:prstGeom>
          </p:spPr>
        </p:pic>
        <p:pic>
          <p:nvPicPr>
            <p:cNvPr id="4" name="object 4" descr="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20933" y="4199466"/>
              <a:ext cx="1337733" cy="2032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657904" cy="1085088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47428" y="591312"/>
            <a:ext cx="795428" cy="42671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24381" y="0"/>
            <a:ext cx="1700571" cy="1091183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2371048" y="877824"/>
            <a:ext cx="372110" cy="116205"/>
            <a:chOff x="2371048" y="877824"/>
            <a:chExt cx="372110" cy="116205"/>
          </a:xfrm>
        </p:grpSpPr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71048" y="877824"/>
              <a:ext cx="371809" cy="115824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71048" y="877824"/>
              <a:ext cx="371809" cy="115824"/>
            </a:xfrm>
            <a:prstGeom prst="rect">
              <a:avLst/>
            </a:prstGeom>
          </p:spPr>
        </p:pic>
      </p:grpSp>
      <p:grpSp>
        <p:nvGrpSpPr>
          <p:cNvPr id="8" name="object 8" descr=""/>
          <p:cNvGrpSpPr/>
          <p:nvPr/>
        </p:nvGrpSpPr>
        <p:grpSpPr>
          <a:xfrm>
            <a:off x="3267047" y="804672"/>
            <a:ext cx="195580" cy="182880"/>
            <a:chOff x="3267047" y="804672"/>
            <a:chExt cx="195580" cy="182880"/>
          </a:xfrm>
        </p:grpSpPr>
        <p:pic>
          <p:nvPicPr>
            <p:cNvPr id="9" name="object 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67047" y="804672"/>
              <a:ext cx="195047" cy="182879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267047" y="804672"/>
              <a:ext cx="195047" cy="182879"/>
            </a:xfrm>
            <a:prstGeom prst="rect">
              <a:avLst/>
            </a:prstGeom>
          </p:spPr>
        </p:pic>
      </p:grpSp>
      <p:grpSp>
        <p:nvGrpSpPr>
          <p:cNvPr id="11" name="object 11" descr=""/>
          <p:cNvGrpSpPr/>
          <p:nvPr/>
        </p:nvGrpSpPr>
        <p:grpSpPr>
          <a:xfrm>
            <a:off x="3894857" y="329184"/>
            <a:ext cx="104139" cy="97790"/>
            <a:chOff x="3894857" y="329184"/>
            <a:chExt cx="104139" cy="97790"/>
          </a:xfrm>
        </p:grpSpPr>
        <p:pic>
          <p:nvPicPr>
            <p:cNvPr id="12" name="object 1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894857" y="329184"/>
              <a:ext cx="103619" cy="97536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894857" y="329184"/>
              <a:ext cx="103619" cy="97536"/>
            </a:xfrm>
            <a:prstGeom prst="rect">
              <a:avLst/>
            </a:prstGeom>
          </p:spPr>
        </p:pic>
      </p:grpSp>
      <p:grpSp>
        <p:nvGrpSpPr>
          <p:cNvPr id="14" name="object 14" descr=""/>
          <p:cNvGrpSpPr/>
          <p:nvPr/>
        </p:nvGrpSpPr>
        <p:grpSpPr>
          <a:xfrm>
            <a:off x="4736000" y="871727"/>
            <a:ext cx="365760" cy="116205"/>
            <a:chOff x="4736000" y="871727"/>
            <a:chExt cx="365760" cy="116205"/>
          </a:xfrm>
        </p:grpSpPr>
        <p:pic>
          <p:nvPicPr>
            <p:cNvPr id="15" name="object 1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736000" y="871727"/>
              <a:ext cx="365714" cy="115824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736000" y="871727"/>
              <a:ext cx="365714" cy="115824"/>
            </a:xfrm>
            <a:prstGeom prst="rect">
              <a:avLst/>
            </a:prstGeom>
          </p:spPr>
        </p:pic>
      </p:grpSp>
      <p:grpSp>
        <p:nvGrpSpPr>
          <p:cNvPr id="17" name="object 17" descr=""/>
          <p:cNvGrpSpPr/>
          <p:nvPr/>
        </p:nvGrpSpPr>
        <p:grpSpPr>
          <a:xfrm>
            <a:off x="5162666" y="798576"/>
            <a:ext cx="396240" cy="177165"/>
            <a:chOff x="5162666" y="798576"/>
            <a:chExt cx="396240" cy="177165"/>
          </a:xfrm>
        </p:grpSpPr>
        <p:pic>
          <p:nvPicPr>
            <p:cNvPr id="18" name="object 18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162666" y="798576"/>
              <a:ext cx="396190" cy="176784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162666" y="798576"/>
              <a:ext cx="396190" cy="176784"/>
            </a:xfrm>
            <a:prstGeom prst="rect">
              <a:avLst/>
            </a:prstGeom>
          </p:spPr>
        </p:pic>
      </p:grpSp>
      <p:sp>
        <p:nvSpPr>
          <p:cNvPr id="20" name="object 20" descr=""/>
          <p:cNvSpPr/>
          <p:nvPr/>
        </p:nvSpPr>
        <p:spPr>
          <a:xfrm>
            <a:off x="0" y="3194304"/>
            <a:ext cx="8125459" cy="88900"/>
          </a:xfrm>
          <a:custGeom>
            <a:avLst/>
            <a:gdLst/>
            <a:ahLst/>
            <a:cxnLst/>
            <a:rect l="l" t="t" r="r" b="b"/>
            <a:pathLst>
              <a:path w="8125459" h="88900">
                <a:moveTo>
                  <a:pt x="8125968" y="88392"/>
                </a:moveTo>
                <a:lnTo>
                  <a:pt x="0" y="88392"/>
                </a:lnTo>
                <a:lnTo>
                  <a:pt x="0" y="0"/>
                </a:lnTo>
                <a:lnTo>
                  <a:pt x="8125968" y="0"/>
                </a:lnTo>
                <a:lnTo>
                  <a:pt x="8125968" y="88392"/>
                </a:lnTo>
                <a:close/>
              </a:path>
            </a:pathLst>
          </a:custGeom>
          <a:solidFill>
            <a:srgbClr val="4949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492873" y="3162300"/>
            <a:ext cx="51308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FFFFFF"/>
                </a:solidFill>
                <a:latin typeface="Arial MT"/>
                <a:cs typeface="Arial MT"/>
              </a:rPr>
              <a:t>Innovation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0" y="3456432"/>
            <a:ext cx="8125459" cy="295910"/>
          </a:xfrm>
          <a:custGeom>
            <a:avLst/>
            <a:gdLst/>
            <a:ahLst/>
            <a:cxnLst/>
            <a:rect l="l" t="t" r="r" b="b"/>
            <a:pathLst>
              <a:path w="8125459" h="295910">
                <a:moveTo>
                  <a:pt x="8125968" y="295656"/>
                </a:moveTo>
                <a:lnTo>
                  <a:pt x="0" y="295656"/>
                </a:lnTo>
                <a:lnTo>
                  <a:pt x="0" y="0"/>
                </a:lnTo>
                <a:lnTo>
                  <a:pt x="8125968" y="0"/>
                </a:lnTo>
                <a:lnTo>
                  <a:pt x="8125968" y="295656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0" y="3870959"/>
            <a:ext cx="8125459" cy="155575"/>
          </a:xfrm>
          <a:custGeom>
            <a:avLst/>
            <a:gdLst/>
            <a:ahLst/>
            <a:cxnLst/>
            <a:rect l="l" t="t" r="r" b="b"/>
            <a:pathLst>
              <a:path w="8125459" h="155575">
                <a:moveTo>
                  <a:pt x="8125968" y="155448"/>
                </a:moveTo>
                <a:lnTo>
                  <a:pt x="0" y="155448"/>
                </a:lnTo>
                <a:lnTo>
                  <a:pt x="0" y="0"/>
                </a:lnTo>
                <a:lnTo>
                  <a:pt x="8125968" y="0"/>
                </a:lnTo>
                <a:lnTo>
                  <a:pt x="8125968" y="155448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499866" y="3221416"/>
            <a:ext cx="6498590" cy="815975"/>
          </a:xfrm>
          <a:prstGeom prst="rect">
            <a:avLst/>
          </a:prstGeom>
        </p:spPr>
        <p:txBody>
          <a:bodyPr wrap="square" lIns="0" tIns="1365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75"/>
              </a:spcBef>
              <a:tabLst>
                <a:tab pos="727710" algn="l"/>
                <a:tab pos="1813560" algn="l"/>
                <a:tab pos="2339975" algn="l"/>
              </a:tabLst>
            </a:pPr>
            <a:r>
              <a:rPr dirty="0" sz="2600" spc="70">
                <a:solidFill>
                  <a:srgbClr val="FFFFFF"/>
                </a:solidFill>
                <a:latin typeface="Calibri"/>
                <a:cs typeface="Calibri"/>
              </a:rPr>
              <a:t>Get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600" spc="75">
                <a:solidFill>
                  <a:srgbClr val="FFFFFF"/>
                </a:solidFill>
                <a:latin typeface="Calibri"/>
                <a:cs typeface="Calibri"/>
              </a:rPr>
              <a:t>Ready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600" spc="4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600" spc="229">
                <a:solidFill>
                  <a:srgbClr val="FFFFFF"/>
                </a:solidFill>
                <a:latin typeface="Calibri"/>
                <a:cs typeface="Calibri"/>
              </a:rPr>
              <a:t>Innovate</a:t>
            </a:r>
            <a:endParaRPr sz="2600">
              <a:latin typeface="Calibri"/>
              <a:cs typeface="Calibri"/>
            </a:endParaRPr>
          </a:p>
          <a:p>
            <a:pPr marL="13335">
              <a:lnSpc>
                <a:spcPct val="100000"/>
              </a:lnSpc>
              <a:spcBef>
                <a:spcPts val="505"/>
              </a:spcBef>
            </a:pPr>
            <a:r>
              <a:rPr dirty="0" sz="1350" spc="-135">
                <a:solidFill>
                  <a:srgbClr val="FFFFFF"/>
                </a:solidFill>
                <a:latin typeface="Arial MT"/>
                <a:cs typeface="Arial MT"/>
              </a:rPr>
              <a:t>Embrace</a:t>
            </a:r>
            <a:r>
              <a:rPr dirty="0" sz="135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50" spc="-60">
                <a:solidFill>
                  <a:srgbClr val="FFFFFF"/>
                </a:solidFill>
                <a:latin typeface="Arial MT"/>
                <a:cs typeface="Arial MT"/>
              </a:rPr>
              <a:t>creativity</a:t>
            </a:r>
            <a:r>
              <a:rPr dirty="0" sz="1350" spc="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50" spc="-114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135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50" spc="-105">
                <a:solidFill>
                  <a:srgbClr val="FFFFFF"/>
                </a:solidFill>
                <a:latin typeface="Arial MT"/>
                <a:cs typeface="Arial MT"/>
              </a:rPr>
              <a:t>develop</a:t>
            </a:r>
            <a:r>
              <a:rPr dirty="0" sz="135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50" spc="-60">
                <a:solidFill>
                  <a:srgbClr val="FFFFFF"/>
                </a:solidFill>
                <a:latin typeface="Arial MT"/>
                <a:cs typeface="Arial MT"/>
              </a:rPr>
              <a:t>impactful</a:t>
            </a:r>
            <a:r>
              <a:rPr dirty="0" sz="135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50" spc="-80">
                <a:solidFill>
                  <a:srgbClr val="FFFFFF"/>
                </a:solidFill>
                <a:latin typeface="Arial MT"/>
                <a:cs typeface="Arial MT"/>
              </a:rPr>
              <a:t>solutions;</a:t>
            </a:r>
            <a:r>
              <a:rPr dirty="0" sz="135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50" spc="-95">
                <a:solidFill>
                  <a:srgbClr val="FFFFFF"/>
                </a:solidFill>
                <a:latin typeface="Arial MT"/>
                <a:cs typeface="Arial MT"/>
              </a:rPr>
              <a:t>connect</a:t>
            </a:r>
            <a:r>
              <a:rPr dirty="0" sz="1350" spc="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50" spc="-65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dirty="0" sz="13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50" spc="-100">
                <a:solidFill>
                  <a:srgbClr val="FFFFFF"/>
                </a:solidFill>
                <a:latin typeface="Arial MT"/>
                <a:cs typeface="Arial MT"/>
              </a:rPr>
              <a:t>updates</a:t>
            </a:r>
            <a:r>
              <a:rPr dirty="0" sz="1350" spc="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50" spc="-105">
                <a:solidFill>
                  <a:srgbClr val="FFFFFF"/>
                </a:solidFill>
                <a:latin typeface="Arial MT"/>
                <a:cs typeface="Arial MT"/>
              </a:rPr>
              <a:t>via</a:t>
            </a:r>
            <a:r>
              <a:rPr dirty="0" sz="135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50" spc="-110">
                <a:solidFill>
                  <a:srgbClr val="FFFFFF"/>
                </a:solidFill>
                <a:latin typeface="Arial MT"/>
                <a:cs typeface="Arial MT"/>
              </a:rPr>
              <a:t>our</a:t>
            </a:r>
            <a:r>
              <a:rPr dirty="0" sz="135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50" spc="-155">
                <a:solidFill>
                  <a:srgbClr val="FFFFFF"/>
                </a:solidFill>
                <a:latin typeface="Arial MT"/>
                <a:cs typeface="Arial MT"/>
              </a:rPr>
              <a:t>WhatsApD</a:t>
            </a:r>
            <a:r>
              <a:rPr dirty="0" sz="135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50" spc="-45">
                <a:solidFill>
                  <a:srgbClr val="FFFFFF"/>
                </a:solidFill>
                <a:latin typeface="Arial MT"/>
                <a:cs typeface="Arial MT"/>
              </a:rPr>
              <a:t>group.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0" y="4255008"/>
            <a:ext cx="8125459" cy="82550"/>
          </a:xfrm>
          <a:custGeom>
            <a:avLst/>
            <a:gdLst/>
            <a:ahLst/>
            <a:cxnLst/>
            <a:rect l="l" t="t" r="r" b="b"/>
            <a:pathLst>
              <a:path w="8125459" h="82550">
                <a:moveTo>
                  <a:pt x="8125968" y="82296"/>
                </a:moveTo>
                <a:lnTo>
                  <a:pt x="0" y="82296"/>
                </a:lnTo>
                <a:lnTo>
                  <a:pt x="0" y="0"/>
                </a:lnTo>
                <a:lnTo>
                  <a:pt x="8125968" y="0"/>
                </a:lnTo>
                <a:lnTo>
                  <a:pt x="8125968" y="82296"/>
                </a:lnTo>
                <a:close/>
              </a:path>
            </a:pathLst>
          </a:custGeom>
          <a:solidFill>
            <a:srgbClr val="1C1C2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6650542" y="4230115"/>
            <a:ext cx="126682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C1C1C1"/>
                </a:solidFill>
                <a:latin typeface="Arial MT"/>
                <a:cs typeface="Arial MT"/>
                <a:hlinkClick r:id="rId15"/>
              </a:rPr>
              <a:t>r</a:t>
            </a:r>
            <a:r>
              <a:rPr dirty="0" sz="600" spc="80">
                <a:solidFill>
                  <a:srgbClr val="C1C1C1"/>
                </a:solidFill>
                <a:latin typeface="Arial MT"/>
                <a:cs typeface="Arial MT"/>
                <a:hlinkClick r:id="rId15"/>
              </a:rPr>
              <a:t> </a:t>
            </a:r>
            <a:r>
              <a:rPr dirty="0" sz="600" spc="-40">
                <a:solidFill>
                  <a:srgbClr val="FFFFFF"/>
                </a:solidFill>
                <a:latin typeface="Arial MT"/>
                <a:cs typeface="Arial MT"/>
                <a:hlinkClick r:id="rId15"/>
              </a:rPr>
              <a:t>rented</a:t>
            </a:r>
            <a:r>
              <a:rPr dirty="0" sz="600" spc="35">
                <a:solidFill>
                  <a:srgbClr val="FFFFFF"/>
                </a:solidFill>
                <a:latin typeface="Arial MT"/>
                <a:cs typeface="Arial MT"/>
                <a:hlinkClick r:id="rId15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5"/>
              </a:rPr>
              <a:t>t</a:t>
            </a:r>
            <a:r>
              <a:rPr dirty="0" sz="600" spc="55">
                <a:solidFill>
                  <a:srgbClr val="FFFFFF"/>
                </a:solidFill>
                <a:latin typeface="Arial MT"/>
                <a:cs typeface="Arial MT"/>
                <a:hlinkClick r:id="rId15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5"/>
              </a:rPr>
              <a:t>sing</a:t>
            </a:r>
            <a:r>
              <a:rPr dirty="0" sz="600" spc="170">
                <a:solidFill>
                  <a:srgbClr val="FFFFFF"/>
                </a:solidFill>
                <a:latin typeface="Arial MT"/>
                <a:cs typeface="Arial MT"/>
                <a:hlinkClick r:id="rId15"/>
              </a:rPr>
              <a:t> 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5"/>
              </a:rPr>
              <a:t>g</a:t>
            </a:r>
            <a:r>
              <a:rPr dirty="0" sz="600" spc="175">
                <a:solidFill>
                  <a:srgbClr val="FFFFFF"/>
                </a:solidFill>
                <a:latin typeface="Arial MT"/>
                <a:cs typeface="Arial MT"/>
                <a:hlinkClick r:id="rId15"/>
              </a:rPr>
              <a:t> 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5"/>
              </a:rPr>
              <a:t>presentations</a:t>
            </a:r>
            <a:r>
              <a:rPr dirty="0" sz="600" spc="30">
                <a:solidFill>
                  <a:srgbClr val="FFFFFF"/>
                </a:solidFill>
                <a:latin typeface="Arial MT"/>
                <a:cs typeface="Arial MT"/>
                <a:hlinkClick r:id="rId15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Arial MT"/>
                <a:cs typeface="Arial MT"/>
                <a:hlinkClick r:id="rId15"/>
              </a:rPr>
              <a:t>ai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2025-01-22T12:14:12Z</dcterms:created>
  <dcterms:modified xsi:type="dcterms:W3CDTF">2025-01-22T12:14:12Z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2025-01-22T00:00:00Z</vt:filetime>
  </property>
  <property fmtid="{D5CDD505-2E9C-101B-9397-08002B2CF9AE}" pid="3" name="Producer">
    <vt:lpwstr>jsPDF 2.5.1</vt:lpwstr>
  </property>
  <property fmtid="{D5CDD505-2E9C-101B-9397-08002B2CF9AE}" pid="4" name="LastSaved">
    <vt:filetime>2025-01-22T00:00:00Z</vt:filetime>
  </property>
</Properties>
</file>