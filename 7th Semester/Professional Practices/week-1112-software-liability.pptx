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9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92" r:id="rId19"/>
    <p:sldId id="274" r:id="rId20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34559" autoAdjust="0"/>
    <p:restoredTop sz="86380" autoAdjust="0"/>
  </p:normalViewPr>
  <p:slideViewPr>
    <p:cSldViewPr>
      <p:cViewPr varScale="1">
        <p:scale>
          <a:sx n="73" d="100"/>
          <a:sy n="73" d="100"/>
        </p:scale>
        <p:origin x="-1152" y="-102"/>
      </p:cViewPr>
      <p:guideLst>
        <p:guide orient="horz" pos="2160"/>
        <p:guide pos="3744"/>
      </p:guideLst>
    </p:cSldViewPr>
  </p:slideViewPr>
  <p:outlineViewPr>
    <p:cViewPr>
      <p:scale>
        <a:sx n="33" d="100"/>
        <a:sy n="33" d="100"/>
      </p:scale>
      <p:origin x="240" y="2992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3048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83080" y="2819400"/>
            <a:ext cx="832104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2085" y="2420112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91540" y="381000"/>
            <a:ext cx="1010412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70195" y="1026375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1905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98121" y="2286000"/>
            <a:ext cx="11483035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085" y="142352"/>
            <a:ext cx="11483035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956" y="2743202"/>
            <a:ext cx="8424228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98121" y="2438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33400"/>
            <a:ext cx="1010412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8560" y="640994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932006" y="1575654"/>
            <a:ext cx="11598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92277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240780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9436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18872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98121" y="1371600"/>
            <a:ext cx="11483035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9702" y="6391656"/>
            <a:ext cx="11483035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8" y="1524000"/>
            <a:ext cx="5252245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28730" y="1524000"/>
            <a:ext cx="5254308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96240" y="6409944"/>
            <a:ext cx="46558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98121" y="128016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92277" y="2471383"/>
            <a:ext cx="5254143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240780" y="2471383"/>
            <a:ext cx="525018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46420" y="1042419"/>
            <a:ext cx="594360" cy="441325"/>
          </a:xfrm>
        </p:spPr>
        <p:txBody>
          <a:bodyPr/>
          <a:lstStyle>
            <a:lvl1pPr algn="ctr">
              <a:defRPr/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46420" y="1036022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1" y="158496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47360" y="6324600"/>
            <a:ext cx="79248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98121" y="152400"/>
            <a:ext cx="11483035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14400"/>
            <a:ext cx="307086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1981203"/>
            <a:ext cx="307086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061460" y="685800"/>
            <a:ext cx="733044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398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8121" y="152400"/>
            <a:ext cx="11483035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488" y="5029200"/>
            <a:ext cx="762762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0488" y="609600"/>
            <a:ext cx="762762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990600"/>
            <a:ext cx="316992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4598" y="640498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659783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113520" y="0"/>
            <a:ext cx="277368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165189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891625" y="2925763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014461" y="3020251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0685" y="3009904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240" y="304800"/>
            <a:ext cx="851916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08820" y="304804"/>
            <a:ext cx="18821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118872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528560" y="6404984"/>
            <a:ext cx="3958437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96240" y="6410848"/>
            <a:ext cx="46558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98121" y="1276743"/>
            <a:ext cx="1148303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46420" y="1040177"/>
            <a:ext cx="59436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92277" y="1524000"/>
            <a:ext cx="1109472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667000"/>
            <a:ext cx="10363200" cy="3505200"/>
          </a:xfrm>
        </p:spPr>
        <p:txBody>
          <a:bodyPr>
            <a:normAutofit/>
          </a:bodyPr>
          <a:lstStyle/>
          <a:p>
            <a:pPr algn="l">
              <a:defRPr/>
            </a:pPr>
            <a:endParaRPr lang="en-US" sz="2000" b="0" dirty="0" smtClean="0"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</a:t>
            </a:r>
          </a:p>
          <a:p>
            <a:pPr algn="l">
              <a:defRPr/>
            </a:pPr>
            <a: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n-US" sz="48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software liability</a:t>
            </a:r>
            <a:endParaRPr lang="en-US" sz="4800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11430000" cy="1752600"/>
          </a:xfrm>
        </p:spPr>
        <p:txBody>
          <a:bodyPr>
            <a:noAutofit/>
          </a:bodyPr>
          <a:lstStyle/>
          <a:p>
            <a:pPr algn="l"/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Professional Practices </a:t>
            </a:r>
            <a:br>
              <a:rPr lang="fr-FR" altLang="en-US" sz="4800" b="1" dirty="0" smtClean="0">
                <a:latin typeface="Arial" pitchFamily="34" charset="0"/>
                <a:cs typeface="Arial" pitchFamily="34" charset="0"/>
              </a:rPr>
            </a:br>
            <a:r>
              <a:rPr lang="fr-FR" altLang="en-US" sz="4800" b="1" dirty="0" smtClean="0">
                <a:latin typeface="Arial" pitchFamily="34" charset="0"/>
                <a:cs typeface="Arial" pitchFamily="34" charset="0"/>
              </a:rPr>
              <a:t>                 week 11,12</a:t>
            </a:r>
            <a:endParaRPr lang="fr-FR" altLang="en-US" sz="4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381000"/>
            <a:ext cx="18288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57200"/>
            <a:ext cx="8305800" cy="9144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ERROR , </a:t>
            </a:r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FAULT,  BUG,</a:t>
            </a:r>
            <a:b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DEFECT, FAILURE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113538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Error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:-  An error is a mistake made by a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uman (developer or coder) 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that leads to discrepancy between actual and expected result.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Fault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:-   Fault may occur in a software because it has not added the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code for fault tolerance. It may occur because of :-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Lack  of  resources, An invalid step, Inappropriate data definition.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Bug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:-  Logical  Error is called Bug or flaw in a software  system that 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causes the system to behave in an uninterrupted manner.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Defect</a:t>
            </a: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:-  A  defect  is  a  problem  in  the functioning  of the software 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system during testing.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Failure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:- When  end  user  detects an issue in the product, then the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particular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issue is called a failure.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6397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Liability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399"/>
            <a:ext cx="11201400" cy="4876801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This means complex problem related to software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They cover the following areas: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- Complex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application software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defects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- Operating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system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failures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- On-line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transaction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processing (OLTP)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  performance issues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-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Distributed database issues</a:t>
            </a:r>
            <a:endParaRPr lang="en-US" sz="2800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xfrm>
            <a:off x="228600" y="76200"/>
            <a:ext cx="906780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Complex application software 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defects (Bugs)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523999"/>
            <a:ext cx="10698480" cy="4648201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include the following:-</a:t>
            </a:r>
          </a:p>
          <a:p>
            <a:pPr>
              <a:buFont typeface="Wingdings" pitchFamily="2" charset="2"/>
              <a:buChar char="q"/>
              <a:defRPr/>
            </a:pP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Functional Bugs.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Logical Bugs.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Workflow Bugs.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Unit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Level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Bugs.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System-Level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Integration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Bugs.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Out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of Bound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Bugs.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Security Bugs.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xfrm>
            <a:off x="1143000" y="228600"/>
            <a:ext cx="7239000" cy="75895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Functional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types of bugs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are associated with the functionality of a specific software component. </a:t>
            </a: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For example</a:t>
            </a:r>
            <a:r>
              <a:rPr lang="en-GB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:-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 a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 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2800" b="1" dirty="0" smtClean="0">
                <a:latin typeface="Arial" pitchFamily="34" charset="0"/>
                <a:cs typeface="Arial" pitchFamily="34" charset="0"/>
              </a:rPr>
              <a:t>Login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 button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doesn’t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allow users to login, an </a:t>
            </a:r>
            <a:r>
              <a:rPr lang="en-GB" sz="2800" b="1" dirty="0">
                <a:latin typeface="Arial" pitchFamily="34" charset="0"/>
                <a:cs typeface="Arial" pitchFamily="34" charset="0"/>
              </a:rPr>
              <a:t>Add to cart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 button that doesn’t update the cart, a </a:t>
            </a:r>
            <a:r>
              <a:rPr lang="en-GB" sz="2800" b="1" dirty="0">
                <a:latin typeface="Arial" pitchFamily="34" charset="0"/>
                <a:cs typeface="Arial" pitchFamily="34" charset="0"/>
              </a:rPr>
              <a:t>search box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 not responding to a user’s query,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Logical Bugs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occur when computer gives wrong or misleading  results or program crashes.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Logical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bugs primarily take place due to poorly written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code  or wrong formulas in a computer program.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Example: Dividing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two numbers instead of adding them together resulting in unexpected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output.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Workflow Bugs</a:t>
            </a:r>
            <a:r>
              <a:rPr lang="en-GB" sz="4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4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These  are  associated  with  the  user  journey  (navigation)  of  a software application.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E.g. If a software prompts “Save and Exit” but when user clicks on it, the program exits without saving the file.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Unit Level Bugs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52600"/>
            <a:ext cx="10698480" cy="42687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A program is divided into a number of modules linked  together.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If any one of the module is not working properly, it is called </a:t>
            </a:r>
            <a:r>
              <a:rPr lang="en-GB" sz="2800" u="sng" dirty="0" smtClean="0">
                <a:latin typeface="Arial" pitchFamily="34" charset="0"/>
                <a:cs typeface="Arial" pitchFamily="34" charset="0"/>
              </a:rPr>
              <a:t>Unit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Level Bug.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e.g. When filling a form, we enter name, address, date of birth etc. The program does not validate date of birth properly. 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GB" sz="4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System-Level Integration Bugs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905000"/>
            <a:ext cx="10698480" cy="41163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errors occur when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two or more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Programs written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by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different programmers fail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to interact with each other.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It is due to not linking the programs properly. 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Out of Bound Bugs</a:t>
            </a:r>
            <a:r>
              <a:rPr lang="en-GB" sz="4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4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905000"/>
            <a:ext cx="10698480" cy="41163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errors show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up when the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end-user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enters a value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beyond the limit.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For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example, entering a significantly larger or a smaller number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beyond  computer  memory  or  entering  an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input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 value  of 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an undefined data 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Security Bugs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988040" cy="44211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These occur when a developer adds restrictions regarding security of the software and they do not work.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E.g. A password is to be entered and checked  by  the  system but the program does not check and anybody  can  enter the program.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Operating System Failures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76400"/>
            <a:ext cx="10698480" cy="43449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An operating system failure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means that the computer starts giving strange messages or hangs anywhere when running application programs.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Causes of Failures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b="1" dirty="0" smtClean="0">
                <a:latin typeface="Arial" pitchFamily="34" charset="0"/>
                <a:cs typeface="Arial" pitchFamily="34" charset="0"/>
              </a:rPr>
            </a:b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Problems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- Hardware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Problems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 bwMode="auto">
          <a:xfrm>
            <a:off x="762000" y="-20637"/>
            <a:ext cx="960120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Operating System Failures 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Problems)</a:t>
            </a:r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11201400" cy="42687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OS is not properly  installed  as during installation  we have to go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through some critical questions and answers.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Other reasons may be malware or virus infections or unauthentic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information transferred from the internet into our computer.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Operating System Failures 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 Hard</a:t>
            </a:r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ware Problems)</a:t>
            </a:r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52600"/>
            <a:ext cx="10698480" cy="42687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One of the storage devices is damaged.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 faulty power supply causes a system to shut down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immediately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 bad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processor makes it impossible for the computer to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function properly.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Incorrect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RAM chip may also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stop working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properly.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xfrm>
            <a:off x="228600" y="46039"/>
            <a:ext cx="9448800" cy="7921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On-line Transaction Processing (OLTP)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201399" cy="4648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 a type of data processing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system that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consists of executing a number of transactions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using internet.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Examples:-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Online banking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Online shopping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Online order entry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Online admissions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Online job hunting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Sending and receiving messages etc.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xfrm>
            <a:off x="228600" y="76200"/>
            <a:ext cx="10104120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On-line transaction processing </a:t>
            </a:r>
            <a:b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(OLTP) performance issues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need to handle hundreds, even thousands of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simultaneous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Users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need to allow many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users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work on the same set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of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data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with immediate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updating e.g. airline reservation system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The proper way to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handle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errors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Distributed database issues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1179" t="21680" r="23349" b="5315"/>
          <a:stretch>
            <a:fillRect/>
          </a:stretch>
        </p:blipFill>
        <p:spPr bwMode="auto">
          <a:xfrm>
            <a:off x="2133600" y="1524000"/>
            <a:ext cx="7696199" cy="4724400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Examples of Distributed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11397343" cy="47625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In today's computing era, every large-scale service runs. On the cloud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in a distributed environment.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Facebook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 messages   use  a   distributed  database called Apache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HBase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 to stream data to Hadoop clusters.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Youtube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uses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Kubernetes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-aware  cloud-native  distributed database.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ByteGraph is a distributed graph database developed by ByteDance, the company behind the popular social network.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TikTok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defRPr/>
            </a:pP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                   </a:t>
            </a:r>
            <a:r>
              <a:rPr lang="en-US" sz="9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sz="9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1921</TotalTime>
  <Words>515</Words>
  <Application>Microsoft Office PowerPoint</Application>
  <PresentationFormat>Custom</PresentationFormat>
  <Paragraphs>78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Civic</vt:lpstr>
      <vt:lpstr>         Professional Practices                   week 11,12</vt:lpstr>
      <vt:lpstr>ERROR , FAULT,  BUG, DEFECT, FAILURE</vt:lpstr>
      <vt:lpstr>Software Liability </vt:lpstr>
      <vt:lpstr>Complex application software  defects (Bugs)</vt:lpstr>
      <vt:lpstr>      Functional Bugs</vt:lpstr>
      <vt:lpstr>Logical Bugs </vt:lpstr>
      <vt:lpstr>Workflow Bugs </vt:lpstr>
      <vt:lpstr>Unit Level Bugs </vt:lpstr>
      <vt:lpstr>System-Level Integration Bugs </vt:lpstr>
      <vt:lpstr>Out of Bound Bugs </vt:lpstr>
      <vt:lpstr>Security Bugs </vt:lpstr>
      <vt:lpstr>Operating System Failures</vt:lpstr>
      <vt:lpstr>Operating System Failures  (Software Problems) </vt:lpstr>
      <vt:lpstr>Operating System Failures  ( Hardware Problems) </vt:lpstr>
      <vt:lpstr>On-line Transaction Processing (OLTP)</vt:lpstr>
      <vt:lpstr>On-line transaction processing  (OLTP) performance issues</vt:lpstr>
      <vt:lpstr>Distributed database issues</vt:lpstr>
      <vt:lpstr>Examples of Distributed Database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190</cp:revision>
  <dcterms:created xsi:type="dcterms:W3CDTF">2023-10-12T07:59:10Z</dcterms:created>
  <dcterms:modified xsi:type="dcterms:W3CDTF">2024-02-12T12:52:39Z</dcterms:modified>
</cp:coreProperties>
</file>