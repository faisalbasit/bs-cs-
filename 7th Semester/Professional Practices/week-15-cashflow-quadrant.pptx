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77" r:id="rId2"/>
    <p:sldId id="280" r:id="rId3"/>
    <p:sldId id="278" r:id="rId4"/>
    <p:sldId id="279" r:id="rId5"/>
    <p:sldId id="281" r:id="rId6"/>
    <p:sldId id="284" r:id="rId7"/>
    <p:sldId id="283" r:id="rId8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0387"/>
    <a:srgbClr val="2802C8"/>
    <a:srgbClr val="2268A8"/>
    <a:srgbClr val="144B8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34559" autoAdjust="0"/>
    <p:restoredTop sz="86380" autoAdjust="0"/>
  </p:normalViewPr>
  <p:slideViewPr>
    <p:cSldViewPr>
      <p:cViewPr varScale="1">
        <p:scale>
          <a:sx n="73" d="100"/>
          <a:sy n="73" d="100"/>
        </p:scale>
        <p:origin x="-1152" y="-102"/>
      </p:cViewPr>
      <p:guideLst>
        <p:guide orient="horz" pos="2160"/>
        <p:guide pos="3744"/>
      </p:guideLst>
    </p:cSldViewPr>
  </p:slideViewPr>
  <p:outlineViewPr>
    <p:cViewPr>
      <p:scale>
        <a:sx n="33" d="100"/>
        <a:sy n="33" d="100"/>
      </p:scale>
      <p:origin x="240" y="2992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2130426"/>
            <a:ext cx="1010412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886200"/>
            <a:ext cx="83210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4406901"/>
            <a:ext cx="101041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2906713"/>
            <a:ext cx="1010412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600201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600201"/>
            <a:ext cx="52501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35113"/>
            <a:ext cx="525224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" y="2174875"/>
            <a:ext cx="525224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3" y="1535113"/>
            <a:ext cx="52543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3" y="2174875"/>
            <a:ext cx="52543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1" y="273050"/>
            <a:ext cx="391080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65" y="273051"/>
            <a:ext cx="664527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1" y="1435101"/>
            <a:ext cx="391080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4" y="4800600"/>
            <a:ext cx="713232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4" y="612775"/>
            <a:ext cx="713232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4" y="5367338"/>
            <a:ext cx="713232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274639"/>
            <a:ext cx="267462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74639"/>
            <a:ext cx="782574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274638"/>
            <a:ext cx="106984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600201"/>
            <a:ext cx="106984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6356351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6356351"/>
            <a:ext cx="3764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6356351"/>
            <a:ext cx="2773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600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lvl="0" algn="l"/>
            <a:r>
              <a:rPr lang="en-US" sz="5400" b="1" dirty="0" smtClean="0">
                <a:solidFill>
                  <a:srgbClr val="2802C8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54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Cash flow Quadrant Explained</a:t>
            </a:r>
            <a:endParaRPr lang="en-US" sz="5400" dirty="0">
              <a:solidFill>
                <a:srgbClr val="260387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11506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solidFill>
                  <a:srgbClr val="2802C8"/>
                </a:solidFill>
                <a:latin typeface="Arial" pitchFamily="34" charset="0"/>
                <a:cs typeface="Arial" pitchFamily="34" charset="0"/>
              </a:rPr>
              <a:t>          </a:t>
            </a:r>
            <a:r>
              <a:rPr lang="en-US" sz="54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E - Employee</a:t>
            </a:r>
            <a:endParaRPr lang="en-US" sz="5400" dirty="0">
              <a:solidFill>
                <a:srgbClr val="26038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599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marL="514350" indent="-514350" algn="just">
              <a:buFont typeface="Wingdings" pitchFamily="2" charset="2"/>
              <a:buChar char="q"/>
            </a:pP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E quadrant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belongs to employee who has a job. This is where most    people earn their income. Employee can make little or lot of money, but when employee stops working, or  when the business stops, their income stops too.</a:t>
            </a:r>
          </a:p>
          <a:p>
            <a:pPr marL="514350" indent="-514350"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An Employee financial destiny, security  and  freedom is based upon the success of their employer.</a:t>
            </a:r>
          </a:p>
          <a:p>
            <a:pPr marL="514350" indent="-514350" algn="just">
              <a:buFont typeface="Wingdings" pitchFamily="2" charset="2"/>
              <a:buChar char="q"/>
            </a:pP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Low Level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Middle Level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Top Level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600" b="1" dirty="0" smtClean="0">
              <a:solidFill>
                <a:srgbClr val="260387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buNone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600" dirty="0" smtClean="0">
                <a:latin typeface="Arial" pitchFamily="34" charset="0"/>
                <a:cs typeface="Arial" pitchFamily="34" charset="0"/>
              </a:rPr>
            </a:br>
            <a:r>
              <a:rPr lang="en-US" sz="2600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pPr marL="514350" indent="-514350">
              <a:buNone/>
            </a:pP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Wingdings" pitchFamily="2" charset="2"/>
              <a:buAutoNum type="arabicPeriod"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6000" b="1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54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S – Self Employed</a:t>
            </a:r>
            <a:endParaRPr lang="en-US" sz="5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599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3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S quadrant 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includes those people who prefer to work for themselves and prefer to be their own boss.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Include dentist, lawyers, restaurant owners, insurance agents, property agents, sales person etc..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Many self employed people generate large income and obviously they do have lot of control than an employee but when they stop working, their income also stops.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Means in the </a:t>
            </a:r>
            <a:r>
              <a:rPr lang="en-US" sz="23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long run lead to tiredness and fatigue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4800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48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B – Business Owner</a:t>
            </a:r>
            <a:endParaRPr lang="en-US" sz="48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599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B quadrant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own a system and lead or supervise people, system automatically runs and owner of system or business earns money with out constant involvement.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Sometimes same type of business could be run by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S owners and B owners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 Example:- If a person plead a case in court belongs to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S quadrant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and if he owns a law firm and junior counsel plead belong to </a:t>
            </a:r>
            <a:r>
              <a:rPr lang="en-US" sz="26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B quadrant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         I – Investors</a:t>
            </a:r>
            <a:endParaRPr lang="en-US" sz="48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599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b="1" dirty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4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 quadrant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belongs to people who own assets that produce income, investors in this quadrant have usually accumulated money earned from one or more of the other three quadrants.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Also called passive income. This obviously lead to greater growth in less hard work and obviously have more financial freedom.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Those people 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Example:- share holders, business traders, property investors, social media influencer. </a:t>
            </a:r>
            <a:endParaRPr lang="en-US" sz="2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en-US" sz="4800" b="1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Best Quotes for Investment</a:t>
            </a:r>
            <a:endParaRPr lang="en-US" sz="48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599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Investing in yourself is the best investment you will ever make. It won’t only     improve your life but also improve the life of your companions. </a:t>
            </a:r>
            <a:r>
              <a:rPr lang="en-US" sz="24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(Robin Sharma)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Improve your hard skills, middle skills,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oft skills.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If you have talent no one can take it or steal if or snatch it from you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(Warren Buffet).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The best investment is the invest in yourself, the more you learn more you earn. 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(Warren Buffet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Your career is the engine of your wealth.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 (Warren Buffet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Given a 10% chance of 100 times payoff , you should take that bet every time. </a:t>
            </a:r>
            <a:r>
              <a:rPr lang="en-US" sz="2300" dirty="0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(Jeff Bezos, Former President and CEO of Amazon)</a:t>
            </a: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600"/>
            <a:ext cx="11582400" cy="4800600"/>
          </a:xfrm>
          <a:noFill/>
          <a:ln w="38100" cmpd="sng"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11582400" cy="106680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lvl="0" algn="l"/>
            <a:r>
              <a:rPr lang="en-US" sz="5400" b="1" smtClean="0">
                <a:solidFill>
                  <a:srgbClr val="260387"/>
                </a:solidFill>
                <a:latin typeface="Arial" pitchFamily="34" charset="0"/>
                <a:cs typeface="Arial" pitchFamily="34" charset="0"/>
              </a:rPr>
              <a:t>              summary </a:t>
            </a:r>
            <a:endParaRPr lang="en-US" sz="5400" dirty="0">
              <a:solidFill>
                <a:srgbClr val="260387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11506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2599</TotalTime>
  <Words>449</Words>
  <Application>Microsoft Office PowerPoint</Application>
  <PresentationFormat>Custom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  Cash flow Quadrant Explained</vt:lpstr>
      <vt:lpstr>          E - Employee</vt:lpstr>
      <vt:lpstr>    S – Self Employed</vt:lpstr>
      <vt:lpstr>     B – Business Owner</vt:lpstr>
      <vt:lpstr>         I – Investors</vt:lpstr>
      <vt:lpstr>         Best Quotes for Investment</vt:lpstr>
      <vt:lpstr>              summary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256</cp:revision>
  <dcterms:created xsi:type="dcterms:W3CDTF">2023-10-12T07:59:10Z</dcterms:created>
  <dcterms:modified xsi:type="dcterms:W3CDTF">2025-01-15T10:17:21Z</dcterms:modified>
</cp:coreProperties>
</file>