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74" r:id="rId22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15" autoAdjust="0"/>
    <p:restoredTop sz="94660"/>
  </p:normalViewPr>
  <p:slideViewPr>
    <p:cSldViewPr>
      <p:cViewPr varScale="1">
        <p:scale>
          <a:sx n="68" d="100"/>
          <a:sy n="68" d="100"/>
        </p:scale>
        <p:origin x="-864" y="-96"/>
      </p:cViewPr>
      <p:guideLst>
        <p:guide orient="horz" pos="2160"/>
        <p:guide pos="374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4F12-7F55-4EE2-A832-F284432F2B1A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412AE-8F67-4BC5-91DD-088A048550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3048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83080" y="2819400"/>
            <a:ext cx="832104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2085" y="2420112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91540" y="381000"/>
            <a:ext cx="1010412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70195" y="1026375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92277" y="1527048"/>
            <a:ext cx="1105509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1905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98121" y="2286000"/>
            <a:ext cx="11483035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2085" y="142352"/>
            <a:ext cx="11483035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956" y="2743202"/>
            <a:ext cx="8424228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98121" y="2438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533400"/>
            <a:ext cx="1010412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8560" y="640994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5932006" y="1575654"/>
            <a:ext cx="11598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92277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240780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59436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18872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98121" y="1371600"/>
            <a:ext cx="11483035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89702" y="6391656"/>
            <a:ext cx="11483035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8" y="1524000"/>
            <a:ext cx="5252245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28730" y="1524000"/>
            <a:ext cx="5254308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96240" y="6409944"/>
            <a:ext cx="46558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98121" y="128016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92277" y="2471383"/>
            <a:ext cx="5254143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240780" y="2471383"/>
            <a:ext cx="525018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646420" y="1042419"/>
            <a:ext cx="594360" cy="441325"/>
          </a:xfrm>
        </p:spPr>
        <p:txBody>
          <a:bodyPr/>
          <a:lstStyle>
            <a:lvl1pPr algn="ctr">
              <a:defRPr/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46420" y="1036022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8121" y="158496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547360" y="6324600"/>
            <a:ext cx="79248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98121" y="152400"/>
            <a:ext cx="11483035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914400"/>
            <a:ext cx="307086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5300" y="1981203"/>
            <a:ext cx="307086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061460" y="685800"/>
            <a:ext cx="733044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398264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8121" y="152400"/>
            <a:ext cx="11483035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0488" y="5029200"/>
            <a:ext cx="762762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900488" y="609600"/>
            <a:ext cx="762762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990600"/>
            <a:ext cx="316992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4598" y="640498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659783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113520" y="0"/>
            <a:ext cx="277368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165189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891625" y="2925763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9014461" y="3020251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0685" y="3009904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240" y="304800"/>
            <a:ext cx="851916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08820" y="304804"/>
            <a:ext cx="18821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118872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528560" y="6404984"/>
            <a:ext cx="3958437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338D26A-531F-4A0F-A30D-3D4014FA1F1E}" type="datetimeFigureOut">
              <a:rPr lang="en-US" smtClean="0"/>
              <a:pPr/>
              <a:t>12/3/2023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96240" y="6410848"/>
            <a:ext cx="465582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98121" y="1276743"/>
            <a:ext cx="1148303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646420" y="1040177"/>
            <a:ext cx="59436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92277" y="1524000"/>
            <a:ext cx="1109472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667000"/>
            <a:ext cx="10363200" cy="3505200"/>
          </a:xfrm>
        </p:spPr>
        <p:txBody>
          <a:bodyPr>
            <a:normAutofit/>
          </a:bodyPr>
          <a:lstStyle/>
          <a:p>
            <a:pPr algn="l">
              <a:defRPr/>
            </a:pPr>
            <a:endParaRPr lang="en-US" sz="2000" b="0" dirty="0" smtClean="0">
              <a:latin typeface="Arial" pitchFamily="34" charset="0"/>
              <a:cs typeface="Arial" pitchFamily="34" charset="0"/>
            </a:endParaRP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Program and software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uses of software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misuses of software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Different Scenarios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Software development risks</a:t>
            </a:r>
          </a:p>
          <a:p>
            <a:pPr algn="l">
              <a:buFont typeface="Wingdings" pitchFamily="2" charset="2"/>
              <a:buChar char="q"/>
              <a:defRPr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381000"/>
            <a:ext cx="11506200" cy="1676400"/>
          </a:xfrm>
        </p:spPr>
        <p:txBody>
          <a:bodyPr>
            <a:noAutofit/>
          </a:bodyPr>
          <a:lstStyle/>
          <a:p>
            <a:pPr algn="l"/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fr-FR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Professional Practices- week3</a:t>
            </a:r>
            <a:r>
              <a:rPr lang="fr-FR" altLang="en-US" sz="40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fr-FR" altLang="en-US" sz="4000" b="1" dirty="0" smtClean="0">
                <a:latin typeface="Arial" pitchFamily="34" charset="0"/>
                <a:cs typeface="Arial" pitchFamily="34" charset="0"/>
              </a:rPr>
            </a:br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Software </a:t>
            </a:r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uses,Mis uses</a:t>
            </a:r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, Software </a:t>
            </a:r>
            <a:b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 Development risks</a:t>
            </a:r>
            <a:endParaRPr lang="fr-FR" altLang="en-US" sz="40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381000"/>
            <a:ext cx="167640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sz="3200" b="1" dirty="0" smtClean="0">
                <a:solidFill>
                  <a:srgbClr val="C00000"/>
                </a:solidFill>
              </a:rPr>
              <a:t>   </a:t>
            </a:r>
            <a:r>
              <a:rPr lang="en-US" alt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Computer Program &amp; Computer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11734800" cy="52578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Computer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Program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:- A computer program is a sequence or  set of instructions  in  a programming language for a computer to execute.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one component of software, it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is a set of ordered and sequential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instructions given to a computer.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  computer  program  is  written  in  a computer language e.g. C++,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Java, Python etc.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Computer Software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:-   Software  is   a  set  of  instructions, data  or programs used to operate computers and execute specific tasks.</a:t>
            </a:r>
          </a:p>
          <a:p>
            <a:pPr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Uses of a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599"/>
            <a:ext cx="11429999" cy="5334001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u="sng" dirty="0" smtClean="0">
                <a:latin typeface="Arial" pitchFamily="34" charset="0"/>
                <a:cs typeface="Arial" pitchFamily="34" charset="0"/>
              </a:rPr>
              <a:t>Uses of Software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:-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Software Produces results at high speed.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It Produces accurate results i.e. without errors.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Prevents from fraud.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Help to store and retrieve databases.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Increases employees productivity.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Examples of software systems are Ms-word, Ms Excel, Power point,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Human Resource,  Payroll,  Inventory control,  Financial Accounting,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Production Control, Library systems etc.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84034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Misuses of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1143000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Misuse includes using such software developed by somebody else or using pirated software. This is against copyright act.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Many people or organizations  which  develop a  software  issue  a license. If somebody wants to use it, the licence agreement  has  to be signed.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Software  is  an  intellectual  property   of  an individual or software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house who creates it.  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778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Software Development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11430000" cy="4800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Software development involves many kinds of internal and external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risks.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Detecting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software  risks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crucial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to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create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 quality product 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meet goals.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For  software  developers,  it's  important  to   understand  potential  software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development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risks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so that you can effectively respond to 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4905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List of Software Development Risks</a:t>
            </a:r>
            <a:endParaRPr lang="en-US" alt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524000"/>
            <a:ext cx="11425398" cy="4857751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Code issues.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Aggressive deadlines.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Inaccurate estimations.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Low productivity.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Budget issues.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Poor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risk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management.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List of Software Development Risks </a:t>
            </a:r>
            <a:r>
              <a:rPr lang="en-US" altLang="en-US" sz="4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698480" cy="4421188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Inadequate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project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management.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Change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in project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scope.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Stakeholders issues.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How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users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respond.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Project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team members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leaving.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External risks.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Software Development Risks - Code issues</a:t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alt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600200"/>
            <a:ext cx="11425398" cy="485298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Avoid poor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quality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code, inconsistent coding style,   lack of  code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documentation. 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Use object oriented technique. 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Issues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with code may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include :- syntax error, logical error, runtime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error.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You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can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remove this type of risk by:</a:t>
            </a:r>
          </a:p>
          <a:p>
            <a:pPr marL="0" indent="0" algn="just"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- Perform Manual and automation testing where needed.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- Resolving syntax, logical error, runtime error when they're found.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- Creating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coding standards for software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developers.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itchFamily="2" charset="2"/>
              <a:buChar char="q"/>
              <a:defRPr/>
            </a:pPr>
            <a:endParaRPr lang="en-US" sz="2800" b="1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 bwMode="auto">
          <a:xfrm>
            <a:off x="304800" y="-30161"/>
            <a:ext cx="11201400" cy="86836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Software Development Risks - Aggressive deadlines</a:t>
            </a:r>
            <a:br>
              <a:rPr lang="en-US" altLang="en-US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sz="3200" b="1" dirty="0" smtClean="0"/>
              <a:t> </a:t>
            </a:r>
            <a:endParaRPr lang="en-US" altLang="en-US" sz="32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11353800" cy="4800600"/>
          </a:xfrm>
        </p:spPr>
        <p:txBody>
          <a:bodyPr/>
          <a:lstStyle/>
          <a:p>
            <a:pPr>
              <a:defRPr/>
            </a:pPr>
            <a:endParaRPr lang="en-US" dirty="0" smtClean="0"/>
          </a:p>
          <a:p>
            <a:pPr algn="just">
              <a:buFont typeface="Wingdings" pitchFamily="2" charset="2"/>
              <a:buChar char="q"/>
              <a:defRPr/>
            </a:pPr>
            <a:r>
              <a:rPr lang="en-US" dirty="0" smtClean="0"/>
              <a:t>Sometimes</a:t>
            </a:r>
            <a:r>
              <a:rPr lang="en-US" dirty="0"/>
              <a:t>, software development projects have tight </a:t>
            </a:r>
            <a:r>
              <a:rPr lang="en-US" dirty="0" smtClean="0"/>
              <a:t>deadlines and the teams </a:t>
            </a:r>
            <a:r>
              <a:rPr lang="en-US" dirty="0"/>
              <a:t>may be unable to meet these </a:t>
            </a:r>
            <a:r>
              <a:rPr lang="en-US" dirty="0" smtClean="0"/>
              <a:t>deadlines 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dirty="0" smtClean="0"/>
              <a:t>You </a:t>
            </a:r>
            <a:r>
              <a:rPr lang="en-US" dirty="0"/>
              <a:t>can </a:t>
            </a:r>
            <a:r>
              <a:rPr lang="en-US" dirty="0" smtClean="0"/>
              <a:t>handle </a:t>
            </a:r>
            <a:r>
              <a:rPr lang="en-US" dirty="0"/>
              <a:t>this risk by creating a thorough project plan that allows you to set realistic </a:t>
            </a:r>
            <a:r>
              <a:rPr lang="en-US" dirty="0" smtClean="0"/>
              <a:t>deadlines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Inaccurate estimations</a:t>
            </a:r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GB" alt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11430000" cy="478155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Inaccurate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estimations of costs, deadlines and outcomes can cause software development projects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not to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meet the expectations of customers. </a:t>
            </a: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To solve this problem, you have to discuss the risks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by clarifying the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chances of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your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estimations with the clients/end-users.</a:t>
            </a:r>
          </a:p>
          <a:p>
            <a:pPr>
              <a:buNone/>
              <a:defRPr/>
            </a:pP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Use Ms project to schedule your tasks.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Low productivity</a:t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GB" alt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828800"/>
            <a:ext cx="11430000" cy="4552951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Sometimes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, software development teams may struggle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with produ-  ctivity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, which can happen because of delays, employee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stress etc.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This can be overcome by using following techniques:-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- Creating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well-designed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project plan to lower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stress.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- Communicating  effectively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about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project  details  and problems.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- Find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 great leader who can motivate and manage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the team.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Low productivity (continues)</a:t>
            </a:r>
            <a:endParaRPr lang="en-GB" altLang="en-US" sz="4000" b="1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11201400" cy="4497389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Use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the SMART technique to set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goals. SMART stands for :- </a:t>
            </a:r>
          </a:p>
          <a:p>
            <a:pPr marL="0" indent="0">
              <a:buFont typeface="Wingdings" pitchFamily="2" charset="2"/>
              <a:buChar char="q"/>
              <a:defRPr/>
            </a:pP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Specific.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Measurable. 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Attainable.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Realistic.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Timely.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altLang="en-US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Budget issues</a:t>
            </a:r>
            <a:endParaRPr lang="en-GB" altLang="en-US" sz="4000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11277600" cy="4192589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Software  development  budgets  can  change  as  project scopes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change i.e. the cost plays an important role.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It's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important to monitor projects so that they don't go over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budget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Be  sure  to  adjust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your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project  plan  and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budget whenever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any 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changes occur in the scope of the project.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altLang="en-US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Poor risk management</a:t>
            </a:r>
            <a:endParaRPr lang="en-GB" altLang="en-US" sz="4000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11353800" cy="46482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>
                <a:latin typeface="Arial" pitchFamily="34" charset="0"/>
                <a:cs typeface="Arial" pitchFamily="34" charset="0"/>
              </a:rPr>
              <a:t>Poor risk management can be a risk itself. </a:t>
            </a: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Good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risk management is essential for software development teams to spot risks and effectively respond to them. You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can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improve your risk management by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:-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Identifying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potential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risks.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Calculating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the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probability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of each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risk.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Creating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risk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elimination plans.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Carefully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monitoring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risks.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altLang="en-US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Inadequate project management</a:t>
            </a:r>
            <a:endParaRPr lang="en-GB" altLang="en-US" sz="4000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11277600" cy="46482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Good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project management is important to the success of a project, as it can result in clear goals, expectations, timeframes and deadlines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You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can improve your project management by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:-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  - Hiring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good project manager.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  - Developing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 project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plan.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  - Utilizing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project management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software.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  - Having a clear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communication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with all stakeholders.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GB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Change in project scope</a:t>
            </a:r>
            <a:endParaRPr lang="en-GB" sz="4000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524000"/>
            <a:ext cx="10698480" cy="44973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Change in project scope means doing vast changes or changing scope completely than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it was initially. </a:t>
            </a: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This can affect project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deadlines and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costs involved.</a:t>
            </a:r>
          </a:p>
          <a:p>
            <a:pPr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This problem can be overcome by separating  your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project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in to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manageable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segments, managing each segment and  reviewing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the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scope from time to time.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Stakeholders Issues</a:t>
            </a:r>
            <a:endParaRPr lang="en-GB" sz="4000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11277600" cy="4572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>
                <a:latin typeface="Arial" pitchFamily="34" charset="0"/>
                <a:cs typeface="Arial" pitchFamily="34" charset="0"/>
              </a:rPr>
              <a:t>Stakeholders can have large effects on the success of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projects.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Stakeholders do not take sufficient interest in the project.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They also have more expectations.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It's  important  to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communicate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with stakeholders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effectively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and frequently so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that they understand software development projects and engage with your software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development process. </a:t>
            </a: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How users respond</a:t>
            </a:r>
            <a:endParaRPr lang="en-GB" sz="4000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11201400" cy="4344989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success of a project directly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depends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on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how  many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users purchase and adopt the software, so user response is extremely important.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You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can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cover up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this risk by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:-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Testing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software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thoroughly.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Sending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surveys to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users.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Conducting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focus groups to gather information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about users.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Project team members leaving</a:t>
            </a:r>
            <a:r>
              <a:rPr lang="en-US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</a:br>
            <a:endParaRPr lang="en-US" sz="4000" b="1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11277600" cy="47244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When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team members leave software development projects, it can be hard to replace their skills,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expertise  and  project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background. </a:t>
            </a: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You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can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recover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this risk by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:-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Documenting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the details of your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project.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Creating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 training program for new team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members.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Asking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employees who are leaving to prepare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transition 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   plans.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12493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External risks</a:t>
            </a:r>
            <a:endParaRPr lang="en-US" sz="4000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11277600" cy="4724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These include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unpredictable factors like changes in laws, economic shifts and natural disasters. </a:t>
            </a: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It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can be challenging to avoid external risks,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but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there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are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actions you can take to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minimize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them. </a:t>
            </a: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  - Obtaining insurance.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Staying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informed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on  software  development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laws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and  current 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   events.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 - Natural disasters are  not  in  your  control  but  keep backups of 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   your software in separate buildings.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6000" dirty="0" smtClean="0">
                <a:latin typeface="Arial" pitchFamily="34" charset="0"/>
                <a:cs typeface="Arial" pitchFamily="34" charset="0"/>
              </a:rPr>
              <a:t>                   </a:t>
            </a:r>
            <a:r>
              <a:rPr lang="en-US" sz="96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END</a:t>
            </a:r>
            <a:endParaRPr lang="en-US" sz="9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2017</TotalTime>
  <Words>793</Words>
  <Application>Microsoft Office PowerPoint</Application>
  <PresentationFormat>Custom</PresentationFormat>
  <Paragraphs>113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Civic</vt:lpstr>
      <vt:lpstr>       Professional Practices- week3    Software uses,Mis uses, Software                Development risks</vt:lpstr>
      <vt:lpstr>   Computer Program &amp; Computer Software</vt:lpstr>
      <vt:lpstr>Uses of a Software</vt:lpstr>
      <vt:lpstr>Misuses of Software</vt:lpstr>
      <vt:lpstr>Software Development Risks</vt:lpstr>
      <vt:lpstr>List of Software Development Risks</vt:lpstr>
      <vt:lpstr>List of Software Development Risks cont…</vt:lpstr>
      <vt:lpstr>Software Development Risks - Code issues </vt:lpstr>
      <vt:lpstr>Software Development Risks - Aggressive deadlines  </vt:lpstr>
      <vt:lpstr>Inaccurate estimations </vt:lpstr>
      <vt:lpstr>Low productivity </vt:lpstr>
      <vt:lpstr>Low productivity (continues)</vt:lpstr>
      <vt:lpstr>Budget issues</vt:lpstr>
      <vt:lpstr>Poor risk management</vt:lpstr>
      <vt:lpstr>Inadequate project management</vt:lpstr>
      <vt:lpstr>Change in project scope</vt:lpstr>
      <vt:lpstr>Stakeholders Issues</vt:lpstr>
      <vt:lpstr>How users respond</vt:lpstr>
      <vt:lpstr>Project team members leaving </vt:lpstr>
      <vt:lpstr>External risks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 Week 1- Profession</dc:title>
  <dc:creator>Faraz Khan</dc:creator>
  <cp:lastModifiedBy>Faraz Khan</cp:lastModifiedBy>
  <cp:revision>196</cp:revision>
  <dcterms:created xsi:type="dcterms:W3CDTF">2023-10-12T07:59:10Z</dcterms:created>
  <dcterms:modified xsi:type="dcterms:W3CDTF">2023-12-03T14:14:29Z</dcterms:modified>
</cp:coreProperties>
</file>