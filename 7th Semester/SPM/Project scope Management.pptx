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6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45C66A3-C19C-4821-887E-186FA6A32CCE}"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D69907-C4B3-432C-86EA-9DCA0261D7B2}" type="slidenum">
              <a:rPr lang="en-US" smtClean="0"/>
              <a:t>‹#›</a:t>
            </a:fld>
            <a:endParaRPr lang="en-US"/>
          </a:p>
        </p:txBody>
      </p:sp>
    </p:spTree>
    <p:extLst>
      <p:ext uri="{BB962C8B-B14F-4D97-AF65-F5344CB8AC3E}">
        <p14:creationId xmlns:p14="http://schemas.microsoft.com/office/powerpoint/2010/main" val="2131662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45C66A3-C19C-4821-887E-186FA6A32CCE}"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D69907-C4B3-432C-86EA-9DCA0261D7B2}" type="slidenum">
              <a:rPr lang="en-US" smtClean="0"/>
              <a:t>‹#›</a:t>
            </a:fld>
            <a:endParaRPr lang="en-US"/>
          </a:p>
        </p:txBody>
      </p:sp>
    </p:spTree>
    <p:extLst>
      <p:ext uri="{BB962C8B-B14F-4D97-AF65-F5344CB8AC3E}">
        <p14:creationId xmlns:p14="http://schemas.microsoft.com/office/powerpoint/2010/main" val="3093573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45C66A3-C19C-4821-887E-186FA6A32CCE}"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D69907-C4B3-432C-86EA-9DCA0261D7B2}" type="slidenum">
              <a:rPr lang="en-US" smtClean="0"/>
              <a:t>‹#›</a:t>
            </a:fld>
            <a:endParaRPr lang="en-US"/>
          </a:p>
        </p:txBody>
      </p:sp>
    </p:spTree>
    <p:extLst>
      <p:ext uri="{BB962C8B-B14F-4D97-AF65-F5344CB8AC3E}">
        <p14:creationId xmlns:p14="http://schemas.microsoft.com/office/powerpoint/2010/main" val="1659200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45C66A3-C19C-4821-887E-186FA6A32CCE}" type="datetimeFigureOut">
              <a:rPr lang="en-US" smtClean="0"/>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D69907-C4B3-432C-86EA-9DCA0261D7B2}" type="slidenum">
              <a:rPr lang="en-US" smtClean="0"/>
              <a:t>‹#›</a:t>
            </a:fld>
            <a:endParaRPr lang="en-US"/>
          </a:p>
        </p:txBody>
      </p:sp>
    </p:spTree>
    <p:extLst>
      <p:ext uri="{BB962C8B-B14F-4D97-AF65-F5344CB8AC3E}">
        <p14:creationId xmlns:p14="http://schemas.microsoft.com/office/powerpoint/2010/main" val="1775942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45C66A3-C19C-4821-887E-186FA6A32CCE}" type="datetimeFigureOut">
              <a:rPr lang="en-US" smtClean="0"/>
              <a:t>11/4/2024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D69907-C4B3-432C-86EA-9DCA0261D7B2}" type="slidenum">
              <a:rPr lang="en-US" smtClean="0"/>
              <a:t>‹#›</a:t>
            </a:fld>
            <a:endParaRPr lang="en-US"/>
          </a:p>
        </p:txBody>
      </p:sp>
    </p:spTree>
    <p:extLst>
      <p:ext uri="{BB962C8B-B14F-4D97-AF65-F5344CB8AC3E}">
        <p14:creationId xmlns:p14="http://schemas.microsoft.com/office/powerpoint/2010/main" val="4008615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45C66A3-C19C-4821-887E-186FA6A32CCE}" type="datetimeFigureOut">
              <a:rPr lang="en-US" smtClean="0"/>
              <a:t>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D69907-C4B3-432C-86EA-9DCA0261D7B2}" type="slidenum">
              <a:rPr lang="en-US" smtClean="0"/>
              <a:t>‹#›</a:t>
            </a:fld>
            <a:endParaRPr lang="en-US"/>
          </a:p>
        </p:txBody>
      </p:sp>
    </p:spTree>
    <p:extLst>
      <p:ext uri="{BB962C8B-B14F-4D97-AF65-F5344CB8AC3E}">
        <p14:creationId xmlns:p14="http://schemas.microsoft.com/office/powerpoint/2010/main" val="3634711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5C66A3-C19C-4821-887E-186FA6A32CCE}" type="datetimeFigureOut">
              <a:rPr lang="en-US" smtClean="0"/>
              <a:t>11/4/2024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BD69907-C4B3-432C-86EA-9DCA0261D7B2}" type="slidenum">
              <a:rPr lang="en-US" smtClean="0"/>
              <a:t>‹#›</a:t>
            </a:fld>
            <a:endParaRPr lang="en-US"/>
          </a:p>
        </p:txBody>
      </p:sp>
    </p:spTree>
    <p:extLst>
      <p:ext uri="{BB962C8B-B14F-4D97-AF65-F5344CB8AC3E}">
        <p14:creationId xmlns:p14="http://schemas.microsoft.com/office/powerpoint/2010/main" val="816177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45C66A3-C19C-4821-887E-186FA6A32CCE}" type="datetimeFigureOut">
              <a:rPr lang="en-US" smtClean="0"/>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D69907-C4B3-432C-86EA-9DCA0261D7B2}" type="slidenum">
              <a:rPr lang="en-US" smtClean="0"/>
              <a:t>‹#›</a:t>
            </a:fld>
            <a:endParaRPr lang="en-US"/>
          </a:p>
        </p:txBody>
      </p:sp>
    </p:spTree>
    <p:extLst>
      <p:ext uri="{BB962C8B-B14F-4D97-AF65-F5344CB8AC3E}">
        <p14:creationId xmlns:p14="http://schemas.microsoft.com/office/powerpoint/2010/main" val="676761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45C66A3-C19C-4821-887E-186FA6A32CCE}" type="datetimeFigureOut">
              <a:rPr lang="en-US" smtClean="0"/>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D69907-C4B3-432C-86EA-9DCA0261D7B2}" type="slidenum">
              <a:rPr lang="en-US" smtClean="0"/>
              <a:t>‹#›</a:t>
            </a:fld>
            <a:endParaRPr lang="en-US"/>
          </a:p>
        </p:txBody>
      </p:sp>
    </p:spTree>
    <p:extLst>
      <p:ext uri="{BB962C8B-B14F-4D97-AF65-F5344CB8AC3E}">
        <p14:creationId xmlns:p14="http://schemas.microsoft.com/office/powerpoint/2010/main" val="3477019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45C66A3-C19C-4821-887E-186FA6A32CCE}"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D69907-C4B3-432C-86EA-9DCA0261D7B2}" type="slidenum">
              <a:rPr lang="en-US" smtClean="0"/>
              <a:t>‹#›</a:t>
            </a:fld>
            <a:endParaRPr lang="en-US"/>
          </a:p>
        </p:txBody>
      </p:sp>
    </p:spTree>
    <p:extLst>
      <p:ext uri="{BB962C8B-B14F-4D97-AF65-F5344CB8AC3E}">
        <p14:creationId xmlns:p14="http://schemas.microsoft.com/office/powerpoint/2010/main" val="356796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45C66A3-C19C-4821-887E-186FA6A32CCE}"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D69907-C4B3-432C-86EA-9DCA0261D7B2}" type="slidenum">
              <a:rPr lang="en-US" smtClean="0"/>
              <a:t>‹#›</a:t>
            </a:fld>
            <a:endParaRPr lang="en-US"/>
          </a:p>
        </p:txBody>
      </p:sp>
    </p:spTree>
    <p:extLst>
      <p:ext uri="{BB962C8B-B14F-4D97-AF65-F5344CB8AC3E}">
        <p14:creationId xmlns:p14="http://schemas.microsoft.com/office/powerpoint/2010/main" val="632868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5C66A3-C19C-4821-887E-186FA6A32CCE}" type="datetimeFigureOut">
              <a:rPr lang="en-US" smtClean="0"/>
              <a:t>11/4/2024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D69907-C4B3-432C-86EA-9DCA0261D7B2}" type="slidenum">
              <a:rPr lang="en-US" smtClean="0"/>
              <a:t>‹#›</a:t>
            </a:fld>
            <a:endParaRPr lang="en-US"/>
          </a:p>
        </p:txBody>
      </p:sp>
    </p:spTree>
    <p:extLst>
      <p:ext uri="{BB962C8B-B14F-4D97-AF65-F5344CB8AC3E}">
        <p14:creationId xmlns:p14="http://schemas.microsoft.com/office/powerpoint/2010/main" val="729804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hyperlink" Target="https://www.youtube.com/watch?v=VlsobpC8GOY" TargetMode="Externa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hyperlink" Target="https://www.youtube.com/watch?v=-T6JhbbBI7I"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4" name="Picture 3"/>
          <p:cNvPicPr>
            <a:picLocks noChangeAspect="1"/>
          </p:cNvPicPr>
          <p:nvPr/>
        </p:nvPicPr>
        <p:blipFill>
          <a:blip r:embed="rId2"/>
          <a:stretch>
            <a:fillRect/>
          </a:stretch>
        </p:blipFill>
        <p:spPr>
          <a:xfrm>
            <a:off x="1031575" y="216589"/>
            <a:ext cx="10128849" cy="2776777"/>
          </a:xfrm>
          <a:prstGeom prst="rect">
            <a:avLst/>
          </a:prstGeom>
        </p:spPr>
      </p:pic>
      <p:pic>
        <p:nvPicPr>
          <p:cNvPr id="5" name="Picture 4"/>
          <p:cNvPicPr>
            <a:picLocks noChangeAspect="1"/>
          </p:cNvPicPr>
          <p:nvPr/>
        </p:nvPicPr>
        <p:blipFill>
          <a:blip r:embed="rId3"/>
          <a:stretch>
            <a:fillRect/>
          </a:stretch>
        </p:blipFill>
        <p:spPr>
          <a:xfrm>
            <a:off x="2713187" y="3097871"/>
            <a:ext cx="5695950" cy="2905125"/>
          </a:xfrm>
          <a:prstGeom prst="rect">
            <a:avLst/>
          </a:prstGeom>
        </p:spPr>
      </p:pic>
    </p:spTree>
    <p:extLst>
      <p:ext uri="{BB962C8B-B14F-4D97-AF65-F5344CB8AC3E}">
        <p14:creationId xmlns:p14="http://schemas.microsoft.com/office/powerpoint/2010/main" val="8245813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838200" y="775120"/>
            <a:ext cx="5876925" cy="2676525"/>
          </a:xfrm>
          <a:prstGeom prst="rect">
            <a:avLst/>
          </a:prstGeom>
        </p:spPr>
      </p:pic>
      <p:pic>
        <p:nvPicPr>
          <p:cNvPr id="5" name="Picture 4"/>
          <p:cNvPicPr>
            <a:picLocks noChangeAspect="1"/>
          </p:cNvPicPr>
          <p:nvPr/>
        </p:nvPicPr>
        <p:blipFill>
          <a:blip r:embed="rId3"/>
          <a:stretch>
            <a:fillRect/>
          </a:stretch>
        </p:blipFill>
        <p:spPr>
          <a:xfrm>
            <a:off x="7237786" y="449203"/>
            <a:ext cx="3238500" cy="3095625"/>
          </a:xfrm>
          <a:prstGeom prst="rect">
            <a:avLst/>
          </a:prstGeom>
        </p:spPr>
      </p:pic>
    </p:spTree>
    <p:extLst>
      <p:ext uri="{BB962C8B-B14F-4D97-AF65-F5344CB8AC3E}">
        <p14:creationId xmlns:p14="http://schemas.microsoft.com/office/powerpoint/2010/main" val="41778361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62012" y="690562"/>
            <a:ext cx="10467975" cy="5476875"/>
          </a:xfrm>
          <a:prstGeom prst="rect">
            <a:avLst/>
          </a:prstGeom>
        </p:spPr>
      </p:pic>
    </p:spTree>
    <p:extLst>
      <p:ext uri="{BB962C8B-B14F-4D97-AF65-F5344CB8AC3E}">
        <p14:creationId xmlns:p14="http://schemas.microsoft.com/office/powerpoint/2010/main" val="230765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a:stretch>
            <a:fillRect/>
          </a:stretch>
        </p:blipFill>
        <p:spPr>
          <a:xfrm>
            <a:off x="540588" y="339156"/>
            <a:ext cx="10034228" cy="3397340"/>
          </a:xfrm>
          <a:prstGeom prst="rect">
            <a:avLst/>
          </a:prstGeom>
        </p:spPr>
      </p:pic>
      <p:pic>
        <p:nvPicPr>
          <p:cNvPr id="5" name="Picture 4"/>
          <p:cNvPicPr>
            <a:picLocks noChangeAspect="1"/>
          </p:cNvPicPr>
          <p:nvPr/>
        </p:nvPicPr>
        <p:blipFill>
          <a:blip r:embed="rId3"/>
          <a:stretch>
            <a:fillRect/>
          </a:stretch>
        </p:blipFill>
        <p:spPr>
          <a:xfrm>
            <a:off x="838200" y="3762465"/>
            <a:ext cx="971550" cy="323850"/>
          </a:xfrm>
          <a:prstGeom prst="rect">
            <a:avLst/>
          </a:prstGeom>
        </p:spPr>
      </p:pic>
      <p:pic>
        <p:nvPicPr>
          <p:cNvPr id="7" name="Picture 6"/>
          <p:cNvPicPr>
            <a:picLocks noChangeAspect="1"/>
          </p:cNvPicPr>
          <p:nvPr/>
        </p:nvPicPr>
        <p:blipFill>
          <a:blip r:embed="rId4"/>
          <a:stretch>
            <a:fillRect/>
          </a:stretch>
        </p:blipFill>
        <p:spPr>
          <a:xfrm>
            <a:off x="6811543" y="3762465"/>
            <a:ext cx="4247522" cy="2786423"/>
          </a:xfrm>
          <a:prstGeom prst="rect">
            <a:avLst/>
          </a:prstGeom>
        </p:spPr>
      </p:pic>
      <p:sp>
        <p:nvSpPr>
          <p:cNvPr id="9" name="Content Placeholder 8"/>
          <p:cNvSpPr>
            <a:spLocks noGrp="1"/>
          </p:cNvSpPr>
          <p:nvPr>
            <p:ph idx="1"/>
          </p:nvPr>
        </p:nvSpPr>
        <p:spPr/>
        <p:txBody>
          <a:bodyPr/>
          <a:lstStyle/>
          <a:p>
            <a:endParaRPr lang="en-US"/>
          </a:p>
        </p:txBody>
      </p:sp>
    </p:spTree>
    <p:extLst>
      <p:ext uri="{BB962C8B-B14F-4D97-AF65-F5344CB8AC3E}">
        <p14:creationId xmlns:p14="http://schemas.microsoft.com/office/powerpoint/2010/main" val="22358553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241340" y="365125"/>
            <a:ext cx="6829425" cy="5057775"/>
          </a:xfrm>
          <a:prstGeom prst="rect">
            <a:avLst/>
          </a:prstGeom>
        </p:spPr>
      </p:pic>
    </p:spTree>
    <p:extLst>
      <p:ext uri="{BB962C8B-B14F-4D97-AF65-F5344CB8AC3E}">
        <p14:creationId xmlns:p14="http://schemas.microsoft.com/office/powerpoint/2010/main" val="957226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61987" y="852487"/>
            <a:ext cx="10868025" cy="5153025"/>
          </a:xfrm>
          <a:prstGeom prst="rect">
            <a:avLst/>
          </a:prstGeom>
        </p:spPr>
      </p:pic>
    </p:spTree>
    <p:extLst>
      <p:ext uri="{BB962C8B-B14F-4D97-AF65-F5344CB8AC3E}">
        <p14:creationId xmlns:p14="http://schemas.microsoft.com/office/powerpoint/2010/main" val="3126271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38200" y="598188"/>
            <a:ext cx="10448925" cy="5057775"/>
          </a:xfrm>
          <a:prstGeom prst="rect">
            <a:avLst/>
          </a:prstGeom>
        </p:spPr>
      </p:pic>
    </p:spTree>
    <p:extLst>
      <p:ext uri="{BB962C8B-B14F-4D97-AF65-F5344CB8AC3E}">
        <p14:creationId xmlns:p14="http://schemas.microsoft.com/office/powerpoint/2010/main" val="1755035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447675" y="196161"/>
            <a:ext cx="10906125" cy="2790825"/>
          </a:xfrm>
          <a:prstGeom prst="rect">
            <a:avLst/>
          </a:prstGeom>
        </p:spPr>
      </p:pic>
      <p:pic>
        <p:nvPicPr>
          <p:cNvPr id="5" name="Picture 4"/>
          <p:cNvPicPr>
            <a:picLocks noChangeAspect="1"/>
          </p:cNvPicPr>
          <p:nvPr/>
        </p:nvPicPr>
        <p:blipFill>
          <a:blip r:embed="rId3"/>
          <a:stretch>
            <a:fillRect/>
          </a:stretch>
        </p:blipFill>
        <p:spPr>
          <a:xfrm>
            <a:off x="838200" y="3155950"/>
            <a:ext cx="8810625" cy="876300"/>
          </a:xfrm>
          <a:prstGeom prst="rect">
            <a:avLst/>
          </a:prstGeom>
        </p:spPr>
      </p:pic>
      <p:pic>
        <p:nvPicPr>
          <p:cNvPr id="6" name="Picture 5"/>
          <p:cNvPicPr>
            <a:picLocks noChangeAspect="1"/>
          </p:cNvPicPr>
          <p:nvPr/>
        </p:nvPicPr>
        <p:blipFill>
          <a:blip r:embed="rId4"/>
          <a:stretch>
            <a:fillRect/>
          </a:stretch>
        </p:blipFill>
        <p:spPr>
          <a:xfrm>
            <a:off x="838200" y="4032250"/>
            <a:ext cx="6705600" cy="876300"/>
          </a:xfrm>
          <a:prstGeom prst="rect">
            <a:avLst/>
          </a:prstGeom>
        </p:spPr>
      </p:pic>
      <p:sp>
        <p:nvSpPr>
          <p:cNvPr id="7" name="Rectangle 6"/>
          <p:cNvSpPr/>
          <p:nvPr/>
        </p:nvSpPr>
        <p:spPr>
          <a:xfrm>
            <a:off x="3032208" y="6245781"/>
            <a:ext cx="5609997" cy="369332"/>
          </a:xfrm>
          <a:prstGeom prst="rect">
            <a:avLst/>
          </a:prstGeom>
        </p:spPr>
        <p:txBody>
          <a:bodyPr wrap="none">
            <a:spAutoFit/>
          </a:bodyPr>
          <a:lstStyle/>
          <a:p>
            <a:r>
              <a:rPr lang="en-US" dirty="0" smtClean="0">
                <a:hlinkClick r:id="rId5"/>
              </a:rPr>
              <a:t>SE 28: Project Scope Management | Software Engineering</a:t>
            </a:r>
            <a:endParaRPr lang="en-US" dirty="0"/>
          </a:p>
        </p:txBody>
      </p:sp>
    </p:spTree>
    <p:extLst>
      <p:ext uri="{BB962C8B-B14F-4D97-AF65-F5344CB8AC3E}">
        <p14:creationId xmlns:p14="http://schemas.microsoft.com/office/powerpoint/2010/main" val="3381386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Scenario:</a:t>
            </a:r>
            <a:r>
              <a:rPr lang="en-US" dirty="0"/>
              <a:t> Your project is almost complete, but several stakeholders are pushing for additional features that were not part of the original project scope. Adding these features would likely delay the project by a month.</a:t>
            </a:r>
            <a:endParaRPr lang="en-US" sz="2400" dirty="0"/>
          </a:p>
          <a:p>
            <a:pPr lvl="0"/>
            <a:r>
              <a:rPr lang="en-US" b="1" dirty="0"/>
              <a:t>Questions:</a:t>
            </a:r>
            <a:endParaRPr lang="en-US" sz="2400" dirty="0"/>
          </a:p>
          <a:p>
            <a:pPr marL="971550" lvl="1" indent="-514350">
              <a:buFont typeface="+mj-lt"/>
              <a:buAutoNum type="romanLcPeriod"/>
            </a:pPr>
            <a:r>
              <a:rPr lang="en-US" dirty="0"/>
              <a:t>How would you handle these requests while keeping the project on track?</a:t>
            </a:r>
            <a:endParaRPr lang="en-US" sz="2000" dirty="0"/>
          </a:p>
          <a:p>
            <a:pPr marL="971550" lvl="1" indent="-514350">
              <a:buFont typeface="+mj-lt"/>
              <a:buAutoNum type="romanLcPeriod"/>
            </a:pPr>
            <a:r>
              <a:rPr lang="en-US" dirty="0"/>
              <a:t>What measures would you implement to prevent scope creep in future projects?</a:t>
            </a:r>
            <a:endParaRPr lang="en-US" sz="2000" dirty="0"/>
          </a:p>
          <a:p>
            <a:pPr marL="971550" lvl="1" indent="-514350">
              <a:buFont typeface="+mj-lt"/>
              <a:buAutoNum type="romanLcPeriod"/>
            </a:pPr>
            <a:r>
              <a:rPr lang="en-US" dirty="0"/>
              <a:t>Would you consider adjusting the project timeline or rejecting the additional features? Justify your decision.</a:t>
            </a:r>
            <a:endParaRPr lang="en-US" sz="2000" dirty="0"/>
          </a:p>
          <a:p>
            <a:pPr marL="0" indent="0">
              <a:buNone/>
            </a:pPr>
            <a:endParaRPr lang="en-US" dirty="0"/>
          </a:p>
        </p:txBody>
      </p:sp>
      <p:sp>
        <p:nvSpPr>
          <p:cNvPr id="4" name="Rectangle 3"/>
          <p:cNvSpPr/>
          <p:nvPr/>
        </p:nvSpPr>
        <p:spPr>
          <a:xfrm>
            <a:off x="2795032" y="6410228"/>
            <a:ext cx="5376985" cy="369332"/>
          </a:xfrm>
          <a:prstGeom prst="rect">
            <a:avLst/>
          </a:prstGeom>
        </p:spPr>
        <p:txBody>
          <a:bodyPr wrap="none">
            <a:spAutoFit/>
          </a:bodyPr>
          <a:lstStyle/>
          <a:p>
            <a:r>
              <a:rPr lang="en-US" dirty="0" smtClean="0">
                <a:hlinkClick r:id="rId2"/>
              </a:rPr>
              <a:t>SE 29: Work Breakdown Structure (WBS) with Examples</a:t>
            </a:r>
            <a:endParaRPr lang="en-US" dirty="0"/>
          </a:p>
        </p:txBody>
      </p:sp>
    </p:spTree>
    <p:extLst>
      <p:ext uri="{BB962C8B-B14F-4D97-AF65-F5344CB8AC3E}">
        <p14:creationId xmlns:p14="http://schemas.microsoft.com/office/powerpoint/2010/main" val="2768267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Scenario:</a:t>
            </a:r>
            <a:r>
              <a:rPr lang="en-US" dirty="0"/>
              <a:t> The project has been delivered on time and within budget, but initial feedback from the client suggests that they are not satisfied with the product's usability and features.</a:t>
            </a:r>
            <a:endParaRPr lang="en-US" sz="2400" dirty="0"/>
          </a:p>
          <a:p>
            <a:pPr lvl="0"/>
            <a:r>
              <a:rPr lang="en-US" b="1" dirty="0"/>
              <a:t>Questions:</a:t>
            </a:r>
            <a:endParaRPr lang="en-US" sz="2400" dirty="0"/>
          </a:p>
          <a:p>
            <a:pPr marL="971550" lvl="1" indent="-514350">
              <a:buFont typeface="+mj-lt"/>
              <a:buAutoNum type="romanLcPeriod"/>
            </a:pPr>
            <a:r>
              <a:rPr lang="en-US" dirty="0"/>
              <a:t>How would you handle this feedback to improve client satisfaction?</a:t>
            </a:r>
            <a:endParaRPr lang="en-US" sz="2000" dirty="0"/>
          </a:p>
          <a:p>
            <a:pPr marL="971550" lvl="1" indent="-514350">
              <a:buFont typeface="+mj-lt"/>
              <a:buAutoNum type="romanLcPeriod"/>
            </a:pPr>
            <a:r>
              <a:rPr lang="en-US" dirty="0"/>
              <a:t>What steps would you take to ensure that similar issues do not occur in future projects?</a:t>
            </a:r>
            <a:endParaRPr lang="en-US" sz="2000" dirty="0"/>
          </a:p>
          <a:p>
            <a:pPr marL="971550" lvl="1" indent="-514350">
              <a:buFont typeface="+mj-lt"/>
              <a:buAutoNum type="romanLcPeriod"/>
            </a:pPr>
            <a:r>
              <a:rPr lang="en-US" dirty="0"/>
              <a:t>Would you offer additional services or support to improve the usability of the product? Why or why not?</a:t>
            </a:r>
            <a:endParaRPr lang="en-US" sz="2000" dirty="0"/>
          </a:p>
          <a:p>
            <a:pPr marL="0" indent="0">
              <a:buNone/>
            </a:pPr>
            <a:endParaRPr lang="en-US" dirty="0"/>
          </a:p>
        </p:txBody>
      </p:sp>
    </p:spTree>
    <p:extLst>
      <p:ext uri="{BB962C8B-B14F-4D97-AF65-F5344CB8AC3E}">
        <p14:creationId xmlns:p14="http://schemas.microsoft.com/office/powerpoint/2010/main" val="29734413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185</Words>
  <Application>Microsoft Office PowerPoint</Application>
  <PresentationFormat>Widescreen</PresentationFormat>
  <Paragraphs>12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12</cp:revision>
  <dcterms:created xsi:type="dcterms:W3CDTF">2024-11-04T04:26:21Z</dcterms:created>
  <dcterms:modified xsi:type="dcterms:W3CDTF">2024-11-04T05:22:03Z</dcterms:modified>
</cp:coreProperties>
</file>