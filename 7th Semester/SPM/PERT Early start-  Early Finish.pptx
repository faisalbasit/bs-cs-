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59" r:id="rId5"/>
    <p:sldId id="267" r:id="rId6"/>
    <p:sldId id="263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44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7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6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8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9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58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7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1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5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E1940-D42C-4A9D-8EBD-7551B39EC39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AA22-9E2C-4015-999C-B3224F26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10" y="139375"/>
            <a:ext cx="4305300" cy="32778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15" y="514152"/>
            <a:ext cx="6210300" cy="22766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18345" y="6400073"/>
            <a:ext cx="4961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https://www.youtube.com/watch?v=4oDLMs11Exs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87" y="3918666"/>
            <a:ext cx="16408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ES</a:t>
            </a:r>
            <a:r>
              <a:rPr lang="en-US" dirty="0" smtClean="0"/>
              <a:t>: Early Start</a:t>
            </a:r>
          </a:p>
          <a:p>
            <a:r>
              <a:rPr lang="en-US" b="1" dirty="0" smtClean="0"/>
              <a:t>EF</a:t>
            </a:r>
            <a:r>
              <a:rPr lang="en-US" dirty="0" smtClean="0"/>
              <a:t>: Early finish</a:t>
            </a:r>
          </a:p>
          <a:p>
            <a:r>
              <a:rPr lang="en-US" b="1" dirty="0" smtClean="0"/>
              <a:t>Ls</a:t>
            </a:r>
            <a:r>
              <a:rPr lang="en-US" dirty="0" smtClean="0"/>
              <a:t>: Late start</a:t>
            </a:r>
          </a:p>
          <a:p>
            <a:r>
              <a:rPr lang="en-US" b="1" dirty="0" smtClean="0"/>
              <a:t>LF</a:t>
            </a:r>
            <a:r>
              <a:rPr lang="en-US" dirty="0" smtClean="0"/>
              <a:t>: Late finish</a:t>
            </a:r>
          </a:p>
          <a:p>
            <a:r>
              <a:rPr lang="en-US" b="1" dirty="0"/>
              <a:t>Act</a:t>
            </a:r>
            <a:r>
              <a:rPr lang="en-US" dirty="0"/>
              <a:t>. Activity</a:t>
            </a:r>
          </a:p>
          <a:p>
            <a:r>
              <a:rPr lang="en-US" b="1" dirty="0" err="1"/>
              <a:t>Du</a:t>
            </a:r>
            <a:r>
              <a:rPr lang="en-US" dirty="0" err="1"/>
              <a:t>r</a:t>
            </a:r>
            <a:r>
              <a:rPr lang="en-US" dirty="0"/>
              <a:t>. Duration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566030" y="2790825"/>
            <a:ext cx="240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Network diagram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317" y="3434485"/>
            <a:ext cx="9097992" cy="2982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05915" y="69011"/>
            <a:ext cx="5902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Forward and backward pass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1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511"/>
            <a:ext cx="10201275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131" y="4557574"/>
            <a:ext cx="16408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ES</a:t>
            </a:r>
            <a:r>
              <a:rPr lang="en-US" dirty="0" smtClean="0"/>
              <a:t>: Early Start</a:t>
            </a:r>
          </a:p>
          <a:p>
            <a:r>
              <a:rPr lang="en-US" b="1" dirty="0" smtClean="0"/>
              <a:t>EF</a:t>
            </a:r>
            <a:r>
              <a:rPr lang="en-US" dirty="0" smtClean="0"/>
              <a:t>: Early Finish</a:t>
            </a:r>
          </a:p>
          <a:p>
            <a:r>
              <a:rPr lang="en-US" b="1" dirty="0" smtClean="0"/>
              <a:t>Ls</a:t>
            </a:r>
            <a:r>
              <a:rPr lang="en-US" dirty="0" smtClean="0"/>
              <a:t>: Late start</a:t>
            </a:r>
          </a:p>
          <a:p>
            <a:r>
              <a:rPr lang="en-US" b="1" dirty="0" smtClean="0"/>
              <a:t>LF</a:t>
            </a:r>
            <a:r>
              <a:rPr lang="en-US" dirty="0" smtClean="0"/>
              <a:t>: Late finish</a:t>
            </a:r>
          </a:p>
          <a:p>
            <a:r>
              <a:rPr lang="en-US" b="1" dirty="0"/>
              <a:t>Act</a:t>
            </a:r>
            <a:r>
              <a:rPr lang="en-US" dirty="0"/>
              <a:t>. Activity</a:t>
            </a:r>
          </a:p>
          <a:p>
            <a:r>
              <a:rPr lang="en-US" b="1" dirty="0" err="1"/>
              <a:t>Du</a:t>
            </a:r>
            <a:r>
              <a:rPr lang="en-US" dirty="0" err="1"/>
              <a:t>r</a:t>
            </a:r>
            <a:r>
              <a:rPr lang="en-US" dirty="0"/>
              <a:t>. Duration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8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247650"/>
            <a:ext cx="10277475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7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04787"/>
            <a:ext cx="10401300" cy="6448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33362"/>
            <a:ext cx="9982200" cy="6391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9033" y="4557574"/>
            <a:ext cx="16408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ES</a:t>
            </a:r>
            <a:r>
              <a:rPr lang="en-US" dirty="0" smtClean="0"/>
              <a:t>: Early Start</a:t>
            </a:r>
          </a:p>
          <a:p>
            <a:r>
              <a:rPr lang="en-US" b="1" dirty="0" smtClean="0"/>
              <a:t>EF</a:t>
            </a:r>
            <a:r>
              <a:rPr lang="en-US" dirty="0" smtClean="0"/>
              <a:t>: Early </a:t>
            </a:r>
            <a:r>
              <a:rPr lang="en-US" dirty="0" err="1" smtClean="0"/>
              <a:t>finsh</a:t>
            </a:r>
            <a:endParaRPr lang="en-US" dirty="0" smtClean="0"/>
          </a:p>
          <a:p>
            <a:r>
              <a:rPr lang="en-US" b="1" dirty="0" smtClean="0"/>
              <a:t>Ls</a:t>
            </a:r>
            <a:r>
              <a:rPr lang="en-US" dirty="0" smtClean="0"/>
              <a:t>: Late start</a:t>
            </a:r>
          </a:p>
          <a:p>
            <a:r>
              <a:rPr lang="en-US" b="1" dirty="0" smtClean="0"/>
              <a:t>LF</a:t>
            </a:r>
            <a:r>
              <a:rPr lang="en-US" dirty="0" smtClean="0"/>
              <a:t>: Late finish</a:t>
            </a:r>
          </a:p>
          <a:p>
            <a:r>
              <a:rPr lang="en-US" b="1" dirty="0"/>
              <a:t>Act</a:t>
            </a:r>
            <a:r>
              <a:rPr lang="en-US" dirty="0"/>
              <a:t>. Activity</a:t>
            </a:r>
          </a:p>
          <a:p>
            <a:r>
              <a:rPr lang="en-US" b="1" dirty="0" err="1"/>
              <a:t>Dur</a:t>
            </a:r>
            <a:r>
              <a:rPr lang="en-US" dirty="0"/>
              <a:t>. Duration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6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661987"/>
            <a:ext cx="110871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3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3" y="365125"/>
            <a:ext cx="3076575" cy="421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4966" y="491706"/>
            <a:ext cx="711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Program Evaluation and Review Technique -PERT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822956"/>
              </p:ext>
            </p:extLst>
          </p:nvPr>
        </p:nvGraphicFramePr>
        <p:xfrm>
          <a:off x="846287" y="172532"/>
          <a:ext cx="8660919" cy="4226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889"/>
                <a:gridCol w="1322448"/>
                <a:gridCol w="991842"/>
                <a:gridCol w="1035170"/>
                <a:gridCol w="1009290"/>
                <a:gridCol w="1863306"/>
                <a:gridCol w="1362974"/>
              </a:tblGrid>
              <a:tr h="328306">
                <a:tc rowSpan="2">
                  <a:txBody>
                    <a:bodyPr/>
                    <a:lstStyle/>
                    <a:p>
                      <a:pPr algn="ctr" fontAlgn="t"/>
                      <a:endParaRPr lang="en-US" sz="1600" b="1" u="none" strike="noStrike" dirty="0" smtClean="0">
                        <a:effectLst/>
                      </a:endParaRPr>
                    </a:p>
                    <a:p>
                      <a:pPr algn="ctr" fontAlgn="t"/>
                      <a:endParaRPr lang="en-US" sz="1600" b="1" u="none" strike="noStrike" dirty="0" smtClean="0">
                        <a:effectLst/>
                      </a:endParaRPr>
                    </a:p>
                    <a:p>
                      <a:pPr algn="ctr" fontAlgn="t"/>
                      <a:r>
                        <a:rPr lang="en-US" sz="1600" b="1" u="none" strike="noStrike" dirty="0" smtClean="0">
                          <a:effectLst/>
                        </a:rPr>
                        <a:t>Activity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 rowSpan="2">
                  <a:txBody>
                    <a:bodyPr/>
                    <a:lstStyle/>
                    <a:p>
                      <a:pPr algn="ctr" fontAlgn="t"/>
                      <a:endParaRPr lang="en-US" sz="1600" b="1" u="none" strike="noStrike" dirty="0" smtClean="0">
                        <a:effectLst/>
                      </a:endParaRPr>
                    </a:p>
                    <a:p>
                      <a:pPr algn="ctr" fontAlgn="t"/>
                      <a:endParaRPr lang="en-US" sz="1600" b="1" u="none" strike="noStrike" dirty="0" smtClean="0">
                        <a:effectLst/>
                      </a:endParaRPr>
                    </a:p>
                    <a:p>
                      <a:pPr algn="ctr" fontAlgn="t"/>
                      <a:r>
                        <a:rPr lang="en-US" sz="1600" b="1" u="none" strike="noStrike" dirty="0" smtClean="0">
                          <a:effectLst/>
                        </a:rPr>
                        <a:t>Predecessor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Duration weeks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Mean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>
                          <a:effectLst/>
                        </a:rPr>
                        <a:t>Variance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</a:tr>
              <a:tr h="6155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Optimistic</a:t>
                      </a:r>
                      <a:endParaRPr lang="en-US" sz="1600" b="1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Most likely</a:t>
                      </a:r>
                      <a:endParaRPr lang="en-US" sz="1600" b="1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smtClean="0">
                          <a:solidFill>
                            <a:schemeClr val="accent2"/>
                          </a:solidFill>
                          <a:effectLst/>
                        </a:rPr>
                        <a:t>Pessimistic</a:t>
                      </a:r>
                      <a:endParaRPr lang="en-US" sz="1600" b="1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Expected duration</a:t>
                      </a:r>
                      <a:endParaRPr lang="en-US" sz="1600" b="1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0.111111111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0.444444444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0.111111111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1.777777778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1.777777778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E,F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3283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J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H,G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32" y="5027403"/>
            <a:ext cx="6686550" cy="14959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709" y="5027403"/>
            <a:ext cx="3774506" cy="15840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68883" y="4632385"/>
            <a:ext cx="325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Variance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2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981" y="257804"/>
            <a:ext cx="88392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3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428625"/>
            <a:ext cx="10106025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7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165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20</cp:revision>
  <dcterms:created xsi:type="dcterms:W3CDTF">2025-11-11T05:11:40Z</dcterms:created>
  <dcterms:modified xsi:type="dcterms:W3CDTF">2025-11-13T09:29:31Z</dcterms:modified>
</cp:coreProperties>
</file>