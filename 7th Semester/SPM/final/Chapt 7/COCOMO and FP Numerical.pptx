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18903" y="666205"/>
            <a:ext cx="875211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</a:rPr>
              <a:t>Let's assume a software project that involves developing a small accounting system. The project will have 50,000 lines of code (50 KLOC). The project is considered an organic project, meaning it is relatively simple, with well-known requirements and familiar technology</a:t>
            </a:r>
            <a:r>
              <a:rPr lang="en-US" sz="2400" b="1" dirty="0" smtClean="0">
                <a:solidFill>
                  <a:srgbClr val="FF0000"/>
                </a:solidFill>
              </a:rPr>
              <a:t>.</a:t>
            </a:r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Given:</a:t>
            </a:r>
          </a:p>
          <a:p>
            <a:pPr algn="just"/>
            <a:endParaRPr lang="en-US" b="1" dirty="0" smtClean="0"/>
          </a:p>
          <a:p>
            <a:pPr lvl="0"/>
            <a:r>
              <a:rPr lang="en-US" b="1" dirty="0"/>
              <a:t>KLOC</a:t>
            </a:r>
            <a:r>
              <a:rPr lang="en-US" dirty="0"/>
              <a:t> = 50 </a:t>
            </a:r>
            <a:endParaRPr lang="en-US" sz="1600" dirty="0"/>
          </a:p>
          <a:p>
            <a:pPr lvl="0"/>
            <a:r>
              <a:rPr lang="en-US" dirty="0"/>
              <a:t>Constants for Organic Model:</a:t>
            </a:r>
            <a:endParaRPr lang="en-US" sz="1600" dirty="0"/>
          </a:p>
          <a:p>
            <a:pPr lvl="1"/>
            <a:r>
              <a:rPr lang="en-US" dirty="0"/>
              <a:t>a=2.4</a:t>
            </a:r>
            <a:endParaRPr lang="en-US" sz="1200" dirty="0"/>
          </a:p>
          <a:p>
            <a:pPr lvl="1"/>
            <a:r>
              <a:rPr lang="en-US" dirty="0"/>
              <a:t>b=1.05</a:t>
            </a:r>
            <a:endParaRPr lang="en-US" sz="1200" dirty="0"/>
          </a:p>
          <a:p>
            <a:pPr lvl="1"/>
            <a:r>
              <a:rPr lang="en-US" dirty="0"/>
              <a:t>c=2.5</a:t>
            </a:r>
            <a:endParaRPr lang="en-US" sz="1200" dirty="0"/>
          </a:p>
          <a:p>
            <a:pPr lvl="1"/>
            <a:r>
              <a:rPr lang="en-US" dirty="0"/>
              <a:t>d=0.38</a:t>
            </a:r>
            <a:endParaRPr lang="en-US" sz="1200" dirty="0"/>
          </a:p>
          <a:p>
            <a:pPr algn="just"/>
            <a:endParaRPr lang="en-US" dirty="0"/>
          </a:p>
          <a:p>
            <a:pPr algn="just"/>
            <a:endParaRPr lang="en-US" sz="2400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351314" y="104503"/>
            <a:ext cx="402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COCOMO – Organic model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32043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141412" y="186228"/>
            <a:ext cx="4638675" cy="1171575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1412" y="1633107"/>
            <a:ext cx="4743450" cy="114300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1095465" y="3100133"/>
            <a:ext cx="4752975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968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659" y="2343150"/>
            <a:ext cx="5745752" cy="1409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59" y="0"/>
            <a:ext cx="5745752" cy="2343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60" y="3752850"/>
            <a:ext cx="5745752" cy="23431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5852" y="0"/>
            <a:ext cx="5577840" cy="1038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0388" y="1124931"/>
            <a:ext cx="5583304" cy="31813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0388" y="4306281"/>
            <a:ext cx="5583304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36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58664" y="1282700"/>
            <a:ext cx="4124325" cy="16287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35" y="107088"/>
            <a:ext cx="6565674" cy="30384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35" y="3142784"/>
            <a:ext cx="6565674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12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18" y="-48522"/>
            <a:ext cx="7871732" cy="11213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18" y="831216"/>
            <a:ext cx="7871732" cy="35718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818" y="4191000"/>
            <a:ext cx="7871732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1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94" y="233853"/>
            <a:ext cx="10273393" cy="2400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40" y="2757410"/>
            <a:ext cx="10401300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624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2" y="2812030"/>
            <a:ext cx="6467475" cy="1371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2" y="618518"/>
            <a:ext cx="599122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850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0" y="294668"/>
            <a:ext cx="7534277" cy="647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58" y="4269958"/>
            <a:ext cx="7534276" cy="14382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58" y="1088608"/>
            <a:ext cx="7534277" cy="31813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1744" y="1088608"/>
            <a:ext cx="3171825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172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95917" cy="3657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638550"/>
            <a:ext cx="8695917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931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421" y="3421061"/>
            <a:ext cx="6734175" cy="23431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21" y="115888"/>
            <a:ext cx="6734175" cy="1371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21" y="1639887"/>
            <a:ext cx="6734175" cy="16287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8825" y="1554161"/>
            <a:ext cx="3985941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6465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71</TotalTime>
  <Words>67</Words>
  <Application>Microsoft Office PowerPoint</Application>
  <PresentationFormat>Widescreen</PresentationFormat>
  <Paragraphs>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waqas</dc:creator>
  <cp:lastModifiedBy>waqas</cp:lastModifiedBy>
  <cp:revision>10</cp:revision>
  <dcterms:created xsi:type="dcterms:W3CDTF">2024-11-22T06:50:27Z</dcterms:created>
  <dcterms:modified xsi:type="dcterms:W3CDTF">2024-11-22T08:02:09Z</dcterms:modified>
</cp:coreProperties>
</file>