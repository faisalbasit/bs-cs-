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5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0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8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1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5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4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6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1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548B1-30F7-46EB-AA40-0825799274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18E1D-3D7D-41D2-9F61-0569F13A9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0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42581"/>
            <a:ext cx="7944929" cy="1314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382" y="2044054"/>
            <a:ext cx="6078388" cy="23771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61382" y="5961655"/>
            <a:ext cx="5051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https://www.youtube.com/watch?v=PfD4G4ZZAMA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2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653" y="352425"/>
            <a:ext cx="3629025" cy="2676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9973"/>
            <a:ext cx="4672821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0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272561"/>
              </p:ext>
            </p:extLst>
          </p:nvPr>
        </p:nvGraphicFramePr>
        <p:xfrm>
          <a:off x="772885" y="4271576"/>
          <a:ext cx="5133393" cy="859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1131"/>
                <a:gridCol w="1711131"/>
                <a:gridCol w="1711131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Organic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Small, simple projects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Payroll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Semi-Detached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 complexity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Compilers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Embedded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Complex, tight constraints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Real-time systems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0" y="0"/>
            <a:ext cx="110013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8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7" y="365125"/>
            <a:ext cx="10372725" cy="3326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071" y="3778286"/>
            <a:ext cx="4654390" cy="217875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541048"/>
              </p:ext>
            </p:extLst>
          </p:nvPr>
        </p:nvGraphicFramePr>
        <p:xfrm>
          <a:off x="949584" y="3692106"/>
          <a:ext cx="4891380" cy="2539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0460"/>
                <a:gridCol w="1630460"/>
                <a:gridCol w="1630460"/>
              </a:tblGrid>
              <a:tr h="6349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Mode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4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Organic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Small, simple projects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Payroll system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4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Semi-Detached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 complexity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Compilers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49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Embedded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Complex, tight constraints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Real-time systems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4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355794"/>
            <a:ext cx="103346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31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65" y="365125"/>
            <a:ext cx="81629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0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629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43" y="2744010"/>
            <a:ext cx="2586218" cy="5081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357" y="3331234"/>
            <a:ext cx="9810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8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6579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9199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680" y="2459954"/>
            <a:ext cx="40767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5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0781"/>
            <a:ext cx="1043652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7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224287"/>
            <a:ext cx="10501493" cy="645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519112"/>
            <a:ext cx="111923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29" y="365125"/>
            <a:ext cx="113061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3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26" y="365125"/>
            <a:ext cx="110394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7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91052"/>
            <a:ext cx="107537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5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365125"/>
            <a:ext cx="10963275" cy="539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3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45</Words>
  <Application>Microsoft Office PowerPoint</Application>
  <PresentationFormat>Widescreen</PresentationFormat>
  <Paragraphs>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22</cp:revision>
  <dcterms:created xsi:type="dcterms:W3CDTF">2024-11-19T16:31:06Z</dcterms:created>
  <dcterms:modified xsi:type="dcterms:W3CDTF">2025-12-18T09:42:18Z</dcterms:modified>
</cp:coreProperties>
</file>