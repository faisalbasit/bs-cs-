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8903" y="666205"/>
            <a:ext cx="87521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Let's assume a software project that involves developing a small accounting system. The project will have 50,000 lines of code (50 KLOC). The project is considered an organic project, meaning it is relatively simple, with well-known requirements and familiar technology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Given:</a:t>
            </a:r>
          </a:p>
          <a:p>
            <a:pPr algn="just"/>
            <a:endParaRPr lang="en-US" b="1" dirty="0" smtClean="0"/>
          </a:p>
          <a:p>
            <a:pPr lvl="0"/>
            <a:r>
              <a:rPr lang="en-US" b="1" dirty="0"/>
              <a:t>KLOC</a:t>
            </a:r>
            <a:r>
              <a:rPr lang="en-US" dirty="0"/>
              <a:t> = 50 </a:t>
            </a:r>
            <a:endParaRPr lang="en-US" sz="1600" dirty="0"/>
          </a:p>
          <a:p>
            <a:pPr lvl="0"/>
            <a:r>
              <a:rPr lang="en-US" dirty="0"/>
              <a:t>Constants for Organic Model:</a:t>
            </a:r>
            <a:endParaRPr lang="en-US" sz="1600" dirty="0"/>
          </a:p>
          <a:p>
            <a:pPr lvl="1"/>
            <a:r>
              <a:rPr lang="en-US" dirty="0"/>
              <a:t>a=2.4</a:t>
            </a:r>
            <a:endParaRPr lang="en-US" sz="1200" dirty="0"/>
          </a:p>
          <a:p>
            <a:pPr lvl="1"/>
            <a:r>
              <a:rPr lang="en-US" dirty="0"/>
              <a:t>b=1.05</a:t>
            </a:r>
            <a:endParaRPr lang="en-US" sz="1200" dirty="0"/>
          </a:p>
          <a:p>
            <a:pPr lvl="1"/>
            <a:r>
              <a:rPr lang="en-US" dirty="0"/>
              <a:t>c=2.5</a:t>
            </a:r>
            <a:endParaRPr lang="en-US" sz="1200" dirty="0"/>
          </a:p>
          <a:p>
            <a:pPr lvl="1"/>
            <a:r>
              <a:rPr lang="en-US" dirty="0"/>
              <a:t>d=0.38</a:t>
            </a:r>
            <a:endParaRPr lang="en-US" sz="1200" dirty="0"/>
          </a:p>
          <a:p>
            <a:pPr algn="just"/>
            <a:endParaRPr lang="en-US" dirty="0"/>
          </a:p>
          <a:p>
            <a:pPr algn="just"/>
            <a:endParaRPr lang="en-US" sz="2400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51314" y="104503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COCOMO – Organic model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3204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141412" y="186228"/>
            <a:ext cx="4638675" cy="117157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1412" y="1633107"/>
            <a:ext cx="4743450" cy="1143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095465" y="3100133"/>
            <a:ext cx="475297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6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59" y="2343150"/>
            <a:ext cx="5745752" cy="1409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9" y="0"/>
            <a:ext cx="5745752" cy="2343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60" y="3752850"/>
            <a:ext cx="5745752" cy="2343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852" y="0"/>
            <a:ext cx="5577840" cy="1038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388" y="1124931"/>
            <a:ext cx="5583304" cy="3181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388" y="4306281"/>
            <a:ext cx="5583304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3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8664" y="1282700"/>
            <a:ext cx="4124325" cy="1628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35" y="107088"/>
            <a:ext cx="6565674" cy="3038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35" y="3142784"/>
            <a:ext cx="6565674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209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37</TotalTime>
  <Words>67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waqas</dc:creator>
  <cp:lastModifiedBy>waqas</cp:lastModifiedBy>
  <cp:revision>5</cp:revision>
  <dcterms:created xsi:type="dcterms:W3CDTF">2024-11-22T06:50:27Z</dcterms:created>
  <dcterms:modified xsi:type="dcterms:W3CDTF">2024-11-22T07:28:24Z</dcterms:modified>
</cp:coreProperties>
</file>