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2"/>
    <p:sldId id="269" r:id="rId3"/>
    <p:sldId id="266" r:id="rId4"/>
    <p:sldId id="260" r:id="rId5"/>
    <p:sldId id="258" r:id="rId6"/>
    <p:sldId id="268" r:id="rId7"/>
    <p:sldId id="262" r:id="rId8"/>
    <p:sldId id="267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0983" y="1695601"/>
            <a:ext cx="8791575" cy="1655762"/>
          </a:xfrm>
        </p:spPr>
        <p:txBody>
          <a:bodyPr>
            <a:noAutofit/>
          </a:bodyPr>
          <a:lstStyle/>
          <a:p>
            <a:pPr marL="571500" indent="-571500" algn="just">
              <a:buFont typeface="+mj-lt"/>
              <a:buAutoNum type="romanLcPeriod"/>
            </a:pPr>
            <a:r>
              <a:rPr lang="en-US" sz="2800" dirty="0" smtClean="0">
                <a:solidFill>
                  <a:schemeClr val="tx1"/>
                </a:solidFill>
              </a:rPr>
              <a:t>A function point is a unit of measurement used to express the size and complexity of a software system.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sz="2800" dirty="0" smtClean="0">
                <a:solidFill>
                  <a:schemeClr val="tx1"/>
                </a:solidFill>
              </a:rPr>
              <a:t>Function points measure the functionality of a software system from a user’s perspective, focusing on the inputs, outputs, inquiries and data storage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12211" y="370936"/>
            <a:ext cx="52534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</a:rPr>
              <a:t>FUNCTION POINTS 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64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59457" y="1639020"/>
            <a:ext cx="1028268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US" sz="2400" dirty="0" smtClean="0"/>
              <a:t>To </a:t>
            </a:r>
            <a:r>
              <a:rPr lang="en-US" sz="2400" dirty="0"/>
              <a:t>measure software size in terms of user functionality.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400" dirty="0"/>
              <a:t>To estimate development effort, resources, and costs.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400" dirty="0"/>
              <a:t>To compare productivity across projects or teams.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400" dirty="0"/>
              <a:t>To assess maintenance complexity or ongoing support requirements.</a:t>
            </a:r>
          </a:p>
          <a:p>
            <a:pPr marL="400050" indent="-400050">
              <a:buFont typeface="+mj-lt"/>
              <a:buAutoNum type="romanLcPeriod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648310" y="362309"/>
            <a:ext cx="589184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Why Use Function Points?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846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accent3"/>
                </a:solidFill>
              </a:rPr>
              <a:t>Library Management system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8134" y="1747824"/>
            <a:ext cx="3916393" cy="2487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41413" y="1908194"/>
            <a:ext cx="323217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US" sz="2800" dirty="0"/>
              <a:t>Add books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800" dirty="0"/>
              <a:t>Search books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800" dirty="0"/>
              <a:t>Borrow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800" dirty="0"/>
              <a:t>Return Book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800" dirty="0"/>
              <a:t>Display book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7223" y="1737986"/>
            <a:ext cx="6193467" cy="4175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0050" indent="-400050">
              <a:buFont typeface="+mj-lt"/>
              <a:buAutoNum type="romanLcPeriod"/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900468" y="2097088"/>
            <a:ext cx="499469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US" sz="2800" dirty="0"/>
              <a:t>Inputs </a:t>
            </a:r>
            <a:r>
              <a:rPr lang="en-US" sz="2800" dirty="0" smtClean="0"/>
              <a:t>(</a:t>
            </a:r>
            <a:r>
              <a:rPr lang="en-US" sz="2800" dirty="0" err="1"/>
              <a:t>eg</a:t>
            </a:r>
            <a:r>
              <a:rPr lang="en-US" sz="2800" dirty="0"/>
              <a:t>. User </a:t>
            </a:r>
            <a:r>
              <a:rPr lang="en-US" sz="2800" dirty="0" err="1"/>
              <a:t>inputs,data</a:t>
            </a:r>
            <a:r>
              <a:rPr lang="en-US" sz="2800" dirty="0"/>
              <a:t> entry)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800" dirty="0" smtClean="0"/>
              <a:t>Outputs(e.g</a:t>
            </a:r>
            <a:r>
              <a:rPr lang="en-US" sz="2800" dirty="0"/>
              <a:t>. reports</a:t>
            </a:r>
            <a:r>
              <a:rPr lang="en-US" sz="2800" dirty="0" smtClean="0"/>
              <a:t>, screens</a:t>
            </a:r>
            <a:r>
              <a:rPr lang="en-US" sz="2800" dirty="0"/>
              <a:t>)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800" dirty="0"/>
              <a:t>Inquiries (</a:t>
            </a:r>
            <a:r>
              <a:rPr lang="en-US" sz="2800" dirty="0" err="1" smtClean="0"/>
              <a:t>e,g.Searches,queries</a:t>
            </a:r>
            <a:r>
              <a:rPr lang="en-US" sz="2800" dirty="0"/>
              <a:t>)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800" dirty="0"/>
              <a:t>Internal Logical Files(e.g. </a:t>
            </a:r>
            <a:r>
              <a:rPr lang="en-US" sz="2800" dirty="0" err="1"/>
              <a:t>databases,datastructures</a:t>
            </a:r>
            <a:endParaRPr lang="en-US" sz="2800" dirty="0"/>
          </a:p>
          <a:p>
            <a:pPr marL="400050" indent="-400050">
              <a:buFont typeface="+mj-lt"/>
              <a:buAutoNum type="romanLcPeriod"/>
            </a:pPr>
            <a:r>
              <a:rPr lang="en-US" sz="2800" dirty="0"/>
              <a:t>External Interfaces Files(</a:t>
            </a:r>
            <a:r>
              <a:rPr lang="en-US" sz="2800" dirty="0" err="1"/>
              <a:t>e.g</a:t>
            </a:r>
            <a:r>
              <a:rPr lang="en-US" sz="2800" dirty="0"/>
              <a:t>, Integration with other systems)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677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93" y="287456"/>
            <a:ext cx="10801350" cy="46958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893995" y="5961655"/>
            <a:ext cx="4885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https://www.youtube.com/watch?v=7xBcVtjmGwM</a:t>
            </a:r>
          </a:p>
        </p:txBody>
      </p:sp>
    </p:spTree>
    <p:extLst>
      <p:ext uri="{BB962C8B-B14F-4D97-AF65-F5344CB8AC3E}">
        <p14:creationId xmlns:p14="http://schemas.microsoft.com/office/powerpoint/2010/main" val="2620147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44" y="4441434"/>
            <a:ext cx="10744200" cy="495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74" y="870549"/>
            <a:ext cx="8896350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80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60" y="0"/>
            <a:ext cx="116682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8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660" y="680558"/>
            <a:ext cx="7263442" cy="448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2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84" y="161924"/>
            <a:ext cx="8648700" cy="43543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84" y="4507106"/>
            <a:ext cx="8648700" cy="20558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8313" y="2339105"/>
            <a:ext cx="2760453" cy="1966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238891" y="2475781"/>
            <a:ext cx="25534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Each GSC is rated on a scale from </a:t>
            </a:r>
            <a:r>
              <a:rPr lang="en-US" b="1" dirty="0">
                <a:solidFill>
                  <a:srgbClr val="FF0000"/>
                </a:solidFill>
              </a:rPr>
              <a:t>0 (no impact) to 5 (strong influence), </a:t>
            </a:r>
            <a:r>
              <a:rPr lang="en-US" dirty="0"/>
              <a:t>and their sum contributes to the </a:t>
            </a:r>
            <a:r>
              <a:rPr lang="en-US" b="1" dirty="0"/>
              <a:t>Value Adjustment Factor (VAF)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40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2" y="618518"/>
            <a:ext cx="10715625" cy="47720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49366" y="4990433"/>
            <a:ext cx="341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86364" y="5943600"/>
            <a:ext cx="48914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https://www.youtube.com/watch?v=bKwvzXQKBRo</a:t>
            </a:r>
          </a:p>
        </p:txBody>
      </p:sp>
    </p:spTree>
    <p:extLst>
      <p:ext uri="{BB962C8B-B14F-4D97-AF65-F5344CB8AC3E}">
        <p14:creationId xmlns:p14="http://schemas.microsoft.com/office/powerpoint/2010/main" val="398793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384" y="127599"/>
            <a:ext cx="5438775" cy="4791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155"/>
            <a:ext cx="6435306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9619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415</TotalTime>
  <Words>172</Words>
  <Application>Microsoft Office PowerPoint</Application>
  <PresentationFormat>Widescreen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Tw Cen MT</vt:lpstr>
      <vt:lpstr>Circuit</vt:lpstr>
      <vt:lpstr>PowerPoint Presentation</vt:lpstr>
      <vt:lpstr>PowerPoint Presentation</vt:lpstr>
      <vt:lpstr>Library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28</cp:revision>
  <dcterms:created xsi:type="dcterms:W3CDTF">2024-11-20T14:22:32Z</dcterms:created>
  <dcterms:modified xsi:type="dcterms:W3CDTF">2024-11-24T17:03:20Z</dcterms:modified>
</cp:coreProperties>
</file>