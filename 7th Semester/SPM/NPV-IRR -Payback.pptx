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89" d="100"/>
          <a:sy n="89" d="100"/>
        </p:scale>
        <p:origin x="46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4844A-2AC1-4DB7-A558-264E9E00D8DA}" type="datetimeFigureOut">
              <a:rPr lang="en-US" smtClean="0"/>
              <a:t>10/20/2024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40286-6145-480B-B5ED-9FE0A7A370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110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4844A-2AC1-4DB7-A558-264E9E00D8DA}" type="datetimeFigureOut">
              <a:rPr lang="en-US" smtClean="0"/>
              <a:t>10/20/2024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40286-6145-480B-B5ED-9FE0A7A370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983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4844A-2AC1-4DB7-A558-264E9E00D8DA}" type="datetimeFigureOut">
              <a:rPr lang="en-US" smtClean="0"/>
              <a:t>10/20/2024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40286-6145-480B-B5ED-9FE0A7A370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0082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4844A-2AC1-4DB7-A558-264E9E00D8DA}" type="datetimeFigureOut">
              <a:rPr lang="en-US" smtClean="0"/>
              <a:t>10/20/2024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40286-6145-480B-B5ED-9FE0A7A370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9970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4844A-2AC1-4DB7-A558-264E9E00D8DA}" type="datetimeFigureOut">
              <a:rPr lang="en-US" smtClean="0"/>
              <a:t>10/20/2024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40286-6145-480B-B5ED-9FE0A7A370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6102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4844A-2AC1-4DB7-A558-264E9E00D8DA}" type="datetimeFigureOut">
              <a:rPr lang="en-US" smtClean="0"/>
              <a:t>10/20/2024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40286-6145-480B-B5ED-9FE0A7A370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2509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4844A-2AC1-4DB7-A558-264E9E00D8DA}" type="datetimeFigureOut">
              <a:rPr lang="en-US" smtClean="0"/>
              <a:t>10/20/2024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40286-6145-480B-B5ED-9FE0A7A370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0751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4844A-2AC1-4DB7-A558-264E9E00D8DA}" type="datetimeFigureOut">
              <a:rPr lang="en-US" smtClean="0"/>
              <a:t>10/20/2024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40286-6145-480B-B5ED-9FE0A7A370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4433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4844A-2AC1-4DB7-A558-264E9E00D8DA}" type="datetimeFigureOut">
              <a:rPr lang="en-US" smtClean="0"/>
              <a:t>10/20/2024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40286-6145-480B-B5ED-9FE0A7A370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9151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4844A-2AC1-4DB7-A558-264E9E00D8DA}" type="datetimeFigureOut">
              <a:rPr lang="en-US" smtClean="0"/>
              <a:t>10/20/2024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40286-6145-480B-B5ED-9FE0A7A370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9539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4844A-2AC1-4DB7-A558-264E9E00D8DA}" type="datetimeFigureOut">
              <a:rPr lang="en-US" smtClean="0"/>
              <a:t>10/20/2024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40286-6145-480B-B5ED-9FE0A7A370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446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44844A-2AC1-4DB7-A558-264E9E00D8DA}" type="datetimeFigureOut">
              <a:rPr lang="en-US" smtClean="0"/>
              <a:t>10/20/2024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A40286-6145-480B-B5ED-9FE0A7A370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3673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youtube.com/watch?v=l1nIUKaoPRg" TargetMode="Externa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RbtTtofbFDM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youtube.com/watch?v=l1nIUKaoPRg" TargetMode="External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226" y="2271713"/>
            <a:ext cx="6400800" cy="30861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226" y="5562600"/>
            <a:ext cx="2771775" cy="12954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52199" y="-152745"/>
            <a:ext cx="3457783" cy="221967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9975" y="159026"/>
            <a:ext cx="9348581" cy="19079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785871" y="6002805"/>
            <a:ext cx="54691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hlinkClick r:id="rId6"/>
              </a:rPr>
              <a:t>Lec-11 NPV,IRR,-Payback |Capital Budgeting Exercise (Part-11) |BBA,MBA|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7410091" y="2363638"/>
            <a:ext cx="32262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>
                <a:solidFill>
                  <a:srgbClr val="FF0000"/>
                </a:solidFill>
              </a:rPr>
              <a:t>Payback</a:t>
            </a:r>
            <a:endParaRPr lang="en-US" sz="3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9656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48606"/>
            <a:ext cx="4438650" cy="49053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30060" y="552091"/>
            <a:ext cx="44080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smtClean="0">
                <a:solidFill>
                  <a:srgbClr val="FF0000"/>
                </a:solidFill>
              </a:rPr>
              <a:t>Net Present Value</a:t>
            </a:r>
            <a:endParaRPr lang="en-US" sz="3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01936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640" y="926171"/>
            <a:ext cx="10615614" cy="450532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777042" y="5853797"/>
            <a:ext cx="928202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hlinkClick r:id="rId3"/>
              </a:rPr>
              <a:t>Internal Rate of Return IRR With Example &amp; IRR Formula ? Hindi / Urdu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992038" y="172528"/>
            <a:ext cx="58832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FF0000"/>
                </a:solidFill>
              </a:rPr>
              <a:t>Internal Rate of Return (IRR)</a:t>
            </a:r>
            <a:endParaRPr lang="en-US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97647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170" y="1825625"/>
            <a:ext cx="2695575" cy="41052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170" y="895889"/>
            <a:ext cx="4029075" cy="66675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1595" y="2873855"/>
            <a:ext cx="2286450" cy="299085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7920" y="1825625"/>
            <a:ext cx="1076325" cy="44767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00623" y="819239"/>
            <a:ext cx="2562225" cy="36099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92038" y="172528"/>
            <a:ext cx="58832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FF0000"/>
                </a:solidFill>
              </a:rPr>
              <a:t>Internal Rate of Return (IRR)</a:t>
            </a:r>
            <a:endParaRPr lang="en-US" sz="2800" b="1" dirty="0">
              <a:solidFill>
                <a:srgbClr val="FF0000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13165" y="695748"/>
            <a:ext cx="3438525" cy="551497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931855" y="6087612"/>
            <a:ext cx="54691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hlinkClick r:id="rId8"/>
              </a:rPr>
              <a:t>Lec-11 NPV,IRR,-Payback |Capital Budgeting Exercise (Part-11) |BBA,MBA|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74754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60</Words>
  <Application>Microsoft Office PowerPoint</Application>
  <PresentationFormat>Widescreen</PresentationFormat>
  <Paragraphs>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dell</cp:lastModifiedBy>
  <cp:revision>11</cp:revision>
  <dcterms:created xsi:type="dcterms:W3CDTF">2024-10-20T15:38:53Z</dcterms:created>
  <dcterms:modified xsi:type="dcterms:W3CDTF">2024-10-20T16:36:58Z</dcterms:modified>
</cp:coreProperties>
</file>