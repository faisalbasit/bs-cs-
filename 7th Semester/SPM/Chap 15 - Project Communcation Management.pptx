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2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7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9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97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5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2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3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3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33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6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7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647AC-3214-47B3-9E92-69E15A0BA6F8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18E1C-8674-4BBD-9FDC-CC723F363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8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591" y="1604557"/>
            <a:ext cx="69151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9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69140" y="6541204"/>
            <a:ext cx="78988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https://www.youtube.com/watch?v=IbqInQyo_fo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8" y="-441333"/>
            <a:ext cx="9503923" cy="706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8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250"/>
            <a:ext cx="8058150" cy="1476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46" y="1825625"/>
            <a:ext cx="6286500" cy="42465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1087437"/>
            <a:ext cx="3943350" cy="26674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204" y="3754877"/>
            <a:ext cx="2879286" cy="258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1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66945" cy="5762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691" y="1"/>
            <a:ext cx="4920271" cy="3326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060" y="3326861"/>
            <a:ext cx="5281106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1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10</cp:revision>
  <dcterms:created xsi:type="dcterms:W3CDTF">2025-12-26T09:47:47Z</dcterms:created>
  <dcterms:modified xsi:type="dcterms:W3CDTF">2025-12-30T08:27:51Z</dcterms:modified>
</cp:coreProperties>
</file>