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23"/>
  </p:notesMasterIdLst>
  <p:sldIdLst>
    <p:sldId id="28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03625-972F-435B-AE43-DEFF362B29AE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A1015-7E9B-4E40-BFCB-FDE8A44C6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950D-1E0D-452C-8387-18DDD3872079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71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5D693-63D1-4A25-9085-00F0FE772BE3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892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2A286-D17D-427B-B584-272358D214B8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9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ED77A-8B6A-4D70-B23C-46E81D7C4A50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754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7F90-2A3C-4D1C-9BCC-1C09C436F171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47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16A56-A585-412B-9703-D4115662C268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57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B30FE-09EB-4879-AF02-AE7C4EDCD415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505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8D531-8451-48D0-BDA1-BFBC7C7F5659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34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CF3A-4B9A-4F28-B925-4ECCC32211EE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34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C50B-6F2E-47E4-B52D-6473A263422A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102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FBE3-4FE2-433A-9F7F-8B38FE37BCAB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4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0E438-E1E8-4989-BC52-FE5EDDD567CA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270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190" y="247650"/>
            <a:ext cx="6210300" cy="876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065" y="1350169"/>
            <a:ext cx="5924550" cy="581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840" y="2148681"/>
            <a:ext cx="571500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06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85" y="1037955"/>
            <a:ext cx="10067925" cy="431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83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019175"/>
            <a:ext cx="899160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2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1653" y="618517"/>
            <a:ext cx="9747849" cy="427265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82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000" y="485865"/>
            <a:ext cx="8943975" cy="4695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777" y="1668762"/>
            <a:ext cx="227647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16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8687" y="3282156"/>
            <a:ext cx="2714625" cy="14382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8" y="0"/>
            <a:ext cx="7886700" cy="3819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0678" y="11502"/>
            <a:ext cx="2447925" cy="16312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8" y="3904802"/>
            <a:ext cx="4110127" cy="131417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381939"/>
            <a:ext cx="5010150" cy="762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1088" y="2433142"/>
            <a:ext cx="2933700" cy="19917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6132" y="4561891"/>
            <a:ext cx="2443612" cy="213011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9215" y="1746107"/>
            <a:ext cx="2152650" cy="61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5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38" y="84136"/>
            <a:ext cx="7572375" cy="5981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248" y="1727439"/>
            <a:ext cx="35433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6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48" y="55561"/>
            <a:ext cx="1067752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192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98" y="701674"/>
            <a:ext cx="1079182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2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84" y="133259"/>
            <a:ext cx="7267575" cy="5038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123" y="1661304"/>
            <a:ext cx="32004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53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622" y="3502594"/>
            <a:ext cx="3980552" cy="28096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392" y="0"/>
            <a:ext cx="7724775" cy="350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0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401" y="2392727"/>
            <a:ext cx="9905998" cy="147857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DATA PREPOCESSING CODE IN PYTHON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14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74" y="317111"/>
            <a:ext cx="9950295" cy="11022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72" y="1419366"/>
            <a:ext cx="10865417" cy="5459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74" y="2067333"/>
            <a:ext cx="3738075" cy="2670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673" y="2412437"/>
            <a:ext cx="5034613" cy="4777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672" y="2890175"/>
            <a:ext cx="3615247" cy="365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25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73" y="183299"/>
            <a:ext cx="3761120" cy="4663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72" y="649677"/>
            <a:ext cx="8385643" cy="9198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71" y="1569492"/>
            <a:ext cx="3856655" cy="23665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570" y="3936076"/>
            <a:ext cx="4702817" cy="277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17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50" y="151484"/>
            <a:ext cx="3858038" cy="25935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0" y="2745014"/>
            <a:ext cx="5291053" cy="38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50" y="3129041"/>
            <a:ext cx="8844292" cy="11290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50" y="4258100"/>
            <a:ext cx="5173087" cy="246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9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38" y="263006"/>
            <a:ext cx="4579172" cy="626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2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2" y="344621"/>
            <a:ext cx="10375141" cy="537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0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03" y="522712"/>
            <a:ext cx="8773607" cy="583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7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738" y="608992"/>
            <a:ext cx="8454420" cy="54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65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41" y="265187"/>
            <a:ext cx="3048425" cy="2953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41" y="560502"/>
            <a:ext cx="9239747" cy="61598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023" y="3640417"/>
            <a:ext cx="3123154" cy="23257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0407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96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7C57CA2810B142B71A576F642CEA4B" ma:contentTypeVersion="0" ma:contentTypeDescription="Create a new document." ma:contentTypeScope="" ma:versionID="65f781a6ac94f6b40acb3e1816910f1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4772F9-7880-4880-A7F3-CB8FC52DAB2F}"/>
</file>

<file path=customXml/itemProps2.xml><?xml version="1.0" encoding="utf-8"?>
<ds:datastoreItem xmlns:ds="http://schemas.openxmlformats.org/officeDocument/2006/customXml" ds:itemID="{8FDE009C-40A7-48FF-8F44-1CFD7198A0A7}"/>
</file>

<file path=customXml/itemProps3.xml><?xml version="1.0" encoding="utf-8"?>
<ds:datastoreItem xmlns:ds="http://schemas.openxmlformats.org/officeDocument/2006/customXml" ds:itemID="{C6916A0E-F59C-4C93-8E6B-7DFCBC0B48E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3629</TotalTime>
  <Words>26</Words>
  <Application>Microsoft Office PowerPoint</Application>
  <PresentationFormat>Widescreen</PresentationFormat>
  <Paragraphs>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PREPOCESSING CODE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</dc:title>
  <dc:creator>Shardha Nand</dc:creator>
  <cp:lastModifiedBy>imtiazkhan1021@hotmail.com</cp:lastModifiedBy>
  <cp:revision>57</cp:revision>
  <dcterms:created xsi:type="dcterms:W3CDTF">2023-10-16T04:35:12Z</dcterms:created>
  <dcterms:modified xsi:type="dcterms:W3CDTF">2026-03-25T07:39:24Z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0x010100317C57CA2810B142B71A576F642CEA4B</vt:lpwstr>
  </property>
</Properties>
</file>