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3" r:id="rId2"/>
    <p:sldId id="263" r:id="rId3"/>
    <p:sldId id="278" r:id="rId4"/>
    <p:sldId id="274" r:id="rId5"/>
    <p:sldId id="275" r:id="rId6"/>
    <p:sldId id="276" r:id="rId7"/>
    <p:sldId id="27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87092" autoAdjust="0"/>
  </p:normalViewPr>
  <p:slideViewPr>
    <p:cSldViewPr>
      <p:cViewPr varScale="1">
        <p:scale>
          <a:sx n="74" d="100"/>
          <a:sy n="74" d="100"/>
        </p:scale>
        <p:origin x="12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="" xmlns:a16="http://schemas.microsoft.com/office/drawing/2014/main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Session 2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400" dirty="0" smtClean="0"/>
              <a:t>Statement Coverage and Test Coverage –Loops Example</a:t>
            </a:r>
            <a:endParaRPr lang="en-GB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3048000" cy="243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1800" dirty="0" smtClean="0"/>
              <a:t>WHILE LOOP</a:t>
            </a:r>
          </a:p>
          <a:p>
            <a:pPr>
              <a:buAutoNum type="arabicPlain"/>
            </a:pPr>
            <a:r>
              <a:rPr lang="en-GB" sz="1800" dirty="0" smtClean="0"/>
              <a:t>X=15</a:t>
            </a:r>
          </a:p>
          <a:p>
            <a:pPr>
              <a:buAutoNum type="arabicPlain"/>
            </a:pPr>
            <a:r>
              <a:rPr lang="en-GB" sz="1800" dirty="0" smtClean="0"/>
              <a:t>COUNT=0</a:t>
            </a:r>
          </a:p>
          <a:p>
            <a:pPr>
              <a:buAutoNum type="arabicPlain"/>
            </a:pPr>
            <a:r>
              <a:rPr lang="en-GB" sz="1800" dirty="0" smtClean="0"/>
              <a:t>WHILE X&lt;20    </a:t>
            </a:r>
          </a:p>
          <a:p>
            <a:pPr>
              <a:buAutoNum type="arabicPlain"/>
            </a:pPr>
            <a:r>
              <a:rPr lang="en-GB" sz="1800" dirty="0" smtClean="0"/>
              <a:t>   COUNT=COUNT+1</a:t>
            </a:r>
          </a:p>
          <a:p>
            <a:pPr>
              <a:buAutoNum type="arabicPlain"/>
            </a:pPr>
            <a:r>
              <a:rPr lang="en-GB" sz="1800" dirty="0" smtClean="0"/>
              <a:t>   X=X+1</a:t>
            </a:r>
          </a:p>
          <a:p>
            <a:pPr>
              <a:buAutoNum type="arabicPlain"/>
            </a:pPr>
            <a:r>
              <a:rPr lang="en-GB" sz="1800" dirty="0" smtClean="0"/>
              <a:t>END WHILE</a:t>
            </a:r>
          </a:p>
          <a:p>
            <a:pPr>
              <a:buAutoNum type="arabicPlain"/>
            </a:pP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914400"/>
            <a:ext cx="3735161" cy="1776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4724400" y="3276600"/>
            <a:ext cx="3048000" cy="251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endParaRPr lang="en-GB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LOOP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AutoNum type="arabicPlain"/>
            </a:pPr>
            <a:r>
              <a:rPr lang="en-GB" dirty="0" smtClean="0"/>
              <a:t> COUNT=0</a:t>
            </a:r>
            <a:endParaRPr kumimoji="0" lang="en-GB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AutoNum type="arabicPlain"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GB" dirty="0" smtClean="0"/>
              <a:t>FOR X=15 TO 20</a:t>
            </a:r>
            <a:endParaRPr kumimoji="0" lang="en-GB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COUNT=COUNT+1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X=X+1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FOR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3200400"/>
            <a:ext cx="30480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/>
              <a:t>DO WHILE LOOP</a:t>
            </a:r>
            <a:endParaRPr kumimoji="0" lang="en-GB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X=15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COUNT=0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lang="en-GB" dirty="0" smtClean="0"/>
              <a:t>DO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COUNT=COUNT+1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X=X+1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AutoNum type="arabicPlain"/>
            </a:pPr>
            <a:r>
              <a:rPr lang="en-GB" dirty="0" smtClean="0"/>
              <a:t>WHILE X&lt;20</a:t>
            </a:r>
            <a:endParaRPr kumimoji="0" lang="en-GB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WHILE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AutoNum type="arabicPlain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Statement Coverage and Test Coverage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US" sz="1800" dirty="0" smtClean="0"/>
              <a:t>If you are flying with </a:t>
            </a:r>
            <a:r>
              <a:rPr lang="en-US" sz="1800" b="1" dirty="0" smtClean="0"/>
              <a:t>an economy ticket</a:t>
            </a:r>
            <a:r>
              <a:rPr lang="en-US" sz="1800" dirty="0" smtClean="0"/>
              <a:t>, there is a possibility that you may </a:t>
            </a:r>
            <a:r>
              <a:rPr lang="en-US" sz="1800" b="1" dirty="0" smtClean="0"/>
              <a:t>get upgraded to business class</a:t>
            </a:r>
            <a:r>
              <a:rPr lang="en-US" sz="1800" dirty="0" smtClean="0"/>
              <a:t>, </a:t>
            </a:r>
            <a:r>
              <a:rPr lang="en-US" sz="1800" b="1" dirty="0" smtClean="0"/>
              <a:t>especially if you hold a gold card</a:t>
            </a:r>
            <a:r>
              <a:rPr lang="en-US" sz="1800" dirty="0" smtClean="0"/>
              <a:t> in the airline's frequent flier program. </a:t>
            </a:r>
            <a:r>
              <a:rPr lang="en-US" sz="1800" b="1" dirty="0" smtClean="0"/>
              <a:t>If you don't hold a gold card, there is a possibility that you will get 'bumped' off the flight if it is full and you check in late?</a:t>
            </a:r>
            <a:r>
              <a:rPr lang="en-US" sz="1800" dirty="0" smtClean="0"/>
              <a:t> This is shown in following flow chart. Note that each box (i.e. statement) has been numbered.</a:t>
            </a:r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33600"/>
            <a:ext cx="6294755" cy="37810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33400" y="60960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GENERATE TEST DATA FOR MAXIMUM DECISION COVERAGE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Statement Coverage and Test Coverage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400" dirty="0" smtClean="0"/>
          </a:p>
          <a:p>
            <a:r>
              <a:rPr lang="en-US" sz="2800" dirty="0" smtClean="0"/>
              <a:t>Generate </a:t>
            </a:r>
            <a:r>
              <a:rPr lang="en-US" sz="2800" b="1" dirty="0" smtClean="0"/>
              <a:t>test data for maximum decision coverage</a:t>
            </a:r>
            <a:r>
              <a:rPr lang="en-US" sz="2800" dirty="0" smtClean="0"/>
              <a:t>.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Statement Coverage and Test Coverage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400" dirty="0" smtClean="0"/>
          </a:p>
          <a:p>
            <a:r>
              <a:rPr lang="en-US" sz="2800" b="1" dirty="0" smtClean="0"/>
              <a:t>Test data for maximum decision coverage</a:t>
            </a:r>
            <a:r>
              <a:rPr lang="en-US" sz="2800" dirty="0" smtClean="0"/>
              <a:t> is as follows: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667000"/>
            <a:ext cx="7052125" cy="21699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Statement Coverage and Test Coverage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600" dirty="0" smtClean="0"/>
          </a:p>
          <a:p>
            <a:pPr lvl="0"/>
            <a:r>
              <a:rPr lang="en-US" sz="2400" dirty="0" smtClean="0"/>
              <a:t>Following three tests have been executed, what is the </a:t>
            </a:r>
            <a:r>
              <a:rPr lang="en-US" sz="2400" b="1" dirty="0" smtClean="0"/>
              <a:t>statement coverage of these three tests</a:t>
            </a:r>
            <a:r>
              <a:rPr lang="en-US" sz="2400" dirty="0" smtClean="0"/>
              <a:t>?	</a:t>
            </a:r>
            <a:r>
              <a:rPr lang="en-US" sz="1600" dirty="0" smtClean="0"/>
              <a:t>						              </a:t>
            </a:r>
          </a:p>
          <a:p>
            <a:pPr lvl="2"/>
            <a:r>
              <a:rPr lang="en-US" u="sng" dirty="0" smtClean="0"/>
              <a:t>Test 1: </a:t>
            </a:r>
            <a:r>
              <a:rPr lang="en-US" dirty="0" smtClean="0"/>
              <a:t>Gold card holder who gets upgraded to business class</a:t>
            </a:r>
          </a:p>
          <a:p>
            <a:pPr lvl="2"/>
            <a:r>
              <a:rPr lang="en-US" u="sng" dirty="0" smtClean="0"/>
              <a:t>Test 2:</a:t>
            </a:r>
            <a:r>
              <a:rPr lang="en-US" dirty="0" smtClean="0"/>
              <a:t> Non-gold card holder who stays in economy </a:t>
            </a:r>
          </a:p>
          <a:p>
            <a:pPr lvl="2"/>
            <a:r>
              <a:rPr lang="en-US" u="sng" dirty="0" smtClean="0"/>
              <a:t>Test 3:</a:t>
            </a:r>
            <a:r>
              <a:rPr lang="en-US" dirty="0" smtClean="0"/>
              <a:t> A person who is bumped from the flight </a:t>
            </a:r>
          </a:p>
          <a:p>
            <a:pPr>
              <a:buNone/>
            </a:pPr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Statement Coverage and Test Coverage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22098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b="1" dirty="0" smtClean="0"/>
              <a:t>Answer:</a:t>
            </a:r>
          </a:p>
          <a:p>
            <a:r>
              <a:rPr lang="en-US" sz="2400" dirty="0" smtClean="0"/>
              <a:t>Statement Coverage = Total No. of statements exercised/Total No. of statements *100 </a:t>
            </a:r>
          </a:p>
          <a:p>
            <a:r>
              <a:rPr lang="en-US" sz="2400" dirty="0" smtClean="0"/>
              <a:t>Total No. of statements = 10</a:t>
            </a:r>
          </a:p>
          <a:p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1" y="3390900"/>
            <a:ext cx="8894389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254</Words>
  <Application>Microsoft Office PowerPoint</Application>
  <PresentationFormat>On-screen Show (4:3)</PresentationFormat>
  <Paragraphs>59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Statement Coverage and Test Coverage –Loops Example</vt:lpstr>
      <vt:lpstr>Statement Coverage and Test Coverage - Case Study</vt:lpstr>
      <vt:lpstr>Statement Coverage and Test Coverage - Case Study</vt:lpstr>
      <vt:lpstr>Statement Coverage and Test Coverage - Case Study</vt:lpstr>
      <vt:lpstr>Statement Coverage and Test Coverage - Case Study</vt:lpstr>
      <vt:lpstr>Statement Coverage and Test Coverage - Case Study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364</cp:revision>
  <dcterms:created xsi:type="dcterms:W3CDTF">2014-08-12T16:29:38Z</dcterms:created>
  <dcterms:modified xsi:type="dcterms:W3CDTF">2023-12-11T10:29:08Z</dcterms:modified>
</cp:coreProperties>
</file>