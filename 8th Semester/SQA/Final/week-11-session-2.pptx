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8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87092" autoAdjust="0"/>
  </p:normalViewPr>
  <p:slideViewPr>
    <p:cSldViewPr>
      <p:cViewPr varScale="1">
        <p:scale>
          <a:sx n="74" d="100"/>
          <a:sy n="74" d="100"/>
        </p:scale>
        <p:origin x="12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xmlns="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11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Session 2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Control Flow Graph and Hybrid Flow Graph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US" sz="1800" dirty="0" smtClean="0"/>
              <a:t>If you are flying with </a:t>
            </a:r>
            <a:r>
              <a:rPr lang="en-US" sz="1800" b="1" dirty="0" smtClean="0"/>
              <a:t>an economy ticket</a:t>
            </a:r>
            <a:r>
              <a:rPr lang="en-US" sz="1800" dirty="0" smtClean="0"/>
              <a:t>, there is a possibility that you may </a:t>
            </a:r>
            <a:r>
              <a:rPr lang="en-US" sz="1800" b="1" dirty="0" smtClean="0"/>
              <a:t>get upgraded to business class</a:t>
            </a:r>
            <a:r>
              <a:rPr lang="en-US" sz="1800" dirty="0" smtClean="0"/>
              <a:t>, </a:t>
            </a:r>
            <a:r>
              <a:rPr lang="en-US" sz="1800" b="1" dirty="0" smtClean="0"/>
              <a:t>especially if you hold a gold card</a:t>
            </a:r>
            <a:r>
              <a:rPr lang="en-US" sz="1800" dirty="0" smtClean="0"/>
              <a:t> in the airline's frequent flier program. </a:t>
            </a:r>
            <a:r>
              <a:rPr lang="en-US" sz="1800" b="1" dirty="0" smtClean="0"/>
              <a:t>If you don't hold a gold card, there is a possibility that you will get 'bumped' off the flight if it is full and you check in late?</a:t>
            </a:r>
            <a:r>
              <a:rPr lang="en-US" sz="1800" dirty="0" smtClean="0"/>
              <a:t> This is shown in following flow chart. Note that each box (i.e. statement) has been numbered.</a:t>
            </a:r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33600"/>
            <a:ext cx="6294755" cy="3781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Control Flow Graph and Hybrid Flow Graph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400" dirty="0" smtClean="0"/>
          </a:p>
          <a:p>
            <a:r>
              <a:rPr lang="en-US" sz="2800" dirty="0" smtClean="0"/>
              <a:t>Draw a </a:t>
            </a:r>
            <a:r>
              <a:rPr lang="en-US" sz="2800" b="1" dirty="0" smtClean="0"/>
              <a:t>control flow graph</a:t>
            </a:r>
            <a:r>
              <a:rPr lang="en-US" sz="2800" dirty="0" smtClean="0"/>
              <a:t>. 	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Control Flow Graph and Hybrid Flow Graph - Case Study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762000"/>
            <a:ext cx="6091550" cy="5758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Control Flow Graph and Hybrid Flow Graph - Case Study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600" dirty="0" smtClean="0"/>
          </a:p>
          <a:p>
            <a:pPr lvl="0"/>
            <a:r>
              <a:rPr lang="en-US" sz="2400" dirty="0" smtClean="0"/>
              <a:t>Generate a </a:t>
            </a:r>
            <a:r>
              <a:rPr lang="en-US" sz="2400" b="1" dirty="0" smtClean="0"/>
              <a:t>hybrid flow graph</a:t>
            </a:r>
            <a:r>
              <a:rPr lang="en-US" sz="2400" dirty="0" smtClean="0"/>
              <a:t>.</a:t>
            </a:r>
          </a:p>
          <a:p>
            <a:pPr lvl="0"/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Control Flow Graph and Hybrid Flow Graph - Case Study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9600"/>
            <a:ext cx="6870566" cy="624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166</Words>
  <Application>Microsoft Office PowerPoint</Application>
  <PresentationFormat>On-screen Show (4:3)</PresentationFormat>
  <Paragraphs>24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Control Flow Graph and Hybrid Flow Graph - Case Study</vt:lpstr>
      <vt:lpstr>Control Flow Graph and Hybrid Flow Graph - Case Study</vt:lpstr>
      <vt:lpstr>Control Flow Graph and Hybrid Flow Graph - Case Study</vt:lpstr>
      <vt:lpstr>Control Flow Graph and Hybrid Flow Graph - Case Study</vt:lpstr>
      <vt:lpstr>Control Flow Graph and Hybrid Flow Graph - Case Study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366</cp:revision>
  <dcterms:created xsi:type="dcterms:W3CDTF">2014-08-12T16:29:38Z</dcterms:created>
  <dcterms:modified xsi:type="dcterms:W3CDTF">2023-12-11T10:41:16Z</dcterms:modified>
</cp:coreProperties>
</file>