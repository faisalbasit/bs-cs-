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18"/>
  </p:notesMasterIdLst>
  <p:sldIdLst>
    <p:sldId id="257" r:id="rId2"/>
    <p:sldId id="258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38" autoAdjust="0"/>
    <p:restoredTop sz="94660"/>
  </p:normalViewPr>
  <p:slideViewPr>
    <p:cSldViewPr>
      <p:cViewPr varScale="1">
        <p:scale>
          <a:sx n="78" d="100"/>
          <a:sy n="78" d="100"/>
        </p:scale>
        <p:origin x="4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94045-7ACA-44F4-B8BF-59CA9C05A69A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63290-7386-48D4-891F-E4B8D1F91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3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2B723-4480-414C-A3F8-C429B02264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93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6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0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2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1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4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9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2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5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35F23-CE63-4DD3-9EBB-6C72A6FE96BC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37EA0-BB40-484E-A12F-BFD08D269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6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130435"/>
            <a:ext cx="6705600" cy="1470025"/>
          </a:xfrm>
        </p:spPr>
        <p:txBody>
          <a:bodyPr>
            <a:normAutofit/>
          </a:bodyPr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05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Uninformed Searching Algorithm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Rabiya</a:t>
            </a:r>
            <a:r>
              <a:rPr lang="en-US" dirty="0"/>
              <a:t> Tahir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B7C7-6B2D-42E9-BB02-7E56CF44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4" y="685801"/>
            <a:ext cx="7514035" cy="1066799"/>
          </a:xfrm>
        </p:spPr>
        <p:txBody>
          <a:bodyPr/>
          <a:lstStyle/>
          <a:p>
            <a:r>
              <a:rPr lang="en-US" dirty="0"/>
              <a:t>Uniform Cost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AB6A-DA8A-4486-92D8-350C41BF2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3" y="1752600"/>
            <a:ext cx="7514035" cy="4419599"/>
          </a:xfrm>
        </p:spPr>
        <p:txBody>
          <a:bodyPr/>
          <a:lstStyle/>
          <a:p>
            <a:pPr algn="just"/>
            <a:r>
              <a:rPr lang="en-GB" altLang="en-US" sz="2000" dirty="0"/>
              <a:t>A breadth-first search finds the shallowest goal state and will therefore be the cheapest solution provided the </a:t>
            </a:r>
            <a:r>
              <a:rPr lang="en-GB" altLang="en-US" sz="2000" i="1" dirty="0"/>
              <a:t>path cost is a function of the depth of the solution</a:t>
            </a:r>
            <a:r>
              <a:rPr lang="en-GB" altLang="en-US" sz="2000" dirty="0"/>
              <a:t>. But, if this is not the case, then breadth-first search is not guaranteed to find the best (i.e. cheapest solution).</a:t>
            </a:r>
          </a:p>
          <a:p>
            <a:pPr algn="just"/>
            <a:r>
              <a:rPr lang="en-GB" altLang="en-US" sz="2000" dirty="0"/>
              <a:t>Uniform cost search remedies this by expanding the lowest cost node on the fringe, where cost is the path cost, </a:t>
            </a:r>
            <a:r>
              <a:rPr lang="en-GB" altLang="en-US" sz="2000" i="1" dirty="0"/>
              <a:t>g(n).</a:t>
            </a:r>
          </a:p>
          <a:p>
            <a:pPr algn="just"/>
            <a:r>
              <a:rPr lang="en-GB" altLang="en-US" sz="2000" dirty="0"/>
              <a:t>In the following slides those values that are attached to paths are the cost of using that path</a:t>
            </a:r>
            <a:r>
              <a:rPr lang="en-GB" altLang="en-US" sz="1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62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Uniform Cost Search (UCS)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233" y="2438400"/>
            <a:ext cx="7514035" cy="3352801"/>
          </a:xfrm>
        </p:spPr>
        <p:txBody>
          <a:bodyPr/>
          <a:lstStyle/>
          <a:p>
            <a:r>
              <a:rPr lang="en-US" dirty="0"/>
              <a:t>Use a “Priority Queue” to order nodes on the Frontier/open list, sorted by path cost</a:t>
            </a:r>
          </a:p>
          <a:p>
            <a:r>
              <a:rPr lang="en-US" dirty="0"/>
              <a:t>Let g(n) = cost of path from start node s to current node n</a:t>
            </a:r>
          </a:p>
          <a:p>
            <a:r>
              <a:rPr lang="en-US" dirty="0"/>
              <a:t> Sort nodes by increasing value of 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(UCS)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133600"/>
            <a:ext cx="7010400" cy="4010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(UCS)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295400" y="2109085"/>
            <a:ext cx="7045008" cy="3986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(UCS)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05000"/>
            <a:ext cx="767715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(UCS)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844700" y="1981200"/>
            <a:ext cx="7782569" cy="4346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(UCS)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732897" y="2111027"/>
            <a:ext cx="7894372" cy="4289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(UCS)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426904" y="1981200"/>
            <a:ext cx="720036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(UCS)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303563" y="1828801"/>
            <a:ext cx="7323705" cy="441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(UCS)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151880" y="2140744"/>
            <a:ext cx="7001519" cy="3802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2667000"/>
            <a:ext cx="5334000" cy="401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82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Path: G,D,A,S</a:t>
            </a:r>
          </a:p>
          <a:p>
            <a:r>
              <a:rPr lang="en-GB" dirty="0"/>
              <a:t>Cost: 6</a:t>
            </a:r>
          </a:p>
        </p:txBody>
      </p:sp>
    </p:spTree>
    <p:extLst>
      <p:ext uri="{BB962C8B-B14F-4D97-AF65-F5344CB8AC3E}">
        <p14:creationId xmlns:p14="http://schemas.microsoft.com/office/powerpoint/2010/main" val="94221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685801"/>
            <a:ext cx="7514035" cy="1142999"/>
          </a:xfrm>
        </p:spPr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477" y="1828800"/>
            <a:ext cx="7514035" cy="388620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• </a:t>
            </a:r>
            <a:r>
              <a:rPr lang="en-US" b="1" dirty="0"/>
              <a:t>Complete:</a:t>
            </a:r>
            <a:r>
              <a:rPr lang="en-US" dirty="0"/>
              <a:t> Yes if arc costs &gt; 0. 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en-US" b="1" dirty="0"/>
              <a:t>Optimal:</a:t>
            </a:r>
            <a:r>
              <a:rPr lang="en-US" dirty="0"/>
              <a:t>    Yes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en-US" b="1" dirty="0"/>
              <a:t>Time and space complexity: </a:t>
            </a:r>
            <a:r>
              <a:rPr lang="en-US" dirty="0"/>
              <a:t>O(</a:t>
            </a:r>
            <a:r>
              <a:rPr lang="en-US" dirty="0" err="1"/>
              <a:t>b^d</a:t>
            </a:r>
            <a:r>
              <a:rPr lang="en-US" dirty="0"/>
              <a:t> )  </a:t>
            </a:r>
          </a:p>
          <a:p>
            <a:pPr>
              <a:buNone/>
            </a:pPr>
            <a:r>
              <a:rPr lang="en-US" dirty="0"/>
              <a:t>      (</a:t>
            </a:r>
            <a:r>
              <a:rPr lang="en-US" dirty="0" err="1"/>
              <a:t>i.e.,exponential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– d is the depth of the solution</a:t>
            </a:r>
          </a:p>
          <a:p>
            <a:pPr>
              <a:buNone/>
            </a:pPr>
            <a:r>
              <a:rPr lang="en-US" dirty="0"/>
              <a:t>– b is the </a:t>
            </a:r>
            <a:r>
              <a:rPr lang="en-US" dirty="0" err="1"/>
              <a:t>braching</a:t>
            </a:r>
            <a:r>
              <a:rPr lang="en-US" dirty="0"/>
              <a:t> factor at each non‐leaf node</a:t>
            </a:r>
          </a:p>
          <a:p>
            <a:pPr>
              <a:buNone/>
            </a:pPr>
            <a:r>
              <a:rPr lang="en-US" dirty="0"/>
              <a:t>•Worst case time complexity is O(</a:t>
            </a:r>
            <a:r>
              <a:rPr lang="en-US" dirty="0" err="1"/>
              <a:t>b^c</a:t>
            </a:r>
            <a:r>
              <a:rPr lang="en-US" dirty="0"/>
              <a:t>/m )</a:t>
            </a:r>
          </a:p>
          <a:p>
            <a:pPr>
              <a:buNone/>
            </a:pPr>
            <a:r>
              <a:rPr lang="en-US" dirty="0"/>
              <a:t>Where c is the cost of an optimal solution and m is the minimum edge cost.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Iterative deepening search</a:t>
            </a:r>
          </a:p>
          <a:p>
            <a:r>
              <a:rPr lang="en-US" sz="2400" dirty="0"/>
              <a:t>Depth limit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1471</TotalTime>
  <Words>321</Words>
  <Application>Microsoft Office PowerPoint</Application>
  <PresentationFormat>On-screen Show (4:3)</PresentationFormat>
  <Paragraphs>37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2013 - 2022 Theme</vt:lpstr>
      <vt:lpstr>Artificial Intelligence</vt:lpstr>
      <vt:lpstr>Lecture # 05</vt:lpstr>
      <vt:lpstr>Uniform Cost Search</vt:lpstr>
      <vt:lpstr>Uniform Cost Search (UCS)</vt:lpstr>
      <vt:lpstr>Uniform Cost Search (UCS)</vt:lpstr>
      <vt:lpstr>Uniform Cost Search (UCS)</vt:lpstr>
      <vt:lpstr>Uniform Cost Search (UCS)</vt:lpstr>
      <vt:lpstr>Uniform Cost Search (UCS)</vt:lpstr>
      <vt:lpstr>Uniform Cost Search (UCS)</vt:lpstr>
      <vt:lpstr>Uniform Cost Search (UCS)</vt:lpstr>
      <vt:lpstr>Uniform Cost Search (UCS)</vt:lpstr>
      <vt:lpstr>Uniform Cost Search (UCS)</vt:lpstr>
      <vt:lpstr>DIY</vt:lpstr>
      <vt:lpstr>Solution</vt:lpstr>
      <vt:lpstr>Properties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student</dc:creator>
  <cp:lastModifiedBy>mehwish wahid</cp:lastModifiedBy>
  <cp:revision>24</cp:revision>
  <dcterms:created xsi:type="dcterms:W3CDTF">2018-01-25T04:10:44Z</dcterms:created>
  <dcterms:modified xsi:type="dcterms:W3CDTF">2025-04-09T16:10:00Z</dcterms:modified>
</cp:coreProperties>
</file>