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67"/>
  </p:notesMasterIdLst>
  <p:sldIdLst>
    <p:sldId id="257" r:id="rId2"/>
    <p:sldId id="258" r:id="rId3"/>
    <p:sldId id="259" r:id="rId4"/>
    <p:sldId id="260" r:id="rId5"/>
    <p:sldId id="261" r:id="rId6"/>
    <p:sldId id="262" r:id="rId7"/>
    <p:sldId id="264" r:id="rId8"/>
    <p:sldId id="265" r:id="rId9"/>
    <p:sldId id="266" r:id="rId10"/>
    <p:sldId id="268" r:id="rId11"/>
    <p:sldId id="269" r:id="rId12"/>
    <p:sldId id="270"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7" d="100"/>
          <a:sy n="77" d="100"/>
        </p:scale>
        <p:origin x="1618"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629BAE-529F-4E34-B2AF-03912F270EE3}" type="datetimeFigureOut">
              <a:rPr lang="en-US" smtClean="0"/>
              <a:pPr/>
              <a:t>4/9/2025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A0A5E1-CF75-4D45-B586-390403D7BFCD}" type="slidenum">
              <a:rPr lang="en-US" smtClean="0"/>
              <a:pPr/>
              <a:t>‹#›</a:t>
            </a:fld>
            <a:endParaRPr lang="en-US"/>
          </a:p>
        </p:txBody>
      </p:sp>
    </p:spTree>
    <p:extLst>
      <p:ext uri="{BB962C8B-B14F-4D97-AF65-F5344CB8AC3E}">
        <p14:creationId xmlns:p14="http://schemas.microsoft.com/office/powerpoint/2010/main" val="2599603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C22B723-4480-414C-A3F8-C429B0226413}" type="slidenum">
              <a:rPr lang="en-US" smtClean="0"/>
              <a:pPr/>
              <a:t>1</a:t>
            </a:fld>
            <a:endParaRPr lang="en-US"/>
          </a:p>
        </p:txBody>
      </p:sp>
    </p:spTree>
    <p:extLst>
      <p:ext uri="{BB962C8B-B14F-4D97-AF65-F5344CB8AC3E}">
        <p14:creationId xmlns:p14="http://schemas.microsoft.com/office/powerpoint/2010/main" val="2493330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75+374=449</a:t>
            </a:r>
          </a:p>
        </p:txBody>
      </p:sp>
      <p:sp>
        <p:nvSpPr>
          <p:cNvPr id="4" name="Slide Number Placeholder 3"/>
          <p:cNvSpPr>
            <a:spLocks noGrp="1"/>
          </p:cNvSpPr>
          <p:nvPr>
            <p:ph type="sldNum" sz="quarter" idx="5"/>
          </p:nvPr>
        </p:nvSpPr>
        <p:spPr/>
        <p:txBody>
          <a:bodyPr/>
          <a:lstStyle/>
          <a:p>
            <a:fld id="{F0A0A5E1-CF75-4D45-B586-390403D7BFCD}" type="slidenum">
              <a:rPr lang="en-US" smtClean="0"/>
              <a:pPr/>
              <a:t>44</a:t>
            </a:fld>
            <a:endParaRPr lang="en-US"/>
          </a:p>
        </p:txBody>
      </p:sp>
    </p:spTree>
    <p:extLst>
      <p:ext uri="{BB962C8B-B14F-4D97-AF65-F5344CB8AC3E}">
        <p14:creationId xmlns:p14="http://schemas.microsoft.com/office/powerpoint/2010/main" val="974599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A0A5E1-CF75-4D45-B586-390403D7BFCD}" type="slidenum">
              <a:rPr lang="en-US" smtClean="0"/>
              <a:pPr/>
              <a:t>45</a:t>
            </a:fld>
            <a:endParaRPr lang="en-US"/>
          </a:p>
        </p:txBody>
      </p:sp>
    </p:spTree>
    <p:extLst>
      <p:ext uri="{BB962C8B-B14F-4D97-AF65-F5344CB8AC3E}">
        <p14:creationId xmlns:p14="http://schemas.microsoft.com/office/powerpoint/2010/main" val="1871768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140+80+97+98=415</a:t>
            </a:r>
          </a:p>
        </p:txBody>
      </p:sp>
      <p:sp>
        <p:nvSpPr>
          <p:cNvPr id="4" name="Slide Number Placeholder 3"/>
          <p:cNvSpPr>
            <a:spLocks noGrp="1"/>
          </p:cNvSpPr>
          <p:nvPr>
            <p:ph type="sldNum" sz="quarter" idx="5"/>
          </p:nvPr>
        </p:nvSpPr>
        <p:spPr/>
        <p:txBody>
          <a:bodyPr/>
          <a:lstStyle/>
          <a:p>
            <a:fld id="{F0A0A5E1-CF75-4D45-B586-390403D7BFCD}" type="slidenum">
              <a:rPr lang="en-US" smtClean="0"/>
              <a:pPr/>
              <a:t>46</a:t>
            </a:fld>
            <a:endParaRPr lang="en-US"/>
          </a:p>
        </p:txBody>
      </p:sp>
    </p:spTree>
    <p:extLst>
      <p:ext uri="{BB962C8B-B14F-4D97-AF65-F5344CB8AC3E}">
        <p14:creationId xmlns:p14="http://schemas.microsoft.com/office/powerpoint/2010/main" val="3999488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32E9F-A1D8-B8ED-352C-1A19F4CF50B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BA2BFA0-8D38-FBDF-D60F-7EE9E98CF9E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A885E72-C2CF-8FBE-E5AD-040306D13DB0}"/>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2535C18F-B19B-22CD-14AC-3FBE3DF33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93B77A-A590-CAA8-3C4B-9E0482C62344}"/>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2612509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A35E7-F819-07E0-D276-08785072EA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266AB5-97C3-1C81-5C39-46D479E8B4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27F441-677C-D2CD-88C3-154A3A118486}"/>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E6444B98-147F-8988-1E88-84C8CD9CA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ECEBE-C8D8-9EAC-1086-BEA3FFC521EC}"/>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41481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4546A-8E83-F27D-C033-D9D0023976C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F7E537C-E0E1-ACFB-25E8-6D6117680BE3}"/>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9BC61B-97F3-E50F-5581-7743731423F8}"/>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054F8699-CCA8-6C0E-596A-E9408F04F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8E0DAF-2F52-2A92-A93E-9D5C9B076B26}"/>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1068641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DDB9A-DBAA-3E15-848A-6DD6DBD6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392F4A-AADB-63F0-5C3A-B3558E2CF11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1F0239-86C6-41BC-2A6E-4B13C1E1EA4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CF2B8-F561-523C-12AE-09CD1E5693E4}"/>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6" name="Footer Placeholder 5">
            <a:extLst>
              <a:ext uri="{FF2B5EF4-FFF2-40B4-BE49-F238E27FC236}">
                <a16:creationId xmlns:a16="http://schemas.microsoft.com/office/drawing/2014/main" id="{4EF4A5BE-63F1-BBA1-770C-8B6F4155F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E71C94-8DE4-06A3-2756-994E6BEDE5F3}"/>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2196370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1815-F83E-49D0-0DE7-F074B8459D70}"/>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2702C4-040A-A472-98A8-861850DD9E3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D93FB3C-6C12-BC6A-802C-397E975ED61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9C6A81-B2F0-3094-9476-CA198A26771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A79A1-6119-444B-95EE-4469957879D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050641-FF53-6102-0B8F-6C7C32A09BAB}"/>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8" name="Footer Placeholder 7">
            <a:extLst>
              <a:ext uri="{FF2B5EF4-FFF2-40B4-BE49-F238E27FC236}">
                <a16:creationId xmlns:a16="http://schemas.microsoft.com/office/drawing/2014/main" id="{0652795F-56B3-E600-56F5-61E97A0691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14B433-C97A-59C7-D61B-F32D3DD8C951}"/>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4115123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1398-8A89-7EC3-B7A0-5C3A160ED2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134892-51C7-78BD-8B4B-AD248CCE82F4}"/>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4" name="Footer Placeholder 3">
            <a:extLst>
              <a:ext uri="{FF2B5EF4-FFF2-40B4-BE49-F238E27FC236}">
                <a16:creationId xmlns:a16="http://schemas.microsoft.com/office/drawing/2014/main" id="{642C6D48-3770-D072-C72A-0A110D69A0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3FE7D1-00E0-09BF-8F3B-4DBAD4963203}"/>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400395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AD1098-6BCE-0847-9D5D-BCCBB540FC2E}"/>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3" name="Footer Placeholder 2">
            <a:extLst>
              <a:ext uri="{FF2B5EF4-FFF2-40B4-BE49-F238E27FC236}">
                <a16:creationId xmlns:a16="http://schemas.microsoft.com/office/drawing/2014/main" id="{209BFC7C-C796-A99E-23A2-B7C2BF47EF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5D50CF-D58E-470A-E4B7-494212AFB2D0}"/>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1928472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816E0-1B59-3E55-0741-23C4893921C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4B8B4B5-B1BE-EABE-7F17-B83CB8B2680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BE755D-D5A7-689A-3333-7658A2D8C14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59C23D9-3D57-0B86-4CB3-08656AEA4E47}"/>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6" name="Footer Placeholder 5">
            <a:extLst>
              <a:ext uri="{FF2B5EF4-FFF2-40B4-BE49-F238E27FC236}">
                <a16:creationId xmlns:a16="http://schemas.microsoft.com/office/drawing/2014/main" id="{BE3AEDD1-59B5-B881-BB85-2897F5B3C2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C6FBD1-5F11-47CC-13AA-20605386AA8D}"/>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2714907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E0C09-8425-1157-7080-719EC7F960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9AAED9B-6561-E225-A0A8-5B0D7CA0818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C38EA21-DF1F-B32D-81FB-AA0D25B229E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9E7BE82-E0A4-5B34-E198-18AFB57004F8}"/>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6" name="Footer Placeholder 5">
            <a:extLst>
              <a:ext uri="{FF2B5EF4-FFF2-40B4-BE49-F238E27FC236}">
                <a16:creationId xmlns:a16="http://schemas.microsoft.com/office/drawing/2014/main" id="{F7C6D8C4-58DD-FAFC-4481-02DD0CE14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4D26E2-C81E-3EB6-ECAC-3CC8702576EC}"/>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2817929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7636D-55D3-4A6E-61C2-FAC04105AD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AD5CB-3A11-2B57-A37C-257714CC88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3EF292-BA76-13A8-8F46-C4E1A203EC54}"/>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6CEC22CE-A297-8D9F-4520-5C2F6A7A61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563819-9CA0-DA1C-A4F8-9D085E70970D}"/>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85862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C651FF-00BF-A726-4E27-BE4C439D8AA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A1F033-940C-E6DF-6F91-F41853D4E87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9103F-03CC-48C2-2266-287297AAABDD}"/>
              </a:ext>
            </a:extLst>
          </p:cNvPr>
          <p:cNvSpPr>
            <a:spLocks noGrp="1"/>
          </p:cNvSpPr>
          <p:nvPr>
            <p:ph type="dt" sz="half" idx="10"/>
          </p:nvPr>
        </p:nvSpPr>
        <p:spPr/>
        <p:txBody>
          <a:body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BB1EBE1D-9161-F171-BC8B-CE9F65893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09EC26-E4AF-368F-DED6-2190566FD37C}"/>
              </a:ext>
            </a:extLst>
          </p:cNvPr>
          <p:cNvSpPr>
            <a:spLocks noGrp="1"/>
          </p:cNvSpPr>
          <p:nvPr>
            <p:ph type="sldNum" sz="quarter" idx="12"/>
          </p:nvPr>
        </p:nvSpPr>
        <p:spPr/>
        <p:txBody>
          <a:bodyPr/>
          <a:lstStyle/>
          <a:p>
            <a:fld id="{F703BAF1-260B-4B3A-A15B-37ABDBCFB881}" type="slidenum">
              <a:rPr lang="en-US" smtClean="0"/>
              <a:pPr/>
              <a:t>‹#›</a:t>
            </a:fld>
            <a:endParaRPr lang="en-US"/>
          </a:p>
        </p:txBody>
      </p:sp>
    </p:spTree>
    <p:extLst>
      <p:ext uri="{BB962C8B-B14F-4D97-AF65-F5344CB8AC3E}">
        <p14:creationId xmlns:p14="http://schemas.microsoft.com/office/powerpoint/2010/main" val="2795000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FC0362-1799-242F-31B0-173D49C1B83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D4D89B-8456-641B-1BDC-AB51DC5C9FF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ABF0B-5494-952E-E171-01228502721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DB8D8329-E263-4E5B-8A29-C1CD3F21D49F}" type="datetimeFigureOut">
              <a:rPr lang="en-US" smtClean="0"/>
              <a:pPr/>
              <a:t>4/9/2025</a:t>
            </a:fld>
            <a:endParaRPr lang="en-US"/>
          </a:p>
        </p:txBody>
      </p:sp>
      <p:sp>
        <p:nvSpPr>
          <p:cNvPr id="5" name="Footer Placeholder 4">
            <a:extLst>
              <a:ext uri="{FF2B5EF4-FFF2-40B4-BE49-F238E27FC236}">
                <a16:creationId xmlns:a16="http://schemas.microsoft.com/office/drawing/2014/main" id="{2440C10B-FC47-9299-DBEB-E70C491CDB6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D25DE4-A211-B916-A94B-BBBD5E62E14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F703BAF1-260B-4B3A-A15B-37ABDBCFB881}" type="slidenum">
              <a:rPr lang="en-US" smtClean="0"/>
              <a:pPr/>
              <a:t>‹#›</a:t>
            </a:fld>
            <a:endParaRPr lang="en-US"/>
          </a:p>
        </p:txBody>
      </p:sp>
    </p:spTree>
    <p:extLst>
      <p:ext uri="{BB962C8B-B14F-4D97-AF65-F5344CB8AC3E}">
        <p14:creationId xmlns:p14="http://schemas.microsoft.com/office/powerpoint/2010/main" val="312145257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en.wikipedia.org/wiki/Heuristic_function"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130431"/>
            <a:ext cx="6705600" cy="1470025"/>
          </a:xfrm>
        </p:spPr>
        <p:txBody>
          <a:bodyPr>
            <a:normAutofit/>
          </a:bodyPr>
          <a:lstStyle/>
          <a:p>
            <a:r>
              <a:rPr lang="en-US" dirty="0"/>
              <a:t>Artificial Intelligence</a:t>
            </a:r>
          </a:p>
        </p:txBody>
      </p:sp>
      <p:sp>
        <p:nvSpPr>
          <p:cNvPr id="3" name="Subtitle 2"/>
          <p:cNvSpPr>
            <a:spLocks noGrp="1"/>
          </p:cNvSpPr>
          <p:nvPr>
            <p:ph type="subTitle" idx="1"/>
          </p:nvPr>
        </p:nvSpPr>
        <p:spPr/>
        <p:txBody>
          <a:bodyPr/>
          <a:lstStyle/>
          <a:p>
            <a:pPr algn="r"/>
            <a:endParaRPr lang="en-US" dirty="0">
              <a:solidFill>
                <a:schemeClr val="accent6">
                  <a:lumMod val="75000"/>
                </a:schemeClr>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Lecture </a:t>
            </a:r>
            <a:r>
              <a:rPr lang="en-US"/>
              <a:t># 06</a:t>
            </a:r>
            <a:endParaRPr lang="en-US" dirty="0"/>
          </a:p>
        </p:txBody>
      </p:sp>
      <p:sp>
        <p:nvSpPr>
          <p:cNvPr id="6" name="Subtitle 5"/>
          <p:cNvSpPr>
            <a:spLocks noGrp="1"/>
          </p:cNvSpPr>
          <p:nvPr>
            <p:ph type="subTitle" idx="1"/>
          </p:nvPr>
        </p:nvSpPr>
        <p:spPr/>
        <p:txBody>
          <a:bodyPr>
            <a:normAutofit/>
          </a:bodyPr>
          <a:lstStyle/>
          <a:p>
            <a:r>
              <a:rPr lang="en-US" sz="2800" dirty="0"/>
              <a:t>Informed Search</a:t>
            </a:r>
          </a:p>
        </p:txBody>
      </p:sp>
      <p:sp>
        <p:nvSpPr>
          <p:cNvPr id="4" name="Footer Placeholder 3"/>
          <p:cNvSpPr>
            <a:spLocks noGrp="1"/>
          </p:cNvSpPr>
          <p:nvPr>
            <p:ph type="ftr" sz="quarter" idx="11"/>
          </p:nvPr>
        </p:nvSpPr>
        <p:spPr/>
        <p:txBody>
          <a:bodyPr/>
          <a:lstStyle/>
          <a:p>
            <a:r>
              <a:rPr lang="en-US" dirty="0" err="1"/>
              <a:t>Rabiya</a:t>
            </a:r>
            <a:r>
              <a:rPr lang="en-US" dirty="0"/>
              <a:t> Tahir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 </a:t>
            </a:r>
          </a:p>
        </p:txBody>
      </p:sp>
      <p:sp>
        <p:nvSpPr>
          <p:cNvPr id="3" name="Content Placeholder 2"/>
          <p:cNvSpPr>
            <a:spLocks noGrp="1"/>
          </p:cNvSpPr>
          <p:nvPr>
            <p:ph idx="1"/>
          </p:nvPr>
        </p:nvSpPr>
        <p:spPr/>
        <p:txBody>
          <a:bodyPr>
            <a:normAutofit/>
          </a:bodyPr>
          <a:lstStyle/>
          <a:p>
            <a:r>
              <a:rPr lang="en-US" sz="2400" dirty="0"/>
              <a:t>Informed Search </a:t>
            </a:r>
          </a:p>
          <a:p>
            <a:pPr>
              <a:buNone/>
            </a:pPr>
            <a:r>
              <a:rPr lang="en-US" sz="2400" dirty="0"/>
              <a:t>• Uninformed Versus Informed Search </a:t>
            </a:r>
          </a:p>
          <a:p>
            <a:pPr>
              <a:buNone/>
            </a:pPr>
            <a:r>
              <a:rPr lang="en-US" sz="2400" dirty="0"/>
              <a:t>• Greedy Best First Search </a:t>
            </a:r>
          </a:p>
          <a:p>
            <a:r>
              <a:rPr lang="en-US" sz="2400" dirty="0"/>
              <a:t>A* 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Search</a:t>
            </a:r>
          </a:p>
        </p:txBody>
      </p:sp>
      <p:sp>
        <p:nvSpPr>
          <p:cNvPr id="3" name="Content Placeholder 2"/>
          <p:cNvSpPr>
            <a:spLocks noGrp="1"/>
          </p:cNvSpPr>
          <p:nvPr>
            <p:ph idx="1"/>
          </p:nvPr>
        </p:nvSpPr>
        <p:spPr/>
        <p:txBody>
          <a:bodyPr>
            <a:normAutofit/>
          </a:bodyPr>
          <a:lstStyle/>
          <a:p>
            <a:r>
              <a:rPr lang="en-US" sz="2400" dirty="0"/>
              <a:t>Informed searches use domain knowledge to guide selection of the best path to continue searching</a:t>
            </a:r>
          </a:p>
          <a:p>
            <a:pPr>
              <a:buNone/>
            </a:pPr>
            <a:r>
              <a:rPr lang="en-US" sz="2400" dirty="0"/>
              <a:t> • Heuristics are used, which are informed guesses </a:t>
            </a:r>
          </a:p>
          <a:p>
            <a:pPr>
              <a:buNone/>
            </a:pPr>
            <a:r>
              <a:rPr lang="en-US" sz="2400" dirty="0"/>
              <a:t>• Heuristic means "serving to aid discovery“</a:t>
            </a:r>
          </a:p>
          <a:p>
            <a:pPr>
              <a:buNone/>
            </a:pPr>
            <a:r>
              <a:rPr lang="en-US" sz="2400" dirty="0"/>
              <a:t> • A heuristic is a function that estimates the cost of reaching a goal from a given state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Search</a:t>
            </a:r>
          </a:p>
        </p:txBody>
      </p:sp>
      <p:sp>
        <p:nvSpPr>
          <p:cNvPr id="3" name="Content Placeholder 2"/>
          <p:cNvSpPr>
            <a:spLocks noGrp="1"/>
          </p:cNvSpPr>
          <p:nvPr>
            <p:ph idx="1"/>
          </p:nvPr>
        </p:nvSpPr>
        <p:spPr/>
        <p:txBody>
          <a:bodyPr>
            <a:normAutofit/>
          </a:bodyPr>
          <a:lstStyle/>
          <a:p>
            <a:r>
              <a:rPr lang="en-US" sz="2000" dirty="0"/>
              <a:t>Define a </a:t>
            </a:r>
            <a:r>
              <a:rPr lang="en-US" sz="2000" i="1" dirty="0">
                <a:solidFill>
                  <a:srgbClr val="FF0000"/>
                </a:solidFill>
              </a:rPr>
              <a:t>heuristic</a:t>
            </a:r>
            <a:r>
              <a:rPr lang="en-US" sz="2000" dirty="0"/>
              <a:t> function on, h( n)</a:t>
            </a:r>
          </a:p>
          <a:p>
            <a:pPr>
              <a:buNone/>
            </a:pPr>
            <a:r>
              <a:rPr lang="en-US" sz="2000" dirty="0"/>
              <a:t>      – uses domain-specific information in some way </a:t>
            </a:r>
          </a:p>
          <a:p>
            <a:pPr>
              <a:buNone/>
            </a:pPr>
            <a:r>
              <a:rPr lang="en-US" sz="2000" dirty="0"/>
              <a:t>      – is computable from the current state description </a:t>
            </a:r>
          </a:p>
          <a:p>
            <a:pPr>
              <a:buNone/>
            </a:pPr>
            <a:r>
              <a:rPr lang="en-US" sz="2000" dirty="0"/>
              <a:t>     – it estimates </a:t>
            </a:r>
          </a:p>
          <a:p>
            <a:pPr lvl="2">
              <a:buNone/>
            </a:pPr>
            <a:r>
              <a:rPr lang="en-US" sz="2000" dirty="0"/>
              <a:t>• the "goodness" of node n</a:t>
            </a:r>
          </a:p>
          <a:p>
            <a:pPr lvl="2">
              <a:buNone/>
            </a:pPr>
            <a:r>
              <a:rPr lang="en-US" sz="2000" dirty="0"/>
              <a:t> • how close node n is to a goal </a:t>
            </a:r>
          </a:p>
          <a:p>
            <a:pPr lvl="2">
              <a:buNone/>
            </a:pPr>
            <a:r>
              <a:rPr lang="en-US" sz="2000" dirty="0"/>
              <a:t>• the cost of minimal cost path from node </a:t>
            </a:r>
            <a:r>
              <a:rPr lang="en-US" sz="2000" dirty="0">
                <a:solidFill>
                  <a:srgbClr val="FF0000"/>
                </a:solidFill>
              </a:rPr>
              <a:t>n</a:t>
            </a:r>
            <a:r>
              <a:rPr lang="en-US" sz="2000" dirty="0"/>
              <a:t> to a goal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Search</a:t>
            </a:r>
          </a:p>
        </p:txBody>
      </p:sp>
      <p:pic>
        <p:nvPicPr>
          <p:cNvPr id="1026" name="Picture 2"/>
          <p:cNvPicPr>
            <a:picLocks noGrp="1" noChangeAspect="1" noChangeArrowheads="1"/>
          </p:cNvPicPr>
          <p:nvPr>
            <p:ph idx="1"/>
          </p:nvPr>
        </p:nvPicPr>
        <p:blipFill>
          <a:blip r:embed="rId2" cstate="print"/>
          <a:stretch>
            <a:fillRect/>
          </a:stretch>
        </p:blipFill>
        <p:spPr bwMode="auto">
          <a:xfrm>
            <a:off x="628650" y="2311287"/>
            <a:ext cx="7886700" cy="338001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a:t>
            </a:r>
            <a:r>
              <a:rPr lang="en-US" dirty="0" err="1"/>
              <a:t>vs</a:t>
            </a:r>
            <a:r>
              <a:rPr lang="en-US" dirty="0"/>
              <a:t> Uninformed</a:t>
            </a:r>
          </a:p>
        </p:txBody>
      </p:sp>
      <p:pic>
        <p:nvPicPr>
          <p:cNvPr id="2050" name="Picture 2"/>
          <p:cNvPicPr>
            <a:picLocks noGrp="1" noChangeAspect="1" noChangeArrowheads="1"/>
          </p:cNvPicPr>
          <p:nvPr>
            <p:ph idx="1"/>
          </p:nvPr>
        </p:nvPicPr>
        <p:blipFill>
          <a:blip r:embed="rId2" cstate="print"/>
          <a:stretch>
            <a:fillRect/>
          </a:stretch>
        </p:blipFill>
        <p:spPr bwMode="auto">
          <a:xfrm>
            <a:off x="1412692" y="2073829"/>
            <a:ext cx="7514035" cy="4022171"/>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Informed </a:t>
            </a:r>
            <a:r>
              <a:rPr lang="en-US" dirty="0" err="1"/>
              <a:t>vs</a:t>
            </a:r>
            <a:r>
              <a:rPr lang="en-US"/>
              <a:t> Uninformed</a:t>
            </a:r>
          </a:p>
        </p:txBody>
      </p:sp>
      <p:pic>
        <p:nvPicPr>
          <p:cNvPr id="3074" name="Picture 2"/>
          <p:cNvPicPr>
            <a:picLocks noGrp="1" noChangeAspect="1" noChangeArrowheads="1"/>
          </p:cNvPicPr>
          <p:nvPr>
            <p:ph idx="1"/>
          </p:nvPr>
        </p:nvPicPr>
        <p:blipFill>
          <a:blip r:embed="rId2" cstate="print"/>
          <a:stretch>
            <a:fillRect/>
          </a:stretch>
        </p:blipFill>
        <p:spPr bwMode="auto">
          <a:xfrm>
            <a:off x="929208" y="2057400"/>
            <a:ext cx="7514035" cy="414121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First Search</a:t>
            </a:r>
          </a:p>
        </p:txBody>
      </p:sp>
      <p:pic>
        <p:nvPicPr>
          <p:cNvPr id="1026" name="Picture 2"/>
          <p:cNvPicPr>
            <a:picLocks noGrp="1" noChangeAspect="1" noChangeArrowheads="1"/>
          </p:cNvPicPr>
          <p:nvPr>
            <p:ph idx="1"/>
          </p:nvPr>
        </p:nvPicPr>
        <p:blipFill>
          <a:blip r:embed="rId2" cstate="print"/>
          <a:stretch>
            <a:fillRect/>
          </a:stretch>
        </p:blipFill>
        <p:spPr bwMode="auto">
          <a:xfrm>
            <a:off x="708160" y="1828799"/>
            <a:ext cx="8283440" cy="4777787"/>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2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24" name="object 24"/>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22" name="object 22"/>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23" name="object 23"/>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20" name="object 20"/>
          <p:cNvSpPr txBox="1"/>
          <p:nvPr/>
        </p:nvSpPr>
        <p:spPr>
          <a:xfrm>
            <a:off x="2674875" y="584304"/>
            <a:ext cx="387824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Be</a:t>
            </a:r>
            <a:r>
              <a:rPr sz="6600" spc="-44" baseline="3103" dirty="0">
                <a:latin typeface="Calibri"/>
                <a:cs typeface="Calibri"/>
              </a:rPr>
              <a:t>s</a:t>
            </a:r>
            <a:r>
              <a:rPr sz="6600" spc="0" baseline="3103" dirty="0">
                <a:latin typeface="Calibri"/>
                <a:cs typeface="Calibri"/>
              </a:rPr>
              <a:t>t-Fi</a:t>
            </a:r>
            <a:r>
              <a:rPr sz="6600" spc="-79" baseline="3103" dirty="0">
                <a:latin typeface="Calibri"/>
                <a:cs typeface="Calibri"/>
              </a:rPr>
              <a:t>r</a:t>
            </a:r>
            <a:r>
              <a:rPr sz="6600" spc="-44" baseline="3103" dirty="0">
                <a:latin typeface="Calibri"/>
                <a:cs typeface="Calibri"/>
              </a:rPr>
              <a:t>s</a:t>
            </a:r>
            <a:r>
              <a:rPr sz="6600" spc="0" baseline="3103" dirty="0">
                <a:latin typeface="Calibri"/>
                <a:cs typeface="Calibri"/>
              </a:rPr>
              <a:t>t</a:t>
            </a:r>
            <a:r>
              <a:rPr sz="6600" spc="-2" baseline="3103" dirty="0">
                <a:latin typeface="Calibri"/>
                <a:cs typeface="Calibri"/>
              </a:rPr>
              <a:t> </a:t>
            </a:r>
            <a:r>
              <a:rPr sz="6600" spc="0" baseline="3103" dirty="0">
                <a:latin typeface="Calibri"/>
                <a:cs typeface="Calibri"/>
              </a:rPr>
              <a:t>Sea</a:t>
            </a:r>
            <a:r>
              <a:rPr sz="6600" spc="-64"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19" name="object 19"/>
          <p:cNvSpPr txBox="1"/>
          <p:nvPr/>
        </p:nvSpPr>
        <p:spPr>
          <a:xfrm>
            <a:off x="612141" y="1521564"/>
            <a:ext cx="2036781" cy="375003"/>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Special</a:t>
            </a:r>
            <a:r>
              <a:rPr sz="4200" spc="-19" baseline="2925" dirty="0">
                <a:latin typeface="Calibri"/>
                <a:cs typeface="Calibri"/>
              </a:rPr>
              <a:t> </a:t>
            </a:r>
            <a:r>
              <a:rPr sz="4200" spc="-25" baseline="2925" dirty="0">
                <a:latin typeface="Calibri"/>
                <a:cs typeface="Calibri"/>
              </a:rPr>
              <a:t>c</a:t>
            </a:r>
            <a:r>
              <a:rPr sz="4200" spc="0" baseline="2925" dirty="0">
                <a:latin typeface="Calibri"/>
                <a:cs typeface="Calibri"/>
              </a:rPr>
              <a:t>ases:</a:t>
            </a:r>
            <a:endParaRPr sz="2800">
              <a:latin typeface="Calibri"/>
              <a:cs typeface="Calibri"/>
            </a:endParaRPr>
          </a:p>
        </p:txBody>
      </p:sp>
      <p:sp>
        <p:nvSpPr>
          <p:cNvPr id="18" name="object 18"/>
          <p:cNvSpPr txBox="1"/>
          <p:nvPr/>
        </p:nvSpPr>
        <p:spPr>
          <a:xfrm>
            <a:off x="612140" y="2004122"/>
            <a:ext cx="203326" cy="375003"/>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17" name="object 17"/>
          <p:cNvSpPr txBox="1"/>
          <p:nvPr/>
        </p:nvSpPr>
        <p:spPr>
          <a:xfrm>
            <a:off x="955040" y="2025234"/>
            <a:ext cx="3493746" cy="375003"/>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G</a:t>
            </a:r>
            <a:r>
              <a:rPr sz="4200" spc="-34" baseline="2925" dirty="0">
                <a:latin typeface="Calibri"/>
                <a:cs typeface="Calibri"/>
              </a:rPr>
              <a:t>r</a:t>
            </a:r>
            <a:r>
              <a:rPr sz="4200" spc="0" baseline="2925" dirty="0">
                <a:latin typeface="Calibri"/>
                <a:cs typeface="Calibri"/>
              </a:rPr>
              <a:t>eedy</a:t>
            </a:r>
            <a:r>
              <a:rPr sz="4200" spc="-14" baseline="2925" dirty="0">
                <a:latin typeface="Calibri"/>
                <a:cs typeface="Calibri"/>
              </a:rPr>
              <a:t> </a:t>
            </a:r>
            <a:r>
              <a:rPr sz="4200" spc="0" baseline="2925" dirty="0">
                <a:latin typeface="Calibri"/>
                <a:cs typeface="Calibri"/>
              </a:rPr>
              <a:t>Be</a:t>
            </a:r>
            <a:r>
              <a:rPr sz="4200" spc="-25" baseline="2925" dirty="0">
                <a:latin typeface="Calibri"/>
                <a:cs typeface="Calibri"/>
              </a:rPr>
              <a:t>s</a:t>
            </a:r>
            <a:r>
              <a:rPr sz="4200" spc="0" baseline="2925" dirty="0">
                <a:latin typeface="Calibri"/>
                <a:cs typeface="Calibri"/>
              </a:rPr>
              <a:t>t fi</a:t>
            </a:r>
            <a:r>
              <a:rPr sz="4200" spc="-50" baseline="2925" dirty="0">
                <a:latin typeface="Calibri"/>
                <a:cs typeface="Calibri"/>
              </a:rPr>
              <a:t>r</a:t>
            </a:r>
            <a:r>
              <a:rPr sz="4200" spc="-29" baseline="2925" dirty="0">
                <a:latin typeface="Calibri"/>
                <a:cs typeface="Calibri"/>
              </a:rPr>
              <a:t>s</a:t>
            </a:r>
            <a:r>
              <a:rPr sz="4200" spc="0" baseline="2925" dirty="0">
                <a:latin typeface="Calibri"/>
                <a:cs typeface="Calibri"/>
              </a:rPr>
              <a:t>t</a:t>
            </a:r>
            <a:r>
              <a:rPr sz="4200" spc="-14" baseline="2925" dirty="0">
                <a:latin typeface="Calibri"/>
                <a:cs typeface="Calibri"/>
              </a:rPr>
              <a:t> </a:t>
            </a:r>
            <a:r>
              <a:rPr sz="4200" spc="0" baseline="2925" dirty="0">
                <a:latin typeface="Calibri"/>
                <a:cs typeface="Calibri"/>
              </a:rPr>
              <a:t>sea</a:t>
            </a:r>
            <a:r>
              <a:rPr sz="4200" spc="-39" baseline="2925" dirty="0">
                <a:latin typeface="Calibri"/>
                <a:cs typeface="Calibri"/>
              </a:rPr>
              <a:t>r</a:t>
            </a:r>
            <a:r>
              <a:rPr sz="4200" spc="0" baseline="2925" dirty="0">
                <a:latin typeface="Calibri"/>
                <a:cs typeface="Calibri"/>
              </a:rPr>
              <a:t>ch</a:t>
            </a:r>
            <a:endParaRPr sz="2800">
              <a:latin typeface="Calibri"/>
              <a:cs typeface="Calibri"/>
            </a:endParaRPr>
          </a:p>
        </p:txBody>
      </p:sp>
      <p:sp>
        <p:nvSpPr>
          <p:cNvPr id="16" name="object 16"/>
          <p:cNvSpPr txBox="1"/>
          <p:nvPr/>
        </p:nvSpPr>
        <p:spPr>
          <a:xfrm>
            <a:off x="1069340" y="2489272"/>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15" name="object 15"/>
          <p:cNvSpPr txBox="1"/>
          <p:nvPr/>
        </p:nvSpPr>
        <p:spPr>
          <a:xfrm>
            <a:off x="1355090" y="2507354"/>
            <a:ext cx="5160056" cy="684551"/>
          </a:xfrm>
          <a:prstGeom prst="rect">
            <a:avLst/>
          </a:prstGeom>
        </p:spPr>
        <p:txBody>
          <a:bodyPr wrap="square" lIns="0" tIns="0" rIns="0" bIns="0" rtlCol="0">
            <a:noAutofit/>
          </a:bodyPr>
          <a:lstStyle/>
          <a:p>
            <a:pPr marL="12700">
              <a:lnSpc>
                <a:spcPts val="2545"/>
              </a:lnSpc>
              <a:spcBef>
                <a:spcPts val="127"/>
              </a:spcBef>
            </a:pPr>
            <a:r>
              <a:rPr sz="3600" spc="-204" baseline="3413" dirty="0">
                <a:latin typeface="Calibri"/>
                <a:cs typeface="Calibri"/>
              </a:rPr>
              <a:t>“</a:t>
            </a:r>
            <a:r>
              <a:rPr sz="3600" spc="0" baseline="3413" dirty="0">
                <a:latin typeface="Calibri"/>
                <a:cs typeface="Calibri"/>
              </a:rPr>
              <a:t>Al</a:t>
            </a:r>
            <a:r>
              <a:rPr sz="3600" spc="-29" baseline="3413" dirty="0">
                <a:latin typeface="Calibri"/>
                <a:cs typeface="Calibri"/>
              </a:rPr>
              <a:t>w</a:t>
            </a:r>
            <a:r>
              <a:rPr sz="3600" spc="-39" baseline="3413" dirty="0">
                <a:latin typeface="Calibri"/>
                <a:cs typeface="Calibri"/>
              </a:rPr>
              <a:t>a</a:t>
            </a:r>
            <a:r>
              <a:rPr sz="3600" spc="-25" baseline="3413" dirty="0">
                <a:latin typeface="Calibri"/>
                <a:cs typeface="Calibri"/>
              </a:rPr>
              <a:t>y</a:t>
            </a:r>
            <a:r>
              <a:rPr sz="3600" spc="0" baseline="3413" dirty="0">
                <a:latin typeface="Calibri"/>
                <a:cs typeface="Calibri"/>
              </a:rPr>
              <a:t>s chooses the successor node with</a:t>
            </a:r>
            <a:endParaRPr sz="2400">
              <a:latin typeface="Calibri"/>
              <a:cs typeface="Calibri"/>
            </a:endParaRPr>
          </a:p>
          <a:p>
            <a:pPr marL="12700" marR="45720">
              <a:lnSpc>
                <a:spcPts val="2880"/>
              </a:lnSpc>
              <a:spcBef>
                <a:spcPts val="16"/>
              </a:spcBef>
            </a:pPr>
            <a:r>
              <a:rPr sz="3600" spc="-34" baseline="1137" dirty="0">
                <a:latin typeface="Calibri"/>
                <a:cs typeface="Calibri"/>
              </a:rPr>
              <a:t>v</a:t>
            </a:r>
            <a:r>
              <a:rPr sz="3600" spc="0" baseline="1137" dirty="0">
                <a:latin typeface="Calibri"/>
                <a:cs typeface="Calibri"/>
              </a:rPr>
              <a:t>alue”</a:t>
            </a:r>
            <a:r>
              <a:rPr sz="3600" spc="-9" baseline="1137" dirty="0">
                <a:latin typeface="Calibri"/>
                <a:cs typeface="Calibri"/>
              </a:rPr>
              <a:t> </a:t>
            </a:r>
            <a:r>
              <a:rPr sz="3600" spc="0" baseline="1137" dirty="0">
                <a:latin typeface="Calibri"/>
                <a:cs typeface="Calibri"/>
              </a:rPr>
              <a:t>whe</a:t>
            </a:r>
            <a:r>
              <a:rPr sz="3600" spc="-29" baseline="1137" dirty="0">
                <a:latin typeface="Calibri"/>
                <a:cs typeface="Calibri"/>
              </a:rPr>
              <a:t>r</a:t>
            </a:r>
            <a:r>
              <a:rPr sz="3600" spc="0" baseline="1137" dirty="0">
                <a:latin typeface="Calibri"/>
                <a:cs typeface="Calibri"/>
              </a:rPr>
              <a:t>e</a:t>
            </a:r>
            <a:r>
              <a:rPr sz="3600" spc="14" baseline="1137" dirty="0">
                <a:latin typeface="Calibri"/>
                <a:cs typeface="Calibri"/>
              </a:rPr>
              <a:t> </a:t>
            </a:r>
            <a:r>
              <a:rPr sz="3600" i="1" spc="0" baseline="1137" dirty="0">
                <a:latin typeface="Calibri"/>
                <a:cs typeface="Calibri"/>
              </a:rPr>
              <a:t>f(n) = h(n)</a:t>
            </a:r>
            <a:endParaRPr sz="2400">
              <a:latin typeface="Calibri"/>
              <a:cs typeface="Calibri"/>
            </a:endParaRPr>
          </a:p>
        </p:txBody>
      </p:sp>
      <p:sp>
        <p:nvSpPr>
          <p:cNvPr id="14" name="object 14"/>
          <p:cNvSpPr txBox="1"/>
          <p:nvPr/>
        </p:nvSpPr>
        <p:spPr>
          <a:xfrm>
            <a:off x="6510843" y="2507354"/>
            <a:ext cx="1248777" cy="324787"/>
          </a:xfrm>
          <a:prstGeom prst="rect">
            <a:avLst/>
          </a:prstGeom>
        </p:spPr>
        <p:txBody>
          <a:bodyPr wrap="square" lIns="0" tIns="0" rIns="0" bIns="0" rtlCol="0">
            <a:noAutofit/>
          </a:bodyPr>
          <a:lstStyle/>
          <a:p>
            <a:pPr marL="12700">
              <a:lnSpc>
                <a:spcPts val="2545"/>
              </a:lnSpc>
              <a:spcBef>
                <a:spcPts val="127"/>
              </a:spcBef>
            </a:pPr>
            <a:r>
              <a:rPr sz="3600" spc="0" baseline="3413" dirty="0">
                <a:latin typeface="Calibri"/>
                <a:cs typeface="Calibri"/>
              </a:rPr>
              <a:t>the be</a:t>
            </a:r>
            <a:r>
              <a:rPr sz="3600" spc="-34" baseline="3413" dirty="0">
                <a:latin typeface="Calibri"/>
                <a:cs typeface="Calibri"/>
              </a:rPr>
              <a:t>s</a:t>
            </a:r>
            <a:r>
              <a:rPr sz="3600" spc="0" baseline="3413" dirty="0">
                <a:latin typeface="Calibri"/>
                <a:cs typeface="Calibri"/>
              </a:rPr>
              <a:t>t</a:t>
            </a:r>
            <a:r>
              <a:rPr sz="3600" spc="9" baseline="3413" dirty="0">
                <a:latin typeface="Calibri"/>
                <a:cs typeface="Calibri"/>
              </a:rPr>
              <a:t> </a:t>
            </a:r>
            <a:r>
              <a:rPr sz="3600" b="1" i="1" spc="0" baseline="3413" dirty="0">
                <a:solidFill>
                  <a:srgbClr val="BF0000"/>
                </a:solidFill>
                <a:latin typeface="Calibri"/>
                <a:cs typeface="Calibri"/>
              </a:rPr>
              <a:t>f</a:t>
            </a:r>
            <a:endParaRPr sz="2400">
              <a:latin typeface="Calibri"/>
              <a:cs typeface="Calibri"/>
            </a:endParaRPr>
          </a:p>
        </p:txBody>
      </p:sp>
      <p:sp>
        <p:nvSpPr>
          <p:cNvPr id="13" name="object 13"/>
          <p:cNvSpPr txBox="1"/>
          <p:nvPr/>
        </p:nvSpPr>
        <p:spPr>
          <a:xfrm>
            <a:off x="1069340" y="3280753"/>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12" name="object 12"/>
          <p:cNvSpPr txBox="1"/>
          <p:nvPr/>
        </p:nvSpPr>
        <p:spPr>
          <a:xfrm>
            <a:off x="1355091" y="3298834"/>
            <a:ext cx="6379979" cy="684551"/>
          </a:xfrm>
          <a:prstGeom prst="rect">
            <a:avLst/>
          </a:prstGeom>
        </p:spPr>
        <p:txBody>
          <a:bodyPr wrap="square" lIns="0" tIns="0" rIns="0" bIns="0" rtlCol="0">
            <a:noAutofit/>
          </a:bodyPr>
          <a:lstStyle/>
          <a:p>
            <a:pPr marL="12700">
              <a:lnSpc>
                <a:spcPts val="2545"/>
              </a:lnSpc>
              <a:spcBef>
                <a:spcPts val="127"/>
              </a:spcBef>
            </a:pPr>
            <a:r>
              <a:rPr sz="3600" spc="-89" baseline="3413" dirty="0">
                <a:latin typeface="Calibri"/>
                <a:cs typeface="Calibri"/>
              </a:rPr>
              <a:t>W</a:t>
            </a:r>
            <a:r>
              <a:rPr sz="3600" spc="0" baseline="3413" dirty="0">
                <a:latin typeface="Calibri"/>
                <a:cs typeface="Calibri"/>
              </a:rPr>
              <a:t>e choose the one th</a:t>
            </a:r>
            <a:r>
              <a:rPr sz="3600" spc="-19" baseline="3413" dirty="0">
                <a:latin typeface="Calibri"/>
                <a:cs typeface="Calibri"/>
              </a:rPr>
              <a:t>a</a:t>
            </a:r>
            <a:r>
              <a:rPr sz="3600" spc="0" baseline="3413" dirty="0">
                <a:latin typeface="Calibri"/>
                <a:cs typeface="Calibri"/>
              </a:rPr>
              <a:t>t is nea</a:t>
            </a:r>
            <a:r>
              <a:rPr sz="3600" spc="-29" baseline="3413" dirty="0">
                <a:latin typeface="Calibri"/>
                <a:cs typeface="Calibri"/>
              </a:rPr>
              <a:t>r</a:t>
            </a:r>
            <a:r>
              <a:rPr sz="3600" spc="0" baseline="3413" dirty="0">
                <a:latin typeface="Calibri"/>
                <a:cs typeface="Calibri"/>
              </a:rPr>
              <a:t>e</a:t>
            </a:r>
            <a:r>
              <a:rPr sz="3600" spc="-29" baseline="3413" dirty="0">
                <a:latin typeface="Calibri"/>
                <a:cs typeface="Calibri"/>
              </a:rPr>
              <a:t>s</a:t>
            </a:r>
            <a:r>
              <a:rPr sz="3600" spc="0" baseline="3413" dirty="0">
                <a:latin typeface="Calibri"/>
                <a:cs typeface="Calibri"/>
              </a:rPr>
              <a:t>t </a:t>
            </a:r>
            <a:r>
              <a:rPr sz="3600" spc="-25" baseline="3413" dirty="0">
                <a:latin typeface="Calibri"/>
                <a:cs typeface="Calibri"/>
              </a:rPr>
              <a:t>t</a:t>
            </a:r>
            <a:r>
              <a:rPr sz="3600" spc="0" baseline="3413" dirty="0">
                <a:latin typeface="Calibri"/>
                <a:cs typeface="Calibri"/>
              </a:rPr>
              <a:t>o the final</a:t>
            </a:r>
            <a:r>
              <a:rPr sz="3600" spc="-4" baseline="3413" dirty="0">
                <a:latin typeface="Calibri"/>
                <a:cs typeface="Calibri"/>
              </a:rPr>
              <a:t> </a:t>
            </a:r>
            <a:r>
              <a:rPr sz="3600" spc="-34" baseline="3413" dirty="0">
                <a:latin typeface="Calibri"/>
                <a:cs typeface="Calibri"/>
              </a:rPr>
              <a:t>s</a:t>
            </a:r>
            <a:r>
              <a:rPr sz="3600" spc="-29" baseline="3413" dirty="0">
                <a:latin typeface="Calibri"/>
                <a:cs typeface="Calibri"/>
              </a:rPr>
              <a:t>t</a:t>
            </a:r>
            <a:r>
              <a:rPr sz="3600" spc="-19" baseline="3413" dirty="0">
                <a:latin typeface="Calibri"/>
                <a:cs typeface="Calibri"/>
              </a:rPr>
              <a:t>a</a:t>
            </a:r>
            <a:r>
              <a:rPr sz="3600" spc="-25" baseline="3413" dirty="0">
                <a:latin typeface="Calibri"/>
                <a:cs typeface="Calibri"/>
              </a:rPr>
              <a:t>t</a:t>
            </a:r>
            <a:r>
              <a:rPr sz="3600" spc="0" baseline="3413" dirty="0">
                <a:latin typeface="Calibri"/>
                <a:cs typeface="Calibri"/>
              </a:rPr>
              <a:t>e</a:t>
            </a:r>
            <a:endParaRPr sz="2400">
              <a:latin typeface="Calibri"/>
              <a:cs typeface="Calibri"/>
            </a:endParaRPr>
          </a:p>
          <a:p>
            <a:pPr marL="12700" marR="45720">
              <a:lnSpc>
                <a:spcPts val="2880"/>
              </a:lnSpc>
              <a:spcBef>
                <a:spcPts val="16"/>
              </a:spcBef>
            </a:pPr>
            <a:r>
              <a:rPr sz="3600" spc="0" baseline="1137" dirty="0">
                <a:latin typeface="Calibri"/>
                <a:cs typeface="Calibri"/>
              </a:rPr>
              <a:t>among</a:t>
            </a:r>
            <a:r>
              <a:rPr sz="3600" spc="-34" baseline="1137" dirty="0">
                <a:latin typeface="Calibri"/>
                <a:cs typeface="Calibri"/>
              </a:rPr>
              <a:t> </a:t>
            </a:r>
            <a:r>
              <a:rPr sz="3600" spc="0" baseline="1137" dirty="0">
                <a:latin typeface="Calibri"/>
                <a:cs typeface="Calibri"/>
              </a:rPr>
              <a:t>all possible choices</a:t>
            </a:r>
            <a:endParaRPr sz="2400">
              <a:latin typeface="Calibri"/>
              <a:cs typeface="Calibri"/>
            </a:endParaRPr>
          </a:p>
        </p:txBody>
      </p:sp>
      <p:sp>
        <p:nvSpPr>
          <p:cNvPr id="11" name="object 11"/>
          <p:cNvSpPr txBox="1"/>
          <p:nvPr/>
        </p:nvSpPr>
        <p:spPr>
          <a:xfrm>
            <a:off x="612141" y="4594422"/>
            <a:ext cx="203327" cy="375004"/>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10" name="object 10"/>
          <p:cNvSpPr txBox="1"/>
          <p:nvPr/>
        </p:nvSpPr>
        <p:spPr>
          <a:xfrm>
            <a:off x="955041" y="4615533"/>
            <a:ext cx="1485899"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A* sea</a:t>
            </a:r>
            <a:r>
              <a:rPr sz="4200" spc="-39" baseline="2925" dirty="0">
                <a:latin typeface="Calibri"/>
                <a:cs typeface="Calibri"/>
              </a:rPr>
              <a:t>r</a:t>
            </a:r>
            <a:r>
              <a:rPr sz="4200" spc="0" baseline="2925" dirty="0">
                <a:latin typeface="Calibri"/>
                <a:cs typeface="Calibri"/>
              </a:rPr>
              <a:t>ch</a:t>
            </a:r>
            <a:endParaRPr sz="2800">
              <a:latin typeface="Calibri"/>
              <a:cs typeface="Calibri"/>
            </a:endParaRPr>
          </a:p>
        </p:txBody>
      </p:sp>
      <p:sp>
        <p:nvSpPr>
          <p:cNvPr id="9" name="object 9"/>
          <p:cNvSpPr txBox="1"/>
          <p:nvPr/>
        </p:nvSpPr>
        <p:spPr>
          <a:xfrm>
            <a:off x="1069340" y="5079572"/>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8" name="object 8"/>
          <p:cNvSpPr txBox="1"/>
          <p:nvPr/>
        </p:nvSpPr>
        <p:spPr>
          <a:xfrm>
            <a:off x="1355091" y="5097654"/>
            <a:ext cx="6985019" cy="684551"/>
          </a:xfrm>
          <a:prstGeom prst="rect">
            <a:avLst/>
          </a:prstGeom>
        </p:spPr>
        <p:txBody>
          <a:bodyPr wrap="square" lIns="0" tIns="0" rIns="0" bIns="0" rtlCol="0">
            <a:noAutofit/>
          </a:bodyPr>
          <a:lstStyle/>
          <a:p>
            <a:pPr marL="12700">
              <a:lnSpc>
                <a:spcPts val="2545"/>
              </a:lnSpc>
              <a:spcBef>
                <a:spcPts val="127"/>
              </a:spcBef>
            </a:pPr>
            <a:r>
              <a:rPr sz="3600" spc="0" baseline="3413" dirty="0">
                <a:latin typeface="Calibri"/>
                <a:cs typeface="Calibri"/>
              </a:rPr>
              <a:t>Be</a:t>
            </a:r>
            <a:r>
              <a:rPr sz="3600" spc="-29" baseline="3413" dirty="0">
                <a:latin typeface="Calibri"/>
                <a:cs typeface="Calibri"/>
              </a:rPr>
              <a:t>s</a:t>
            </a:r>
            <a:r>
              <a:rPr sz="3600" spc="0" baseline="3413" dirty="0">
                <a:latin typeface="Calibri"/>
                <a:cs typeface="Calibri"/>
              </a:rPr>
              <a:t>t fi</a:t>
            </a:r>
            <a:r>
              <a:rPr sz="3600" spc="-44" baseline="3413" dirty="0">
                <a:latin typeface="Calibri"/>
                <a:cs typeface="Calibri"/>
              </a:rPr>
              <a:t>r</a:t>
            </a:r>
            <a:r>
              <a:rPr sz="3600" spc="-34" baseline="3413" dirty="0">
                <a:latin typeface="Calibri"/>
                <a:cs typeface="Calibri"/>
              </a:rPr>
              <a:t>s</a:t>
            </a:r>
            <a:r>
              <a:rPr sz="3600" spc="0" baseline="3413" dirty="0">
                <a:latin typeface="Calibri"/>
                <a:cs typeface="Calibri"/>
              </a:rPr>
              <a:t>t sea</a:t>
            </a:r>
            <a:r>
              <a:rPr sz="3600" spc="-34" baseline="3413" dirty="0">
                <a:latin typeface="Calibri"/>
                <a:cs typeface="Calibri"/>
              </a:rPr>
              <a:t>r</a:t>
            </a:r>
            <a:r>
              <a:rPr sz="3600" spc="0" baseline="3413" dirty="0">
                <a:latin typeface="Calibri"/>
                <a:cs typeface="Calibri"/>
              </a:rPr>
              <a:t>ch</a:t>
            </a:r>
            <a:r>
              <a:rPr sz="3600" spc="9" baseline="3413" dirty="0">
                <a:latin typeface="Calibri"/>
                <a:cs typeface="Calibri"/>
              </a:rPr>
              <a:t> </a:t>
            </a:r>
            <a:r>
              <a:rPr sz="3600" spc="0" baseline="3413" dirty="0">
                <a:latin typeface="Calibri"/>
                <a:cs typeface="Calibri"/>
              </a:rPr>
              <a:t>using</a:t>
            </a:r>
            <a:r>
              <a:rPr sz="3600" spc="-9" baseline="3413" dirty="0">
                <a:latin typeface="Calibri"/>
                <a:cs typeface="Calibri"/>
              </a:rPr>
              <a:t> </a:t>
            </a:r>
            <a:r>
              <a:rPr sz="3600" spc="0" baseline="3413" dirty="0">
                <a:latin typeface="Calibri"/>
                <a:cs typeface="Calibri"/>
              </a:rPr>
              <a:t>an</a:t>
            </a:r>
            <a:r>
              <a:rPr sz="3600" spc="-4" baseline="3413" dirty="0">
                <a:latin typeface="Calibri"/>
                <a:cs typeface="Calibri"/>
              </a:rPr>
              <a:t> </a:t>
            </a:r>
            <a:r>
              <a:rPr sz="3600" spc="-64" baseline="3413" dirty="0">
                <a:latin typeface="Calibri"/>
                <a:cs typeface="Calibri"/>
              </a:rPr>
              <a:t>“</a:t>
            </a:r>
            <a:r>
              <a:rPr sz="3600" spc="0" baseline="3413" dirty="0">
                <a:latin typeface="Calibri"/>
                <a:cs typeface="Calibri"/>
              </a:rPr>
              <a:t>admissible”</a:t>
            </a:r>
            <a:r>
              <a:rPr sz="3600" spc="-9" baseline="3413" dirty="0">
                <a:latin typeface="Calibri"/>
                <a:cs typeface="Calibri"/>
              </a:rPr>
              <a:t> </a:t>
            </a:r>
            <a:r>
              <a:rPr sz="3600" spc="0" baseline="3413" dirty="0">
                <a:latin typeface="Calibri"/>
                <a:cs typeface="Calibri"/>
              </a:rPr>
              <a:t>heuri</a:t>
            </a:r>
            <a:r>
              <a:rPr sz="3600" spc="-34" baseline="3413" dirty="0">
                <a:latin typeface="Calibri"/>
                <a:cs typeface="Calibri"/>
              </a:rPr>
              <a:t>s</a:t>
            </a:r>
            <a:r>
              <a:rPr sz="3600" spc="0" baseline="3413" dirty="0">
                <a:latin typeface="Calibri"/>
                <a:cs typeface="Calibri"/>
              </a:rPr>
              <a:t>tic</a:t>
            </a:r>
            <a:r>
              <a:rPr sz="3600" spc="-4" baseline="3413" dirty="0">
                <a:latin typeface="Calibri"/>
                <a:cs typeface="Calibri"/>
              </a:rPr>
              <a:t> </a:t>
            </a:r>
            <a:r>
              <a:rPr sz="3600" spc="0" baseline="3413" dirty="0">
                <a:latin typeface="Calibri"/>
                <a:cs typeface="Calibri"/>
              </a:rPr>
              <a:t>function</a:t>
            </a:r>
            <a:endParaRPr sz="2400">
              <a:latin typeface="Calibri"/>
              <a:cs typeface="Calibri"/>
            </a:endParaRPr>
          </a:p>
          <a:p>
            <a:pPr marL="12700" marR="45720">
              <a:lnSpc>
                <a:spcPts val="2880"/>
              </a:lnSpc>
              <a:spcBef>
                <a:spcPts val="16"/>
              </a:spcBef>
            </a:pPr>
            <a:r>
              <a:rPr sz="3600" spc="0" baseline="1137" dirty="0">
                <a:latin typeface="Calibri"/>
                <a:cs typeface="Calibri"/>
              </a:rPr>
              <a:t>th</a:t>
            </a:r>
            <a:r>
              <a:rPr sz="3600" spc="-19" baseline="1137" dirty="0">
                <a:latin typeface="Calibri"/>
                <a:cs typeface="Calibri"/>
              </a:rPr>
              <a:t>a</a:t>
            </a:r>
            <a:r>
              <a:rPr sz="3600" spc="0" baseline="1137" dirty="0">
                <a:latin typeface="Calibri"/>
                <a:cs typeface="Calibri"/>
              </a:rPr>
              <a:t>t</a:t>
            </a:r>
            <a:r>
              <a:rPr sz="3600" spc="-9" baseline="1137" dirty="0">
                <a:latin typeface="Calibri"/>
                <a:cs typeface="Calibri"/>
              </a:rPr>
              <a:t> </a:t>
            </a:r>
            <a:r>
              <a:rPr sz="3600" spc="-29" baseline="1137" dirty="0">
                <a:latin typeface="Calibri"/>
                <a:cs typeface="Calibri"/>
              </a:rPr>
              <a:t>t</a:t>
            </a:r>
            <a:r>
              <a:rPr sz="3600" spc="0" baseline="1137" dirty="0">
                <a:latin typeface="Calibri"/>
                <a:cs typeface="Calibri"/>
              </a:rPr>
              <a:t>a</a:t>
            </a:r>
            <a:r>
              <a:rPr sz="3600" spc="-75" baseline="1137" dirty="0">
                <a:latin typeface="Calibri"/>
                <a:cs typeface="Calibri"/>
              </a:rPr>
              <a:t>k</a:t>
            </a:r>
            <a:r>
              <a:rPr sz="3600" spc="0" baseline="1137" dirty="0">
                <a:latin typeface="Calibri"/>
                <a:cs typeface="Calibri"/>
              </a:rPr>
              <a:t>es</a:t>
            </a:r>
            <a:r>
              <a:rPr sz="3600" spc="-9" baseline="1137" dirty="0">
                <a:latin typeface="Calibri"/>
                <a:cs typeface="Calibri"/>
              </a:rPr>
              <a:t> </a:t>
            </a:r>
            <a:r>
              <a:rPr sz="3600" spc="0" baseline="1137" dirty="0">
                <a:latin typeface="Calibri"/>
                <a:cs typeface="Calibri"/>
              </a:rPr>
              <a:t>i</a:t>
            </a:r>
            <a:r>
              <a:rPr sz="3600" spc="-25" baseline="1137" dirty="0">
                <a:latin typeface="Calibri"/>
                <a:cs typeface="Calibri"/>
              </a:rPr>
              <a:t>nt</a:t>
            </a:r>
            <a:r>
              <a:rPr sz="3600" spc="0" baseline="1137" dirty="0">
                <a:latin typeface="Calibri"/>
                <a:cs typeface="Calibri"/>
              </a:rPr>
              <a:t>o</a:t>
            </a:r>
            <a:r>
              <a:rPr sz="3600" spc="-9" baseline="1137" dirty="0">
                <a:latin typeface="Calibri"/>
                <a:cs typeface="Calibri"/>
              </a:rPr>
              <a:t> </a:t>
            </a:r>
            <a:r>
              <a:rPr sz="3600" spc="0" baseline="1137" dirty="0">
                <a:latin typeface="Calibri"/>
                <a:cs typeface="Calibri"/>
              </a:rPr>
              <a:t>ac</a:t>
            </a:r>
            <a:r>
              <a:rPr sz="3600" spc="-19" baseline="1137" dirty="0">
                <a:latin typeface="Calibri"/>
                <a:cs typeface="Calibri"/>
              </a:rPr>
              <a:t>c</a:t>
            </a:r>
            <a:r>
              <a:rPr sz="3600" spc="0" baseline="1137" dirty="0">
                <a:latin typeface="Calibri"/>
                <a:cs typeface="Calibri"/>
              </a:rPr>
              <a:t>ou</a:t>
            </a:r>
            <a:r>
              <a:rPr sz="3600" spc="-25" baseline="1137" dirty="0">
                <a:latin typeface="Calibri"/>
                <a:cs typeface="Calibri"/>
              </a:rPr>
              <a:t>n</a:t>
            </a:r>
            <a:r>
              <a:rPr sz="3600" spc="0" baseline="1137" dirty="0">
                <a:latin typeface="Calibri"/>
                <a:cs typeface="Calibri"/>
              </a:rPr>
              <a:t>t</a:t>
            </a:r>
            <a:r>
              <a:rPr sz="3600" spc="-9" baseline="1137" dirty="0">
                <a:latin typeface="Calibri"/>
                <a:cs typeface="Calibri"/>
              </a:rPr>
              <a:t> </a:t>
            </a:r>
            <a:r>
              <a:rPr sz="3600" spc="0" baseline="1137" dirty="0">
                <a:latin typeface="Calibri"/>
                <a:cs typeface="Calibri"/>
              </a:rPr>
              <a:t>the</a:t>
            </a:r>
            <a:r>
              <a:rPr sz="3600" spc="-9" baseline="1137" dirty="0">
                <a:latin typeface="Calibri"/>
                <a:cs typeface="Calibri"/>
              </a:rPr>
              <a:t> </a:t>
            </a:r>
            <a:r>
              <a:rPr sz="3600" spc="0" baseline="1137" dirty="0">
                <a:latin typeface="Calibri"/>
                <a:cs typeface="Calibri"/>
              </a:rPr>
              <a:t>cur</a:t>
            </a:r>
            <a:r>
              <a:rPr sz="3600" spc="-29" baseline="1137" dirty="0">
                <a:latin typeface="Calibri"/>
                <a:cs typeface="Calibri"/>
              </a:rPr>
              <a:t>r</a:t>
            </a:r>
            <a:r>
              <a:rPr sz="3600" spc="0" baseline="1137" dirty="0">
                <a:latin typeface="Calibri"/>
                <a:cs typeface="Calibri"/>
              </a:rPr>
              <a:t>e</a:t>
            </a:r>
            <a:r>
              <a:rPr sz="3600" spc="-25" baseline="1137" dirty="0">
                <a:latin typeface="Calibri"/>
                <a:cs typeface="Calibri"/>
              </a:rPr>
              <a:t>n</a:t>
            </a:r>
            <a:r>
              <a:rPr sz="3600" spc="0" baseline="1137" dirty="0">
                <a:latin typeface="Calibri"/>
                <a:cs typeface="Calibri"/>
              </a:rPr>
              <a:t>t</a:t>
            </a:r>
            <a:r>
              <a:rPr sz="3600" spc="9" baseline="1137" dirty="0">
                <a:latin typeface="Calibri"/>
                <a:cs typeface="Calibri"/>
              </a:rPr>
              <a:t> </a:t>
            </a:r>
            <a:r>
              <a:rPr sz="3600" spc="-19" baseline="1137" dirty="0">
                <a:latin typeface="Calibri"/>
                <a:cs typeface="Calibri"/>
              </a:rPr>
              <a:t>c</a:t>
            </a:r>
            <a:r>
              <a:rPr sz="3600" spc="0" baseline="1137" dirty="0">
                <a:latin typeface="Calibri"/>
                <a:cs typeface="Calibri"/>
              </a:rPr>
              <a:t>o</a:t>
            </a:r>
            <a:r>
              <a:rPr sz="3600" spc="-34" baseline="1137" dirty="0">
                <a:latin typeface="Calibri"/>
                <a:cs typeface="Calibri"/>
              </a:rPr>
              <a:t>s</a:t>
            </a:r>
            <a:r>
              <a:rPr sz="3600" spc="0" baseline="1137" dirty="0">
                <a:latin typeface="Calibri"/>
                <a:cs typeface="Calibri"/>
              </a:rPr>
              <a:t>t</a:t>
            </a:r>
            <a:r>
              <a:rPr sz="3600" spc="-9" baseline="1137" dirty="0">
                <a:latin typeface="Calibri"/>
                <a:cs typeface="Calibri"/>
              </a:rPr>
              <a:t> </a:t>
            </a:r>
            <a:r>
              <a:rPr sz="3600" i="1" spc="0" baseline="1137" dirty="0">
                <a:latin typeface="Calibri"/>
                <a:cs typeface="Calibri"/>
              </a:rPr>
              <a:t>g</a:t>
            </a:r>
            <a:endParaRPr sz="2400">
              <a:latin typeface="Calibri"/>
              <a:cs typeface="Calibri"/>
            </a:endParaRPr>
          </a:p>
        </p:txBody>
      </p:sp>
      <p:sp>
        <p:nvSpPr>
          <p:cNvPr id="7" name="object 7"/>
          <p:cNvSpPr txBox="1"/>
          <p:nvPr/>
        </p:nvSpPr>
        <p:spPr>
          <a:xfrm>
            <a:off x="8340344" y="5097654"/>
            <a:ext cx="167560" cy="324787"/>
          </a:xfrm>
          <a:prstGeom prst="rect">
            <a:avLst/>
          </a:prstGeom>
        </p:spPr>
        <p:txBody>
          <a:bodyPr wrap="square" lIns="0" tIns="0" rIns="0" bIns="0" rtlCol="0">
            <a:noAutofit/>
          </a:bodyPr>
          <a:lstStyle/>
          <a:p>
            <a:pPr marL="12700">
              <a:lnSpc>
                <a:spcPts val="2545"/>
              </a:lnSpc>
              <a:spcBef>
                <a:spcPts val="127"/>
              </a:spcBef>
            </a:pPr>
            <a:r>
              <a:rPr sz="3600" b="1" i="1" spc="0" baseline="3413" dirty="0">
                <a:solidFill>
                  <a:srgbClr val="BF0000"/>
                </a:solidFill>
                <a:latin typeface="Calibri"/>
                <a:cs typeface="Calibri"/>
              </a:rPr>
              <a:t>f</a:t>
            </a:r>
            <a:endParaRPr sz="2400">
              <a:latin typeface="Calibri"/>
              <a:cs typeface="Calibri"/>
            </a:endParaRPr>
          </a:p>
        </p:txBody>
      </p:sp>
      <p:sp>
        <p:nvSpPr>
          <p:cNvPr id="6" name="object 6"/>
          <p:cNvSpPr txBox="1"/>
          <p:nvPr/>
        </p:nvSpPr>
        <p:spPr>
          <a:xfrm>
            <a:off x="1069340" y="5871051"/>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5" name="object 5"/>
          <p:cNvSpPr txBox="1"/>
          <p:nvPr/>
        </p:nvSpPr>
        <p:spPr>
          <a:xfrm>
            <a:off x="1355090" y="5889134"/>
            <a:ext cx="5096586" cy="324787"/>
          </a:xfrm>
          <a:prstGeom prst="rect">
            <a:avLst/>
          </a:prstGeom>
        </p:spPr>
        <p:txBody>
          <a:bodyPr wrap="square" lIns="0" tIns="0" rIns="0" bIns="0" rtlCol="0">
            <a:noAutofit/>
          </a:bodyPr>
          <a:lstStyle/>
          <a:p>
            <a:pPr marL="12700">
              <a:lnSpc>
                <a:spcPts val="2545"/>
              </a:lnSpc>
              <a:spcBef>
                <a:spcPts val="127"/>
              </a:spcBef>
            </a:pPr>
            <a:r>
              <a:rPr sz="3600" spc="0" baseline="3413" dirty="0">
                <a:latin typeface="Calibri"/>
                <a:cs typeface="Calibri"/>
              </a:rPr>
              <a:t>Al</a:t>
            </a:r>
            <a:r>
              <a:rPr sz="3600" spc="-29" baseline="3413" dirty="0">
                <a:latin typeface="Calibri"/>
                <a:cs typeface="Calibri"/>
              </a:rPr>
              <a:t>w</a:t>
            </a:r>
            <a:r>
              <a:rPr sz="3600" spc="-39" baseline="3413" dirty="0">
                <a:latin typeface="Calibri"/>
                <a:cs typeface="Calibri"/>
              </a:rPr>
              <a:t>a</a:t>
            </a:r>
            <a:r>
              <a:rPr sz="3600" spc="-25" baseline="3413" dirty="0">
                <a:latin typeface="Calibri"/>
                <a:cs typeface="Calibri"/>
              </a:rPr>
              <a:t>y</a:t>
            </a:r>
            <a:r>
              <a:rPr sz="3600" spc="0" baseline="3413" dirty="0">
                <a:latin typeface="Calibri"/>
                <a:cs typeface="Calibri"/>
              </a:rPr>
              <a:t>s</a:t>
            </a:r>
            <a:r>
              <a:rPr sz="3600" spc="-19" baseline="3413" dirty="0">
                <a:latin typeface="Calibri"/>
                <a:cs typeface="Calibri"/>
              </a:rPr>
              <a:t> </a:t>
            </a:r>
            <a:r>
              <a:rPr sz="3600" spc="-29" baseline="3413" dirty="0">
                <a:latin typeface="Calibri"/>
                <a:cs typeface="Calibri"/>
              </a:rPr>
              <a:t>r</a:t>
            </a:r>
            <a:r>
              <a:rPr sz="3600" spc="-9" baseline="3413" dirty="0">
                <a:latin typeface="Calibri"/>
                <a:cs typeface="Calibri"/>
              </a:rPr>
              <a:t>e</a:t>
            </a:r>
            <a:r>
              <a:rPr sz="3600" spc="0" baseline="3413" dirty="0">
                <a:latin typeface="Calibri"/>
                <a:cs typeface="Calibri"/>
              </a:rPr>
              <a:t>turns</a:t>
            </a:r>
            <a:r>
              <a:rPr sz="3600" spc="9" baseline="3413" dirty="0">
                <a:latin typeface="Calibri"/>
                <a:cs typeface="Calibri"/>
              </a:rPr>
              <a:t> </a:t>
            </a:r>
            <a:r>
              <a:rPr sz="3600" spc="0" baseline="3413" dirty="0">
                <a:latin typeface="Calibri"/>
                <a:cs typeface="Calibri"/>
              </a:rPr>
              <a:t>the o</a:t>
            </a:r>
            <a:r>
              <a:rPr sz="3600" spc="-14" baseline="3413" dirty="0">
                <a:latin typeface="Calibri"/>
                <a:cs typeface="Calibri"/>
              </a:rPr>
              <a:t>p</a:t>
            </a:r>
            <a:r>
              <a:rPr sz="3600" spc="0" baseline="3413" dirty="0">
                <a:latin typeface="Calibri"/>
                <a:cs typeface="Calibri"/>
              </a:rPr>
              <a:t>timal</a:t>
            </a:r>
            <a:r>
              <a:rPr sz="3600" spc="-19" baseline="3413" dirty="0">
                <a:latin typeface="Calibri"/>
                <a:cs typeface="Calibri"/>
              </a:rPr>
              <a:t> </a:t>
            </a:r>
            <a:r>
              <a:rPr sz="3600" spc="0" baseline="3413" dirty="0">
                <a:latin typeface="Calibri"/>
                <a:cs typeface="Calibri"/>
              </a:rPr>
              <a:t>solution</a:t>
            </a:r>
            <a:r>
              <a:rPr sz="3600" spc="-25" baseline="3413" dirty="0">
                <a:latin typeface="Calibri"/>
                <a:cs typeface="Calibri"/>
              </a:rPr>
              <a:t> </a:t>
            </a:r>
            <a:r>
              <a:rPr sz="3600" spc="0" baseline="3413" dirty="0">
                <a:latin typeface="Calibri"/>
                <a:cs typeface="Calibri"/>
              </a:rPr>
              <a:t>p</a:t>
            </a:r>
            <a:r>
              <a:rPr sz="3600" spc="-25" baseline="3413" dirty="0">
                <a:latin typeface="Calibri"/>
                <a:cs typeface="Calibri"/>
              </a:rPr>
              <a:t>a</a:t>
            </a:r>
            <a:r>
              <a:rPr sz="3600" spc="0" baseline="3413" dirty="0">
                <a:latin typeface="Calibri"/>
                <a:cs typeface="Calibri"/>
              </a:rPr>
              <a:t>th</a:t>
            </a:r>
            <a:endParaRPr sz="2400">
              <a:latin typeface="Calibri"/>
              <a:cs typeface="Calibri"/>
            </a:endParaRPr>
          </a:p>
        </p:txBody>
      </p:sp>
      <p:sp>
        <p:nvSpPr>
          <p:cNvPr id="2" name="object 2"/>
          <p:cNvSpPr txBox="1"/>
          <p:nvPr/>
        </p:nvSpPr>
        <p:spPr>
          <a:xfrm>
            <a:off x="8504174" y="6580932"/>
            <a:ext cx="125501"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9</a:t>
            </a:r>
            <a:endParaRPr sz="12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1" name="object 1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 name="object 9"/>
          <p:cNvSpPr txBox="1"/>
          <p:nvPr/>
        </p:nvSpPr>
        <p:spPr>
          <a:xfrm>
            <a:off x="2230628" y="2964554"/>
            <a:ext cx="4674702" cy="474689"/>
          </a:xfrm>
          <a:prstGeom prst="rect">
            <a:avLst/>
          </a:prstGeom>
        </p:spPr>
        <p:txBody>
          <a:bodyPr wrap="square" lIns="0" tIns="0" rIns="0" bIns="0" rtlCol="0">
            <a:noAutofit/>
          </a:bodyPr>
          <a:lstStyle/>
          <a:p>
            <a:pPr marL="12700">
              <a:lnSpc>
                <a:spcPts val="3765"/>
              </a:lnSpc>
              <a:spcBef>
                <a:spcPts val="188"/>
              </a:spcBef>
            </a:pPr>
            <a:r>
              <a:rPr sz="5400" b="1" spc="0" baseline="3034" dirty="0">
                <a:solidFill>
                  <a:srgbClr val="1F487B"/>
                </a:solidFill>
                <a:latin typeface="Calibri"/>
                <a:cs typeface="Calibri"/>
              </a:rPr>
              <a:t>G</a:t>
            </a:r>
            <a:r>
              <a:rPr sz="5400" b="1" spc="-44" baseline="3034" dirty="0">
                <a:solidFill>
                  <a:srgbClr val="1F487B"/>
                </a:solidFill>
                <a:latin typeface="Calibri"/>
                <a:cs typeface="Calibri"/>
              </a:rPr>
              <a:t>r</a:t>
            </a:r>
            <a:r>
              <a:rPr sz="5400" b="1" spc="0" baseline="3034" dirty="0">
                <a:solidFill>
                  <a:srgbClr val="1F487B"/>
                </a:solidFill>
                <a:latin typeface="Calibri"/>
                <a:cs typeface="Calibri"/>
              </a:rPr>
              <a:t>eedy Be</a:t>
            </a:r>
            <a:r>
              <a:rPr sz="5400" b="1" spc="-44" baseline="3034" dirty="0">
                <a:solidFill>
                  <a:srgbClr val="1F487B"/>
                </a:solidFill>
                <a:latin typeface="Calibri"/>
                <a:cs typeface="Calibri"/>
              </a:rPr>
              <a:t>s</a:t>
            </a:r>
            <a:r>
              <a:rPr sz="5400" b="1" spc="0" baseline="3034" dirty="0">
                <a:solidFill>
                  <a:srgbClr val="1F487B"/>
                </a:solidFill>
                <a:latin typeface="Calibri"/>
                <a:cs typeface="Calibri"/>
              </a:rPr>
              <a:t>t Fi</a:t>
            </a:r>
            <a:r>
              <a:rPr sz="5400" b="1" spc="-44" baseline="3034" dirty="0">
                <a:solidFill>
                  <a:srgbClr val="1F487B"/>
                </a:solidFill>
                <a:latin typeface="Calibri"/>
                <a:cs typeface="Calibri"/>
              </a:rPr>
              <a:t>rs</a:t>
            </a:r>
            <a:r>
              <a:rPr sz="5400" b="1" spc="0" baseline="3034" dirty="0">
                <a:solidFill>
                  <a:srgbClr val="1F487B"/>
                </a:solidFill>
                <a:latin typeface="Calibri"/>
                <a:cs typeface="Calibri"/>
              </a:rPr>
              <a:t>t Sea</a:t>
            </a:r>
            <a:r>
              <a:rPr sz="5400" b="1" spc="-54" baseline="3034" dirty="0">
                <a:solidFill>
                  <a:srgbClr val="1F487B"/>
                </a:solidFill>
                <a:latin typeface="Calibri"/>
                <a:cs typeface="Calibri"/>
              </a:rPr>
              <a:t>r</a:t>
            </a:r>
            <a:r>
              <a:rPr sz="5400" b="1" spc="0" baseline="3034" dirty="0">
                <a:solidFill>
                  <a:srgbClr val="1F487B"/>
                </a:solidFill>
                <a:latin typeface="Calibri"/>
                <a:cs typeface="Calibri"/>
              </a:rPr>
              <a:t>ch</a:t>
            </a:r>
            <a:endParaRPr sz="3600">
              <a:latin typeface="Calibri"/>
              <a:cs typeface="Calibri"/>
            </a:endParaRPr>
          </a:p>
        </p:txBody>
      </p:sp>
      <p:sp>
        <p:nvSpPr>
          <p:cNvPr id="8" name="object 8"/>
          <p:cNvSpPr txBox="1"/>
          <p:nvPr/>
        </p:nvSpPr>
        <p:spPr>
          <a:xfrm>
            <a:off x="2848610" y="3504200"/>
            <a:ext cx="1491142" cy="474689"/>
          </a:xfrm>
          <a:prstGeom prst="rect">
            <a:avLst/>
          </a:prstGeom>
        </p:spPr>
        <p:txBody>
          <a:bodyPr wrap="square" lIns="0" tIns="0" rIns="0" bIns="0" rtlCol="0">
            <a:noAutofit/>
          </a:bodyPr>
          <a:lstStyle/>
          <a:p>
            <a:pPr marL="12700">
              <a:lnSpc>
                <a:spcPts val="3765"/>
              </a:lnSpc>
              <a:spcBef>
                <a:spcPts val="188"/>
              </a:spcBef>
            </a:pPr>
            <a:r>
              <a:rPr sz="5400" i="1" spc="-19" baseline="3034" dirty="0">
                <a:solidFill>
                  <a:srgbClr val="1F487B"/>
                </a:solidFill>
                <a:latin typeface="Calibri"/>
                <a:cs typeface="Calibri"/>
              </a:rPr>
              <a:t>e</a:t>
            </a:r>
            <a:r>
              <a:rPr sz="5400" i="1" spc="0" baseline="3034" dirty="0">
                <a:solidFill>
                  <a:srgbClr val="1F487B"/>
                </a:solidFill>
                <a:latin typeface="Calibri"/>
                <a:cs typeface="Calibri"/>
              </a:rPr>
              <a:t>val-f</a:t>
            </a:r>
            <a:r>
              <a:rPr sz="5400" i="1" spc="4" baseline="3034" dirty="0">
                <a:solidFill>
                  <a:srgbClr val="1F487B"/>
                </a:solidFill>
                <a:latin typeface="Calibri"/>
                <a:cs typeface="Calibri"/>
              </a:rPr>
              <a:t>n</a:t>
            </a:r>
            <a:r>
              <a:rPr sz="5400" spc="0" baseline="3034" dirty="0">
                <a:solidFill>
                  <a:srgbClr val="1F487B"/>
                </a:solidFill>
                <a:latin typeface="Calibri"/>
                <a:cs typeface="Calibri"/>
              </a:rPr>
              <a:t>:</a:t>
            </a:r>
            <a:endParaRPr sz="3600">
              <a:latin typeface="Calibri"/>
              <a:cs typeface="Calibri"/>
            </a:endParaRPr>
          </a:p>
        </p:txBody>
      </p:sp>
      <p:sp>
        <p:nvSpPr>
          <p:cNvPr id="7" name="object 7"/>
          <p:cNvSpPr txBox="1"/>
          <p:nvPr/>
        </p:nvSpPr>
        <p:spPr>
          <a:xfrm>
            <a:off x="4346915" y="3504200"/>
            <a:ext cx="750392"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f(</a:t>
            </a:r>
            <a:r>
              <a:rPr sz="5400" spc="-4" baseline="3034" dirty="0">
                <a:solidFill>
                  <a:srgbClr val="1F487B"/>
                </a:solidFill>
                <a:latin typeface="Calibri"/>
                <a:cs typeface="Calibri"/>
              </a:rPr>
              <a:t>n</a:t>
            </a:r>
            <a:r>
              <a:rPr sz="5400" spc="0" baseline="3034" dirty="0">
                <a:solidFill>
                  <a:srgbClr val="1F487B"/>
                </a:solidFill>
                <a:latin typeface="Calibri"/>
                <a:cs typeface="Calibri"/>
              </a:rPr>
              <a:t>)</a:t>
            </a:r>
            <a:endParaRPr sz="3600">
              <a:latin typeface="Calibri"/>
              <a:cs typeface="Calibri"/>
            </a:endParaRPr>
          </a:p>
        </p:txBody>
      </p:sp>
      <p:sp>
        <p:nvSpPr>
          <p:cNvPr id="6" name="object 6"/>
          <p:cNvSpPr txBox="1"/>
          <p:nvPr/>
        </p:nvSpPr>
        <p:spPr>
          <a:xfrm>
            <a:off x="5105655" y="3504200"/>
            <a:ext cx="321687"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a:t>
            </a:r>
            <a:endParaRPr sz="3600">
              <a:latin typeface="Calibri"/>
              <a:cs typeface="Calibri"/>
            </a:endParaRPr>
          </a:p>
        </p:txBody>
      </p:sp>
      <p:sp>
        <p:nvSpPr>
          <p:cNvPr id="5" name="object 5"/>
          <p:cNvSpPr txBox="1"/>
          <p:nvPr/>
        </p:nvSpPr>
        <p:spPr>
          <a:xfrm>
            <a:off x="5435601" y="3504199"/>
            <a:ext cx="851115"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h(n)</a:t>
            </a:r>
            <a:endParaRPr sz="36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25"/>
          <p:cNvSpPr txBox="1"/>
          <p:nvPr/>
        </p:nvSpPr>
        <p:spPr>
          <a:xfrm>
            <a:off x="0" y="3686519"/>
            <a:ext cx="9144000" cy="1129071"/>
          </a:xfrm>
          <a:prstGeom prst="rect">
            <a:avLst/>
          </a:prstGeom>
        </p:spPr>
        <p:txBody>
          <a:bodyPr wrap="square" lIns="0" tIns="0" rIns="0" bIns="0" rtlCol="0">
            <a:noAutofit/>
          </a:bodyPr>
          <a:lstStyle/>
          <a:p>
            <a:pPr marL="548640">
              <a:lnSpc>
                <a:spcPts val="2865"/>
              </a:lnSpc>
              <a:spcBef>
                <a:spcPts val="143"/>
              </a:spcBef>
            </a:pPr>
            <a:r>
              <a:rPr sz="2800" spc="0" dirty="0">
                <a:latin typeface="Arial"/>
                <a:cs typeface="Arial"/>
              </a:rPr>
              <a:t>•</a:t>
            </a:r>
            <a:endParaRPr sz="2800">
              <a:latin typeface="Arial"/>
              <a:cs typeface="Arial"/>
            </a:endParaRPr>
          </a:p>
        </p:txBody>
      </p:sp>
      <p:sp>
        <p:nvSpPr>
          <p:cNvPr id="24" name="object 24"/>
          <p:cNvSpPr txBox="1"/>
          <p:nvPr/>
        </p:nvSpPr>
        <p:spPr>
          <a:xfrm>
            <a:off x="0" y="5746292"/>
            <a:ext cx="9144000" cy="999281"/>
          </a:xfrm>
          <a:prstGeom prst="rect">
            <a:avLst/>
          </a:prstGeom>
        </p:spPr>
        <p:txBody>
          <a:bodyPr wrap="square" lIns="0" tIns="0" rIns="0" bIns="0" rtlCol="0">
            <a:noAutofit/>
          </a:bodyPr>
          <a:lstStyle/>
          <a:p>
            <a:pPr marL="1208532">
              <a:lnSpc>
                <a:spcPts val="2855"/>
              </a:lnSpc>
              <a:spcBef>
                <a:spcPts val="142"/>
              </a:spcBef>
            </a:pPr>
            <a:r>
              <a:rPr sz="4200" spc="0" baseline="3900" dirty="0">
                <a:latin typeface="Calibri"/>
                <a:cs typeface="Calibri"/>
              </a:rPr>
              <a:t>d   </a:t>
            </a:r>
            <a:r>
              <a:rPr sz="4200" spc="427" baseline="3900" dirty="0">
                <a:latin typeface="Calibri"/>
                <a:cs typeface="Calibri"/>
              </a:rPr>
              <a:t> </a:t>
            </a:r>
            <a:r>
              <a:rPr sz="4200" spc="0" baseline="3900" dirty="0">
                <a:latin typeface="Calibri"/>
                <a:cs typeface="Calibri"/>
              </a:rPr>
              <a:t>h                       </a:t>
            </a:r>
            <a:r>
              <a:rPr sz="4200" spc="402" baseline="3900" dirty="0">
                <a:latin typeface="Calibri"/>
                <a:cs typeface="Calibri"/>
              </a:rPr>
              <a:t> </a:t>
            </a:r>
            <a:r>
              <a:rPr sz="4200" spc="0" baseline="3900" dirty="0">
                <a:latin typeface="Calibri"/>
                <a:cs typeface="Calibri"/>
              </a:rPr>
              <a:t>b    </a:t>
            </a:r>
            <a:r>
              <a:rPr sz="4200" spc="44" baseline="3900" dirty="0">
                <a:latin typeface="Calibri"/>
                <a:cs typeface="Calibri"/>
              </a:rPr>
              <a:t> </a:t>
            </a:r>
            <a:r>
              <a:rPr sz="4200" spc="0" baseline="3900" dirty="0">
                <a:latin typeface="Calibri"/>
                <a:cs typeface="Calibri"/>
              </a:rPr>
              <a:t>l                    </a:t>
            </a:r>
            <a:r>
              <a:rPr sz="4200" spc="462" baseline="3900" dirty="0">
                <a:latin typeface="Calibri"/>
                <a:cs typeface="Calibri"/>
              </a:rPr>
              <a:t> </a:t>
            </a:r>
            <a:r>
              <a:rPr sz="4200" spc="0" baseline="3900" dirty="0">
                <a:latin typeface="Calibri"/>
                <a:cs typeface="Calibri"/>
              </a:rPr>
              <a:t>l</a:t>
            </a:r>
            <a:endParaRPr sz="2800">
              <a:latin typeface="Calibri"/>
              <a:cs typeface="Calibri"/>
            </a:endParaRPr>
          </a:p>
        </p:txBody>
      </p:sp>
      <p:sp>
        <p:nvSpPr>
          <p:cNvPr id="22" name="object 22"/>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20" name="object 20"/>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21" name="object 21"/>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9" name="object 19"/>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7" name="object 17"/>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6" name="object 16"/>
          <p:cNvSpPr txBox="1"/>
          <p:nvPr/>
        </p:nvSpPr>
        <p:spPr>
          <a:xfrm>
            <a:off x="1790192" y="584304"/>
            <a:ext cx="564747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 Be</a:t>
            </a:r>
            <a:r>
              <a:rPr sz="6600" spc="-44" baseline="3103" dirty="0">
                <a:latin typeface="Calibri"/>
                <a:cs typeface="Calibri"/>
              </a:rPr>
              <a:t>s</a:t>
            </a:r>
            <a:r>
              <a:rPr sz="6600" spc="-4" baseline="3103" dirty="0">
                <a:latin typeface="Calibri"/>
                <a:cs typeface="Calibri"/>
              </a:rPr>
              <a:t>t</a:t>
            </a:r>
            <a:r>
              <a:rPr sz="6600" spc="0" baseline="3103" dirty="0">
                <a:latin typeface="Calibri"/>
                <a:cs typeface="Calibri"/>
              </a:rPr>
              <a:t>-Fi</a:t>
            </a:r>
            <a:r>
              <a:rPr sz="6600" spc="-75" baseline="3103" dirty="0">
                <a:latin typeface="Calibri"/>
                <a:cs typeface="Calibri"/>
              </a:rPr>
              <a:t>r</a:t>
            </a:r>
            <a:r>
              <a:rPr sz="6600" spc="-44" baseline="3103" dirty="0">
                <a:latin typeface="Calibri"/>
                <a:cs typeface="Calibri"/>
              </a:rPr>
              <a:t>s</a:t>
            </a:r>
            <a:r>
              <a:rPr sz="6600" spc="0" baseline="3103" dirty="0">
                <a:latin typeface="Calibri"/>
                <a:cs typeface="Calibri"/>
              </a:rPr>
              <a:t>t</a:t>
            </a:r>
            <a:r>
              <a:rPr sz="6600" spc="-2" baseline="3103" dirty="0">
                <a:latin typeface="Calibri"/>
                <a:cs typeface="Calibri"/>
              </a:rPr>
              <a:t> </a:t>
            </a: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15" name="object 15"/>
          <p:cNvSpPr txBox="1"/>
          <p:nvPr/>
        </p:nvSpPr>
        <p:spPr>
          <a:xfrm>
            <a:off x="535940" y="1575404"/>
            <a:ext cx="203326" cy="375003"/>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14" name="object 14"/>
          <p:cNvSpPr txBox="1"/>
          <p:nvPr/>
        </p:nvSpPr>
        <p:spPr>
          <a:xfrm>
            <a:off x="821691" y="1596514"/>
            <a:ext cx="7305285" cy="1634178"/>
          </a:xfrm>
          <a:prstGeom prst="rect">
            <a:avLst/>
          </a:prstGeom>
        </p:spPr>
        <p:txBody>
          <a:bodyPr wrap="square" lIns="0" tIns="0" rIns="0" bIns="0" rtlCol="0">
            <a:noAutofit/>
          </a:bodyPr>
          <a:lstStyle/>
          <a:p>
            <a:pPr marL="12700" marR="53378">
              <a:lnSpc>
                <a:spcPts val="2955"/>
              </a:lnSpc>
              <a:spcBef>
                <a:spcPts val="147"/>
              </a:spcBef>
            </a:pPr>
            <a:r>
              <a:rPr sz="4200" spc="0" baseline="2925" dirty="0">
                <a:latin typeface="Calibri"/>
                <a:cs typeface="Calibri"/>
              </a:rPr>
              <a:t>G</a:t>
            </a:r>
            <a:r>
              <a:rPr sz="4200" spc="-34" baseline="2925" dirty="0">
                <a:latin typeface="Calibri"/>
                <a:cs typeface="Calibri"/>
              </a:rPr>
              <a:t>r</a:t>
            </a:r>
            <a:r>
              <a:rPr sz="4200" spc="0" baseline="2925" dirty="0">
                <a:latin typeface="Calibri"/>
                <a:cs typeface="Calibri"/>
              </a:rPr>
              <a:t>ee</a:t>
            </a:r>
            <a:r>
              <a:rPr sz="4200" spc="-4" baseline="2925" dirty="0">
                <a:latin typeface="Calibri"/>
                <a:cs typeface="Calibri"/>
              </a:rPr>
              <a:t>d</a:t>
            </a:r>
            <a:r>
              <a:rPr sz="4200" spc="0" baseline="2925" dirty="0">
                <a:latin typeface="Calibri"/>
                <a:cs typeface="Calibri"/>
              </a:rPr>
              <a:t>y</a:t>
            </a:r>
            <a:r>
              <a:rPr sz="4200" spc="-24" baseline="2925" dirty="0">
                <a:latin typeface="Calibri"/>
                <a:cs typeface="Calibri"/>
              </a:rPr>
              <a:t> </a:t>
            </a:r>
            <a:r>
              <a:rPr sz="4200" spc="0" baseline="2925" dirty="0">
                <a:latin typeface="Calibri"/>
                <a:cs typeface="Calibri"/>
              </a:rPr>
              <a:t>be</a:t>
            </a:r>
            <a:r>
              <a:rPr sz="4200" spc="-29" baseline="2925" dirty="0">
                <a:latin typeface="Calibri"/>
                <a:cs typeface="Calibri"/>
              </a:rPr>
              <a:t>s</a:t>
            </a:r>
            <a:r>
              <a:rPr sz="4200" spc="0" baseline="2925" dirty="0">
                <a:latin typeface="Calibri"/>
                <a:cs typeface="Calibri"/>
              </a:rPr>
              <a:t>t-fi</a:t>
            </a:r>
            <a:r>
              <a:rPr sz="4200" spc="-50" baseline="2925" dirty="0">
                <a:latin typeface="Calibri"/>
                <a:cs typeface="Calibri"/>
              </a:rPr>
              <a:t>r</a:t>
            </a:r>
            <a:r>
              <a:rPr sz="4200" spc="-29" baseline="2925" dirty="0">
                <a:latin typeface="Calibri"/>
                <a:cs typeface="Calibri"/>
              </a:rPr>
              <a:t>s</a:t>
            </a:r>
            <a:r>
              <a:rPr sz="4200" spc="0" baseline="2925" dirty="0">
                <a:latin typeface="Calibri"/>
                <a:cs typeface="Calibri"/>
              </a:rPr>
              <a:t>t sea</a:t>
            </a:r>
            <a:r>
              <a:rPr sz="4200" spc="-39" baseline="2925" dirty="0">
                <a:latin typeface="Calibri"/>
                <a:cs typeface="Calibri"/>
              </a:rPr>
              <a:t>r</a:t>
            </a:r>
            <a:r>
              <a:rPr sz="4200" spc="0" baseline="2925" dirty="0">
                <a:latin typeface="Calibri"/>
                <a:cs typeface="Calibri"/>
              </a:rPr>
              <a:t>ch tries </a:t>
            </a:r>
            <a:r>
              <a:rPr sz="4200" spc="-29" baseline="2925" dirty="0">
                <a:latin typeface="Calibri"/>
                <a:cs typeface="Calibri"/>
              </a:rPr>
              <a:t>t</a:t>
            </a:r>
            <a:r>
              <a:rPr sz="4200" spc="0" baseline="2925" dirty="0">
                <a:latin typeface="Calibri"/>
                <a:cs typeface="Calibri"/>
              </a:rPr>
              <a:t>o </a:t>
            </a:r>
            <a:r>
              <a:rPr sz="4200" spc="-44" baseline="2925" dirty="0">
                <a:latin typeface="Calibri"/>
                <a:cs typeface="Calibri"/>
              </a:rPr>
              <a:t>e</a:t>
            </a:r>
            <a:r>
              <a:rPr sz="4200" spc="-14" baseline="2925" dirty="0">
                <a:latin typeface="Calibri"/>
                <a:cs typeface="Calibri"/>
              </a:rPr>
              <a:t>x</a:t>
            </a:r>
            <a:r>
              <a:rPr sz="4200" spc="0" baseline="2925" dirty="0">
                <a:latin typeface="Calibri"/>
                <a:cs typeface="Calibri"/>
              </a:rPr>
              <a:t>pand the</a:t>
            </a:r>
            <a:r>
              <a:rPr sz="4200" spc="4" baseline="2925" dirty="0">
                <a:latin typeface="Calibri"/>
                <a:cs typeface="Calibri"/>
              </a:rPr>
              <a:t> </a:t>
            </a:r>
            <a:r>
              <a:rPr sz="4200" spc="0" baseline="2925" dirty="0">
                <a:latin typeface="Calibri"/>
                <a:cs typeface="Calibri"/>
              </a:rPr>
              <a:t>node</a:t>
            </a:r>
            <a:endParaRPr sz="2800">
              <a:latin typeface="Calibri"/>
              <a:cs typeface="Calibri"/>
            </a:endParaRPr>
          </a:p>
          <a:p>
            <a:pPr marL="12700" marR="11743">
              <a:lnSpc>
                <a:spcPts val="3360"/>
              </a:lnSpc>
              <a:spcBef>
                <a:spcPts val="20"/>
              </a:spcBef>
            </a:pPr>
            <a:r>
              <a:rPr sz="4200" spc="0" baseline="1950" dirty="0">
                <a:latin typeface="Calibri"/>
                <a:cs typeface="Calibri"/>
              </a:rPr>
              <a:t>th</a:t>
            </a:r>
            <a:r>
              <a:rPr sz="4200" spc="-25" baseline="1950" dirty="0">
                <a:latin typeface="Calibri"/>
                <a:cs typeface="Calibri"/>
              </a:rPr>
              <a:t>a</a:t>
            </a:r>
            <a:r>
              <a:rPr sz="4200" spc="0" baseline="1950" dirty="0">
                <a:latin typeface="Calibri"/>
                <a:cs typeface="Calibri"/>
              </a:rPr>
              <a:t>t is close</a:t>
            </a:r>
            <a:r>
              <a:rPr sz="4200" spc="-29" baseline="1950" dirty="0">
                <a:latin typeface="Calibri"/>
                <a:cs typeface="Calibri"/>
              </a:rPr>
              <a:t>s</a:t>
            </a:r>
            <a:r>
              <a:rPr sz="4200" spc="0" baseline="1950" dirty="0">
                <a:latin typeface="Calibri"/>
                <a:cs typeface="Calibri"/>
              </a:rPr>
              <a:t>t </a:t>
            </a:r>
            <a:r>
              <a:rPr sz="4200" spc="-29" baseline="1950" dirty="0">
                <a:latin typeface="Calibri"/>
                <a:cs typeface="Calibri"/>
              </a:rPr>
              <a:t>t</a:t>
            </a:r>
            <a:r>
              <a:rPr sz="4200" spc="0" baseline="1950" dirty="0">
                <a:latin typeface="Calibri"/>
                <a:cs typeface="Calibri"/>
              </a:rPr>
              <a:t>o the </a:t>
            </a:r>
            <a:r>
              <a:rPr sz="4200" spc="-14" baseline="1950" dirty="0">
                <a:latin typeface="Calibri"/>
                <a:cs typeface="Calibri"/>
              </a:rPr>
              <a:t>g</a:t>
            </a:r>
            <a:r>
              <a:rPr sz="4200" spc="-4" baseline="1950" dirty="0">
                <a:latin typeface="Calibri"/>
                <a:cs typeface="Calibri"/>
              </a:rPr>
              <a:t>o</a:t>
            </a:r>
            <a:r>
              <a:rPr sz="4200" spc="0" baseline="1950" dirty="0">
                <a:latin typeface="Calibri"/>
                <a:cs typeface="Calibri"/>
              </a:rPr>
              <a:t>al,</a:t>
            </a:r>
            <a:r>
              <a:rPr sz="4200" spc="-19" baseline="1950" dirty="0">
                <a:latin typeface="Calibri"/>
                <a:cs typeface="Calibri"/>
              </a:rPr>
              <a:t> </a:t>
            </a:r>
            <a:r>
              <a:rPr sz="4200" spc="0" baseline="1950" dirty="0">
                <a:latin typeface="Calibri"/>
                <a:cs typeface="Calibri"/>
              </a:rPr>
              <a:t>on the g</a:t>
            </a:r>
            <a:r>
              <a:rPr sz="4200" spc="-44" baseline="1950" dirty="0">
                <a:latin typeface="Calibri"/>
                <a:cs typeface="Calibri"/>
              </a:rPr>
              <a:t>r</a:t>
            </a:r>
            <a:r>
              <a:rPr sz="4200" spc="0" baseline="1950" dirty="0">
                <a:latin typeface="Calibri"/>
                <a:cs typeface="Calibri"/>
              </a:rPr>
              <a:t>ounds th</a:t>
            </a:r>
            <a:r>
              <a:rPr sz="4200" spc="-25" baseline="1950" dirty="0">
                <a:latin typeface="Calibri"/>
                <a:cs typeface="Calibri"/>
              </a:rPr>
              <a:t>a</a:t>
            </a:r>
            <a:r>
              <a:rPr sz="4200" spc="0" baseline="1950" dirty="0">
                <a:latin typeface="Calibri"/>
                <a:cs typeface="Calibri"/>
              </a:rPr>
              <a:t>t it is</a:t>
            </a:r>
            <a:endParaRPr sz="2800">
              <a:latin typeface="Calibri"/>
              <a:cs typeface="Calibri"/>
            </a:endParaRPr>
          </a:p>
          <a:p>
            <a:pPr marL="12700" marR="53378">
              <a:lnSpc>
                <a:spcPts val="3360"/>
              </a:lnSpc>
            </a:pPr>
            <a:r>
              <a:rPr sz="4200" spc="0" baseline="1950" dirty="0">
                <a:latin typeface="Calibri"/>
                <a:cs typeface="Calibri"/>
              </a:rPr>
              <a:t>li</a:t>
            </a:r>
            <a:r>
              <a:rPr sz="4200" spc="-94" baseline="1950" dirty="0">
                <a:latin typeface="Calibri"/>
                <a:cs typeface="Calibri"/>
              </a:rPr>
              <a:t>k</a:t>
            </a:r>
            <a:r>
              <a:rPr sz="4200" spc="0" baseline="1950" dirty="0">
                <a:latin typeface="Calibri"/>
                <a:cs typeface="Calibri"/>
              </a:rPr>
              <a:t>ely</a:t>
            </a:r>
            <a:r>
              <a:rPr sz="4200" spc="-19" baseline="1950" dirty="0">
                <a:latin typeface="Calibri"/>
                <a:cs typeface="Calibri"/>
              </a:rPr>
              <a:t> </a:t>
            </a:r>
            <a:r>
              <a:rPr sz="4200" spc="-29" baseline="1950" dirty="0">
                <a:latin typeface="Calibri"/>
                <a:cs typeface="Calibri"/>
              </a:rPr>
              <a:t>t</a:t>
            </a:r>
            <a:r>
              <a:rPr sz="4200" spc="0" baseline="1950" dirty="0">
                <a:latin typeface="Calibri"/>
                <a:cs typeface="Calibri"/>
              </a:rPr>
              <a:t>o lead</a:t>
            </a:r>
            <a:r>
              <a:rPr sz="4200" spc="-9" baseline="1950" dirty="0">
                <a:latin typeface="Calibri"/>
                <a:cs typeface="Calibri"/>
              </a:rPr>
              <a:t> </a:t>
            </a:r>
            <a:r>
              <a:rPr sz="4200" spc="-29" baseline="1950" dirty="0">
                <a:latin typeface="Calibri"/>
                <a:cs typeface="Calibri"/>
              </a:rPr>
              <a:t>t</a:t>
            </a:r>
            <a:r>
              <a:rPr sz="4200" spc="0" baseline="1950" dirty="0">
                <a:latin typeface="Calibri"/>
                <a:cs typeface="Calibri"/>
              </a:rPr>
              <a:t>o a solution quickl</a:t>
            </a:r>
            <a:r>
              <a:rPr sz="4200" spc="-189" baseline="1950" dirty="0">
                <a:latin typeface="Calibri"/>
                <a:cs typeface="Calibri"/>
              </a:rPr>
              <a:t>y</a:t>
            </a:r>
            <a:r>
              <a:rPr sz="4200" spc="0" baseline="1950" dirty="0">
                <a:latin typeface="Calibri"/>
                <a:cs typeface="Calibri"/>
              </a:rPr>
              <a:t>.</a:t>
            </a:r>
            <a:endParaRPr sz="2800">
              <a:latin typeface="Calibri"/>
              <a:cs typeface="Calibri"/>
            </a:endParaRPr>
          </a:p>
          <a:p>
            <a:pPr marL="12700">
              <a:lnSpc>
                <a:spcPts val="3360"/>
              </a:lnSpc>
            </a:pPr>
            <a:r>
              <a:rPr sz="4200" spc="0" baseline="1950" dirty="0">
                <a:latin typeface="Calibri"/>
                <a:cs typeface="Calibri"/>
              </a:rPr>
              <a:t>Thus, it e</a:t>
            </a:r>
            <a:r>
              <a:rPr sz="4200" spc="-39" baseline="1950" dirty="0">
                <a:latin typeface="Calibri"/>
                <a:cs typeface="Calibri"/>
              </a:rPr>
              <a:t>v</a:t>
            </a:r>
            <a:r>
              <a:rPr sz="4200" spc="0" baseline="1950" dirty="0">
                <a:latin typeface="Calibri"/>
                <a:cs typeface="Calibri"/>
              </a:rPr>
              <a:t>alu</a:t>
            </a:r>
            <a:r>
              <a:rPr sz="4200" spc="-25" baseline="1950" dirty="0">
                <a:latin typeface="Calibri"/>
                <a:cs typeface="Calibri"/>
              </a:rPr>
              <a:t>a</a:t>
            </a:r>
            <a:r>
              <a:rPr sz="4200" spc="-29" baseline="1950" dirty="0">
                <a:latin typeface="Calibri"/>
                <a:cs typeface="Calibri"/>
              </a:rPr>
              <a:t>t</a:t>
            </a:r>
            <a:r>
              <a:rPr sz="4200" spc="-4" baseline="1950" dirty="0">
                <a:latin typeface="Calibri"/>
                <a:cs typeface="Calibri"/>
              </a:rPr>
              <a:t>e</a:t>
            </a:r>
            <a:r>
              <a:rPr sz="4200" spc="0" baseline="1950" dirty="0">
                <a:latin typeface="Calibri"/>
                <a:cs typeface="Calibri"/>
              </a:rPr>
              <a:t>s</a:t>
            </a:r>
            <a:r>
              <a:rPr sz="4200" spc="-14" baseline="1950" dirty="0">
                <a:latin typeface="Calibri"/>
                <a:cs typeface="Calibri"/>
              </a:rPr>
              <a:t> </a:t>
            </a:r>
            <a:r>
              <a:rPr sz="4200" spc="0" baseline="1950" dirty="0">
                <a:latin typeface="Calibri"/>
                <a:cs typeface="Calibri"/>
              </a:rPr>
              <a:t>nodes by using ju</a:t>
            </a:r>
            <a:r>
              <a:rPr sz="4200" spc="-29" baseline="1950" dirty="0">
                <a:latin typeface="Calibri"/>
                <a:cs typeface="Calibri"/>
              </a:rPr>
              <a:t>s</a:t>
            </a:r>
            <a:r>
              <a:rPr sz="4200" spc="0" baseline="1950" dirty="0">
                <a:latin typeface="Calibri"/>
                <a:cs typeface="Calibri"/>
              </a:rPr>
              <a:t>t the </a:t>
            </a:r>
            <a:r>
              <a:rPr sz="4200" spc="0" baseline="1950" dirty="0">
                <a:solidFill>
                  <a:srgbClr val="00B050"/>
                </a:solidFill>
                <a:latin typeface="Calibri"/>
                <a:cs typeface="Calibri"/>
              </a:rPr>
              <a:t>heuri</a:t>
            </a:r>
            <a:r>
              <a:rPr sz="4200" spc="-29" baseline="1950" dirty="0">
                <a:solidFill>
                  <a:srgbClr val="00B050"/>
                </a:solidFill>
                <a:latin typeface="Calibri"/>
                <a:cs typeface="Calibri"/>
              </a:rPr>
              <a:t>s</a:t>
            </a:r>
            <a:r>
              <a:rPr sz="4200" spc="0" baseline="1950" dirty="0">
                <a:solidFill>
                  <a:srgbClr val="00B050"/>
                </a:solidFill>
                <a:latin typeface="Calibri"/>
                <a:cs typeface="Calibri"/>
              </a:rPr>
              <a:t>tic</a:t>
            </a:r>
            <a:endParaRPr sz="2800">
              <a:latin typeface="Calibri"/>
              <a:cs typeface="Calibri"/>
            </a:endParaRPr>
          </a:p>
        </p:txBody>
      </p:sp>
      <p:sp>
        <p:nvSpPr>
          <p:cNvPr id="13" name="object 13"/>
          <p:cNvSpPr txBox="1"/>
          <p:nvPr/>
        </p:nvSpPr>
        <p:spPr>
          <a:xfrm>
            <a:off x="535940" y="2834578"/>
            <a:ext cx="203326" cy="375003"/>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12" name="object 12"/>
          <p:cNvSpPr txBox="1"/>
          <p:nvPr/>
        </p:nvSpPr>
        <p:spPr>
          <a:xfrm>
            <a:off x="821691" y="3275399"/>
            <a:ext cx="3895429" cy="794743"/>
          </a:xfrm>
          <a:prstGeom prst="rect">
            <a:avLst/>
          </a:prstGeom>
        </p:spPr>
        <p:txBody>
          <a:bodyPr wrap="square" lIns="0" tIns="0" rIns="0" bIns="0" rtlCol="0">
            <a:noAutofit/>
          </a:bodyPr>
          <a:lstStyle/>
          <a:p>
            <a:pPr marL="12700">
              <a:lnSpc>
                <a:spcPts val="2955"/>
              </a:lnSpc>
              <a:spcBef>
                <a:spcPts val="147"/>
              </a:spcBef>
            </a:pPr>
            <a:r>
              <a:rPr sz="4200" spc="0" baseline="2925" dirty="0">
                <a:solidFill>
                  <a:srgbClr val="00B050"/>
                </a:solidFill>
                <a:latin typeface="Calibri"/>
                <a:cs typeface="Calibri"/>
              </a:rPr>
              <a:t>function</a:t>
            </a:r>
            <a:r>
              <a:rPr sz="4200" spc="0" baseline="2925" dirty="0">
                <a:latin typeface="Calibri"/>
                <a:cs typeface="Calibri"/>
              </a:rPr>
              <a:t>; th</a:t>
            </a:r>
            <a:r>
              <a:rPr sz="4200" spc="-25" baseline="2925" dirty="0">
                <a:latin typeface="Calibri"/>
                <a:cs typeface="Calibri"/>
              </a:rPr>
              <a:t>a</a:t>
            </a:r>
            <a:r>
              <a:rPr sz="4200" spc="0" baseline="2925" dirty="0">
                <a:latin typeface="Calibri"/>
                <a:cs typeface="Calibri"/>
              </a:rPr>
              <a:t>t is, f(n)=h(n).</a:t>
            </a:r>
            <a:endParaRPr sz="2800">
              <a:latin typeface="Calibri"/>
              <a:cs typeface="Calibri"/>
            </a:endParaRPr>
          </a:p>
          <a:p>
            <a:pPr marL="12700" marR="53378">
              <a:lnSpc>
                <a:spcPts val="3360"/>
              </a:lnSpc>
              <a:spcBef>
                <a:spcPts val="20"/>
              </a:spcBef>
            </a:pPr>
            <a:r>
              <a:rPr sz="4200" spc="-64" baseline="1950" dirty="0">
                <a:latin typeface="Calibri"/>
                <a:cs typeface="Calibri"/>
              </a:rPr>
              <a:t>E</a:t>
            </a:r>
            <a:r>
              <a:rPr sz="4200" spc="-39" baseline="1950" dirty="0">
                <a:latin typeface="Calibri"/>
                <a:cs typeface="Calibri"/>
              </a:rPr>
              <a:t>v</a:t>
            </a:r>
            <a:r>
              <a:rPr sz="4200" spc="0" baseline="1950" dirty="0">
                <a:latin typeface="Calibri"/>
                <a:cs typeface="Calibri"/>
              </a:rPr>
              <a:t>al</a:t>
            </a:r>
            <a:r>
              <a:rPr sz="4200" spc="-4" baseline="1950" dirty="0">
                <a:latin typeface="Calibri"/>
                <a:cs typeface="Calibri"/>
              </a:rPr>
              <a:t>u</a:t>
            </a:r>
            <a:r>
              <a:rPr sz="4200" spc="-29" baseline="1950" dirty="0">
                <a:latin typeface="Calibri"/>
                <a:cs typeface="Calibri"/>
              </a:rPr>
              <a:t>a</a:t>
            </a:r>
            <a:r>
              <a:rPr sz="4200" spc="0" baseline="1950" dirty="0">
                <a:latin typeface="Calibri"/>
                <a:cs typeface="Calibri"/>
              </a:rPr>
              <a:t>ti</a:t>
            </a:r>
            <a:r>
              <a:rPr sz="4200" spc="-4" baseline="1950" dirty="0">
                <a:latin typeface="Calibri"/>
                <a:cs typeface="Calibri"/>
              </a:rPr>
              <a:t>o</a:t>
            </a:r>
            <a:r>
              <a:rPr sz="4200" spc="0" baseline="1950" dirty="0">
                <a:latin typeface="Calibri"/>
                <a:cs typeface="Calibri"/>
              </a:rPr>
              <a:t>n</a:t>
            </a:r>
            <a:r>
              <a:rPr sz="4200" spc="-9" baseline="1950" dirty="0">
                <a:latin typeface="Calibri"/>
                <a:cs typeface="Calibri"/>
              </a:rPr>
              <a:t> </a:t>
            </a:r>
            <a:r>
              <a:rPr sz="4200" spc="0" baseline="1950" dirty="0">
                <a:latin typeface="Calibri"/>
                <a:cs typeface="Calibri"/>
              </a:rPr>
              <a:t>function</a:t>
            </a:r>
            <a:endParaRPr sz="2800">
              <a:latin typeface="Calibri"/>
              <a:cs typeface="Calibri"/>
            </a:endParaRPr>
          </a:p>
        </p:txBody>
      </p:sp>
      <p:sp>
        <p:nvSpPr>
          <p:cNvPr id="11" name="object 11"/>
          <p:cNvSpPr txBox="1"/>
          <p:nvPr/>
        </p:nvSpPr>
        <p:spPr>
          <a:xfrm>
            <a:off x="535941" y="3674026"/>
            <a:ext cx="203327" cy="375004"/>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10" name="object 10"/>
          <p:cNvSpPr txBox="1"/>
          <p:nvPr/>
        </p:nvSpPr>
        <p:spPr>
          <a:xfrm>
            <a:off x="1435863" y="4105305"/>
            <a:ext cx="6697501" cy="324787"/>
          </a:xfrm>
          <a:prstGeom prst="rect">
            <a:avLst/>
          </a:prstGeom>
        </p:spPr>
        <p:txBody>
          <a:bodyPr wrap="square" lIns="0" tIns="0" rIns="0" bIns="0" rtlCol="0">
            <a:noAutofit/>
          </a:bodyPr>
          <a:lstStyle/>
          <a:p>
            <a:pPr marL="12700">
              <a:lnSpc>
                <a:spcPts val="2545"/>
              </a:lnSpc>
              <a:spcBef>
                <a:spcPts val="127"/>
              </a:spcBef>
            </a:pPr>
            <a:r>
              <a:rPr sz="3600" i="1" spc="0" baseline="3413" dirty="0">
                <a:solidFill>
                  <a:srgbClr val="FF0000"/>
                </a:solidFill>
                <a:latin typeface="Calibri"/>
                <a:cs typeface="Calibri"/>
              </a:rPr>
              <a:t>f(n)</a:t>
            </a:r>
            <a:r>
              <a:rPr sz="3600" i="1" spc="-4" baseline="3413" dirty="0">
                <a:solidFill>
                  <a:srgbClr val="FF0000"/>
                </a:solidFill>
                <a:latin typeface="Calibri"/>
                <a:cs typeface="Calibri"/>
              </a:rPr>
              <a:t> </a:t>
            </a:r>
            <a:r>
              <a:rPr sz="3600" i="1" spc="0" baseline="3413" dirty="0">
                <a:solidFill>
                  <a:srgbClr val="FF0000"/>
                </a:solidFill>
                <a:latin typeface="Calibri"/>
                <a:cs typeface="Calibri"/>
              </a:rPr>
              <a:t>= h(n)</a:t>
            </a:r>
            <a:r>
              <a:rPr sz="3600" i="1" spc="4" baseline="3413" dirty="0">
                <a:solidFill>
                  <a:srgbClr val="FF0000"/>
                </a:solidFill>
                <a:latin typeface="Calibri"/>
                <a:cs typeface="Calibri"/>
              </a:rPr>
              <a:t> </a:t>
            </a:r>
            <a:r>
              <a:rPr sz="3600" spc="0" baseline="3413" dirty="0">
                <a:latin typeface="Calibri"/>
                <a:cs typeface="Calibri"/>
              </a:rPr>
              <a:t>(heuri</a:t>
            </a:r>
            <a:r>
              <a:rPr sz="3600" spc="-34" baseline="3413" dirty="0">
                <a:latin typeface="Calibri"/>
                <a:cs typeface="Calibri"/>
              </a:rPr>
              <a:t>s</a:t>
            </a:r>
            <a:r>
              <a:rPr sz="3600" spc="0" baseline="3413" dirty="0">
                <a:latin typeface="Calibri"/>
                <a:cs typeface="Calibri"/>
              </a:rPr>
              <a:t>tic) = e</a:t>
            </a:r>
            <a:r>
              <a:rPr sz="3600" spc="-29" baseline="3413" dirty="0">
                <a:latin typeface="Calibri"/>
                <a:cs typeface="Calibri"/>
              </a:rPr>
              <a:t>s</a:t>
            </a:r>
            <a:r>
              <a:rPr sz="3600" spc="0" baseline="3413" dirty="0">
                <a:latin typeface="Calibri"/>
                <a:cs typeface="Calibri"/>
              </a:rPr>
              <a:t>tim</a:t>
            </a:r>
            <a:r>
              <a:rPr sz="3600" spc="-19" baseline="3413" dirty="0">
                <a:latin typeface="Calibri"/>
                <a:cs typeface="Calibri"/>
              </a:rPr>
              <a:t>a</a:t>
            </a:r>
            <a:r>
              <a:rPr sz="3600" spc="-25" baseline="3413" dirty="0">
                <a:latin typeface="Calibri"/>
                <a:cs typeface="Calibri"/>
              </a:rPr>
              <a:t>t</a:t>
            </a:r>
            <a:r>
              <a:rPr sz="3600" spc="0" baseline="3413" dirty="0">
                <a:latin typeface="Calibri"/>
                <a:cs typeface="Calibri"/>
              </a:rPr>
              <a:t>e of </a:t>
            </a:r>
            <a:r>
              <a:rPr sz="3600" spc="-19" baseline="3413" dirty="0">
                <a:latin typeface="Calibri"/>
                <a:cs typeface="Calibri"/>
              </a:rPr>
              <a:t>c</a:t>
            </a:r>
            <a:r>
              <a:rPr sz="3600" spc="0" baseline="3413" dirty="0">
                <a:latin typeface="Calibri"/>
                <a:cs typeface="Calibri"/>
              </a:rPr>
              <a:t>o</a:t>
            </a:r>
            <a:r>
              <a:rPr sz="3600" spc="-34" baseline="3413" dirty="0">
                <a:latin typeface="Calibri"/>
                <a:cs typeface="Calibri"/>
              </a:rPr>
              <a:t>s</a:t>
            </a:r>
            <a:r>
              <a:rPr sz="3600" spc="0" baseline="3413" dirty="0">
                <a:latin typeface="Calibri"/>
                <a:cs typeface="Calibri"/>
              </a:rPr>
              <a:t>t </a:t>
            </a:r>
            <a:r>
              <a:rPr sz="3600" spc="0" baseline="3413" dirty="0">
                <a:solidFill>
                  <a:srgbClr val="FF0000"/>
                </a:solidFill>
                <a:latin typeface="Calibri"/>
                <a:cs typeface="Calibri"/>
              </a:rPr>
              <a:t>f</a:t>
            </a:r>
            <a:r>
              <a:rPr sz="3600" spc="-39" baseline="3413" dirty="0">
                <a:solidFill>
                  <a:srgbClr val="FF0000"/>
                </a:solidFill>
                <a:latin typeface="Calibri"/>
                <a:cs typeface="Calibri"/>
              </a:rPr>
              <a:t>r</a:t>
            </a:r>
            <a:r>
              <a:rPr sz="3600" spc="0" baseline="3413" dirty="0">
                <a:solidFill>
                  <a:srgbClr val="FF0000"/>
                </a:solidFill>
                <a:latin typeface="Calibri"/>
                <a:cs typeface="Calibri"/>
              </a:rPr>
              <a:t>om</a:t>
            </a:r>
            <a:r>
              <a:rPr sz="3600" spc="-14" baseline="3413" dirty="0">
                <a:solidFill>
                  <a:srgbClr val="FF0000"/>
                </a:solidFill>
                <a:latin typeface="Calibri"/>
                <a:cs typeface="Calibri"/>
              </a:rPr>
              <a:t> </a:t>
            </a:r>
            <a:r>
              <a:rPr sz="3600" i="1" spc="0" baseline="3413" dirty="0">
                <a:solidFill>
                  <a:srgbClr val="FF0000"/>
                </a:solidFill>
                <a:latin typeface="Calibri"/>
                <a:cs typeface="Calibri"/>
              </a:rPr>
              <a:t>n </a:t>
            </a:r>
            <a:r>
              <a:rPr sz="3600" spc="-25" baseline="3413" dirty="0">
                <a:solidFill>
                  <a:srgbClr val="FF0000"/>
                </a:solidFill>
                <a:latin typeface="Calibri"/>
                <a:cs typeface="Calibri"/>
              </a:rPr>
              <a:t>t</a:t>
            </a:r>
            <a:r>
              <a:rPr sz="3600" spc="0" baseline="3413" dirty="0">
                <a:solidFill>
                  <a:srgbClr val="FF0000"/>
                </a:solidFill>
                <a:latin typeface="Calibri"/>
                <a:cs typeface="Calibri"/>
              </a:rPr>
              <a:t>o</a:t>
            </a:r>
            <a:r>
              <a:rPr sz="3600" spc="-9" baseline="3413" dirty="0">
                <a:solidFill>
                  <a:srgbClr val="FF0000"/>
                </a:solidFill>
                <a:latin typeface="Calibri"/>
                <a:cs typeface="Calibri"/>
              </a:rPr>
              <a:t> </a:t>
            </a:r>
            <a:r>
              <a:rPr sz="3600" i="1" spc="0" baseline="3413" dirty="0">
                <a:solidFill>
                  <a:srgbClr val="FF0000"/>
                </a:solidFill>
                <a:latin typeface="Calibri"/>
                <a:cs typeface="Calibri"/>
              </a:rPr>
              <a:t>goal</a:t>
            </a:r>
            <a:endParaRPr sz="2400">
              <a:latin typeface="Calibri"/>
              <a:cs typeface="Calibri"/>
            </a:endParaRPr>
          </a:p>
        </p:txBody>
      </p:sp>
      <p:sp>
        <p:nvSpPr>
          <p:cNvPr id="9" name="object 9"/>
          <p:cNvSpPr txBox="1"/>
          <p:nvPr/>
        </p:nvSpPr>
        <p:spPr>
          <a:xfrm>
            <a:off x="535941" y="4873239"/>
            <a:ext cx="203327" cy="375004"/>
          </a:xfrm>
          <a:prstGeom prst="rect">
            <a:avLst/>
          </a:prstGeom>
        </p:spPr>
        <p:txBody>
          <a:bodyPr wrap="square" lIns="0" tIns="0" rIns="0" bIns="0" rtlCol="0">
            <a:noAutofit/>
          </a:bodyPr>
          <a:lstStyle/>
          <a:p>
            <a:pPr marL="12700">
              <a:lnSpc>
                <a:spcPts val="2965"/>
              </a:lnSpc>
              <a:spcBef>
                <a:spcPts val="148"/>
              </a:spcBef>
            </a:pPr>
            <a:r>
              <a:rPr sz="2800" spc="0" dirty="0">
                <a:latin typeface="Arial"/>
                <a:cs typeface="Arial"/>
              </a:rPr>
              <a:t>•</a:t>
            </a:r>
            <a:endParaRPr sz="2800">
              <a:latin typeface="Arial"/>
              <a:cs typeface="Arial"/>
            </a:endParaRPr>
          </a:p>
        </p:txBody>
      </p:sp>
      <p:sp>
        <p:nvSpPr>
          <p:cNvPr id="8" name="object 8"/>
          <p:cNvSpPr txBox="1"/>
          <p:nvPr/>
        </p:nvSpPr>
        <p:spPr>
          <a:xfrm>
            <a:off x="821690" y="4894351"/>
            <a:ext cx="6995730" cy="432716"/>
          </a:xfrm>
          <a:prstGeom prst="rect">
            <a:avLst/>
          </a:prstGeom>
        </p:spPr>
        <p:txBody>
          <a:bodyPr wrap="square" lIns="0" tIns="0" rIns="0" bIns="0" rtlCol="0">
            <a:noAutofit/>
          </a:bodyPr>
          <a:lstStyle/>
          <a:p>
            <a:pPr marL="12700">
              <a:lnSpc>
                <a:spcPts val="3400"/>
              </a:lnSpc>
              <a:spcBef>
                <a:spcPts val="170"/>
              </a:spcBef>
            </a:pPr>
            <a:r>
              <a:rPr sz="4200" spc="0" baseline="9752" dirty="0">
                <a:latin typeface="Calibri"/>
                <a:cs typeface="Calibri"/>
              </a:rPr>
              <a:t>Assume</a:t>
            </a:r>
            <a:r>
              <a:rPr sz="4200" spc="9" baseline="9752" dirty="0">
                <a:latin typeface="Calibri"/>
                <a:cs typeface="Calibri"/>
              </a:rPr>
              <a:t> </a:t>
            </a:r>
            <a:r>
              <a:rPr sz="4200" spc="0" baseline="9752" dirty="0">
                <a:solidFill>
                  <a:srgbClr val="FF0000"/>
                </a:solidFill>
                <a:latin typeface="Calibri"/>
                <a:cs typeface="Calibri"/>
              </a:rPr>
              <a:t>h</a:t>
            </a:r>
            <a:r>
              <a:rPr sz="2775" spc="0" baseline="-5904" dirty="0">
                <a:solidFill>
                  <a:srgbClr val="FF0000"/>
                </a:solidFill>
                <a:latin typeface="Calibri"/>
                <a:cs typeface="Calibri"/>
              </a:rPr>
              <a:t>SLD</a:t>
            </a:r>
            <a:r>
              <a:rPr sz="4200" spc="0" baseline="9752" dirty="0">
                <a:solidFill>
                  <a:srgbClr val="FF0000"/>
                </a:solidFill>
                <a:latin typeface="Calibri"/>
                <a:cs typeface="Calibri"/>
              </a:rPr>
              <a:t>(n)</a:t>
            </a:r>
            <a:r>
              <a:rPr sz="4200" spc="25" baseline="9752" dirty="0">
                <a:solidFill>
                  <a:srgbClr val="FF0000"/>
                </a:solidFill>
                <a:latin typeface="Calibri"/>
                <a:cs typeface="Calibri"/>
              </a:rPr>
              <a:t> </a:t>
            </a:r>
            <a:r>
              <a:rPr sz="4200" spc="0" baseline="9752" dirty="0">
                <a:latin typeface="Calibri"/>
                <a:cs typeface="Calibri"/>
              </a:rPr>
              <a:t>= </a:t>
            </a:r>
            <a:r>
              <a:rPr sz="4200" spc="-29" baseline="9752" dirty="0">
                <a:solidFill>
                  <a:srgbClr val="00B050"/>
                </a:solidFill>
                <a:latin typeface="Calibri"/>
                <a:cs typeface="Calibri"/>
              </a:rPr>
              <a:t>s</a:t>
            </a:r>
            <a:r>
              <a:rPr sz="4200" spc="0" baseline="9752" dirty="0">
                <a:solidFill>
                  <a:srgbClr val="00B050"/>
                </a:solidFill>
                <a:latin typeface="Calibri"/>
                <a:cs typeface="Calibri"/>
              </a:rPr>
              <a:t>t</a:t>
            </a:r>
            <a:r>
              <a:rPr sz="4200" spc="-59" baseline="9752" dirty="0">
                <a:solidFill>
                  <a:srgbClr val="00B050"/>
                </a:solidFill>
                <a:latin typeface="Calibri"/>
                <a:cs typeface="Calibri"/>
              </a:rPr>
              <a:t>r</a:t>
            </a:r>
            <a:r>
              <a:rPr sz="4200" spc="0" baseline="9752" dirty="0">
                <a:solidFill>
                  <a:srgbClr val="00B050"/>
                </a:solidFill>
                <a:latin typeface="Calibri"/>
                <a:cs typeface="Calibri"/>
              </a:rPr>
              <a:t>aig</a:t>
            </a:r>
            <a:r>
              <a:rPr sz="4200" spc="-29" baseline="9752" dirty="0">
                <a:solidFill>
                  <a:srgbClr val="00B050"/>
                </a:solidFill>
                <a:latin typeface="Calibri"/>
                <a:cs typeface="Calibri"/>
              </a:rPr>
              <a:t>h</a:t>
            </a:r>
            <a:r>
              <a:rPr sz="4200" spc="0" baseline="9752" dirty="0">
                <a:solidFill>
                  <a:srgbClr val="00B050"/>
                </a:solidFill>
                <a:latin typeface="Calibri"/>
                <a:cs typeface="Calibri"/>
              </a:rPr>
              <a:t>t</a:t>
            </a:r>
            <a:r>
              <a:rPr sz="4200" spc="-9" baseline="9752" dirty="0">
                <a:solidFill>
                  <a:srgbClr val="00B050"/>
                </a:solidFill>
                <a:latin typeface="Calibri"/>
                <a:cs typeface="Calibri"/>
              </a:rPr>
              <a:t> </a:t>
            </a:r>
            <a:r>
              <a:rPr sz="4200" spc="0" baseline="9752" dirty="0">
                <a:solidFill>
                  <a:srgbClr val="00B050"/>
                </a:solidFill>
                <a:latin typeface="Calibri"/>
                <a:cs typeface="Calibri"/>
              </a:rPr>
              <a:t>line</a:t>
            </a:r>
            <a:r>
              <a:rPr sz="4200" spc="-9" baseline="9752" dirty="0">
                <a:solidFill>
                  <a:srgbClr val="00B050"/>
                </a:solidFill>
                <a:latin typeface="Calibri"/>
                <a:cs typeface="Calibri"/>
              </a:rPr>
              <a:t> </a:t>
            </a:r>
            <a:r>
              <a:rPr sz="4200" spc="0" baseline="9752" dirty="0">
                <a:solidFill>
                  <a:srgbClr val="00B050"/>
                </a:solidFill>
                <a:latin typeface="Calibri"/>
                <a:cs typeface="Calibri"/>
              </a:rPr>
              <a:t>di</a:t>
            </a:r>
            <a:r>
              <a:rPr sz="4200" spc="-29" baseline="9752" dirty="0">
                <a:solidFill>
                  <a:srgbClr val="00B050"/>
                </a:solidFill>
                <a:latin typeface="Calibri"/>
                <a:cs typeface="Calibri"/>
              </a:rPr>
              <a:t>s</a:t>
            </a:r>
            <a:r>
              <a:rPr sz="4200" spc="-39" baseline="9752" dirty="0">
                <a:solidFill>
                  <a:srgbClr val="00B050"/>
                </a:solidFill>
                <a:latin typeface="Calibri"/>
                <a:cs typeface="Calibri"/>
              </a:rPr>
              <a:t>t</a:t>
            </a:r>
            <a:r>
              <a:rPr sz="4200" spc="0" baseline="9752" dirty="0">
                <a:solidFill>
                  <a:srgbClr val="00B050"/>
                </a:solidFill>
                <a:latin typeface="Calibri"/>
                <a:cs typeface="Calibri"/>
              </a:rPr>
              <a:t>ance</a:t>
            </a:r>
            <a:r>
              <a:rPr sz="4200" spc="19" baseline="9752" dirty="0">
                <a:solidFill>
                  <a:srgbClr val="00B050"/>
                </a:solidFill>
                <a:latin typeface="Calibri"/>
                <a:cs typeface="Calibri"/>
              </a:rPr>
              <a:t> </a:t>
            </a:r>
            <a:r>
              <a:rPr sz="4200" spc="0" baseline="9752" dirty="0">
                <a:latin typeface="Calibri"/>
                <a:cs typeface="Calibri"/>
              </a:rPr>
              <a:t>f</a:t>
            </a:r>
            <a:r>
              <a:rPr sz="4200" spc="-44" baseline="9752" dirty="0">
                <a:latin typeface="Calibri"/>
                <a:cs typeface="Calibri"/>
              </a:rPr>
              <a:t>r</a:t>
            </a:r>
            <a:r>
              <a:rPr sz="4200" spc="0" baseline="9752" dirty="0">
                <a:latin typeface="Calibri"/>
                <a:cs typeface="Calibri"/>
              </a:rPr>
              <a:t>om </a:t>
            </a:r>
            <a:r>
              <a:rPr sz="4200" spc="0" baseline="9752" dirty="0">
                <a:solidFill>
                  <a:srgbClr val="0070BF"/>
                </a:solidFill>
                <a:latin typeface="Calibri"/>
                <a:cs typeface="Calibri"/>
              </a:rPr>
              <a:t>n</a:t>
            </a:r>
            <a:r>
              <a:rPr sz="4200" spc="4" baseline="9752" dirty="0">
                <a:solidFill>
                  <a:srgbClr val="0070BF"/>
                </a:solidFill>
                <a:latin typeface="Calibri"/>
                <a:cs typeface="Calibri"/>
              </a:rPr>
              <a:t> </a:t>
            </a:r>
            <a:r>
              <a:rPr sz="4200" spc="-34" baseline="9752" dirty="0">
                <a:latin typeface="Calibri"/>
                <a:cs typeface="Calibri"/>
              </a:rPr>
              <a:t>to</a:t>
            </a:r>
            <a:endParaRPr sz="2800">
              <a:latin typeface="Calibri"/>
              <a:cs typeface="Calibri"/>
            </a:endParaRPr>
          </a:p>
        </p:txBody>
      </p:sp>
      <p:sp>
        <p:nvSpPr>
          <p:cNvPr id="7" name="object 7"/>
          <p:cNvSpPr txBox="1"/>
          <p:nvPr/>
        </p:nvSpPr>
        <p:spPr>
          <a:xfrm>
            <a:off x="821646" y="5314061"/>
            <a:ext cx="1606214" cy="375003"/>
          </a:xfrm>
          <a:prstGeom prst="rect">
            <a:avLst/>
          </a:prstGeom>
        </p:spPr>
        <p:txBody>
          <a:bodyPr wrap="square" lIns="0" tIns="0" rIns="0" bIns="0" rtlCol="0">
            <a:noAutofit/>
          </a:bodyPr>
          <a:lstStyle/>
          <a:p>
            <a:pPr marL="12700">
              <a:lnSpc>
                <a:spcPts val="2955"/>
              </a:lnSpc>
              <a:spcBef>
                <a:spcPts val="147"/>
              </a:spcBef>
            </a:pPr>
            <a:r>
              <a:rPr sz="4200" spc="0" baseline="2925" dirty="0">
                <a:solidFill>
                  <a:srgbClr val="0070BF"/>
                </a:solidFill>
                <a:latin typeface="Calibri"/>
                <a:cs typeface="Calibri"/>
              </a:rPr>
              <a:t>Bucha</a:t>
            </a:r>
            <a:r>
              <a:rPr sz="4200" spc="-34" baseline="2925" dirty="0">
                <a:solidFill>
                  <a:srgbClr val="0070BF"/>
                </a:solidFill>
                <a:latin typeface="Calibri"/>
                <a:cs typeface="Calibri"/>
              </a:rPr>
              <a:t>r</a:t>
            </a:r>
            <a:r>
              <a:rPr sz="4200" spc="0" baseline="2925" dirty="0">
                <a:solidFill>
                  <a:srgbClr val="0070BF"/>
                </a:solidFill>
                <a:latin typeface="Calibri"/>
                <a:cs typeface="Calibri"/>
              </a:rPr>
              <a:t>e</a:t>
            </a:r>
            <a:r>
              <a:rPr sz="4200" spc="-25" baseline="2925" dirty="0">
                <a:solidFill>
                  <a:srgbClr val="0070BF"/>
                </a:solidFill>
                <a:latin typeface="Calibri"/>
                <a:cs typeface="Calibri"/>
              </a:rPr>
              <a:t>s</a:t>
            </a:r>
            <a:r>
              <a:rPr sz="4200" spc="-4" baseline="2925" dirty="0">
                <a:solidFill>
                  <a:srgbClr val="0070BF"/>
                </a:solidFill>
                <a:latin typeface="Calibri"/>
                <a:cs typeface="Calibri"/>
              </a:rPr>
              <a:t>t</a:t>
            </a:r>
            <a:r>
              <a:rPr sz="4200" spc="0" baseline="2925" dirty="0">
                <a:latin typeface="Calibri"/>
                <a:cs typeface="Calibri"/>
              </a:rPr>
              <a:t>,</a:t>
            </a:r>
            <a:endParaRPr sz="2800">
              <a:latin typeface="Calibri"/>
              <a:cs typeface="Calibri"/>
            </a:endParaRPr>
          </a:p>
        </p:txBody>
      </p:sp>
      <p:sp>
        <p:nvSpPr>
          <p:cNvPr id="6" name="object 6"/>
          <p:cNvSpPr txBox="1"/>
          <p:nvPr/>
        </p:nvSpPr>
        <p:spPr>
          <a:xfrm>
            <a:off x="2510957" y="5314060"/>
            <a:ext cx="5766787"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so G</a:t>
            </a:r>
            <a:r>
              <a:rPr sz="4200" spc="-34" baseline="2925" dirty="0">
                <a:latin typeface="Calibri"/>
                <a:cs typeface="Calibri"/>
              </a:rPr>
              <a:t>r</a:t>
            </a:r>
            <a:r>
              <a:rPr sz="4200" spc="0" baseline="2925" dirty="0">
                <a:latin typeface="Calibri"/>
                <a:cs typeface="Calibri"/>
              </a:rPr>
              <a:t>eedy</a:t>
            </a:r>
            <a:r>
              <a:rPr sz="4200" spc="-14" baseline="2925" dirty="0">
                <a:latin typeface="Calibri"/>
                <a:cs typeface="Calibri"/>
              </a:rPr>
              <a:t> </a:t>
            </a:r>
            <a:r>
              <a:rPr sz="4200" spc="0" baseline="2925" dirty="0">
                <a:latin typeface="Calibri"/>
                <a:cs typeface="Calibri"/>
              </a:rPr>
              <a:t>be</a:t>
            </a:r>
            <a:r>
              <a:rPr sz="4200" spc="-29" baseline="2925" dirty="0">
                <a:latin typeface="Calibri"/>
                <a:cs typeface="Calibri"/>
              </a:rPr>
              <a:t>s</a:t>
            </a:r>
            <a:r>
              <a:rPr sz="4200" spc="0" baseline="2925" dirty="0">
                <a:latin typeface="Calibri"/>
                <a:cs typeface="Calibri"/>
              </a:rPr>
              <a:t>t-fi</a:t>
            </a:r>
            <a:r>
              <a:rPr sz="4200" spc="-50" baseline="2925" dirty="0">
                <a:latin typeface="Calibri"/>
                <a:cs typeface="Calibri"/>
              </a:rPr>
              <a:t>r</a:t>
            </a:r>
            <a:r>
              <a:rPr sz="4200" spc="-29" baseline="2925" dirty="0">
                <a:latin typeface="Calibri"/>
                <a:cs typeface="Calibri"/>
              </a:rPr>
              <a:t>s</a:t>
            </a:r>
            <a:r>
              <a:rPr sz="4200" spc="0" baseline="2925" dirty="0">
                <a:latin typeface="Calibri"/>
                <a:cs typeface="Calibri"/>
              </a:rPr>
              <a:t>t sea</a:t>
            </a:r>
            <a:r>
              <a:rPr sz="4200" spc="-39" baseline="2925" dirty="0">
                <a:latin typeface="Calibri"/>
                <a:cs typeface="Calibri"/>
              </a:rPr>
              <a:t>r</a:t>
            </a:r>
            <a:r>
              <a:rPr sz="4200" spc="0" baseline="2925" dirty="0">
                <a:latin typeface="Calibri"/>
                <a:cs typeface="Calibri"/>
              </a:rPr>
              <a:t>ch </a:t>
            </a:r>
            <a:r>
              <a:rPr sz="4200" spc="-44" baseline="2925" dirty="0">
                <a:latin typeface="Calibri"/>
                <a:cs typeface="Calibri"/>
              </a:rPr>
              <a:t>e</a:t>
            </a:r>
            <a:r>
              <a:rPr sz="4200" spc="0" baseline="2925" dirty="0">
                <a:latin typeface="Calibri"/>
                <a:cs typeface="Calibri"/>
              </a:rPr>
              <a:t>xpands the</a:t>
            </a:r>
            <a:endParaRPr sz="2800">
              <a:latin typeface="Calibri"/>
              <a:cs typeface="Calibri"/>
            </a:endParaRPr>
          </a:p>
        </p:txBody>
      </p:sp>
      <p:sp>
        <p:nvSpPr>
          <p:cNvPr id="5" name="object 5"/>
          <p:cNvSpPr txBox="1"/>
          <p:nvPr/>
        </p:nvSpPr>
        <p:spPr>
          <a:xfrm>
            <a:off x="821691" y="5733800"/>
            <a:ext cx="5687229"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node </a:t>
            </a:r>
            <a:r>
              <a:rPr sz="4200" spc="-4" baseline="2925" dirty="0">
                <a:latin typeface="Calibri"/>
                <a:cs typeface="Calibri"/>
              </a:rPr>
              <a:t>t</a:t>
            </a:r>
            <a:r>
              <a:rPr sz="4200" spc="0" baseline="2925" dirty="0">
                <a:latin typeface="Calibri"/>
                <a:cs typeface="Calibri"/>
              </a:rPr>
              <a:t>h</a:t>
            </a:r>
            <a:r>
              <a:rPr sz="4200" spc="-19" baseline="2925" dirty="0">
                <a:latin typeface="Calibri"/>
                <a:cs typeface="Calibri"/>
              </a:rPr>
              <a:t>a</a:t>
            </a:r>
            <a:r>
              <a:rPr sz="4200" spc="0" baseline="2925" dirty="0">
                <a:latin typeface="Calibri"/>
                <a:cs typeface="Calibri"/>
              </a:rPr>
              <a:t>t appea</a:t>
            </a:r>
            <a:r>
              <a:rPr sz="4200" spc="-44" baseline="2925" dirty="0">
                <a:latin typeface="Calibri"/>
                <a:cs typeface="Calibri"/>
              </a:rPr>
              <a:t>r</a:t>
            </a:r>
            <a:r>
              <a:rPr sz="4200" spc="0" baseline="2925" dirty="0">
                <a:latin typeface="Calibri"/>
                <a:cs typeface="Calibri"/>
              </a:rPr>
              <a:t>s </a:t>
            </a:r>
            <a:r>
              <a:rPr sz="4200" spc="-29" baseline="2925" dirty="0">
                <a:latin typeface="Calibri"/>
                <a:cs typeface="Calibri"/>
              </a:rPr>
              <a:t>t</a:t>
            </a:r>
            <a:r>
              <a:rPr sz="4200" spc="0" baseline="2925" dirty="0">
                <a:latin typeface="Calibri"/>
                <a:cs typeface="Calibri"/>
              </a:rPr>
              <a:t>o</a:t>
            </a:r>
            <a:r>
              <a:rPr sz="4200" spc="4" baseline="2925" dirty="0">
                <a:latin typeface="Calibri"/>
                <a:cs typeface="Calibri"/>
              </a:rPr>
              <a:t> </a:t>
            </a:r>
            <a:r>
              <a:rPr sz="4200" spc="0" baseline="2925" dirty="0">
                <a:latin typeface="Calibri"/>
                <a:cs typeface="Calibri"/>
              </a:rPr>
              <a:t>be </a:t>
            </a:r>
            <a:r>
              <a:rPr sz="4200" spc="-4" baseline="2925" dirty="0">
                <a:latin typeface="Calibri"/>
                <a:cs typeface="Calibri"/>
              </a:rPr>
              <a:t>c</a:t>
            </a:r>
            <a:r>
              <a:rPr sz="4200" spc="0" baseline="2925" dirty="0">
                <a:latin typeface="Calibri"/>
                <a:cs typeface="Calibri"/>
              </a:rPr>
              <a:t>lose</a:t>
            </a:r>
            <a:r>
              <a:rPr sz="4200" spc="-29" baseline="2925" dirty="0">
                <a:latin typeface="Calibri"/>
                <a:cs typeface="Calibri"/>
              </a:rPr>
              <a:t>s</a:t>
            </a:r>
            <a:r>
              <a:rPr sz="4200" spc="0" baseline="2925" dirty="0">
                <a:latin typeface="Calibri"/>
                <a:cs typeface="Calibri"/>
              </a:rPr>
              <a:t>t </a:t>
            </a:r>
            <a:r>
              <a:rPr sz="4200" spc="-29" baseline="2925" dirty="0">
                <a:latin typeface="Calibri"/>
                <a:cs typeface="Calibri"/>
              </a:rPr>
              <a:t>t</a:t>
            </a:r>
            <a:r>
              <a:rPr sz="4200" spc="0" baseline="2925" dirty="0">
                <a:latin typeface="Calibri"/>
                <a:cs typeface="Calibri"/>
              </a:rPr>
              <a:t>o </a:t>
            </a:r>
            <a:r>
              <a:rPr sz="4200" spc="-14" baseline="2925" dirty="0">
                <a:latin typeface="Calibri"/>
                <a:cs typeface="Calibri"/>
              </a:rPr>
              <a:t>g</a:t>
            </a:r>
            <a:r>
              <a:rPr sz="4200" spc="-4" baseline="2925" dirty="0">
                <a:latin typeface="Calibri"/>
                <a:cs typeface="Calibri"/>
              </a:rPr>
              <a:t>o</a:t>
            </a:r>
            <a:r>
              <a:rPr sz="4200" spc="0" baseline="2925" dirty="0">
                <a:latin typeface="Calibri"/>
                <a:cs typeface="Calibri"/>
              </a:rPr>
              <a:t>al</a:t>
            </a:r>
            <a:endParaRPr sz="280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11</a:t>
            </a:r>
            <a:endParaRPr sz="12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 20"/>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8" name="object 8"/>
          <p:cNvSpPr/>
          <p:nvPr/>
        </p:nvSpPr>
        <p:spPr>
          <a:xfrm>
            <a:off x="304800" y="1199213"/>
            <a:ext cx="8610600" cy="738266"/>
          </a:xfrm>
          <a:prstGeom prst="rect">
            <a:avLst/>
          </a:prstGeom>
          <a:blipFill>
            <a:blip r:embed="rId3" cstate="print"/>
            <a:stretch>
              <a:fillRect/>
            </a:stretch>
          </a:blipFill>
        </p:spPr>
        <p:txBody>
          <a:bodyPr wrap="square" lIns="0" tIns="0" rIns="0" bIns="0" rtlCol="0">
            <a:noAutofit/>
          </a:bodyPr>
          <a:lstStyle/>
          <a:p>
            <a:endParaRPr/>
          </a:p>
        </p:txBody>
      </p:sp>
      <p:sp>
        <p:nvSpPr>
          <p:cNvPr id="9" name="object 9"/>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0" name="object 10"/>
          <p:cNvSpPr/>
          <p:nvPr/>
        </p:nvSpPr>
        <p:spPr>
          <a:xfrm>
            <a:off x="304800" y="1915742"/>
            <a:ext cx="8610600" cy="984854"/>
          </a:xfrm>
          <a:prstGeom prst="rect">
            <a:avLst/>
          </a:prstGeom>
          <a:blipFill>
            <a:blip r:embed="rId4" cstate="print"/>
            <a:stretch>
              <a:fillRect/>
            </a:stretch>
          </a:blipFill>
        </p:spPr>
        <p:txBody>
          <a:bodyPr wrap="square" lIns="0" tIns="0" rIns="0" bIns="0" rtlCol="0">
            <a:noAutofit/>
          </a:bodyPr>
          <a:lstStyle/>
          <a:p>
            <a:endParaRPr/>
          </a:p>
        </p:txBody>
      </p:sp>
      <p:sp>
        <p:nvSpPr>
          <p:cNvPr id="11" name="object 11"/>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2" name="object 12"/>
          <p:cNvSpPr/>
          <p:nvPr/>
        </p:nvSpPr>
        <p:spPr>
          <a:xfrm>
            <a:off x="304800" y="2878860"/>
            <a:ext cx="8610600" cy="984854"/>
          </a:xfrm>
          <a:prstGeom prst="rect">
            <a:avLst/>
          </a:prstGeom>
          <a:blipFill>
            <a:blip r:embed="rId5" cstate="print"/>
            <a:stretch>
              <a:fillRect/>
            </a:stretch>
          </a:blipFill>
        </p:spPr>
        <p:txBody>
          <a:bodyPr wrap="square" lIns="0" tIns="0" rIns="0" bIns="0" rtlCol="0">
            <a:noAutofit/>
          </a:bodyPr>
          <a:lstStyle/>
          <a:p>
            <a:endParaRPr/>
          </a:p>
        </p:txBody>
      </p:sp>
      <p:sp>
        <p:nvSpPr>
          <p:cNvPr id="13" name="object 1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4" name="object 14"/>
          <p:cNvSpPr/>
          <p:nvPr/>
        </p:nvSpPr>
        <p:spPr>
          <a:xfrm>
            <a:off x="304800" y="3841978"/>
            <a:ext cx="8610600" cy="984854"/>
          </a:xfrm>
          <a:prstGeom prst="rect">
            <a:avLst/>
          </a:prstGeom>
          <a:blipFill>
            <a:blip r:embed="rId6" cstate="print"/>
            <a:stretch>
              <a:fillRect/>
            </a:stretch>
          </a:blipFill>
        </p:spPr>
        <p:txBody>
          <a:bodyPr wrap="square" lIns="0" tIns="0" rIns="0" bIns="0" rtlCol="0">
            <a:noAutofit/>
          </a:bodyPr>
          <a:lstStyle/>
          <a:p>
            <a:endParaRPr/>
          </a:p>
        </p:txBody>
      </p:sp>
      <p:sp>
        <p:nvSpPr>
          <p:cNvPr id="15" name="object 1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6" name="object 16"/>
          <p:cNvSpPr/>
          <p:nvPr/>
        </p:nvSpPr>
        <p:spPr>
          <a:xfrm>
            <a:off x="304800" y="4805097"/>
            <a:ext cx="8610600" cy="984854"/>
          </a:xfrm>
          <a:prstGeom prst="rect">
            <a:avLst/>
          </a:prstGeom>
          <a:blipFill>
            <a:blip r:embed="rId7" cstate="print"/>
            <a:stretch>
              <a:fillRect/>
            </a:stretch>
          </a:blipFill>
        </p:spPr>
        <p:txBody>
          <a:bodyPr wrap="square" lIns="0" tIns="0" rIns="0" bIns="0" rtlCol="0">
            <a:noAutofit/>
          </a:bodyPr>
          <a:lstStyle/>
          <a:p>
            <a:endParaRPr/>
          </a:p>
        </p:txBody>
      </p:sp>
      <p:sp>
        <p:nvSpPr>
          <p:cNvPr id="17" name="object 17"/>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9" name="object 19"/>
          <p:cNvSpPr/>
          <p:nvPr/>
        </p:nvSpPr>
        <p:spPr>
          <a:xfrm>
            <a:off x="304800" y="5768215"/>
            <a:ext cx="8610600" cy="677555"/>
          </a:xfrm>
          <a:prstGeom prst="rect">
            <a:avLst/>
          </a:prstGeom>
          <a:blipFill>
            <a:blip r:embed="rId8" cstate="print"/>
            <a:stretch>
              <a:fillRect/>
            </a:stretch>
          </a:blipFill>
        </p:spPr>
        <p:txBody>
          <a:bodyPr wrap="square" lIns="0" tIns="0" rIns="0" bIns="0" rtlCol="0">
            <a:noAutofit/>
          </a:bodyPr>
          <a:lstStyle/>
          <a:p>
            <a:endParaRPr/>
          </a:p>
        </p:txBody>
      </p:sp>
      <p:sp>
        <p:nvSpPr>
          <p:cNvPr id="7" name="object 7"/>
          <p:cNvSpPr txBox="1"/>
          <p:nvPr/>
        </p:nvSpPr>
        <p:spPr>
          <a:xfrm>
            <a:off x="2685543" y="681740"/>
            <a:ext cx="1148063"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Map</a:t>
            </a:r>
            <a:endParaRPr sz="4400">
              <a:latin typeface="Calibri"/>
              <a:cs typeface="Calibri"/>
            </a:endParaRPr>
          </a:p>
        </p:txBody>
      </p:sp>
      <p:sp>
        <p:nvSpPr>
          <p:cNvPr id="6" name="object 6"/>
          <p:cNvSpPr txBox="1"/>
          <p:nvPr/>
        </p:nvSpPr>
        <p:spPr>
          <a:xfrm>
            <a:off x="3851402" y="681740"/>
            <a:ext cx="574852" cy="574373"/>
          </a:xfrm>
          <a:prstGeom prst="rect">
            <a:avLst/>
          </a:prstGeom>
        </p:spPr>
        <p:txBody>
          <a:bodyPr wrap="square" lIns="0" tIns="0" rIns="0" bIns="0" rtlCol="0">
            <a:noAutofit/>
          </a:bodyPr>
          <a:lstStyle/>
          <a:p>
            <a:pPr marL="12700">
              <a:lnSpc>
                <a:spcPts val="4580"/>
              </a:lnSpc>
              <a:spcBef>
                <a:spcPts val="229"/>
              </a:spcBef>
            </a:pPr>
            <a:r>
              <a:rPr sz="6600" spc="4" baseline="3103" dirty="0">
                <a:latin typeface="Calibri"/>
                <a:cs typeface="Calibri"/>
              </a:rPr>
              <a:t>of</a:t>
            </a:r>
            <a:endParaRPr sz="4400">
              <a:latin typeface="Calibri"/>
              <a:cs typeface="Calibri"/>
            </a:endParaRPr>
          </a:p>
        </p:txBody>
      </p:sp>
      <p:sp>
        <p:nvSpPr>
          <p:cNvPr id="5" name="object 5"/>
          <p:cNvSpPr txBox="1"/>
          <p:nvPr/>
        </p:nvSpPr>
        <p:spPr>
          <a:xfrm>
            <a:off x="4443477" y="681740"/>
            <a:ext cx="2098813" cy="574373"/>
          </a:xfrm>
          <a:prstGeom prst="rect">
            <a:avLst/>
          </a:prstGeom>
        </p:spPr>
        <p:txBody>
          <a:bodyPr wrap="square" lIns="0" tIns="0" rIns="0" bIns="0" rtlCol="0">
            <a:noAutofit/>
          </a:bodyPr>
          <a:lstStyle/>
          <a:p>
            <a:pPr marL="12700">
              <a:lnSpc>
                <a:spcPts val="4580"/>
              </a:lnSpc>
              <a:spcBef>
                <a:spcPts val="229"/>
              </a:spcBef>
            </a:pPr>
            <a:r>
              <a:rPr sz="6600" spc="-89" baseline="3103" dirty="0">
                <a:latin typeface="Calibri"/>
                <a:cs typeface="Calibri"/>
              </a:rPr>
              <a:t>R</a:t>
            </a:r>
            <a:r>
              <a:rPr sz="6600" spc="0" baseline="3103" dirty="0">
                <a:latin typeface="Calibri"/>
                <a:cs typeface="Calibri"/>
              </a:rPr>
              <a:t>omania</a:t>
            </a:r>
            <a:endParaRPr sz="44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0" name="object 110"/>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0" name="object 90"/>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1" name="object 91"/>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2" name="object 92"/>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5" name="object 95"/>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4" name="object 104"/>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5" name="object 105"/>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6" name="object 106"/>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7" name="object 107"/>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08" name="object 108"/>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9" name="object 109"/>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object 116"/>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4" name="object 11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2024635" y="2248524"/>
            <a:ext cx="268223" cy="3522689"/>
          </a:xfrm>
          <a:custGeom>
            <a:avLst/>
            <a:gdLst/>
            <a:ahLst/>
            <a:cxnLst/>
            <a:rect l="l" t="t" r="r" b="b"/>
            <a:pathLst>
              <a:path w="268223" h="3581400">
                <a:moveTo>
                  <a:pt x="266699" y="25908"/>
                </a:moveTo>
                <a:lnTo>
                  <a:pt x="253745" y="25146"/>
                </a:lnTo>
                <a:lnTo>
                  <a:pt x="252983" y="38100"/>
                </a:lnTo>
                <a:lnTo>
                  <a:pt x="265937" y="38862"/>
                </a:lnTo>
                <a:lnTo>
                  <a:pt x="266699" y="25908"/>
                </a:lnTo>
                <a:close/>
              </a:path>
              <a:path w="268223" h="3581400">
                <a:moveTo>
                  <a:pt x="265175" y="51816"/>
                </a:moveTo>
                <a:lnTo>
                  <a:pt x="252221" y="50292"/>
                </a:lnTo>
                <a:lnTo>
                  <a:pt x="251459" y="63246"/>
                </a:lnTo>
                <a:lnTo>
                  <a:pt x="263651" y="64008"/>
                </a:lnTo>
                <a:lnTo>
                  <a:pt x="265175" y="51816"/>
                </a:lnTo>
                <a:close/>
              </a:path>
              <a:path w="268223" h="3581400">
                <a:moveTo>
                  <a:pt x="262889" y="76962"/>
                </a:moveTo>
                <a:lnTo>
                  <a:pt x="250697" y="76200"/>
                </a:lnTo>
                <a:lnTo>
                  <a:pt x="249935" y="88392"/>
                </a:lnTo>
                <a:lnTo>
                  <a:pt x="262127" y="89154"/>
                </a:lnTo>
                <a:lnTo>
                  <a:pt x="262889" y="76962"/>
                </a:lnTo>
                <a:close/>
              </a:path>
              <a:path w="268223" h="3581400">
                <a:moveTo>
                  <a:pt x="261365" y="102108"/>
                </a:moveTo>
                <a:lnTo>
                  <a:pt x="249173" y="101346"/>
                </a:lnTo>
                <a:lnTo>
                  <a:pt x="248411" y="114300"/>
                </a:lnTo>
                <a:lnTo>
                  <a:pt x="260603" y="115062"/>
                </a:lnTo>
                <a:lnTo>
                  <a:pt x="261365" y="102108"/>
                </a:lnTo>
                <a:close/>
              </a:path>
              <a:path w="268223" h="3581400">
                <a:moveTo>
                  <a:pt x="259841" y="127254"/>
                </a:moveTo>
                <a:lnTo>
                  <a:pt x="247649" y="126492"/>
                </a:lnTo>
                <a:lnTo>
                  <a:pt x="246125" y="139446"/>
                </a:lnTo>
                <a:lnTo>
                  <a:pt x="259079" y="140208"/>
                </a:lnTo>
                <a:lnTo>
                  <a:pt x="259841" y="127254"/>
                </a:lnTo>
                <a:close/>
              </a:path>
              <a:path w="268223" h="3581400">
                <a:moveTo>
                  <a:pt x="258317" y="153162"/>
                </a:moveTo>
                <a:lnTo>
                  <a:pt x="245363" y="152400"/>
                </a:lnTo>
                <a:lnTo>
                  <a:pt x="244601" y="164592"/>
                </a:lnTo>
                <a:lnTo>
                  <a:pt x="257555" y="165354"/>
                </a:lnTo>
                <a:lnTo>
                  <a:pt x="258317" y="153162"/>
                </a:lnTo>
                <a:close/>
              </a:path>
              <a:path w="268223" h="3581400">
                <a:moveTo>
                  <a:pt x="256793" y="178308"/>
                </a:moveTo>
                <a:lnTo>
                  <a:pt x="243839" y="177546"/>
                </a:lnTo>
                <a:lnTo>
                  <a:pt x="243077" y="189738"/>
                </a:lnTo>
                <a:lnTo>
                  <a:pt x="256031" y="190500"/>
                </a:lnTo>
                <a:lnTo>
                  <a:pt x="256793" y="178308"/>
                </a:lnTo>
                <a:close/>
              </a:path>
              <a:path w="268223" h="3581400">
                <a:moveTo>
                  <a:pt x="255269" y="203454"/>
                </a:moveTo>
                <a:lnTo>
                  <a:pt x="242315" y="202692"/>
                </a:lnTo>
                <a:lnTo>
                  <a:pt x="241553" y="215646"/>
                </a:lnTo>
                <a:lnTo>
                  <a:pt x="254507" y="216408"/>
                </a:lnTo>
                <a:lnTo>
                  <a:pt x="255269" y="203454"/>
                </a:lnTo>
                <a:close/>
              </a:path>
              <a:path w="268223" h="3581400">
                <a:moveTo>
                  <a:pt x="253745" y="228600"/>
                </a:moveTo>
                <a:lnTo>
                  <a:pt x="240791" y="227838"/>
                </a:lnTo>
                <a:lnTo>
                  <a:pt x="240029" y="240792"/>
                </a:lnTo>
                <a:lnTo>
                  <a:pt x="252983" y="241554"/>
                </a:lnTo>
                <a:lnTo>
                  <a:pt x="253745" y="228600"/>
                </a:lnTo>
                <a:close/>
              </a:path>
              <a:path w="268223" h="3581400">
                <a:moveTo>
                  <a:pt x="252221" y="254508"/>
                </a:moveTo>
                <a:lnTo>
                  <a:pt x="239267" y="253746"/>
                </a:lnTo>
                <a:lnTo>
                  <a:pt x="238505" y="265938"/>
                </a:lnTo>
                <a:lnTo>
                  <a:pt x="250697" y="266700"/>
                </a:lnTo>
                <a:lnTo>
                  <a:pt x="252221" y="254508"/>
                </a:lnTo>
                <a:close/>
              </a:path>
              <a:path w="268223" h="3581400">
                <a:moveTo>
                  <a:pt x="249935" y="279654"/>
                </a:moveTo>
                <a:lnTo>
                  <a:pt x="237743" y="278892"/>
                </a:lnTo>
                <a:lnTo>
                  <a:pt x="236981" y="291084"/>
                </a:lnTo>
                <a:lnTo>
                  <a:pt x="249173" y="292608"/>
                </a:lnTo>
                <a:lnTo>
                  <a:pt x="249935" y="279654"/>
                </a:lnTo>
                <a:close/>
              </a:path>
              <a:path w="268223" h="3581400">
                <a:moveTo>
                  <a:pt x="248411" y="304800"/>
                </a:moveTo>
                <a:lnTo>
                  <a:pt x="236219" y="304038"/>
                </a:lnTo>
                <a:lnTo>
                  <a:pt x="235457" y="316992"/>
                </a:lnTo>
                <a:lnTo>
                  <a:pt x="247649" y="317754"/>
                </a:lnTo>
                <a:lnTo>
                  <a:pt x="248411" y="304800"/>
                </a:lnTo>
                <a:close/>
              </a:path>
              <a:path w="268223" h="3581400">
                <a:moveTo>
                  <a:pt x="246887" y="329946"/>
                </a:moveTo>
                <a:lnTo>
                  <a:pt x="234695" y="329184"/>
                </a:lnTo>
                <a:lnTo>
                  <a:pt x="233171" y="342138"/>
                </a:lnTo>
                <a:lnTo>
                  <a:pt x="246125" y="342900"/>
                </a:lnTo>
                <a:lnTo>
                  <a:pt x="246887" y="329946"/>
                </a:lnTo>
                <a:close/>
              </a:path>
              <a:path w="268223" h="3581400">
                <a:moveTo>
                  <a:pt x="245363" y="355854"/>
                </a:moveTo>
                <a:lnTo>
                  <a:pt x="232409" y="355092"/>
                </a:lnTo>
                <a:lnTo>
                  <a:pt x="231647" y="367284"/>
                </a:lnTo>
                <a:lnTo>
                  <a:pt x="244601" y="368046"/>
                </a:lnTo>
                <a:lnTo>
                  <a:pt x="245363" y="355854"/>
                </a:lnTo>
                <a:close/>
              </a:path>
              <a:path w="268223" h="3581400">
                <a:moveTo>
                  <a:pt x="243839" y="381000"/>
                </a:moveTo>
                <a:lnTo>
                  <a:pt x="230885" y="380238"/>
                </a:lnTo>
                <a:lnTo>
                  <a:pt x="230123" y="393192"/>
                </a:lnTo>
                <a:lnTo>
                  <a:pt x="243077" y="393954"/>
                </a:lnTo>
                <a:lnTo>
                  <a:pt x="243839" y="381000"/>
                </a:lnTo>
                <a:close/>
              </a:path>
              <a:path w="268223" h="3581400">
                <a:moveTo>
                  <a:pt x="242315" y="406146"/>
                </a:moveTo>
                <a:lnTo>
                  <a:pt x="229361" y="405384"/>
                </a:lnTo>
                <a:lnTo>
                  <a:pt x="228599" y="418338"/>
                </a:lnTo>
                <a:lnTo>
                  <a:pt x="241553" y="419100"/>
                </a:lnTo>
                <a:lnTo>
                  <a:pt x="242315" y="406146"/>
                </a:lnTo>
                <a:close/>
              </a:path>
              <a:path w="268223" h="3581400">
                <a:moveTo>
                  <a:pt x="240791" y="432054"/>
                </a:moveTo>
                <a:lnTo>
                  <a:pt x="227837" y="430530"/>
                </a:lnTo>
                <a:lnTo>
                  <a:pt x="227075" y="443484"/>
                </a:lnTo>
                <a:lnTo>
                  <a:pt x="240029" y="444246"/>
                </a:lnTo>
                <a:lnTo>
                  <a:pt x="240791" y="432054"/>
                </a:lnTo>
                <a:close/>
              </a:path>
              <a:path w="268223" h="3581400">
                <a:moveTo>
                  <a:pt x="239267" y="457200"/>
                </a:moveTo>
                <a:lnTo>
                  <a:pt x="226313" y="456438"/>
                </a:lnTo>
                <a:lnTo>
                  <a:pt x="225551" y="468630"/>
                </a:lnTo>
                <a:lnTo>
                  <a:pt x="238505" y="469392"/>
                </a:lnTo>
                <a:lnTo>
                  <a:pt x="239267" y="457200"/>
                </a:lnTo>
                <a:close/>
              </a:path>
              <a:path w="268223" h="3581400">
                <a:moveTo>
                  <a:pt x="236981" y="482346"/>
                </a:moveTo>
                <a:lnTo>
                  <a:pt x="224789" y="481584"/>
                </a:lnTo>
                <a:lnTo>
                  <a:pt x="224027" y="494538"/>
                </a:lnTo>
                <a:lnTo>
                  <a:pt x="236219" y="495300"/>
                </a:lnTo>
                <a:lnTo>
                  <a:pt x="236981" y="482346"/>
                </a:lnTo>
                <a:close/>
              </a:path>
              <a:path w="268223" h="3581400">
                <a:moveTo>
                  <a:pt x="235457" y="507492"/>
                </a:moveTo>
                <a:lnTo>
                  <a:pt x="223265" y="506730"/>
                </a:lnTo>
                <a:lnTo>
                  <a:pt x="222503" y="519684"/>
                </a:lnTo>
                <a:lnTo>
                  <a:pt x="234695" y="520446"/>
                </a:lnTo>
                <a:lnTo>
                  <a:pt x="235457" y="507492"/>
                </a:lnTo>
                <a:close/>
              </a:path>
              <a:path w="268223" h="3581400">
                <a:moveTo>
                  <a:pt x="233933" y="533400"/>
                </a:moveTo>
                <a:lnTo>
                  <a:pt x="221741" y="532638"/>
                </a:lnTo>
                <a:lnTo>
                  <a:pt x="220217" y="544830"/>
                </a:lnTo>
                <a:lnTo>
                  <a:pt x="233171" y="545592"/>
                </a:lnTo>
                <a:lnTo>
                  <a:pt x="233933" y="533400"/>
                </a:lnTo>
                <a:close/>
              </a:path>
              <a:path w="268223" h="3581400">
                <a:moveTo>
                  <a:pt x="232409" y="558546"/>
                </a:moveTo>
                <a:lnTo>
                  <a:pt x="219455" y="557784"/>
                </a:lnTo>
                <a:lnTo>
                  <a:pt x="218693" y="569976"/>
                </a:lnTo>
                <a:lnTo>
                  <a:pt x="231647" y="570738"/>
                </a:lnTo>
                <a:lnTo>
                  <a:pt x="232409" y="558546"/>
                </a:lnTo>
                <a:close/>
              </a:path>
              <a:path w="268223" h="3581400">
                <a:moveTo>
                  <a:pt x="230885" y="583692"/>
                </a:moveTo>
                <a:lnTo>
                  <a:pt x="217931" y="582930"/>
                </a:lnTo>
                <a:lnTo>
                  <a:pt x="217169" y="595884"/>
                </a:lnTo>
                <a:lnTo>
                  <a:pt x="230123" y="596646"/>
                </a:lnTo>
                <a:lnTo>
                  <a:pt x="230885" y="583692"/>
                </a:lnTo>
                <a:close/>
              </a:path>
              <a:path w="268223" h="3581400">
                <a:moveTo>
                  <a:pt x="229361" y="608838"/>
                </a:moveTo>
                <a:lnTo>
                  <a:pt x="216407" y="608076"/>
                </a:lnTo>
                <a:lnTo>
                  <a:pt x="215645" y="621030"/>
                </a:lnTo>
                <a:lnTo>
                  <a:pt x="228599" y="621792"/>
                </a:lnTo>
                <a:lnTo>
                  <a:pt x="229361" y="608838"/>
                </a:lnTo>
                <a:close/>
              </a:path>
              <a:path w="268223" h="3581400">
                <a:moveTo>
                  <a:pt x="227837" y="634746"/>
                </a:moveTo>
                <a:lnTo>
                  <a:pt x="214883" y="633984"/>
                </a:lnTo>
                <a:lnTo>
                  <a:pt x="214121" y="646176"/>
                </a:lnTo>
                <a:lnTo>
                  <a:pt x="227075" y="646938"/>
                </a:lnTo>
                <a:lnTo>
                  <a:pt x="227837" y="634746"/>
                </a:lnTo>
                <a:close/>
              </a:path>
              <a:path w="268223" h="3581400">
                <a:moveTo>
                  <a:pt x="268223" y="762"/>
                </a:moveTo>
                <a:lnTo>
                  <a:pt x="255269" y="0"/>
                </a:lnTo>
                <a:lnTo>
                  <a:pt x="254507" y="12954"/>
                </a:lnTo>
                <a:lnTo>
                  <a:pt x="267461" y="13716"/>
                </a:lnTo>
                <a:lnTo>
                  <a:pt x="268223" y="762"/>
                </a:lnTo>
                <a:close/>
              </a:path>
            </a:pathLst>
          </a:custGeom>
          <a:solidFill>
            <a:srgbClr val="0000FF"/>
          </a:solidFill>
        </p:spPr>
        <p:txBody>
          <a:bodyPr wrap="square" lIns="0" tIns="0" rIns="0" bIns="0" rtlCol="0">
            <a:noAutofit/>
          </a:bodyPr>
          <a:lstStyle/>
          <a:p>
            <a:endParaRPr/>
          </a:p>
        </p:txBody>
      </p:sp>
      <p:sp>
        <p:nvSpPr>
          <p:cNvPr id="63" name="object 63"/>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4" name="object 64"/>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7" name="object 67"/>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8" name="object 68"/>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0" name="object 70"/>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2024635" y="2248524"/>
            <a:ext cx="268223" cy="3522689"/>
          </a:xfrm>
          <a:custGeom>
            <a:avLst/>
            <a:gdLst/>
            <a:ahLst/>
            <a:cxnLst/>
            <a:rect l="l" t="t" r="r" b="b"/>
            <a:pathLst>
              <a:path w="268223" h="3581400">
                <a:moveTo>
                  <a:pt x="226313" y="659892"/>
                </a:moveTo>
                <a:lnTo>
                  <a:pt x="213359" y="659130"/>
                </a:lnTo>
                <a:lnTo>
                  <a:pt x="212597" y="671322"/>
                </a:lnTo>
                <a:lnTo>
                  <a:pt x="225551" y="672846"/>
                </a:lnTo>
                <a:lnTo>
                  <a:pt x="226313" y="659892"/>
                </a:lnTo>
                <a:close/>
              </a:path>
              <a:path w="268223" h="3581400">
                <a:moveTo>
                  <a:pt x="224027" y="685038"/>
                </a:moveTo>
                <a:lnTo>
                  <a:pt x="211835" y="684276"/>
                </a:lnTo>
                <a:lnTo>
                  <a:pt x="211073" y="697230"/>
                </a:lnTo>
                <a:lnTo>
                  <a:pt x="223265" y="697992"/>
                </a:lnTo>
                <a:lnTo>
                  <a:pt x="224027" y="685038"/>
                </a:lnTo>
                <a:close/>
              </a:path>
              <a:path w="268223" h="3581400">
                <a:moveTo>
                  <a:pt x="222503" y="710184"/>
                </a:moveTo>
                <a:lnTo>
                  <a:pt x="210311" y="709422"/>
                </a:lnTo>
                <a:lnTo>
                  <a:pt x="209549" y="722376"/>
                </a:lnTo>
                <a:lnTo>
                  <a:pt x="221741" y="723138"/>
                </a:lnTo>
                <a:lnTo>
                  <a:pt x="222503" y="710184"/>
                </a:lnTo>
                <a:close/>
              </a:path>
              <a:path w="268223" h="3581400">
                <a:moveTo>
                  <a:pt x="220979" y="736092"/>
                </a:moveTo>
                <a:lnTo>
                  <a:pt x="208787" y="735330"/>
                </a:lnTo>
                <a:lnTo>
                  <a:pt x="208025" y="747522"/>
                </a:lnTo>
                <a:lnTo>
                  <a:pt x="220217" y="748284"/>
                </a:lnTo>
                <a:lnTo>
                  <a:pt x="220979" y="736092"/>
                </a:lnTo>
                <a:close/>
              </a:path>
              <a:path w="268223" h="3581400">
                <a:moveTo>
                  <a:pt x="219455" y="761238"/>
                </a:moveTo>
                <a:lnTo>
                  <a:pt x="206501" y="760476"/>
                </a:lnTo>
                <a:lnTo>
                  <a:pt x="205739" y="773430"/>
                </a:lnTo>
                <a:lnTo>
                  <a:pt x="218693" y="774192"/>
                </a:lnTo>
                <a:lnTo>
                  <a:pt x="219455" y="761238"/>
                </a:lnTo>
                <a:close/>
              </a:path>
              <a:path w="268223" h="3581400">
                <a:moveTo>
                  <a:pt x="217931" y="786384"/>
                </a:moveTo>
                <a:lnTo>
                  <a:pt x="204977" y="785622"/>
                </a:lnTo>
                <a:lnTo>
                  <a:pt x="204215" y="798576"/>
                </a:lnTo>
                <a:lnTo>
                  <a:pt x="217169" y="799338"/>
                </a:lnTo>
                <a:lnTo>
                  <a:pt x="217931" y="786384"/>
                </a:lnTo>
                <a:close/>
              </a:path>
              <a:path w="268223" h="3581400">
                <a:moveTo>
                  <a:pt x="216407" y="811530"/>
                </a:moveTo>
                <a:lnTo>
                  <a:pt x="203453" y="810768"/>
                </a:lnTo>
                <a:lnTo>
                  <a:pt x="202691" y="823722"/>
                </a:lnTo>
                <a:lnTo>
                  <a:pt x="215645" y="824484"/>
                </a:lnTo>
                <a:lnTo>
                  <a:pt x="216407" y="811530"/>
                </a:lnTo>
                <a:close/>
              </a:path>
              <a:path w="268223" h="3581400">
                <a:moveTo>
                  <a:pt x="214883" y="837438"/>
                </a:moveTo>
                <a:lnTo>
                  <a:pt x="201929" y="836676"/>
                </a:lnTo>
                <a:lnTo>
                  <a:pt x="201167" y="848868"/>
                </a:lnTo>
                <a:lnTo>
                  <a:pt x="214121" y="849630"/>
                </a:lnTo>
                <a:lnTo>
                  <a:pt x="214883" y="837438"/>
                </a:lnTo>
                <a:close/>
              </a:path>
              <a:path w="268223" h="3581400">
                <a:moveTo>
                  <a:pt x="213359" y="862584"/>
                </a:moveTo>
                <a:lnTo>
                  <a:pt x="200405" y="861822"/>
                </a:lnTo>
                <a:lnTo>
                  <a:pt x="199643" y="874776"/>
                </a:lnTo>
                <a:lnTo>
                  <a:pt x="212597" y="875538"/>
                </a:lnTo>
                <a:lnTo>
                  <a:pt x="213359" y="862584"/>
                </a:lnTo>
                <a:close/>
              </a:path>
              <a:path w="268223" h="3581400">
                <a:moveTo>
                  <a:pt x="211073" y="887730"/>
                </a:moveTo>
                <a:lnTo>
                  <a:pt x="198881" y="886968"/>
                </a:lnTo>
                <a:lnTo>
                  <a:pt x="198119" y="899922"/>
                </a:lnTo>
                <a:lnTo>
                  <a:pt x="210311" y="900684"/>
                </a:lnTo>
                <a:lnTo>
                  <a:pt x="211073" y="887730"/>
                </a:lnTo>
                <a:close/>
              </a:path>
              <a:path w="268223" h="3581400">
                <a:moveTo>
                  <a:pt x="209549" y="913638"/>
                </a:moveTo>
                <a:lnTo>
                  <a:pt x="197357" y="912114"/>
                </a:lnTo>
                <a:lnTo>
                  <a:pt x="196595" y="925068"/>
                </a:lnTo>
                <a:lnTo>
                  <a:pt x="208787" y="925830"/>
                </a:lnTo>
                <a:lnTo>
                  <a:pt x="209549" y="913638"/>
                </a:lnTo>
                <a:close/>
              </a:path>
              <a:path w="268223" h="3581400">
                <a:moveTo>
                  <a:pt x="208025" y="938784"/>
                </a:moveTo>
                <a:lnTo>
                  <a:pt x="195833" y="938022"/>
                </a:lnTo>
                <a:lnTo>
                  <a:pt x="195071" y="950214"/>
                </a:lnTo>
                <a:lnTo>
                  <a:pt x="207263" y="950976"/>
                </a:lnTo>
                <a:lnTo>
                  <a:pt x="208025" y="938784"/>
                </a:lnTo>
                <a:close/>
              </a:path>
              <a:path w="268223" h="3581400">
                <a:moveTo>
                  <a:pt x="206501" y="963930"/>
                </a:moveTo>
                <a:lnTo>
                  <a:pt x="193547" y="963168"/>
                </a:lnTo>
                <a:lnTo>
                  <a:pt x="192785" y="976122"/>
                </a:lnTo>
                <a:lnTo>
                  <a:pt x="205739" y="976884"/>
                </a:lnTo>
                <a:lnTo>
                  <a:pt x="206501" y="963930"/>
                </a:lnTo>
                <a:close/>
              </a:path>
              <a:path w="268223" h="3581400">
                <a:moveTo>
                  <a:pt x="204977" y="989076"/>
                </a:moveTo>
                <a:lnTo>
                  <a:pt x="192023" y="988314"/>
                </a:lnTo>
                <a:lnTo>
                  <a:pt x="191261" y="1001268"/>
                </a:lnTo>
                <a:lnTo>
                  <a:pt x="204215" y="1002030"/>
                </a:lnTo>
                <a:lnTo>
                  <a:pt x="204977" y="989076"/>
                </a:lnTo>
                <a:close/>
              </a:path>
              <a:path w="268223" h="3581400">
                <a:moveTo>
                  <a:pt x="203453" y="1014984"/>
                </a:moveTo>
                <a:lnTo>
                  <a:pt x="190499" y="1014222"/>
                </a:lnTo>
                <a:lnTo>
                  <a:pt x="189737" y="1026414"/>
                </a:lnTo>
                <a:lnTo>
                  <a:pt x="202691" y="1027176"/>
                </a:lnTo>
                <a:lnTo>
                  <a:pt x="203453" y="1014984"/>
                </a:lnTo>
                <a:close/>
              </a:path>
              <a:path w="268223" h="3581400">
                <a:moveTo>
                  <a:pt x="201929" y="1040130"/>
                </a:moveTo>
                <a:lnTo>
                  <a:pt x="188975" y="1039368"/>
                </a:lnTo>
                <a:lnTo>
                  <a:pt x="188213" y="1051560"/>
                </a:lnTo>
                <a:lnTo>
                  <a:pt x="201167" y="1053084"/>
                </a:lnTo>
                <a:lnTo>
                  <a:pt x="201929" y="1040130"/>
                </a:lnTo>
                <a:close/>
              </a:path>
              <a:path w="268223" h="3581400">
                <a:moveTo>
                  <a:pt x="200405" y="1065276"/>
                </a:moveTo>
                <a:lnTo>
                  <a:pt x="187451" y="1064514"/>
                </a:lnTo>
                <a:lnTo>
                  <a:pt x="186689" y="1077468"/>
                </a:lnTo>
                <a:lnTo>
                  <a:pt x="199643" y="1078230"/>
                </a:lnTo>
                <a:lnTo>
                  <a:pt x="200405" y="1065276"/>
                </a:lnTo>
                <a:close/>
              </a:path>
              <a:path w="268223" h="3581400">
                <a:moveTo>
                  <a:pt x="198119" y="1090422"/>
                </a:moveTo>
                <a:lnTo>
                  <a:pt x="185927" y="1089660"/>
                </a:lnTo>
                <a:lnTo>
                  <a:pt x="185165" y="1102614"/>
                </a:lnTo>
                <a:lnTo>
                  <a:pt x="197357" y="1103376"/>
                </a:lnTo>
                <a:lnTo>
                  <a:pt x="198119" y="1090422"/>
                </a:lnTo>
                <a:close/>
              </a:path>
              <a:path w="268223" h="3581400">
                <a:moveTo>
                  <a:pt x="196595" y="1116330"/>
                </a:moveTo>
                <a:lnTo>
                  <a:pt x="184403" y="1115568"/>
                </a:lnTo>
                <a:lnTo>
                  <a:pt x="183641" y="1127760"/>
                </a:lnTo>
                <a:lnTo>
                  <a:pt x="195833" y="1128522"/>
                </a:lnTo>
                <a:lnTo>
                  <a:pt x="196595" y="1116330"/>
                </a:lnTo>
                <a:close/>
              </a:path>
              <a:path w="268223" h="3581400">
                <a:moveTo>
                  <a:pt x="195071" y="1141476"/>
                </a:moveTo>
                <a:lnTo>
                  <a:pt x="182879" y="1140714"/>
                </a:lnTo>
                <a:lnTo>
                  <a:pt x="182117" y="1153668"/>
                </a:lnTo>
                <a:lnTo>
                  <a:pt x="194309" y="1154430"/>
                </a:lnTo>
                <a:lnTo>
                  <a:pt x="195071" y="1141476"/>
                </a:lnTo>
                <a:close/>
              </a:path>
              <a:path w="268223" h="3581400">
                <a:moveTo>
                  <a:pt x="193547" y="1166622"/>
                </a:moveTo>
                <a:lnTo>
                  <a:pt x="180593" y="1165860"/>
                </a:lnTo>
                <a:lnTo>
                  <a:pt x="179831" y="1178814"/>
                </a:lnTo>
                <a:lnTo>
                  <a:pt x="192785" y="1179576"/>
                </a:lnTo>
                <a:lnTo>
                  <a:pt x="193547" y="1166622"/>
                </a:lnTo>
                <a:close/>
              </a:path>
              <a:path w="268223" h="3581400">
                <a:moveTo>
                  <a:pt x="192023" y="1191768"/>
                </a:moveTo>
                <a:lnTo>
                  <a:pt x="179069" y="1191006"/>
                </a:lnTo>
                <a:lnTo>
                  <a:pt x="178307" y="1203960"/>
                </a:lnTo>
                <a:lnTo>
                  <a:pt x="191261" y="1204722"/>
                </a:lnTo>
                <a:lnTo>
                  <a:pt x="192023" y="1191768"/>
                </a:lnTo>
                <a:close/>
              </a:path>
              <a:path w="268223" h="3581400">
                <a:moveTo>
                  <a:pt x="190499" y="1217676"/>
                </a:moveTo>
                <a:lnTo>
                  <a:pt x="177545" y="1216914"/>
                </a:lnTo>
                <a:lnTo>
                  <a:pt x="176783" y="1229106"/>
                </a:lnTo>
                <a:lnTo>
                  <a:pt x="189737" y="1229868"/>
                </a:lnTo>
                <a:lnTo>
                  <a:pt x="190499" y="1217676"/>
                </a:lnTo>
                <a:close/>
              </a:path>
              <a:path w="268223" h="3581400">
                <a:moveTo>
                  <a:pt x="188975" y="1242822"/>
                </a:moveTo>
                <a:lnTo>
                  <a:pt x="176021" y="1242060"/>
                </a:lnTo>
                <a:lnTo>
                  <a:pt x="175259" y="1255014"/>
                </a:lnTo>
                <a:lnTo>
                  <a:pt x="188213" y="1255776"/>
                </a:lnTo>
                <a:lnTo>
                  <a:pt x="188975" y="1242822"/>
                </a:lnTo>
                <a:close/>
              </a:path>
              <a:path w="268223" h="3581400">
                <a:moveTo>
                  <a:pt x="187451" y="1267968"/>
                </a:moveTo>
                <a:lnTo>
                  <a:pt x="174497" y="1267206"/>
                </a:lnTo>
                <a:lnTo>
                  <a:pt x="173735" y="1280160"/>
                </a:lnTo>
                <a:lnTo>
                  <a:pt x="186689" y="1280922"/>
                </a:lnTo>
                <a:lnTo>
                  <a:pt x="187451" y="1267968"/>
                </a:lnTo>
                <a:close/>
              </a:path>
              <a:path w="268223" h="3581400">
                <a:moveTo>
                  <a:pt x="185165" y="1293876"/>
                </a:moveTo>
                <a:lnTo>
                  <a:pt x="172973" y="1292352"/>
                </a:lnTo>
                <a:lnTo>
                  <a:pt x="172211" y="1305306"/>
                </a:lnTo>
                <a:lnTo>
                  <a:pt x="184403" y="1306068"/>
                </a:lnTo>
                <a:lnTo>
                  <a:pt x="185165" y="1293876"/>
                </a:lnTo>
                <a:close/>
              </a:path>
              <a:path w="268223" h="3581400">
                <a:moveTo>
                  <a:pt x="183641" y="1319022"/>
                </a:moveTo>
                <a:lnTo>
                  <a:pt x="171449" y="1318260"/>
                </a:lnTo>
                <a:lnTo>
                  <a:pt x="170687" y="1330452"/>
                </a:lnTo>
                <a:lnTo>
                  <a:pt x="182879" y="1331214"/>
                </a:lnTo>
                <a:lnTo>
                  <a:pt x="183641" y="1319022"/>
                </a:lnTo>
                <a:close/>
              </a:path>
              <a:path w="268223" h="3581400">
                <a:moveTo>
                  <a:pt x="182117" y="1344168"/>
                </a:moveTo>
                <a:lnTo>
                  <a:pt x="169925" y="1343406"/>
                </a:lnTo>
                <a:lnTo>
                  <a:pt x="169163" y="1356360"/>
                </a:lnTo>
                <a:lnTo>
                  <a:pt x="181355" y="1357122"/>
                </a:lnTo>
                <a:lnTo>
                  <a:pt x="182117" y="1344168"/>
                </a:lnTo>
                <a:close/>
              </a:path>
              <a:path w="268223" h="3581400">
                <a:moveTo>
                  <a:pt x="180593" y="1369314"/>
                </a:moveTo>
                <a:lnTo>
                  <a:pt x="167639" y="1368552"/>
                </a:lnTo>
                <a:lnTo>
                  <a:pt x="166877" y="1381506"/>
                </a:lnTo>
                <a:lnTo>
                  <a:pt x="179831" y="1382268"/>
                </a:lnTo>
                <a:lnTo>
                  <a:pt x="180593" y="1369314"/>
                </a:lnTo>
                <a:close/>
              </a:path>
              <a:path w="268223" h="3581400">
                <a:moveTo>
                  <a:pt x="179069" y="1395222"/>
                </a:moveTo>
                <a:lnTo>
                  <a:pt x="166115" y="1394460"/>
                </a:lnTo>
                <a:lnTo>
                  <a:pt x="165353" y="1406652"/>
                </a:lnTo>
                <a:lnTo>
                  <a:pt x="178307" y="1407414"/>
                </a:lnTo>
                <a:lnTo>
                  <a:pt x="179069" y="1395222"/>
                </a:lnTo>
                <a:close/>
              </a:path>
              <a:path w="268223" h="3581400">
                <a:moveTo>
                  <a:pt x="177545" y="1420368"/>
                </a:moveTo>
                <a:lnTo>
                  <a:pt x="164591" y="1419606"/>
                </a:lnTo>
                <a:lnTo>
                  <a:pt x="163829" y="1431798"/>
                </a:lnTo>
                <a:lnTo>
                  <a:pt x="176783" y="1432560"/>
                </a:lnTo>
                <a:lnTo>
                  <a:pt x="177545" y="1420368"/>
                </a:lnTo>
                <a:close/>
              </a:path>
              <a:path w="268223" h="3581400">
                <a:moveTo>
                  <a:pt x="176021" y="1445514"/>
                </a:moveTo>
                <a:lnTo>
                  <a:pt x="163067" y="1444752"/>
                </a:lnTo>
                <a:lnTo>
                  <a:pt x="162305" y="1457706"/>
                </a:lnTo>
                <a:lnTo>
                  <a:pt x="175259" y="1458468"/>
                </a:lnTo>
                <a:lnTo>
                  <a:pt x="176021" y="1445514"/>
                </a:lnTo>
                <a:close/>
              </a:path>
              <a:path w="268223" h="3581400">
                <a:moveTo>
                  <a:pt x="174497" y="1470660"/>
                </a:moveTo>
                <a:lnTo>
                  <a:pt x="161543" y="1469898"/>
                </a:lnTo>
                <a:lnTo>
                  <a:pt x="160781" y="1482852"/>
                </a:lnTo>
                <a:lnTo>
                  <a:pt x="173735" y="1483614"/>
                </a:lnTo>
                <a:lnTo>
                  <a:pt x="174497" y="1470660"/>
                </a:lnTo>
                <a:close/>
              </a:path>
              <a:path w="268223" h="3581400">
                <a:moveTo>
                  <a:pt x="172973" y="1496568"/>
                </a:moveTo>
                <a:lnTo>
                  <a:pt x="160019" y="1495806"/>
                </a:lnTo>
                <a:lnTo>
                  <a:pt x="159257" y="1507998"/>
                </a:lnTo>
                <a:lnTo>
                  <a:pt x="171449" y="1508760"/>
                </a:lnTo>
                <a:lnTo>
                  <a:pt x="172973" y="1496568"/>
                </a:lnTo>
                <a:close/>
              </a:path>
              <a:path w="268223" h="3581400">
                <a:moveTo>
                  <a:pt x="170687" y="1521714"/>
                </a:moveTo>
                <a:lnTo>
                  <a:pt x="158495" y="1520952"/>
                </a:lnTo>
                <a:lnTo>
                  <a:pt x="157733" y="1533144"/>
                </a:lnTo>
                <a:lnTo>
                  <a:pt x="169925" y="1534668"/>
                </a:lnTo>
                <a:lnTo>
                  <a:pt x="170687" y="1521714"/>
                </a:lnTo>
                <a:close/>
              </a:path>
              <a:path w="268223" h="3581400">
                <a:moveTo>
                  <a:pt x="169163" y="1546860"/>
                </a:moveTo>
                <a:lnTo>
                  <a:pt x="156971" y="1546098"/>
                </a:lnTo>
                <a:lnTo>
                  <a:pt x="156209" y="1559052"/>
                </a:lnTo>
                <a:lnTo>
                  <a:pt x="168401" y="1559814"/>
                </a:lnTo>
                <a:lnTo>
                  <a:pt x="169163" y="1546860"/>
                </a:lnTo>
                <a:close/>
              </a:path>
              <a:path w="268223" h="3581400">
                <a:moveTo>
                  <a:pt x="167639" y="1572006"/>
                </a:moveTo>
                <a:lnTo>
                  <a:pt x="155447" y="1571244"/>
                </a:lnTo>
                <a:lnTo>
                  <a:pt x="153923" y="1584198"/>
                </a:lnTo>
                <a:lnTo>
                  <a:pt x="166877" y="1584960"/>
                </a:lnTo>
                <a:lnTo>
                  <a:pt x="167639" y="1572006"/>
                </a:lnTo>
                <a:close/>
              </a:path>
              <a:path w="268223" h="3581400">
                <a:moveTo>
                  <a:pt x="166115" y="1597914"/>
                </a:moveTo>
                <a:lnTo>
                  <a:pt x="153161" y="1597152"/>
                </a:lnTo>
                <a:lnTo>
                  <a:pt x="152399" y="1609344"/>
                </a:lnTo>
                <a:lnTo>
                  <a:pt x="165353" y="1610106"/>
                </a:lnTo>
                <a:lnTo>
                  <a:pt x="166115" y="1597914"/>
                </a:lnTo>
                <a:close/>
              </a:path>
              <a:path w="268223" h="3581400">
                <a:moveTo>
                  <a:pt x="164143" y="1630679"/>
                </a:moveTo>
                <a:lnTo>
                  <a:pt x="164591" y="1623060"/>
                </a:lnTo>
                <a:lnTo>
                  <a:pt x="151637" y="1622298"/>
                </a:lnTo>
                <a:lnTo>
                  <a:pt x="151144" y="1630679"/>
                </a:lnTo>
                <a:lnTo>
                  <a:pt x="164143" y="1630679"/>
                </a:lnTo>
                <a:close/>
              </a:path>
            </a:pathLst>
          </a:custGeom>
          <a:solidFill>
            <a:srgbClr val="0000FF"/>
          </a:solidFill>
        </p:spPr>
        <p:txBody>
          <a:bodyPr wrap="square" lIns="0" tIns="0" rIns="0" bIns="0" rtlCol="0">
            <a:noAutofit/>
          </a:bodyPr>
          <a:lstStyle/>
          <a:p>
            <a:endParaRPr/>
          </a:p>
        </p:txBody>
      </p:sp>
      <p:sp>
        <p:nvSpPr>
          <p:cNvPr id="79" name="object 79"/>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0" name="object 80"/>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3" name="object 83"/>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5" name="object 85"/>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2024635" y="2248524"/>
            <a:ext cx="268223" cy="3522689"/>
          </a:xfrm>
          <a:custGeom>
            <a:avLst/>
            <a:gdLst/>
            <a:ahLst/>
            <a:cxnLst/>
            <a:rect l="l" t="t" r="r" b="b"/>
            <a:pathLst>
              <a:path w="268223" h="3581400">
                <a:moveTo>
                  <a:pt x="164143" y="1630679"/>
                </a:moveTo>
                <a:lnTo>
                  <a:pt x="151144" y="1630679"/>
                </a:lnTo>
                <a:lnTo>
                  <a:pt x="150875" y="1635252"/>
                </a:lnTo>
                <a:lnTo>
                  <a:pt x="163829" y="1636014"/>
                </a:lnTo>
                <a:lnTo>
                  <a:pt x="164143" y="1630679"/>
                </a:lnTo>
                <a:close/>
              </a:path>
              <a:path w="268223" h="3581400">
                <a:moveTo>
                  <a:pt x="163067" y="1648206"/>
                </a:moveTo>
                <a:lnTo>
                  <a:pt x="150113" y="1647444"/>
                </a:lnTo>
                <a:lnTo>
                  <a:pt x="149351" y="1660398"/>
                </a:lnTo>
                <a:lnTo>
                  <a:pt x="162305" y="1661160"/>
                </a:lnTo>
                <a:lnTo>
                  <a:pt x="163067" y="1648206"/>
                </a:lnTo>
                <a:close/>
              </a:path>
              <a:path w="268223" h="3581400">
                <a:moveTo>
                  <a:pt x="161543" y="1674114"/>
                </a:moveTo>
                <a:lnTo>
                  <a:pt x="148589" y="1672589"/>
                </a:lnTo>
                <a:lnTo>
                  <a:pt x="147827" y="1685544"/>
                </a:lnTo>
                <a:lnTo>
                  <a:pt x="160781" y="1686306"/>
                </a:lnTo>
                <a:lnTo>
                  <a:pt x="161543" y="1674114"/>
                </a:lnTo>
                <a:close/>
              </a:path>
              <a:path w="268223" h="3581400">
                <a:moveTo>
                  <a:pt x="160019" y="1699260"/>
                </a:moveTo>
                <a:lnTo>
                  <a:pt x="147065" y="1698498"/>
                </a:lnTo>
                <a:lnTo>
                  <a:pt x="146303" y="1710689"/>
                </a:lnTo>
                <a:lnTo>
                  <a:pt x="158495" y="1711452"/>
                </a:lnTo>
                <a:lnTo>
                  <a:pt x="160019" y="1699260"/>
                </a:lnTo>
                <a:close/>
              </a:path>
              <a:path w="268223" h="3581400">
                <a:moveTo>
                  <a:pt x="157733" y="1724406"/>
                </a:moveTo>
                <a:lnTo>
                  <a:pt x="145541" y="1723644"/>
                </a:lnTo>
                <a:lnTo>
                  <a:pt x="144779" y="1736598"/>
                </a:lnTo>
                <a:lnTo>
                  <a:pt x="156971" y="1737360"/>
                </a:lnTo>
                <a:lnTo>
                  <a:pt x="157733" y="1724406"/>
                </a:lnTo>
                <a:close/>
              </a:path>
              <a:path w="268223" h="3581400">
                <a:moveTo>
                  <a:pt x="156209" y="1749552"/>
                </a:moveTo>
                <a:lnTo>
                  <a:pt x="144017" y="1748789"/>
                </a:lnTo>
                <a:lnTo>
                  <a:pt x="143255" y="1761744"/>
                </a:lnTo>
                <a:lnTo>
                  <a:pt x="155447" y="1762506"/>
                </a:lnTo>
                <a:lnTo>
                  <a:pt x="156209" y="1749552"/>
                </a:lnTo>
                <a:close/>
              </a:path>
              <a:path w="268223" h="3581400">
                <a:moveTo>
                  <a:pt x="154685" y="1775460"/>
                </a:moveTo>
                <a:lnTo>
                  <a:pt x="142493" y="1774698"/>
                </a:lnTo>
                <a:lnTo>
                  <a:pt x="140969" y="1786889"/>
                </a:lnTo>
                <a:lnTo>
                  <a:pt x="153923" y="1787652"/>
                </a:lnTo>
                <a:lnTo>
                  <a:pt x="154685" y="1775460"/>
                </a:lnTo>
                <a:close/>
              </a:path>
              <a:path w="268223" h="3581400">
                <a:moveTo>
                  <a:pt x="153161" y="1800606"/>
                </a:moveTo>
                <a:lnTo>
                  <a:pt x="140207" y="1799844"/>
                </a:lnTo>
                <a:lnTo>
                  <a:pt x="139445" y="1812036"/>
                </a:lnTo>
                <a:lnTo>
                  <a:pt x="152399" y="1812798"/>
                </a:lnTo>
                <a:lnTo>
                  <a:pt x="153161" y="1800606"/>
                </a:lnTo>
                <a:close/>
              </a:path>
              <a:path w="268223" h="3581400">
                <a:moveTo>
                  <a:pt x="151637" y="1825752"/>
                </a:moveTo>
                <a:lnTo>
                  <a:pt x="138683" y="1824989"/>
                </a:lnTo>
                <a:lnTo>
                  <a:pt x="137921" y="1837944"/>
                </a:lnTo>
                <a:lnTo>
                  <a:pt x="150875" y="1838706"/>
                </a:lnTo>
                <a:lnTo>
                  <a:pt x="151637" y="1825752"/>
                </a:lnTo>
                <a:close/>
              </a:path>
              <a:path w="268223" h="3581400">
                <a:moveTo>
                  <a:pt x="150113" y="1850898"/>
                </a:moveTo>
                <a:lnTo>
                  <a:pt x="137159" y="1850136"/>
                </a:lnTo>
                <a:lnTo>
                  <a:pt x="136397" y="1863089"/>
                </a:lnTo>
                <a:lnTo>
                  <a:pt x="149351" y="1863852"/>
                </a:lnTo>
                <a:lnTo>
                  <a:pt x="150113" y="1850898"/>
                </a:lnTo>
                <a:close/>
              </a:path>
              <a:path w="268223" h="3581400">
                <a:moveTo>
                  <a:pt x="148589" y="1876806"/>
                </a:moveTo>
                <a:lnTo>
                  <a:pt x="135635" y="1876044"/>
                </a:lnTo>
                <a:lnTo>
                  <a:pt x="134873" y="1888236"/>
                </a:lnTo>
                <a:lnTo>
                  <a:pt x="147827" y="1888998"/>
                </a:lnTo>
                <a:lnTo>
                  <a:pt x="148589" y="1876806"/>
                </a:lnTo>
                <a:close/>
              </a:path>
              <a:path w="268223" h="3581400">
                <a:moveTo>
                  <a:pt x="147065" y="1901952"/>
                </a:moveTo>
                <a:lnTo>
                  <a:pt x="134111" y="1901189"/>
                </a:lnTo>
                <a:lnTo>
                  <a:pt x="133349" y="1913382"/>
                </a:lnTo>
                <a:lnTo>
                  <a:pt x="145541" y="1914906"/>
                </a:lnTo>
                <a:lnTo>
                  <a:pt x="147065" y="1901952"/>
                </a:lnTo>
                <a:close/>
              </a:path>
              <a:path w="268223" h="3581400">
                <a:moveTo>
                  <a:pt x="144779" y="1927098"/>
                </a:moveTo>
                <a:lnTo>
                  <a:pt x="132587" y="1926336"/>
                </a:lnTo>
                <a:lnTo>
                  <a:pt x="131825" y="1939289"/>
                </a:lnTo>
                <a:lnTo>
                  <a:pt x="144017" y="1940052"/>
                </a:lnTo>
                <a:lnTo>
                  <a:pt x="144779" y="1927098"/>
                </a:lnTo>
                <a:close/>
              </a:path>
              <a:path w="268223" h="3581400">
                <a:moveTo>
                  <a:pt x="143255" y="1952244"/>
                </a:moveTo>
                <a:lnTo>
                  <a:pt x="131063" y="1951482"/>
                </a:lnTo>
                <a:lnTo>
                  <a:pt x="130301" y="1964436"/>
                </a:lnTo>
                <a:lnTo>
                  <a:pt x="142493" y="1965198"/>
                </a:lnTo>
                <a:lnTo>
                  <a:pt x="143255" y="1952244"/>
                </a:lnTo>
                <a:close/>
              </a:path>
              <a:path w="268223" h="3581400">
                <a:moveTo>
                  <a:pt x="141731" y="1978152"/>
                </a:moveTo>
                <a:lnTo>
                  <a:pt x="129539" y="1977389"/>
                </a:lnTo>
                <a:lnTo>
                  <a:pt x="128015" y="1989582"/>
                </a:lnTo>
                <a:lnTo>
                  <a:pt x="140969" y="1990344"/>
                </a:lnTo>
                <a:lnTo>
                  <a:pt x="141731" y="1978152"/>
                </a:lnTo>
                <a:close/>
              </a:path>
              <a:path w="268223" h="3581400">
                <a:moveTo>
                  <a:pt x="140207" y="2003298"/>
                </a:moveTo>
                <a:lnTo>
                  <a:pt x="127253" y="2002536"/>
                </a:lnTo>
                <a:lnTo>
                  <a:pt x="126491" y="2015489"/>
                </a:lnTo>
                <a:lnTo>
                  <a:pt x="139445" y="2016252"/>
                </a:lnTo>
                <a:lnTo>
                  <a:pt x="140207" y="2003298"/>
                </a:lnTo>
                <a:close/>
              </a:path>
              <a:path w="268223" h="3581400">
                <a:moveTo>
                  <a:pt x="138683" y="2028444"/>
                </a:moveTo>
                <a:lnTo>
                  <a:pt x="125729" y="2027682"/>
                </a:lnTo>
                <a:lnTo>
                  <a:pt x="124967" y="2040636"/>
                </a:lnTo>
                <a:lnTo>
                  <a:pt x="137921" y="2041398"/>
                </a:lnTo>
                <a:lnTo>
                  <a:pt x="138683" y="2028444"/>
                </a:lnTo>
                <a:close/>
              </a:path>
              <a:path w="268223" h="3581400">
                <a:moveTo>
                  <a:pt x="137159" y="2054352"/>
                </a:moveTo>
                <a:lnTo>
                  <a:pt x="124205" y="2052828"/>
                </a:lnTo>
                <a:lnTo>
                  <a:pt x="123443" y="2065782"/>
                </a:lnTo>
                <a:lnTo>
                  <a:pt x="136397" y="2066544"/>
                </a:lnTo>
                <a:lnTo>
                  <a:pt x="137159" y="2054352"/>
                </a:lnTo>
                <a:close/>
              </a:path>
              <a:path w="268223" h="3581400">
                <a:moveTo>
                  <a:pt x="135635" y="2079498"/>
                </a:moveTo>
                <a:lnTo>
                  <a:pt x="122681" y="2078736"/>
                </a:lnTo>
                <a:lnTo>
                  <a:pt x="121919" y="2090928"/>
                </a:lnTo>
                <a:lnTo>
                  <a:pt x="134873" y="2091689"/>
                </a:lnTo>
                <a:lnTo>
                  <a:pt x="135635" y="2079498"/>
                </a:lnTo>
                <a:close/>
              </a:path>
              <a:path w="268223" h="3581400">
                <a:moveTo>
                  <a:pt x="134111" y="2104644"/>
                </a:moveTo>
                <a:lnTo>
                  <a:pt x="121157" y="2103882"/>
                </a:lnTo>
                <a:lnTo>
                  <a:pt x="120395" y="2116836"/>
                </a:lnTo>
                <a:lnTo>
                  <a:pt x="132587" y="2117598"/>
                </a:lnTo>
                <a:lnTo>
                  <a:pt x="134111" y="2104644"/>
                </a:lnTo>
                <a:close/>
              </a:path>
              <a:path w="268223" h="3581400">
                <a:moveTo>
                  <a:pt x="131825" y="2129790"/>
                </a:moveTo>
                <a:lnTo>
                  <a:pt x="119633" y="2129028"/>
                </a:lnTo>
                <a:lnTo>
                  <a:pt x="118871" y="2141982"/>
                </a:lnTo>
                <a:lnTo>
                  <a:pt x="131063" y="2142744"/>
                </a:lnTo>
                <a:lnTo>
                  <a:pt x="131825" y="2129790"/>
                </a:lnTo>
                <a:close/>
              </a:path>
              <a:path w="268223" h="3581400">
                <a:moveTo>
                  <a:pt x="130301" y="2155698"/>
                </a:moveTo>
                <a:lnTo>
                  <a:pt x="118109" y="2154936"/>
                </a:lnTo>
                <a:lnTo>
                  <a:pt x="117347" y="2167128"/>
                </a:lnTo>
                <a:lnTo>
                  <a:pt x="129539" y="2167890"/>
                </a:lnTo>
                <a:lnTo>
                  <a:pt x="130301" y="2155698"/>
                </a:lnTo>
                <a:close/>
              </a:path>
              <a:path w="268223" h="3581400">
                <a:moveTo>
                  <a:pt x="128777" y="2180844"/>
                </a:moveTo>
                <a:lnTo>
                  <a:pt x="116585" y="2180082"/>
                </a:lnTo>
                <a:lnTo>
                  <a:pt x="115061" y="2192274"/>
                </a:lnTo>
                <a:lnTo>
                  <a:pt x="128015" y="2193036"/>
                </a:lnTo>
                <a:lnTo>
                  <a:pt x="128777" y="2180844"/>
                </a:lnTo>
                <a:close/>
              </a:path>
              <a:path w="268223" h="3581400">
                <a:moveTo>
                  <a:pt x="127253" y="2205990"/>
                </a:moveTo>
                <a:lnTo>
                  <a:pt x="114299" y="2205228"/>
                </a:lnTo>
                <a:lnTo>
                  <a:pt x="113537" y="2218182"/>
                </a:lnTo>
                <a:lnTo>
                  <a:pt x="126491" y="2218944"/>
                </a:lnTo>
                <a:lnTo>
                  <a:pt x="127253" y="2205990"/>
                </a:lnTo>
                <a:close/>
              </a:path>
              <a:path w="268223" h="3581400">
                <a:moveTo>
                  <a:pt x="125729" y="2231136"/>
                </a:moveTo>
                <a:lnTo>
                  <a:pt x="112775" y="2230374"/>
                </a:lnTo>
                <a:lnTo>
                  <a:pt x="112013" y="2243328"/>
                </a:lnTo>
                <a:lnTo>
                  <a:pt x="124967" y="2244090"/>
                </a:lnTo>
                <a:lnTo>
                  <a:pt x="125729" y="2231136"/>
                </a:lnTo>
                <a:close/>
              </a:path>
              <a:path w="268223" h="3581400">
                <a:moveTo>
                  <a:pt x="124205" y="2257044"/>
                </a:moveTo>
                <a:lnTo>
                  <a:pt x="111251" y="2256282"/>
                </a:lnTo>
                <a:lnTo>
                  <a:pt x="110489" y="2268474"/>
                </a:lnTo>
                <a:lnTo>
                  <a:pt x="123443" y="2269236"/>
                </a:lnTo>
                <a:lnTo>
                  <a:pt x="124205" y="2257044"/>
                </a:lnTo>
                <a:close/>
              </a:path>
              <a:path w="268223" h="3581400">
                <a:moveTo>
                  <a:pt x="122681" y="2282190"/>
                </a:moveTo>
                <a:lnTo>
                  <a:pt x="109727" y="2281428"/>
                </a:lnTo>
                <a:lnTo>
                  <a:pt x="108965" y="2293620"/>
                </a:lnTo>
                <a:lnTo>
                  <a:pt x="121919" y="2295144"/>
                </a:lnTo>
                <a:lnTo>
                  <a:pt x="122681" y="2282190"/>
                </a:lnTo>
                <a:close/>
              </a:path>
              <a:path w="268223" h="3581400">
                <a:moveTo>
                  <a:pt x="121157" y="2307336"/>
                </a:moveTo>
                <a:lnTo>
                  <a:pt x="108203" y="2306574"/>
                </a:lnTo>
                <a:lnTo>
                  <a:pt x="107441" y="2319528"/>
                </a:lnTo>
                <a:lnTo>
                  <a:pt x="119633" y="2320290"/>
                </a:lnTo>
                <a:lnTo>
                  <a:pt x="121157" y="2307336"/>
                </a:lnTo>
                <a:close/>
              </a:path>
              <a:path w="268223" h="3581400">
                <a:moveTo>
                  <a:pt x="118871" y="2332482"/>
                </a:moveTo>
                <a:lnTo>
                  <a:pt x="106679" y="2331720"/>
                </a:lnTo>
                <a:lnTo>
                  <a:pt x="105917" y="2344674"/>
                </a:lnTo>
                <a:lnTo>
                  <a:pt x="118109" y="2345436"/>
                </a:lnTo>
                <a:lnTo>
                  <a:pt x="118871" y="2332482"/>
                </a:lnTo>
                <a:close/>
              </a:path>
              <a:path w="268223" h="3581400">
                <a:moveTo>
                  <a:pt x="117347" y="2358390"/>
                </a:moveTo>
                <a:lnTo>
                  <a:pt x="105155" y="2357628"/>
                </a:lnTo>
                <a:lnTo>
                  <a:pt x="104393" y="2369820"/>
                </a:lnTo>
                <a:lnTo>
                  <a:pt x="116585" y="2370582"/>
                </a:lnTo>
                <a:lnTo>
                  <a:pt x="117347" y="2358390"/>
                </a:lnTo>
                <a:close/>
              </a:path>
              <a:path w="268223" h="3581400">
                <a:moveTo>
                  <a:pt x="115823" y="2383536"/>
                </a:moveTo>
                <a:lnTo>
                  <a:pt x="103631" y="2382774"/>
                </a:lnTo>
                <a:lnTo>
                  <a:pt x="102107" y="2395728"/>
                </a:lnTo>
                <a:lnTo>
                  <a:pt x="115061" y="2396490"/>
                </a:lnTo>
                <a:lnTo>
                  <a:pt x="115823" y="2383536"/>
                </a:lnTo>
                <a:close/>
              </a:path>
              <a:path w="268223" h="3581400">
                <a:moveTo>
                  <a:pt x="114299" y="2408682"/>
                </a:moveTo>
                <a:lnTo>
                  <a:pt x="101345" y="2407920"/>
                </a:lnTo>
                <a:lnTo>
                  <a:pt x="100583" y="2420874"/>
                </a:lnTo>
                <a:lnTo>
                  <a:pt x="113537" y="2421636"/>
                </a:lnTo>
                <a:lnTo>
                  <a:pt x="114299" y="2408682"/>
                </a:lnTo>
                <a:close/>
              </a:path>
              <a:path w="268223" h="3581400">
                <a:moveTo>
                  <a:pt x="112775" y="2433828"/>
                </a:moveTo>
                <a:lnTo>
                  <a:pt x="99821" y="2433066"/>
                </a:lnTo>
                <a:lnTo>
                  <a:pt x="99059" y="2446020"/>
                </a:lnTo>
                <a:lnTo>
                  <a:pt x="112013" y="2446782"/>
                </a:lnTo>
                <a:lnTo>
                  <a:pt x="112775" y="2433828"/>
                </a:lnTo>
                <a:close/>
              </a:path>
              <a:path w="268223" h="3581400">
                <a:moveTo>
                  <a:pt x="111251" y="2459736"/>
                </a:moveTo>
                <a:lnTo>
                  <a:pt x="98297" y="2458974"/>
                </a:lnTo>
                <a:lnTo>
                  <a:pt x="97535" y="2471166"/>
                </a:lnTo>
                <a:lnTo>
                  <a:pt x="110489" y="2471928"/>
                </a:lnTo>
                <a:lnTo>
                  <a:pt x="111251" y="2459736"/>
                </a:lnTo>
                <a:close/>
              </a:path>
              <a:path w="268223" h="3581400">
                <a:moveTo>
                  <a:pt x="109727" y="2484882"/>
                </a:moveTo>
                <a:lnTo>
                  <a:pt x="96773" y="2484120"/>
                </a:lnTo>
                <a:lnTo>
                  <a:pt x="96011" y="2497074"/>
                </a:lnTo>
                <a:lnTo>
                  <a:pt x="108965" y="2497836"/>
                </a:lnTo>
                <a:lnTo>
                  <a:pt x="109727" y="2484882"/>
                </a:lnTo>
                <a:close/>
              </a:path>
              <a:path w="268223" h="3581400">
                <a:moveTo>
                  <a:pt x="108203" y="2510028"/>
                </a:moveTo>
                <a:lnTo>
                  <a:pt x="95249" y="2509266"/>
                </a:lnTo>
                <a:lnTo>
                  <a:pt x="94487" y="2522220"/>
                </a:lnTo>
                <a:lnTo>
                  <a:pt x="107441" y="2522982"/>
                </a:lnTo>
                <a:lnTo>
                  <a:pt x="108203" y="2510028"/>
                </a:lnTo>
                <a:close/>
              </a:path>
              <a:path w="268223" h="3581400">
                <a:moveTo>
                  <a:pt x="105917" y="2535936"/>
                </a:moveTo>
                <a:lnTo>
                  <a:pt x="93725" y="2534412"/>
                </a:lnTo>
                <a:lnTo>
                  <a:pt x="92963" y="2547366"/>
                </a:lnTo>
                <a:lnTo>
                  <a:pt x="105155" y="2548128"/>
                </a:lnTo>
                <a:lnTo>
                  <a:pt x="105917" y="2535936"/>
                </a:lnTo>
                <a:close/>
              </a:path>
              <a:path w="268223" h="3581400">
                <a:moveTo>
                  <a:pt x="104393" y="2561082"/>
                </a:moveTo>
                <a:lnTo>
                  <a:pt x="92201" y="2560320"/>
                </a:lnTo>
                <a:lnTo>
                  <a:pt x="91439" y="2572512"/>
                </a:lnTo>
                <a:lnTo>
                  <a:pt x="103631" y="2573274"/>
                </a:lnTo>
                <a:lnTo>
                  <a:pt x="104393" y="2561082"/>
                </a:lnTo>
                <a:close/>
              </a:path>
              <a:path w="268223" h="3581400">
                <a:moveTo>
                  <a:pt x="102869" y="2586228"/>
                </a:moveTo>
                <a:lnTo>
                  <a:pt x="90677" y="2585466"/>
                </a:lnTo>
                <a:lnTo>
                  <a:pt x="89915" y="2598420"/>
                </a:lnTo>
                <a:lnTo>
                  <a:pt x="102107" y="2599182"/>
                </a:lnTo>
                <a:lnTo>
                  <a:pt x="102869" y="2586228"/>
                </a:lnTo>
                <a:close/>
              </a:path>
            </a:pathLst>
          </a:custGeom>
          <a:solidFill>
            <a:srgbClr val="0000FF"/>
          </a:solidFill>
        </p:spPr>
        <p:txBody>
          <a:bodyPr wrap="square" lIns="0" tIns="0" rIns="0" bIns="0" rtlCol="0">
            <a:noAutofit/>
          </a:bodyPr>
          <a:lstStyle/>
          <a:p>
            <a:endParaRPr/>
          </a:p>
        </p:txBody>
      </p:sp>
      <p:sp>
        <p:nvSpPr>
          <p:cNvPr id="92" name="object 9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3" name="object 93"/>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5" name="object 95"/>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8" name="object 98"/>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100" name="object 100"/>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2024635" y="2248524"/>
            <a:ext cx="268223" cy="3522689"/>
          </a:xfrm>
          <a:custGeom>
            <a:avLst/>
            <a:gdLst/>
            <a:ahLst/>
            <a:cxnLst/>
            <a:rect l="l" t="t" r="r" b="b"/>
            <a:pathLst>
              <a:path w="268223" h="3581400">
                <a:moveTo>
                  <a:pt x="101345" y="2611374"/>
                </a:moveTo>
                <a:lnTo>
                  <a:pt x="88391" y="2610612"/>
                </a:lnTo>
                <a:lnTo>
                  <a:pt x="87629" y="2623566"/>
                </a:lnTo>
                <a:lnTo>
                  <a:pt x="100583" y="2624328"/>
                </a:lnTo>
                <a:lnTo>
                  <a:pt x="101345" y="2611374"/>
                </a:lnTo>
                <a:close/>
              </a:path>
              <a:path w="268223" h="3581400">
                <a:moveTo>
                  <a:pt x="99821" y="2637282"/>
                </a:moveTo>
                <a:lnTo>
                  <a:pt x="86867" y="2636520"/>
                </a:lnTo>
                <a:lnTo>
                  <a:pt x="86105" y="2648712"/>
                </a:lnTo>
                <a:lnTo>
                  <a:pt x="99059" y="2649474"/>
                </a:lnTo>
                <a:lnTo>
                  <a:pt x="99821" y="2637282"/>
                </a:lnTo>
                <a:close/>
              </a:path>
              <a:path w="268223" h="3581400">
                <a:moveTo>
                  <a:pt x="98297" y="2662428"/>
                </a:moveTo>
                <a:lnTo>
                  <a:pt x="85343" y="2661666"/>
                </a:lnTo>
                <a:lnTo>
                  <a:pt x="84581" y="2673858"/>
                </a:lnTo>
                <a:lnTo>
                  <a:pt x="97535" y="2674620"/>
                </a:lnTo>
                <a:lnTo>
                  <a:pt x="98297" y="2662428"/>
                </a:lnTo>
                <a:close/>
              </a:path>
              <a:path w="268223" h="3581400">
                <a:moveTo>
                  <a:pt x="96773" y="2687574"/>
                </a:moveTo>
                <a:lnTo>
                  <a:pt x="83819" y="2686812"/>
                </a:lnTo>
                <a:lnTo>
                  <a:pt x="83057" y="2699766"/>
                </a:lnTo>
                <a:lnTo>
                  <a:pt x="96011" y="2700528"/>
                </a:lnTo>
                <a:lnTo>
                  <a:pt x="96773" y="2687574"/>
                </a:lnTo>
                <a:close/>
              </a:path>
              <a:path w="268223" h="3581400">
                <a:moveTo>
                  <a:pt x="95249" y="2712720"/>
                </a:moveTo>
                <a:lnTo>
                  <a:pt x="82295" y="2711958"/>
                </a:lnTo>
                <a:lnTo>
                  <a:pt x="81533" y="2724912"/>
                </a:lnTo>
                <a:lnTo>
                  <a:pt x="94487" y="2725674"/>
                </a:lnTo>
                <a:lnTo>
                  <a:pt x="95249" y="2712720"/>
                </a:lnTo>
                <a:close/>
              </a:path>
              <a:path w="268223" h="3581400">
                <a:moveTo>
                  <a:pt x="92963" y="2738628"/>
                </a:moveTo>
                <a:lnTo>
                  <a:pt x="80771" y="2737866"/>
                </a:lnTo>
                <a:lnTo>
                  <a:pt x="80009" y="2750058"/>
                </a:lnTo>
                <a:lnTo>
                  <a:pt x="92201" y="2750820"/>
                </a:lnTo>
                <a:lnTo>
                  <a:pt x="92963" y="2738628"/>
                </a:lnTo>
                <a:close/>
              </a:path>
              <a:path w="268223" h="3581400">
                <a:moveTo>
                  <a:pt x="91439" y="2763774"/>
                </a:moveTo>
                <a:lnTo>
                  <a:pt x="79247" y="2763012"/>
                </a:lnTo>
                <a:lnTo>
                  <a:pt x="78485" y="2775966"/>
                </a:lnTo>
                <a:lnTo>
                  <a:pt x="90677" y="2776728"/>
                </a:lnTo>
                <a:lnTo>
                  <a:pt x="91439" y="2763774"/>
                </a:lnTo>
                <a:close/>
              </a:path>
              <a:path w="268223" h="3581400">
                <a:moveTo>
                  <a:pt x="89915" y="2788920"/>
                </a:moveTo>
                <a:lnTo>
                  <a:pt x="77723" y="2788158"/>
                </a:lnTo>
                <a:lnTo>
                  <a:pt x="76961" y="2801112"/>
                </a:lnTo>
                <a:lnTo>
                  <a:pt x="89153" y="2801874"/>
                </a:lnTo>
                <a:lnTo>
                  <a:pt x="89915" y="2788920"/>
                </a:lnTo>
                <a:close/>
              </a:path>
              <a:path w="268223" h="3581400">
                <a:moveTo>
                  <a:pt x="88391" y="2814066"/>
                </a:moveTo>
                <a:lnTo>
                  <a:pt x="75437" y="2813304"/>
                </a:lnTo>
                <a:lnTo>
                  <a:pt x="74675" y="2826258"/>
                </a:lnTo>
                <a:lnTo>
                  <a:pt x="87629" y="2827020"/>
                </a:lnTo>
                <a:lnTo>
                  <a:pt x="88391" y="2814066"/>
                </a:lnTo>
                <a:close/>
              </a:path>
              <a:path w="268223" h="3581400">
                <a:moveTo>
                  <a:pt x="86867" y="2839974"/>
                </a:moveTo>
                <a:lnTo>
                  <a:pt x="73913" y="2839212"/>
                </a:lnTo>
                <a:lnTo>
                  <a:pt x="73151" y="2851404"/>
                </a:lnTo>
                <a:lnTo>
                  <a:pt x="86105" y="2852166"/>
                </a:lnTo>
                <a:lnTo>
                  <a:pt x="86867" y="2839974"/>
                </a:lnTo>
                <a:close/>
              </a:path>
              <a:path w="268223" h="3581400">
                <a:moveTo>
                  <a:pt x="85343" y="2865120"/>
                </a:moveTo>
                <a:lnTo>
                  <a:pt x="72389" y="2864358"/>
                </a:lnTo>
                <a:lnTo>
                  <a:pt x="71627" y="2877312"/>
                </a:lnTo>
                <a:lnTo>
                  <a:pt x="84581" y="2878074"/>
                </a:lnTo>
                <a:lnTo>
                  <a:pt x="85343" y="2865120"/>
                </a:lnTo>
                <a:close/>
              </a:path>
              <a:path w="268223" h="3581400">
                <a:moveTo>
                  <a:pt x="83819" y="2890266"/>
                </a:moveTo>
                <a:lnTo>
                  <a:pt x="70865" y="2889504"/>
                </a:lnTo>
                <a:lnTo>
                  <a:pt x="70103" y="2902458"/>
                </a:lnTo>
                <a:lnTo>
                  <a:pt x="83057" y="2903220"/>
                </a:lnTo>
                <a:lnTo>
                  <a:pt x="83819" y="2890266"/>
                </a:lnTo>
                <a:close/>
              </a:path>
              <a:path w="268223" h="3581400">
                <a:moveTo>
                  <a:pt x="82295" y="2916174"/>
                </a:moveTo>
                <a:lnTo>
                  <a:pt x="69341" y="2914650"/>
                </a:lnTo>
                <a:lnTo>
                  <a:pt x="68579" y="2927604"/>
                </a:lnTo>
                <a:lnTo>
                  <a:pt x="81533" y="2928366"/>
                </a:lnTo>
                <a:lnTo>
                  <a:pt x="82295" y="2916174"/>
                </a:lnTo>
                <a:close/>
              </a:path>
              <a:path w="268223" h="3581400">
                <a:moveTo>
                  <a:pt x="80009" y="2941320"/>
                </a:moveTo>
                <a:lnTo>
                  <a:pt x="67817" y="2940558"/>
                </a:lnTo>
                <a:lnTo>
                  <a:pt x="67055" y="2952750"/>
                </a:lnTo>
                <a:lnTo>
                  <a:pt x="79247" y="2953512"/>
                </a:lnTo>
                <a:lnTo>
                  <a:pt x="80009" y="2941320"/>
                </a:lnTo>
                <a:close/>
              </a:path>
              <a:path w="268223" h="3581400">
                <a:moveTo>
                  <a:pt x="78485" y="2966466"/>
                </a:moveTo>
                <a:lnTo>
                  <a:pt x="66293" y="2965704"/>
                </a:lnTo>
                <a:lnTo>
                  <a:pt x="65531" y="2978658"/>
                </a:lnTo>
                <a:lnTo>
                  <a:pt x="77723" y="2979420"/>
                </a:lnTo>
                <a:lnTo>
                  <a:pt x="78485" y="2966466"/>
                </a:lnTo>
                <a:close/>
              </a:path>
              <a:path w="268223" h="3581400">
                <a:moveTo>
                  <a:pt x="76961" y="2991612"/>
                </a:moveTo>
                <a:lnTo>
                  <a:pt x="64769" y="2990850"/>
                </a:lnTo>
                <a:lnTo>
                  <a:pt x="64007" y="3003804"/>
                </a:lnTo>
                <a:lnTo>
                  <a:pt x="76199" y="3004566"/>
                </a:lnTo>
                <a:lnTo>
                  <a:pt x="76961" y="2991612"/>
                </a:lnTo>
                <a:close/>
              </a:path>
              <a:path w="268223" h="3581400">
                <a:moveTo>
                  <a:pt x="75437" y="3017520"/>
                </a:moveTo>
                <a:lnTo>
                  <a:pt x="62483" y="3016758"/>
                </a:lnTo>
                <a:lnTo>
                  <a:pt x="61721" y="3028950"/>
                </a:lnTo>
                <a:lnTo>
                  <a:pt x="74675" y="3029712"/>
                </a:lnTo>
                <a:lnTo>
                  <a:pt x="75437" y="3017520"/>
                </a:lnTo>
                <a:close/>
              </a:path>
              <a:path w="268223" h="3581400">
                <a:moveTo>
                  <a:pt x="73913" y="3042666"/>
                </a:moveTo>
                <a:lnTo>
                  <a:pt x="60959" y="3041904"/>
                </a:lnTo>
                <a:lnTo>
                  <a:pt x="60197" y="3054096"/>
                </a:lnTo>
                <a:lnTo>
                  <a:pt x="73151" y="3054858"/>
                </a:lnTo>
                <a:lnTo>
                  <a:pt x="73913" y="3042666"/>
                </a:lnTo>
                <a:close/>
              </a:path>
              <a:path w="268223" h="3581400">
                <a:moveTo>
                  <a:pt x="72389" y="3067812"/>
                </a:moveTo>
                <a:lnTo>
                  <a:pt x="59435" y="3067050"/>
                </a:lnTo>
                <a:lnTo>
                  <a:pt x="58673" y="3080004"/>
                </a:lnTo>
                <a:lnTo>
                  <a:pt x="71627" y="3080766"/>
                </a:lnTo>
                <a:lnTo>
                  <a:pt x="72389" y="3067812"/>
                </a:lnTo>
                <a:close/>
              </a:path>
              <a:path w="268223" h="3581400">
                <a:moveTo>
                  <a:pt x="70865" y="3092958"/>
                </a:moveTo>
                <a:lnTo>
                  <a:pt x="57911" y="3092196"/>
                </a:lnTo>
                <a:lnTo>
                  <a:pt x="57149" y="3105150"/>
                </a:lnTo>
                <a:lnTo>
                  <a:pt x="70103" y="3105912"/>
                </a:lnTo>
                <a:lnTo>
                  <a:pt x="70865" y="3092958"/>
                </a:lnTo>
                <a:close/>
              </a:path>
              <a:path w="268223" h="3581400">
                <a:moveTo>
                  <a:pt x="69341" y="3118866"/>
                </a:moveTo>
                <a:lnTo>
                  <a:pt x="56387" y="3118104"/>
                </a:lnTo>
                <a:lnTo>
                  <a:pt x="55625" y="3130296"/>
                </a:lnTo>
                <a:lnTo>
                  <a:pt x="68579" y="3131058"/>
                </a:lnTo>
                <a:lnTo>
                  <a:pt x="69341" y="3118866"/>
                </a:lnTo>
                <a:close/>
              </a:path>
              <a:path w="268223" h="3581400">
                <a:moveTo>
                  <a:pt x="67055" y="3144012"/>
                </a:moveTo>
                <a:lnTo>
                  <a:pt x="54863" y="3143250"/>
                </a:lnTo>
                <a:lnTo>
                  <a:pt x="54101" y="3155442"/>
                </a:lnTo>
                <a:lnTo>
                  <a:pt x="66293" y="3156966"/>
                </a:lnTo>
                <a:lnTo>
                  <a:pt x="67055" y="3144012"/>
                </a:lnTo>
                <a:close/>
              </a:path>
              <a:path w="268223" h="3581400">
                <a:moveTo>
                  <a:pt x="65531" y="3169158"/>
                </a:moveTo>
                <a:lnTo>
                  <a:pt x="53339" y="3168396"/>
                </a:lnTo>
                <a:lnTo>
                  <a:pt x="52577" y="3181350"/>
                </a:lnTo>
                <a:lnTo>
                  <a:pt x="64769" y="3182112"/>
                </a:lnTo>
                <a:lnTo>
                  <a:pt x="65531" y="3169158"/>
                </a:lnTo>
                <a:close/>
              </a:path>
              <a:path w="268223" h="3581400">
                <a:moveTo>
                  <a:pt x="64007" y="3194304"/>
                </a:moveTo>
                <a:lnTo>
                  <a:pt x="51815" y="3193542"/>
                </a:lnTo>
                <a:lnTo>
                  <a:pt x="51053" y="3206496"/>
                </a:lnTo>
                <a:lnTo>
                  <a:pt x="63245" y="3207258"/>
                </a:lnTo>
                <a:lnTo>
                  <a:pt x="64007" y="3194304"/>
                </a:lnTo>
                <a:close/>
              </a:path>
              <a:path w="268223" h="3581400">
                <a:moveTo>
                  <a:pt x="62483" y="3220212"/>
                </a:moveTo>
                <a:lnTo>
                  <a:pt x="49529" y="3219450"/>
                </a:lnTo>
                <a:lnTo>
                  <a:pt x="48767" y="3231642"/>
                </a:lnTo>
                <a:lnTo>
                  <a:pt x="61721" y="3232404"/>
                </a:lnTo>
                <a:lnTo>
                  <a:pt x="62483" y="3220212"/>
                </a:lnTo>
                <a:close/>
              </a:path>
              <a:path w="268223" h="3581400">
                <a:moveTo>
                  <a:pt x="60959" y="3245358"/>
                </a:moveTo>
                <a:lnTo>
                  <a:pt x="48005" y="3244596"/>
                </a:lnTo>
                <a:lnTo>
                  <a:pt x="47243" y="3257550"/>
                </a:lnTo>
                <a:lnTo>
                  <a:pt x="60197" y="3258312"/>
                </a:lnTo>
                <a:lnTo>
                  <a:pt x="60959" y="3245358"/>
                </a:lnTo>
                <a:close/>
              </a:path>
              <a:path w="268223" h="3581400">
                <a:moveTo>
                  <a:pt x="59435" y="3270504"/>
                </a:moveTo>
                <a:lnTo>
                  <a:pt x="46481" y="3269741"/>
                </a:lnTo>
                <a:lnTo>
                  <a:pt x="45719" y="3282696"/>
                </a:lnTo>
                <a:lnTo>
                  <a:pt x="58673" y="3283458"/>
                </a:lnTo>
                <a:lnTo>
                  <a:pt x="59435" y="3270504"/>
                </a:lnTo>
                <a:close/>
              </a:path>
              <a:path w="268223" h="3581400">
                <a:moveTo>
                  <a:pt x="57911" y="3296412"/>
                </a:moveTo>
                <a:lnTo>
                  <a:pt x="44957" y="3294888"/>
                </a:lnTo>
                <a:lnTo>
                  <a:pt x="44195" y="3307841"/>
                </a:lnTo>
                <a:lnTo>
                  <a:pt x="57149" y="3308604"/>
                </a:lnTo>
                <a:lnTo>
                  <a:pt x="57911" y="3296412"/>
                </a:lnTo>
                <a:close/>
              </a:path>
              <a:path w="268223" h="3581400">
                <a:moveTo>
                  <a:pt x="56387" y="3321558"/>
                </a:moveTo>
                <a:lnTo>
                  <a:pt x="43433" y="3320796"/>
                </a:lnTo>
                <a:lnTo>
                  <a:pt x="42671" y="3332988"/>
                </a:lnTo>
                <a:lnTo>
                  <a:pt x="55625" y="3333750"/>
                </a:lnTo>
                <a:lnTo>
                  <a:pt x="56387" y="3321558"/>
                </a:lnTo>
                <a:close/>
              </a:path>
              <a:path w="268223" h="3581400">
                <a:moveTo>
                  <a:pt x="54863" y="3346704"/>
                </a:moveTo>
                <a:lnTo>
                  <a:pt x="41909" y="3345941"/>
                </a:lnTo>
                <a:lnTo>
                  <a:pt x="41147" y="3358896"/>
                </a:lnTo>
                <a:lnTo>
                  <a:pt x="53339" y="3359658"/>
                </a:lnTo>
                <a:lnTo>
                  <a:pt x="54863" y="3346704"/>
                </a:lnTo>
                <a:close/>
              </a:path>
              <a:path w="268223" h="3581400">
                <a:moveTo>
                  <a:pt x="52577" y="3371850"/>
                </a:moveTo>
                <a:lnTo>
                  <a:pt x="40385" y="3371088"/>
                </a:lnTo>
                <a:lnTo>
                  <a:pt x="39623" y="3384041"/>
                </a:lnTo>
                <a:lnTo>
                  <a:pt x="51815" y="3384804"/>
                </a:lnTo>
                <a:lnTo>
                  <a:pt x="52577" y="3371850"/>
                </a:lnTo>
                <a:close/>
              </a:path>
              <a:path w="268223" h="3581400">
                <a:moveTo>
                  <a:pt x="51053" y="3397758"/>
                </a:moveTo>
                <a:lnTo>
                  <a:pt x="38861" y="3396996"/>
                </a:lnTo>
                <a:lnTo>
                  <a:pt x="38099" y="3409188"/>
                </a:lnTo>
                <a:lnTo>
                  <a:pt x="50291" y="3409950"/>
                </a:lnTo>
                <a:lnTo>
                  <a:pt x="51053" y="3397758"/>
                </a:lnTo>
                <a:close/>
              </a:path>
              <a:path w="268223" h="3581400">
                <a:moveTo>
                  <a:pt x="49529" y="3422904"/>
                </a:moveTo>
                <a:lnTo>
                  <a:pt x="36575" y="3422141"/>
                </a:lnTo>
                <a:lnTo>
                  <a:pt x="35813" y="3434334"/>
                </a:lnTo>
                <a:lnTo>
                  <a:pt x="48767" y="3435096"/>
                </a:lnTo>
                <a:lnTo>
                  <a:pt x="49529" y="3422904"/>
                </a:lnTo>
                <a:close/>
              </a:path>
              <a:path w="268223" h="3581400">
                <a:moveTo>
                  <a:pt x="48005" y="3448050"/>
                </a:moveTo>
                <a:lnTo>
                  <a:pt x="35051" y="3447288"/>
                </a:lnTo>
                <a:lnTo>
                  <a:pt x="34289" y="3460241"/>
                </a:lnTo>
                <a:lnTo>
                  <a:pt x="47243" y="3461004"/>
                </a:lnTo>
                <a:lnTo>
                  <a:pt x="48005" y="3448050"/>
                </a:lnTo>
                <a:close/>
              </a:path>
              <a:path w="268223" h="3581400">
                <a:moveTo>
                  <a:pt x="46481" y="3473196"/>
                </a:moveTo>
                <a:lnTo>
                  <a:pt x="33527" y="3472434"/>
                </a:lnTo>
                <a:lnTo>
                  <a:pt x="32765" y="3485388"/>
                </a:lnTo>
                <a:lnTo>
                  <a:pt x="45719" y="3486150"/>
                </a:lnTo>
                <a:lnTo>
                  <a:pt x="46481" y="3473196"/>
                </a:lnTo>
                <a:close/>
              </a:path>
              <a:path w="268223" h="3581400">
                <a:moveTo>
                  <a:pt x="76199" y="3508248"/>
                </a:moveTo>
                <a:lnTo>
                  <a:pt x="44195" y="3511296"/>
                </a:lnTo>
                <a:lnTo>
                  <a:pt x="44525" y="3506030"/>
                </a:lnTo>
                <a:lnTo>
                  <a:pt x="44957" y="3499104"/>
                </a:lnTo>
                <a:lnTo>
                  <a:pt x="32003" y="3498341"/>
                </a:lnTo>
                <a:lnTo>
                  <a:pt x="31580" y="3505124"/>
                </a:lnTo>
                <a:lnTo>
                  <a:pt x="31241" y="3510534"/>
                </a:lnTo>
                <a:lnTo>
                  <a:pt x="32765" y="3581400"/>
                </a:lnTo>
                <a:lnTo>
                  <a:pt x="76199" y="3508248"/>
                </a:lnTo>
                <a:close/>
              </a:path>
              <a:path w="268223" h="3581400">
                <a:moveTo>
                  <a:pt x="31241" y="3510534"/>
                </a:moveTo>
                <a:lnTo>
                  <a:pt x="31580" y="3505124"/>
                </a:lnTo>
                <a:lnTo>
                  <a:pt x="0" y="3502914"/>
                </a:lnTo>
                <a:lnTo>
                  <a:pt x="32765" y="3581400"/>
                </a:lnTo>
                <a:lnTo>
                  <a:pt x="31241" y="3510534"/>
                </a:lnTo>
                <a:close/>
              </a:path>
              <a:path w="268223" h="3581400">
                <a:moveTo>
                  <a:pt x="76199" y="3508248"/>
                </a:moveTo>
                <a:lnTo>
                  <a:pt x="44525" y="3506030"/>
                </a:lnTo>
                <a:lnTo>
                  <a:pt x="44195" y="3511296"/>
                </a:lnTo>
                <a:lnTo>
                  <a:pt x="76199" y="3508248"/>
                </a:lnTo>
                <a:close/>
              </a:path>
            </a:pathLst>
          </a:custGeom>
          <a:solidFill>
            <a:srgbClr val="0000FF"/>
          </a:solidFill>
        </p:spPr>
        <p:txBody>
          <a:bodyPr wrap="square" lIns="0" tIns="0" rIns="0" bIns="0" rtlCol="0">
            <a:noAutofit/>
          </a:bodyPr>
          <a:lstStyle/>
          <a:p>
            <a:endParaRPr/>
          </a:p>
        </p:txBody>
      </p:sp>
      <p:sp>
        <p:nvSpPr>
          <p:cNvPr id="105" name="object 105"/>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7" name="object 107"/>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10" name="object 110"/>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11" name="object 111"/>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2" name="object 112"/>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3" name="object 113"/>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43788" marR="844931" algn="ctr">
              <a:lnSpc>
                <a:spcPct val="100585"/>
              </a:lnSpc>
              <a:spcBef>
                <a:spcPts val="345"/>
              </a:spcBef>
            </a:pPr>
            <a:r>
              <a:rPr sz="1800" b="1" spc="0" dirty="0">
                <a:solidFill>
                  <a:srgbClr val="0000FF"/>
                </a:solidFill>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03671" marR="704806" algn="ctr">
              <a:lnSpc>
                <a:spcPct val="100585"/>
              </a:lnSpc>
              <a:spcBef>
                <a:spcPts val="345"/>
              </a:spcBef>
            </a:pPr>
            <a:r>
              <a:rPr sz="1800" b="1" spc="0" dirty="0">
                <a:solidFill>
                  <a:srgbClr val="0000FF"/>
                </a:solidFill>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63" marR="856200"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38" marR="735576"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object 116"/>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4" name="object 11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2127505" y="2845883"/>
            <a:ext cx="1231391" cy="2925330"/>
          </a:xfrm>
          <a:custGeom>
            <a:avLst/>
            <a:gdLst/>
            <a:ahLst/>
            <a:cxnLst/>
            <a:rect l="l" t="t" r="r" b="b"/>
            <a:pathLst>
              <a:path w="1231391" h="2974086">
                <a:moveTo>
                  <a:pt x="1222247" y="28194"/>
                </a:moveTo>
                <a:lnTo>
                  <a:pt x="1210055" y="23622"/>
                </a:lnTo>
                <a:lnTo>
                  <a:pt x="1205483" y="35814"/>
                </a:lnTo>
                <a:lnTo>
                  <a:pt x="1216913" y="40386"/>
                </a:lnTo>
                <a:lnTo>
                  <a:pt x="1222247" y="28194"/>
                </a:lnTo>
                <a:close/>
              </a:path>
              <a:path w="1231391" h="2974086">
                <a:moveTo>
                  <a:pt x="1231391" y="5334"/>
                </a:moveTo>
                <a:lnTo>
                  <a:pt x="1219961" y="0"/>
                </a:lnTo>
                <a:lnTo>
                  <a:pt x="1214627" y="12192"/>
                </a:lnTo>
                <a:lnTo>
                  <a:pt x="1226819" y="16764"/>
                </a:lnTo>
                <a:lnTo>
                  <a:pt x="1231391" y="5334"/>
                </a:lnTo>
                <a:close/>
              </a:path>
            </a:pathLst>
          </a:custGeom>
          <a:solidFill>
            <a:srgbClr val="0000FF"/>
          </a:solidFill>
        </p:spPr>
        <p:txBody>
          <a:bodyPr wrap="square" lIns="0" tIns="0" rIns="0" bIns="0" rtlCol="0">
            <a:noAutofit/>
          </a:bodyPr>
          <a:lstStyle/>
          <a:p>
            <a:endParaRPr/>
          </a:p>
        </p:txBody>
      </p:sp>
      <p:sp>
        <p:nvSpPr>
          <p:cNvPr id="63" name="object 63"/>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4" name="object 64"/>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7" name="object 67"/>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8" name="object 68"/>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0" name="object 70"/>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2127505" y="2845883"/>
            <a:ext cx="1231391" cy="2925330"/>
          </a:xfrm>
          <a:custGeom>
            <a:avLst/>
            <a:gdLst/>
            <a:ahLst/>
            <a:cxnLst/>
            <a:rect l="l" t="t" r="r" b="b"/>
            <a:pathLst>
              <a:path w="1231391" h="2974086">
                <a:moveTo>
                  <a:pt x="1212341" y="51816"/>
                </a:moveTo>
                <a:lnTo>
                  <a:pt x="1200149" y="47244"/>
                </a:lnTo>
                <a:lnTo>
                  <a:pt x="1195577" y="58674"/>
                </a:lnTo>
                <a:lnTo>
                  <a:pt x="1207769" y="64008"/>
                </a:lnTo>
                <a:lnTo>
                  <a:pt x="1212341" y="51816"/>
                </a:lnTo>
                <a:close/>
              </a:path>
              <a:path w="1231391" h="2974086">
                <a:moveTo>
                  <a:pt x="1202435" y="75438"/>
                </a:moveTo>
                <a:lnTo>
                  <a:pt x="1191005" y="70866"/>
                </a:lnTo>
                <a:lnTo>
                  <a:pt x="1185671" y="82296"/>
                </a:lnTo>
                <a:lnTo>
                  <a:pt x="1197863" y="87630"/>
                </a:lnTo>
                <a:lnTo>
                  <a:pt x="1202435" y="75438"/>
                </a:lnTo>
                <a:close/>
              </a:path>
              <a:path w="1231391" h="2974086">
                <a:moveTo>
                  <a:pt x="1193291" y="99060"/>
                </a:moveTo>
                <a:lnTo>
                  <a:pt x="1181099" y="94488"/>
                </a:lnTo>
                <a:lnTo>
                  <a:pt x="1176527" y="105918"/>
                </a:lnTo>
                <a:lnTo>
                  <a:pt x="1187957" y="110490"/>
                </a:lnTo>
                <a:lnTo>
                  <a:pt x="1193291" y="99060"/>
                </a:lnTo>
                <a:close/>
              </a:path>
              <a:path w="1231391" h="2974086">
                <a:moveTo>
                  <a:pt x="1183385" y="122682"/>
                </a:moveTo>
                <a:lnTo>
                  <a:pt x="1171193" y="117348"/>
                </a:lnTo>
                <a:lnTo>
                  <a:pt x="1166621" y="129540"/>
                </a:lnTo>
                <a:lnTo>
                  <a:pt x="1178813" y="134112"/>
                </a:lnTo>
                <a:lnTo>
                  <a:pt x="1183385" y="122682"/>
                </a:lnTo>
                <a:close/>
              </a:path>
              <a:path w="1231391" h="2974086">
                <a:moveTo>
                  <a:pt x="1173479" y="146304"/>
                </a:moveTo>
                <a:lnTo>
                  <a:pt x="1162049" y="140970"/>
                </a:lnTo>
                <a:lnTo>
                  <a:pt x="1157477" y="153162"/>
                </a:lnTo>
                <a:lnTo>
                  <a:pt x="1168907" y="157734"/>
                </a:lnTo>
                <a:lnTo>
                  <a:pt x="1173479" y="146304"/>
                </a:lnTo>
                <a:close/>
              </a:path>
              <a:path w="1231391" h="2974086">
                <a:moveTo>
                  <a:pt x="1164335" y="169164"/>
                </a:moveTo>
                <a:lnTo>
                  <a:pt x="1152143" y="164592"/>
                </a:lnTo>
                <a:lnTo>
                  <a:pt x="1147571" y="176784"/>
                </a:lnTo>
                <a:lnTo>
                  <a:pt x="1159001" y="181356"/>
                </a:lnTo>
                <a:lnTo>
                  <a:pt x="1164335" y="169164"/>
                </a:lnTo>
                <a:close/>
              </a:path>
              <a:path w="1231391" h="2974086">
                <a:moveTo>
                  <a:pt x="1154429" y="192786"/>
                </a:moveTo>
                <a:lnTo>
                  <a:pt x="1142999" y="188214"/>
                </a:lnTo>
                <a:lnTo>
                  <a:pt x="1137665" y="199644"/>
                </a:lnTo>
                <a:lnTo>
                  <a:pt x="1149857" y="204978"/>
                </a:lnTo>
                <a:lnTo>
                  <a:pt x="1154429" y="192786"/>
                </a:lnTo>
                <a:close/>
              </a:path>
              <a:path w="1231391" h="2974086">
                <a:moveTo>
                  <a:pt x="1144523" y="216408"/>
                </a:moveTo>
                <a:lnTo>
                  <a:pt x="1133093" y="211836"/>
                </a:lnTo>
                <a:lnTo>
                  <a:pt x="1128521" y="223266"/>
                </a:lnTo>
                <a:lnTo>
                  <a:pt x="1139951" y="228600"/>
                </a:lnTo>
                <a:lnTo>
                  <a:pt x="1144523" y="216408"/>
                </a:lnTo>
                <a:close/>
              </a:path>
              <a:path w="1231391" h="2974086">
                <a:moveTo>
                  <a:pt x="1135379" y="240030"/>
                </a:moveTo>
                <a:lnTo>
                  <a:pt x="1123187" y="235458"/>
                </a:lnTo>
                <a:lnTo>
                  <a:pt x="1118615" y="246888"/>
                </a:lnTo>
                <a:lnTo>
                  <a:pt x="1130045" y="251460"/>
                </a:lnTo>
                <a:lnTo>
                  <a:pt x="1135379" y="240030"/>
                </a:lnTo>
                <a:close/>
              </a:path>
              <a:path w="1231391" h="2974086">
                <a:moveTo>
                  <a:pt x="1125473" y="263652"/>
                </a:moveTo>
                <a:lnTo>
                  <a:pt x="1114043" y="259080"/>
                </a:lnTo>
                <a:lnTo>
                  <a:pt x="1108709" y="270510"/>
                </a:lnTo>
                <a:lnTo>
                  <a:pt x="1120901" y="275082"/>
                </a:lnTo>
                <a:lnTo>
                  <a:pt x="1125473" y="263652"/>
                </a:lnTo>
                <a:close/>
              </a:path>
              <a:path w="1231391" h="2974086">
                <a:moveTo>
                  <a:pt x="1115567" y="287274"/>
                </a:moveTo>
                <a:lnTo>
                  <a:pt x="1104137" y="281940"/>
                </a:lnTo>
                <a:lnTo>
                  <a:pt x="1099565" y="294132"/>
                </a:lnTo>
                <a:lnTo>
                  <a:pt x="1110995" y="298704"/>
                </a:lnTo>
                <a:lnTo>
                  <a:pt x="1115567" y="287274"/>
                </a:lnTo>
                <a:close/>
              </a:path>
              <a:path w="1231391" h="2974086">
                <a:moveTo>
                  <a:pt x="1106423" y="310896"/>
                </a:moveTo>
                <a:lnTo>
                  <a:pt x="1094231" y="305562"/>
                </a:lnTo>
                <a:lnTo>
                  <a:pt x="1089659" y="317754"/>
                </a:lnTo>
                <a:lnTo>
                  <a:pt x="1101089" y="322326"/>
                </a:lnTo>
                <a:lnTo>
                  <a:pt x="1106423" y="310896"/>
                </a:lnTo>
                <a:close/>
              </a:path>
              <a:path w="1231391" h="2974086">
                <a:moveTo>
                  <a:pt x="1096517" y="333756"/>
                </a:moveTo>
                <a:lnTo>
                  <a:pt x="1085087" y="329184"/>
                </a:lnTo>
                <a:lnTo>
                  <a:pt x="1079753" y="340614"/>
                </a:lnTo>
                <a:lnTo>
                  <a:pt x="1091945" y="345948"/>
                </a:lnTo>
                <a:lnTo>
                  <a:pt x="1096517" y="333756"/>
                </a:lnTo>
                <a:close/>
              </a:path>
              <a:path w="1231391" h="2974086">
                <a:moveTo>
                  <a:pt x="1086611" y="357378"/>
                </a:moveTo>
                <a:lnTo>
                  <a:pt x="1075181" y="352806"/>
                </a:lnTo>
                <a:lnTo>
                  <a:pt x="1070609" y="364236"/>
                </a:lnTo>
                <a:lnTo>
                  <a:pt x="1082039" y="369570"/>
                </a:lnTo>
                <a:lnTo>
                  <a:pt x="1086611" y="357378"/>
                </a:lnTo>
                <a:close/>
              </a:path>
              <a:path w="1231391" h="2974086">
                <a:moveTo>
                  <a:pt x="1077467" y="381000"/>
                </a:moveTo>
                <a:lnTo>
                  <a:pt x="1065275" y="376428"/>
                </a:lnTo>
                <a:lnTo>
                  <a:pt x="1060703" y="387858"/>
                </a:lnTo>
                <a:lnTo>
                  <a:pt x="1072133" y="392430"/>
                </a:lnTo>
                <a:lnTo>
                  <a:pt x="1077467" y="381000"/>
                </a:lnTo>
                <a:close/>
              </a:path>
              <a:path w="1231391" h="2974086">
                <a:moveTo>
                  <a:pt x="1067561" y="404622"/>
                </a:moveTo>
                <a:lnTo>
                  <a:pt x="1056131" y="400050"/>
                </a:lnTo>
                <a:lnTo>
                  <a:pt x="1050797" y="411480"/>
                </a:lnTo>
                <a:lnTo>
                  <a:pt x="1062989" y="416052"/>
                </a:lnTo>
                <a:lnTo>
                  <a:pt x="1067561" y="404622"/>
                </a:lnTo>
                <a:close/>
              </a:path>
              <a:path w="1231391" h="2974086">
                <a:moveTo>
                  <a:pt x="1057655" y="428244"/>
                </a:moveTo>
                <a:lnTo>
                  <a:pt x="1046225" y="422910"/>
                </a:lnTo>
                <a:lnTo>
                  <a:pt x="1041653" y="435102"/>
                </a:lnTo>
                <a:lnTo>
                  <a:pt x="1053083" y="439674"/>
                </a:lnTo>
                <a:lnTo>
                  <a:pt x="1057655" y="428244"/>
                </a:lnTo>
                <a:close/>
              </a:path>
              <a:path w="1231391" h="2974086">
                <a:moveTo>
                  <a:pt x="1048511" y="451866"/>
                </a:moveTo>
                <a:lnTo>
                  <a:pt x="1036319" y="446532"/>
                </a:lnTo>
                <a:lnTo>
                  <a:pt x="1031747" y="458724"/>
                </a:lnTo>
                <a:lnTo>
                  <a:pt x="1043177" y="463296"/>
                </a:lnTo>
                <a:lnTo>
                  <a:pt x="1048511" y="451866"/>
                </a:lnTo>
                <a:close/>
              </a:path>
              <a:path w="1231391" h="2974086">
                <a:moveTo>
                  <a:pt x="1038605" y="474726"/>
                </a:moveTo>
                <a:lnTo>
                  <a:pt x="1027175" y="470154"/>
                </a:lnTo>
                <a:lnTo>
                  <a:pt x="1021841" y="481584"/>
                </a:lnTo>
                <a:lnTo>
                  <a:pt x="1034033" y="486918"/>
                </a:lnTo>
                <a:lnTo>
                  <a:pt x="1038605" y="474726"/>
                </a:lnTo>
                <a:close/>
              </a:path>
              <a:path w="1231391" h="2974086">
                <a:moveTo>
                  <a:pt x="1028699" y="498348"/>
                </a:moveTo>
                <a:lnTo>
                  <a:pt x="1017269" y="493776"/>
                </a:lnTo>
                <a:lnTo>
                  <a:pt x="1012697" y="505206"/>
                </a:lnTo>
                <a:lnTo>
                  <a:pt x="1024127" y="510540"/>
                </a:lnTo>
                <a:lnTo>
                  <a:pt x="1028699" y="498348"/>
                </a:lnTo>
                <a:close/>
              </a:path>
              <a:path w="1231391" h="2974086">
                <a:moveTo>
                  <a:pt x="1019555" y="521970"/>
                </a:moveTo>
                <a:lnTo>
                  <a:pt x="1007363" y="517398"/>
                </a:lnTo>
                <a:lnTo>
                  <a:pt x="1002791" y="528828"/>
                </a:lnTo>
                <a:lnTo>
                  <a:pt x="1014983" y="533400"/>
                </a:lnTo>
                <a:lnTo>
                  <a:pt x="1019555" y="521970"/>
                </a:lnTo>
                <a:close/>
              </a:path>
              <a:path w="1231391" h="2974086">
                <a:moveTo>
                  <a:pt x="1009649" y="545592"/>
                </a:moveTo>
                <a:lnTo>
                  <a:pt x="998219" y="541020"/>
                </a:lnTo>
                <a:lnTo>
                  <a:pt x="992885" y="552450"/>
                </a:lnTo>
                <a:lnTo>
                  <a:pt x="1005077" y="557022"/>
                </a:lnTo>
                <a:lnTo>
                  <a:pt x="1009649" y="545592"/>
                </a:lnTo>
                <a:close/>
              </a:path>
              <a:path w="1231391" h="2974086">
                <a:moveTo>
                  <a:pt x="1000505" y="569214"/>
                </a:moveTo>
                <a:lnTo>
                  <a:pt x="988313" y="563880"/>
                </a:lnTo>
                <a:lnTo>
                  <a:pt x="983741" y="576072"/>
                </a:lnTo>
                <a:lnTo>
                  <a:pt x="995171" y="580644"/>
                </a:lnTo>
                <a:lnTo>
                  <a:pt x="1000505" y="569214"/>
                </a:lnTo>
                <a:close/>
              </a:path>
              <a:path w="1231391" h="2974086">
                <a:moveTo>
                  <a:pt x="990599" y="592836"/>
                </a:moveTo>
                <a:lnTo>
                  <a:pt x="978407" y="587502"/>
                </a:lnTo>
                <a:lnTo>
                  <a:pt x="973835" y="599694"/>
                </a:lnTo>
                <a:lnTo>
                  <a:pt x="986027" y="604266"/>
                </a:lnTo>
                <a:lnTo>
                  <a:pt x="990599" y="592836"/>
                </a:lnTo>
                <a:close/>
              </a:path>
              <a:path w="1231391" h="2974086">
                <a:moveTo>
                  <a:pt x="980693" y="615696"/>
                </a:moveTo>
                <a:lnTo>
                  <a:pt x="969263" y="611124"/>
                </a:lnTo>
                <a:lnTo>
                  <a:pt x="963929" y="623316"/>
                </a:lnTo>
                <a:lnTo>
                  <a:pt x="976121" y="627888"/>
                </a:lnTo>
                <a:lnTo>
                  <a:pt x="980693" y="615696"/>
                </a:lnTo>
                <a:close/>
              </a:path>
              <a:path w="1231391" h="2974086">
                <a:moveTo>
                  <a:pt x="971549" y="639318"/>
                </a:moveTo>
                <a:lnTo>
                  <a:pt x="959357" y="634746"/>
                </a:lnTo>
                <a:lnTo>
                  <a:pt x="954785" y="646176"/>
                </a:lnTo>
                <a:lnTo>
                  <a:pt x="966215" y="651510"/>
                </a:lnTo>
                <a:lnTo>
                  <a:pt x="971549" y="639318"/>
                </a:lnTo>
                <a:close/>
              </a:path>
              <a:path w="1231391" h="2974086">
                <a:moveTo>
                  <a:pt x="961643" y="662940"/>
                </a:moveTo>
                <a:lnTo>
                  <a:pt x="949451" y="658368"/>
                </a:lnTo>
                <a:lnTo>
                  <a:pt x="944879" y="669798"/>
                </a:lnTo>
                <a:lnTo>
                  <a:pt x="957071" y="675132"/>
                </a:lnTo>
                <a:lnTo>
                  <a:pt x="961643" y="662940"/>
                </a:lnTo>
                <a:close/>
              </a:path>
              <a:path w="1231391" h="2974086">
                <a:moveTo>
                  <a:pt x="951737" y="686562"/>
                </a:moveTo>
                <a:lnTo>
                  <a:pt x="940307" y="681990"/>
                </a:lnTo>
                <a:lnTo>
                  <a:pt x="935735" y="693420"/>
                </a:lnTo>
                <a:lnTo>
                  <a:pt x="947165" y="697992"/>
                </a:lnTo>
                <a:lnTo>
                  <a:pt x="951737" y="686562"/>
                </a:lnTo>
                <a:close/>
              </a:path>
              <a:path w="1231391" h="2974086">
                <a:moveTo>
                  <a:pt x="942593" y="710184"/>
                </a:moveTo>
                <a:lnTo>
                  <a:pt x="930401" y="704850"/>
                </a:lnTo>
                <a:lnTo>
                  <a:pt x="925829" y="717042"/>
                </a:lnTo>
                <a:lnTo>
                  <a:pt x="937259" y="721614"/>
                </a:lnTo>
                <a:lnTo>
                  <a:pt x="942593" y="710184"/>
                </a:lnTo>
                <a:close/>
              </a:path>
              <a:path w="1231391" h="2974086">
                <a:moveTo>
                  <a:pt x="932687" y="733806"/>
                </a:moveTo>
                <a:lnTo>
                  <a:pt x="921257" y="728472"/>
                </a:lnTo>
                <a:lnTo>
                  <a:pt x="915923" y="740664"/>
                </a:lnTo>
                <a:lnTo>
                  <a:pt x="928115" y="745236"/>
                </a:lnTo>
                <a:lnTo>
                  <a:pt x="932687" y="733806"/>
                </a:lnTo>
                <a:close/>
              </a:path>
              <a:path w="1231391" h="2974086">
                <a:moveTo>
                  <a:pt x="922781" y="756666"/>
                </a:moveTo>
                <a:lnTo>
                  <a:pt x="911351" y="752094"/>
                </a:lnTo>
                <a:lnTo>
                  <a:pt x="906779" y="764286"/>
                </a:lnTo>
                <a:lnTo>
                  <a:pt x="918209" y="768858"/>
                </a:lnTo>
                <a:lnTo>
                  <a:pt x="922781" y="756666"/>
                </a:lnTo>
                <a:close/>
              </a:path>
              <a:path w="1231391" h="2974086">
                <a:moveTo>
                  <a:pt x="913637" y="780288"/>
                </a:moveTo>
                <a:lnTo>
                  <a:pt x="901445" y="775716"/>
                </a:lnTo>
                <a:lnTo>
                  <a:pt x="896873" y="787146"/>
                </a:lnTo>
                <a:lnTo>
                  <a:pt x="908303" y="792480"/>
                </a:lnTo>
                <a:lnTo>
                  <a:pt x="913637" y="780288"/>
                </a:lnTo>
                <a:close/>
              </a:path>
              <a:path w="1231391" h="2974086">
                <a:moveTo>
                  <a:pt x="903731" y="803910"/>
                </a:moveTo>
                <a:lnTo>
                  <a:pt x="892301" y="799338"/>
                </a:lnTo>
                <a:lnTo>
                  <a:pt x="886967" y="810768"/>
                </a:lnTo>
                <a:lnTo>
                  <a:pt x="899159" y="816102"/>
                </a:lnTo>
                <a:lnTo>
                  <a:pt x="903731" y="803910"/>
                </a:lnTo>
                <a:close/>
              </a:path>
              <a:path w="1231391" h="2974086">
                <a:moveTo>
                  <a:pt x="893825" y="827532"/>
                </a:moveTo>
                <a:lnTo>
                  <a:pt x="882395" y="822960"/>
                </a:lnTo>
                <a:lnTo>
                  <a:pt x="877823" y="834390"/>
                </a:lnTo>
                <a:lnTo>
                  <a:pt x="889253" y="838962"/>
                </a:lnTo>
                <a:lnTo>
                  <a:pt x="893825" y="827532"/>
                </a:lnTo>
                <a:close/>
              </a:path>
              <a:path w="1231391" h="2974086">
                <a:moveTo>
                  <a:pt x="884681" y="851154"/>
                </a:moveTo>
                <a:lnTo>
                  <a:pt x="872489" y="845820"/>
                </a:lnTo>
                <a:lnTo>
                  <a:pt x="867917" y="858012"/>
                </a:lnTo>
                <a:lnTo>
                  <a:pt x="879347" y="862584"/>
                </a:lnTo>
                <a:lnTo>
                  <a:pt x="884681" y="851154"/>
                </a:lnTo>
                <a:close/>
              </a:path>
              <a:path w="1231391" h="2974086">
                <a:moveTo>
                  <a:pt x="874775" y="874776"/>
                </a:moveTo>
                <a:lnTo>
                  <a:pt x="863345" y="869442"/>
                </a:lnTo>
                <a:lnTo>
                  <a:pt x="858011" y="881634"/>
                </a:lnTo>
                <a:lnTo>
                  <a:pt x="870203" y="886206"/>
                </a:lnTo>
                <a:lnTo>
                  <a:pt x="874775" y="874776"/>
                </a:lnTo>
                <a:close/>
              </a:path>
              <a:path w="1231391" h="2974086">
                <a:moveTo>
                  <a:pt x="864869" y="897636"/>
                </a:moveTo>
                <a:lnTo>
                  <a:pt x="853439" y="893064"/>
                </a:lnTo>
                <a:lnTo>
                  <a:pt x="848867" y="905256"/>
                </a:lnTo>
                <a:lnTo>
                  <a:pt x="860297" y="909828"/>
                </a:lnTo>
                <a:lnTo>
                  <a:pt x="864869" y="897636"/>
                </a:lnTo>
                <a:close/>
              </a:path>
              <a:path w="1231391" h="2974086">
                <a:moveTo>
                  <a:pt x="855725" y="921258"/>
                </a:moveTo>
                <a:lnTo>
                  <a:pt x="843533" y="916686"/>
                </a:lnTo>
                <a:lnTo>
                  <a:pt x="838961" y="928116"/>
                </a:lnTo>
                <a:lnTo>
                  <a:pt x="850391" y="933450"/>
                </a:lnTo>
                <a:lnTo>
                  <a:pt x="855725" y="921258"/>
                </a:lnTo>
                <a:close/>
              </a:path>
              <a:path w="1231391" h="2974086">
                <a:moveTo>
                  <a:pt x="845819" y="944880"/>
                </a:moveTo>
                <a:lnTo>
                  <a:pt x="834389" y="940308"/>
                </a:lnTo>
                <a:lnTo>
                  <a:pt x="829055" y="951738"/>
                </a:lnTo>
                <a:lnTo>
                  <a:pt x="841247" y="957072"/>
                </a:lnTo>
                <a:lnTo>
                  <a:pt x="845819" y="944880"/>
                </a:lnTo>
                <a:close/>
              </a:path>
              <a:path w="1231391" h="2974086">
                <a:moveTo>
                  <a:pt x="835913" y="968502"/>
                </a:moveTo>
                <a:lnTo>
                  <a:pt x="824483" y="963930"/>
                </a:lnTo>
                <a:lnTo>
                  <a:pt x="819911" y="975360"/>
                </a:lnTo>
                <a:lnTo>
                  <a:pt x="831341" y="979932"/>
                </a:lnTo>
                <a:lnTo>
                  <a:pt x="835913" y="968502"/>
                </a:lnTo>
                <a:close/>
              </a:path>
              <a:path w="1231391" h="2974086">
                <a:moveTo>
                  <a:pt x="826769" y="992124"/>
                </a:moveTo>
                <a:lnTo>
                  <a:pt x="814577" y="987552"/>
                </a:lnTo>
                <a:lnTo>
                  <a:pt x="810005" y="998982"/>
                </a:lnTo>
                <a:lnTo>
                  <a:pt x="821435" y="1003554"/>
                </a:lnTo>
                <a:lnTo>
                  <a:pt x="826769" y="992124"/>
                </a:lnTo>
                <a:close/>
              </a:path>
              <a:path w="1231391" h="2974086">
                <a:moveTo>
                  <a:pt x="813816" y="1023365"/>
                </a:moveTo>
                <a:lnTo>
                  <a:pt x="816863" y="1015746"/>
                </a:lnTo>
                <a:lnTo>
                  <a:pt x="805433" y="1010412"/>
                </a:lnTo>
                <a:lnTo>
                  <a:pt x="800099" y="1022604"/>
                </a:lnTo>
                <a:lnTo>
                  <a:pt x="802131" y="1023365"/>
                </a:lnTo>
                <a:lnTo>
                  <a:pt x="813816" y="1023365"/>
                </a:lnTo>
                <a:close/>
              </a:path>
            </a:pathLst>
          </a:custGeom>
          <a:solidFill>
            <a:srgbClr val="0000FF"/>
          </a:solidFill>
        </p:spPr>
        <p:txBody>
          <a:bodyPr wrap="square" lIns="0" tIns="0" rIns="0" bIns="0" rtlCol="0">
            <a:noAutofit/>
          </a:bodyPr>
          <a:lstStyle/>
          <a:p>
            <a:endParaRPr/>
          </a:p>
        </p:txBody>
      </p:sp>
      <p:sp>
        <p:nvSpPr>
          <p:cNvPr id="79" name="object 79"/>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0" name="object 80"/>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3" name="object 83"/>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5" name="object 85"/>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2127505" y="2845883"/>
            <a:ext cx="1231391" cy="2925330"/>
          </a:xfrm>
          <a:custGeom>
            <a:avLst/>
            <a:gdLst/>
            <a:ahLst/>
            <a:cxnLst/>
            <a:rect l="l" t="t" r="r" b="b"/>
            <a:pathLst>
              <a:path w="1231391" h="2974086">
                <a:moveTo>
                  <a:pt x="813816" y="1023365"/>
                </a:moveTo>
                <a:lnTo>
                  <a:pt x="802131" y="1023365"/>
                </a:lnTo>
                <a:lnTo>
                  <a:pt x="812291" y="1027176"/>
                </a:lnTo>
                <a:lnTo>
                  <a:pt x="813816" y="1023365"/>
                </a:lnTo>
                <a:close/>
              </a:path>
              <a:path w="1231391" h="2974086">
                <a:moveTo>
                  <a:pt x="806957" y="1039368"/>
                </a:moveTo>
                <a:lnTo>
                  <a:pt x="795527" y="1034034"/>
                </a:lnTo>
                <a:lnTo>
                  <a:pt x="790955" y="1046226"/>
                </a:lnTo>
                <a:lnTo>
                  <a:pt x="802385" y="1050798"/>
                </a:lnTo>
                <a:lnTo>
                  <a:pt x="806957" y="1039368"/>
                </a:lnTo>
                <a:close/>
              </a:path>
              <a:path w="1231391" h="2974086">
                <a:moveTo>
                  <a:pt x="797813" y="1062228"/>
                </a:moveTo>
                <a:lnTo>
                  <a:pt x="785621" y="1057656"/>
                </a:lnTo>
                <a:lnTo>
                  <a:pt x="781049" y="1069086"/>
                </a:lnTo>
                <a:lnTo>
                  <a:pt x="792479" y="1074420"/>
                </a:lnTo>
                <a:lnTo>
                  <a:pt x="797813" y="1062228"/>
                </a:lnTo>
                <a:close/>
              </a:path>
              <a:path w="1231391" h="2974086">
                <a:moveTo>
                  <a:pt x="787907" y="1085850"/>
                </a:moveTo>
                <a:lnTo>
                  <a:pt x="776477" y="1081278"/>
                </a:lnTo>
                <a:lnTo>
                  <a:pt x="771143" y="1092708"/>
                </a:lnTo>
                <a:lnTo>
                  <a:pt x="783335" y="1098042"/>
                </a:lnTo>
                <a:lnTo>
                  <a:pt x="787907" y="1085850"/>
                </a:lnTo>
                <a:close/>
              </a:path>
              <a:path w="1231391" h="2974086">
                <a:moveTo>
                  <a:pt x="778763" y="1109472"/>
                </a:moveTo>
                <a:lnTo>
                  <a:pt x="766571" y="1104900"/>
                </a:lnTo>
                <a:lnTo>
                  <a:pt x="761999" y="1116330"/>
                </a:lnTo>
                <a:lnTo>
                  <a:pt x="773429" y="1120902"/>
                </a:lnTo>
                <a:lnTo>
                  <a:pt x="778763" y="1109472"/>
                </a:lnTo>
                <a:close/>
              </a:path>
              <a:path w="1231391" h="2974086">
                <a:moveTo>
                  <a:pt x="768857" y="1133094"/>
                </a:moveTo>
                <a:lnTo>
                  <a:pt x="756665" y="1128522"/>
                </a:lnTo>
                <a:lnTo>
                  <a:pt x="752093" y="1139952"/>
                </a:lnTo>
                <a:lnTo>
                  <a:pt x="764285" y="1144524"/>
                </a:lnTo>
                <a:lnTo>
                  <a:pt x="768857" y="1133094"/>
                </a:lnTo>
                <a:close/>
              </a:path>
              <a:path w="1231391" h="2974086">
                <a:moveTo>
                  <a:pt x="758951" y="1156716"/>
                </a:moveTo>
                <a:lnTo>
                  <a:pt x="747521" y="1151382"/>
                </a:lnTo>
                <a:lnTo>
                  <a:pt x="742187" y="1163574"/>
                </a:lnTo>
                <a:lnTo>
                  <a:pt x="754379" y="1168146"/>
                </a:lnTo>
                <a:lnTo>
                  <a:pt x="758951" y="1156716"/>
                </a:lnTo>
                <a:close/>
              </a:path>
              <a:path w="1231391" h="2974086">
                <a:moveTo>
                  <a:pt x="749807" y="1180338"/>
                </a:moveTo>
                <a:lnTo>
                  <a:pt x="737615" y="1175004"/>
                </a:lnTo>
                <a:lnTo>
                  <a:pt x="733043" y="1187196"/>
                </a:lnTo>
                <a:lnTo>
                  <a:pt x="744473" y="1191768"/>
                </a:lnTo>
                <a:lnTo>
                  <a:pt x="749807" y="1180338"/>
                </a:lnTo>
                <a:close/>
              </a:path>
              <a:path w="1231391" h="2974086">
                <a:moveTo>
                  <a:pt x="739901" y="1203198"/>
                </a:moveTo>
                <a:lnTo>
                  <a:pt x="727709" y="1198626"/>
                </a:lnTo>
                <a:lnTo>
                  <a:pt x="723137" y="1210056"/>
                </a:lnTo>
                <a:lnTo>
                  <a:pt x="735329" y="1215390"/>
                </a:lnTo>
                <a:lnTo>
                  <a:pt x="739901" y="1203198"/>
                </a:lnTo>
                <a:close/>
              </a:path>
              <a:path w="1231391" h="2974086">
                <a:moveTo>
                  <a:pt x="729995" y="1226820"/>
                </a:moveTo>
                <a:lnTo>
                  <a:pt x="718565" y="1222248"/>
                </a:lnTo>
                <a:lnTo>
                  <a:pt x="713993" y="1233678"/>
                </a:lnTo>
                <a:lnTo>
                  <a:pt x="725423" y="1239012"/>
                </a:lnTo>
                <a:lnTo>
                  <a:pt x="729995" y="1226820"/>
                </a:lnTo>
                <a:close/>
              </a:path>
              <a:path w="1231391" h="2974086">
                <a:moveTo>
                  <a:pt x="720851" y="1250442"/>
                </a:moveTo>
                <a:lnTo>
                  <a:pt x="708659" y="1245870"/>
                </a:lnTo>
                <a:lnTo>
                  <a:pt x="704087" y="1257300"/>
                </a:lnTo>
                <a:lnTo>
                  <a:pt x="715517" y="1261872"/>
                </a:lnTo>
                <a:lnTo>
                  <a:pt x="720851" y="1250442"/>
                </a:lnTo>
                <a:close/>
              </a:path>
              <a:path w="1231391" h="2974086">
                <a:moveTo>
                  <a:pt x="710945" y="1274064"/>
                </a:moveTo>
                <a:lnTo>
                  <a:pt x="699515" y="1269492"/>
                </a:lnTo>
                <a:lnTo>
                  <a:pt x="694181" y="1280922"/>
                </a:lnTo>
                <a:lnTo>
                  <a:pt x="706373" y="1285494"/>
                </a:lnTo>
                <a:lnTo>
                  <a:pt x="710945" y="1274064"/>
                </a:lnTo>
                <a:close/>
              </a:path>
              <a:path w="1231391" h="2974086">
                <a:moveTo>
                  <a:pt x="701039" y="1297686"/>
                </a:moveTo>
                <a:lnTo>
                  <a:pt x="689609" y="1292352"/>
                </a:lnTo>
                <a:lnTo>
                  <a:pt x="685037" y="1304544"/>
                </a:lnTo>
                <a:lnTo>
                  <a:pt x="696467" y="1309116"/>
                </a:lnTo>
                <a:lnTo>
                  <a:pt x="701039" y="1297686"/>
                </a:lnTo>
                <a:close/>
              </a:path>
              <a:path w="1231391" h="2974086">
                <a:moveTo>
                  <a:pt x="691895" y="1321308"/>
                </a:moveTo>
                <a:lnTo>
                  <a:pt x="679703" y="1315974"/>
                </a:lnTo>
                <a:lnTo>
                  <a:pt x="675131" y="1328166"/>
                </a:lnTo>
                <a:lnTo>
                  <a:pt x="686561" y="1332738"/>
                </a:lnTo>
                <a:lnTo>
                  <a:pt x="691895" y="1321308"/>
                </a:lnTo>
                <a:close/>
              </a:path>
              <a:path w="1231391" h="2974086">
                <a:moveTo>
                  <a:pt x="681989" y="1344168"/>
                </a:moveTo>
                <a:lnTo>
                  <a:pt x="670559" y="1339596"/>
                </a:lnTo>
                <a:lnTo>
                  <a:pt x="665225" y="1351788"/>
                </a:lnTo>
                <a:lnTo>
                  <a:pt x="677417" y="1356360"/>
                </a:lnTo>
                <a:lnTo>
                  <a:pt x="681989" y="1344168"/>
                </a:lnTo>
                <a:close/>
              </a:path>
              <a:path w="1231391" h="2974086">
                <a:moveTo>
                  <a:pt x="672083" y="1367790"/>
                </a:moveTo>
                <a:lnTo>
                  <a:pt x="660653" y="1363218"/>
                </a:lnTo>
                <a:lnTo>
                  <a:pt x="656081" y="1374648"/>
                </a:lnTo>
                <a:lnTo>
                  <a:pt x="667511" y="1379982"/>
                </a:lnTo>
                <a:lnTo>
                  <a:pt x="672083" y="1367790"/>
                </a:lnTo>
                <a:close/>
              </a:path>
              <a:path w="1231391" h="2974086">
                <a:moveTo>
                  <a:pt x="662939" y="1391412"/>
                </a:moveTo>
                <a:lnTo>
                  <a:pt x="650747" y="1386840"/>
                </a:lnTo>
                <a:lnTo>
                  <a:pt x="646175" y="1398270"/>
                </a:lnTo>
                <a:lnTo>
                  <a:pt x="657605" y="1403604"/>
                </a:lnTo>
                <a:lnTo>
                  <a:pt x="662939" y="1391412"/>
                </a:lnTo>
                <a:close/>
              </a:path>
              <a:path w="1231391" h="2974086">
                <a:moveTo>
                  <a:pt x="653033" y="1415034"/>
                </a:moveTo>
                <a:lnTo>
                  <a:pt x="641603" y="1410462"/>
                </a:lnTo>
                <a:lnTo>
                  <a:pt x="636269" y="1421892"/>
                </a:lnTo>
                <a:lnTo>
                  <a:pt x="648461" y="1426464"/>
                </a:lnTo>
                <a:lnTo>
                  <a:pt x="653033" y="1415034"/>
                </a:lnTo>
                <a:close/>
              </a:path>
              <a:path w="1231391" h="2974086">
                <a:moveTo>
                  <a:pt x="643127" y="1438656"/>
                </a:moveTo>
                <a:lnTo>
                  <a:pt x="631697" y="1433322"/>
                </a:lnTo>
                <a:lnTo>
                  <a:pt x="627125" y="1445514"/>
                </a:lnTo>
                <a:lnTo>
                  <a:pt x="638555" y="1450086"/>
                </a:lnTo>
                <a:lnTo>
                  <a:pt x="643127" y="1438656"/>
                </a:lnTo>
                <a:close/>
              </a:path>
              <a:path w="1231391" h="2974086">
                <a:moveTo>
                  <a:pt x="633983" y="1462278"/>
                </a:moveTo>
                <a:lnTo>
                  <a:pt x="621791" y="1456944"/>
                </a:lnTo>
                <a:lnTo>
                  <a:pt x="617219" y="1469136"/>
                </a:lnTo>
                <a:lnTo>
                  <a:pt x="628649" y="1473708"/>
                </a:lnTo>
                <a:lnTo>
                  <a:pt x="633983" y="1462278"/>
                </a:lnTo>
                <a:close/>
              </a:path>
              <a:path w="1231391" h="2974086">
                <a:moveTo>
                  <a:pt x="624077" y="1485138"/>
                </a:moveTo>
                <a:lnTo>
                  <a:pt x="612647" y="1480566"/>
                </a:lnTo>
                <a:lnTo>
                  <a:pt x="607313" y="1492758"/>
                </a:lnTo>
                <a:lnTo>
                  <a:pt x="619505" y="1497330"/>
                </a:lnTo>
                <a:lnTo>
                  <a:pt x="624077" y="1485138"/>
                </a:lnTo>
                <a:close/>
              </a:path>
              <a:path w="1231391" h="2974086">
                <a:moveTo>
                  <a:pt x="614171" y="1508760"/>
                </a:moveTo>
                <a:lnTo>
                  <a:pt x="602741" y="1504188"/>
                </a:lnTo>
                <a:lnTo>
                  <a:pt x="598169" y="1515618"/>
                </a:lnTo>
                <a:lnTo>
                  <a:pt x="609599" y="1520952"/>
                </a:lnTo>
                <a:lnTo>
                  <a:pt x="614171" y="1508760"/>
                </a:lnTo>
                <a:close/>
              </a:path>
              <a:path w="1231391" h="2974086">
                <a:moveTo>
                  <a:pt x="605027" y="1532382"/>
                </a:moveTo>
                <a:lnTo>
                  <a:pt x="592835" y="1527810"/>
                </a:lnTo>
                <a:lnTo>
                  <a:pt x="588263" y="1539240"/>
                </a:lnTo>
                <a:lnTo>
                  <a:pt x="599693" y="1544574"/>
                </a:lnTo>
                <a:lnTo>
                  <a:pt x="605027" y="1532382"/>
                </a:lnTo>
                <a:close/>
              </a:path>
              <a:path w="1231391" h="2974086">
                <a:moveTo>
                  <a:pt x="595121" y="1556004"/>
                </a:moveTo>
                <a:lnTo>
                  <a:pt x="583691" y="1551432"/>
                </a:lnTo>
                <a:lnTo>
                  <a:pt x="578357" y="1562862"/>
                </a:lnTo>
                <a:lnTo>
                  <a:pt x="590549" y="1567434"/>
                </a:lnTo>
                <a:lnTo>
                  <a:pt x="595121" y="1556004"/>
                </a:lnTo>
                <a:close/>
              </a:path>
              <a:path w="1231391" h="2974086">
                <a:moveTo>
                  <a:pt x="585215" y="1579626"/>
                </a:moveTo>
                <a:lnTo>
                  <a:pt x="573785" y="1574292"/>
                </a:lnTo>
                <a:lnTo>
                  <a:pt x="569213" y="1586484"/>
                </a:lnTo>
                <a:lnTo>
                  <a:pt x="580643" y="1591056"/>
                </a:lnTo>
                <a:lnTo>
                  <a:pt x="585215" y="1579626"/>
                </a:lnTo>
                <a:close/>
              </a:path>
              <a:path w="1231391" h="2974086">
                <a:moveTo>
                  <a:pt x="576071" y="1603248"/>
                </a:moveTo>
                <a:lnTo>
                  <a:pt x="563879" y="1597914"/>
                </a:lnTo>
                <a:lnTo>
                  <a:pt x="559307" y="1610106"/>
                </a:lnTo>
                <a:lnTo>
                  <a:pt x="571499" y="1614678"/>
                </a:lnTo>
                <a:lnTo>
                  <a:pt x="576071" y="1603248"/>
                </a:lnTo>
                <a:close/>
              </a:path>
              <a:path w="1231391" h="2974086">
                <a:moveTo>
                  <a:pt x="566165" y="1626108"/>
                </a:moveTo>
                <a:lnTo>
                  <a:pt x="554735" y="1621536"/>
                </a:lnTo>
                <a:lnTo>
                  <a:pt x="549401" y="1633728"/>
                </a:lnTo>
                <a:lnTo>
                  <a:pt x="561593" y="1638300"/>
                </a:lnTo>
                <a:lnTo>
                  <a:pt x="566165" y="1626108"/>
                </a:lnTo>
                <a:close/>
              </a:path>
              <a:path w="1231391" h="2974086">
                <a:moveTo>
                  <a:pt x="557021" y="1649730"/>
                </a:moveTo>
                <a:lnTo>
                  <a:pt x="544829" y="1645158"/>
                </a:lnTo>
                <a:lnTo>
                  <a:pt x="540257" y="1656588"/>
                </a:lnTo>
                <a:lnTo>
                  <a:pt x="551687" y="1661922"/>
                </a:lnTo>
                <a:lnTo>
                  <a:pt x="557021" y="1649730"/>
                </a:lnTo>
                <a:close/>
              </a:path>
              <a:path w="1231391" h="2974086">
                <a:moveTo>
                  <a:pt x="547115" y="1673352"/>
                </a:moveTo>
                <a:lnTo>
                  <a:pt x="534923" y="1668780"/>
                </a:lnTo>
                <a:lnTo>
                  <a:pt x="530351" y="1680210"/>
                </a:lnTo>
                <a:lnTo>
                  <a:pt x="542543" y="1685544"/>
                </a:lnTo>
                <a:lnTo>
                  <a:pt x="547115" y="1673352"/>
                </a:lnTo>
                <a:close/>
              </a:path>
              <a:path w="1231391" h="2974086">
                <a:moveTo>
                  <a:pt x="537209" y="1696974"/>
                </a:moveTo>
                <a:lnTo>
                  <a:pt x="525779" y="1692402"/>
                </a:lnTo>
                <a:lnTo>
                  <a:pt x="520445" y="1703832"/>
                </a:lnTo>
                <a:lnTo>
                  <a:pt x="532637" y="1708404"/>
                </a:lnTo>
                <a:lnTo>
                  <a:pt x="537209" y="1696974"/>
                </a:lnTo>
                <a:close/>
              </a:path>
              <a:path w="1231391" h="2974086">
                <a:moveTo>
                  <a:pt x="528065" y="1720596"/>
                </a:moveTo>
                <a:lnTo>
                  <a:pt x="515873" y="1716024"/>
                </a:lnTo>
                <a:lnTo>
                  <a:pt x="511301" y="1727454"/>
                </a:lnTo>
                <a:lnTo>
                  <a:pt x="522731" y="1732026"/>
                </a:lnTo>
                <a:lnTo>
                  <a:pt x="528065" y="1720596"/>
                </a:lnTo>
                <a:close/>
              </a:path>
              <a:path w="1231391" h="2974086">
                <a:moveTo>
                  <a:pt x="518159" y="1744218"/>
                </a:moveTo>
                <a:lnTo>
                  <a:pt x="506729" y="1738884"/>
                </a:lnTo>
                <a:lnTo>
                  <a:pt x="501395" y="1751076"/>
                </a:lnTo>
                <a:lnTo>
                  <a:pt x="513587" y="1755648"/>
                </a:lnTo>
                <a:lnTo>
                  <a:pt x="518159" y="1744218"/>
                </a:lnTo>
                <a:close/>
              </a:path>
              <a:path w="1231391" h="2974086">
                <a:moveTo>
                  <a:pt x="508253" y="1767840"/>
                </a:moveTo>
                <a:lnTo>
                  <a:pt x="496823" y="1762506"/>
                </a:lnTo>
                <a:lnTo>
                  <a:pt x="492251" y="1774698"/>
                </a:lnTo>
                <a:lnTo>
                  <a:pt x="503681" y="1779270"/>
                </a:lnTo>
                <a:lnTo>
                  <a:pt x="508253" y="1767840"/>
                </a:lnTo>
                <a:close/>
              </a:path>
              <a:path w="1231391" h="2974086">
                <a:moveTo>
                  <a:pt x="499109" y="1790700"/>
                </a:moveTo>
                <a:lnTo>
                  <a:pt x="486917" y="1786128"/>
                </a:lnTo>
                <a:lnTo>
                  <a:pt x="482345" y="1797558"/>
                </a:lnTo>
                <a:lnTo>
                  <a:pt x="493775" y="1802892"/>
                </a:lnTo>
                <a:lnTo>
                  <a:pt x="499109" y="1790700"/>
                </a:lnTo>
                <a:close/>
              </a:path>
              <a:path w="1231391" h="2974086">
                <a:moveTo>
                  <a:pt x="489203" y="1814322"/>
                </a:moveTo>
                <a:lnTo>
                  <a:pt x="477773" y="1809750"/>
                </a:lnTo>
                <a:lnTo>
                  <a:pt x="472439" y="1821180"/>
                </a:lnTo>
                <a:lnTo>
                  <a:pt x="484631" y="1826514"/>
                </a:lnTo>
                <a:lnTo>
                  <a:pt x="489203" y="1814322"/>
                </a:lnTo>
                <a:close/>
              </a:path>
              <a:path w="1231391" h="2974086">
                <a:moveTo>
                  <a:pt x="479297" y="1837944"/>
                </a:moveTo>
                <a:lnTo>
                  <a:pt x="467867" y="1833372"/>
                </a:lnTo>
                <a:lnTo>
                  <a:pt x="463295" y="1844802"/>
                </a:lnTo>
                <a:lnTo>
                  <a:pt x="474725" y="1849374"/>
                </a:lnTo>
                <a:lnTo>
                  <a:pt x="479297" y="1837944"/>
                </a:lnTo>
                <a:close/>
              </a:path>
              <a:path w="1231391" h="2974086">
                <a:moveTo>
                  <a:pt x="470153" y="1861566"/>
                </a:moveTo>
                <a:lnTo>
                  <a:pt x="457961" y="1856994"/>
                </a:lnTo>
                <a:lnTo>
                  <a:pt x="453389" y="1868424"/>
                </a:lnTo>
                <a:lnTo>
                  <a:pt x="464819" y="1872996"/>
                </a:lnTo>
                <a:lnTo>
                  <a:pt x="470153" y="1861566"/>
                </a:lnTo>
                <a:close/>
              </a:path>
              <a:path w="1231391" h="2974086">
                <a:moveTo>
                  <a:pt x="460247" y="1885188"/>
                </a:moveTo>
                <a:lnTo>
                  <a:pt x="448817" y="1879854"/>
                </a:lnTo>
                <a:lnTo>
                  <a:pt x="443483" y="1892046"/>
                </a:lnTo>
                <a:lnTo>
                  <a:pt x="455675" y="1896618"/>
                </a:lnTo>
                <a:lnTo>
                  <a:pt x="460247" y="1885188"/>
                </a:lnTo>
                <a:close/>
              </a:path>
              <a:path w="1231391" h="2974086">
                <a:moveTo>
                  <a:pt x="450341" y="1908810"/>
                </a:moveTo>
                <a:lnTo>
                  <a:pt x="438911" y="1903476"/>
                </a:lnTo>
                <a:lnTo>
                  <a:pt x="434339" y="1915668"/>
                </a:lnTo>
                <a:lnTo>
                  <a:pt x="445769" y="1920240"/>
                </a:lnTo>
                <a:lnTo>
                  <a:pt x="450341" y="1908810"/>
                </a:lnTo>
                <a:close/>
              </a:path>
              <a:path w="1231391" h="2974086">
                <a:moveTo>
                  <a:pt x="441197" y="1931670"/>
                </a:moveTo>
                <a:lnTo>
                  <a:pt x="429005" y="1927098"/>
                </a:lnTo>
                <a:lnTo>
                  <a:pt x="424433" y="1938528"/>
                </a:lnTo>
                <a:lnTo>
                  <a:pt x="435863" y="1943862"/>
                </a:lnTo>
                <a:lnTo>
                  <a:pt x="441197" y="1931670"/>
                </a:lnTo>
                <a:close/>
              </a:path>
              <a:path w="1231391" h="2974086">
                <a:moveTo>
                  <a:pt x="431291" y="1955292"/>
                </a:moveTo>
                <a:lnTo>
                  <a:pt x="419861" y="1950720"/>
                </a:lnTo>
                <a:lnTo>
                  <a:pt x="414528" y="1962150"/>
                </a:lnTo>
                <a:lnTo>
                  <a:pt x="426719" y="1967484"/>
                </a:lnTo>
                <a:lnTo>
                  <a:pt x="431291" y="1955292"/>
                </a:lnTo>
                <a:close/>
              </a:path>
              <a:path w="1231391" h="2974086">
                <a:moveTo>
                  <a:pt x="421385" y="1978914"/>
                </a:moveTo>
                <a:lnTo>
                  <a:pt x="409955" y="1974342"/>
                </a:lnTo>
                <a:lnTo>
                  <a:pt x="405383" y="1985772"/>
                </a:lnTo>
                <a:lnTo>
                  <a:pt x="416813" y="1990344"/>
                </a:lnTo>
                <a:lnTo>
                  <a:pt x="421385" y="1978914"/>
                </a:lnTo>
                <a:close/>
              </a:path>
              <a:path w="1231391" h="2974086">
                <a:moveTo>
                  <a:pt x="412241" y="2002535"/>
                </a:moveTo>
                <a:lnTo>
                  <a:pt x="400050" y="1997964"/>
                </a:lnTo>
                <a:lnTo>
                  <a:pt x="398221" y="2002535"/>
                </a:lnTo>
                <a:lnTo>
                  <a:pt x="412241" y="2002535"/>
                </a:lnTo>
                <a:close/>
              </a:path>
            </a:pathLst>
          </a:custGeom>
          <a:solidFill>
            <a:srgbClr val="0000FF"/>
          </a:solidFill>
        </p:spPr>
        <p:txBody>
          <a:bodyPr wrap="square" lIns="0" tIns="0" rIns="0" bIns="0" rtlCol="0">
            <a:noAutofit/>
          </a:bodyPr>
          <a:lstStyle/>
          <a:p>
            <a:endParaRPr/>
          </a:p>
        </p:txBody>
      </p:sp>
      <p:sp>
        <p:nvSpPr>
          <p:cNvPr id="92" name="object 9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3" name="object 93"/>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5" name="object 95"/>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8" name="object 98"/>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100" name="object 100"/>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2127505" y="2845883"/>
            <a:ext cx="1231391" cy="2925330"/>
          </a:xfrm>
          <a:custGeom>
            <a:avLst/>
            <a:gdLst/>
            <a:ahLst/>
            <a:cxnLst/>
            <a:rect l="l" t="t" r="r" b="b"/>
            <a:pathLst>
              <a:path w="1231391" h="2974086">
                <a:moveTo>
                  <a:pt x="412241" y="2002536"/>
                </a:moveTo>
                <a:lnTo>
                  <a:pt x="398221" y="2002535"/>
                </a:lnTo>
                <a:lnTo>
                  <a:pt x="395478" y="2009394"/>
                </a:lnTo>
                <a:lnTo>
                  <a:pt x="406907" y="2013966"/>
                </a:lnTo>
                <a:lnTo>
                  <a:pt x="412241" y="2002536"/>
                </a:lnTo>
                <a:close/>
              </a:path>
              <a:path w="1231391" h="2974086">
                <a:moveTo>
                  <a:pt x="402335" y="2026158"/>
                </a:moveTo>
                <a:lnTo>
                  <a:pt x="390905" y="2020824"/>
                </a:lnTo>
                <a:lnTo>
                  <a:pt x="385572" y="2033016"/>
                </a:lnTo>
                <a:lnTo>
                  <a:pt x="397763" y="2037588"/>
                </a:lnTo>
                <a:lnTo>
                  <a:pt x="402335" y="2026158"/>
                </a:lnTo>
                <a:close/>
              </a:path>
              <a:path w="1231391" h="2974086">
                <a:moveTo>
                  <a:pt x="392429" y="2049780"/>
                </a:moveTo>
                <a:lnTo>
                  <a:pt x="381000" y="2044446"/>
                </a:lnTo>
                <a:lnTo>
                  <a:pt x="376428" y="2056638"/>
                </a:lnTo>
                <a:lnTo>
                  <a:pt x="387857" y="2061210"/>
                </a:lnTo>
                <a:lnTo>
                  <a:pt x="392429" y="2049780"/>
                </a:lnTo>
                <a:close/>
              </a:path>
              <a:path w="1231391" h="2974086">
                <a:moveTo>
                  <a:pt x="383285" y="2072640"/>
                </a:moveTo>
                <a:lnTo>
                  <a:pt x="371094" y="2068068"/>
                </a:lnTo>
                <a:lnTo>
                  <a:pt x="366522" y="2080260"/>
                </a:lnTo>
                <a:lnTo>
                  <a:pt x="377951" y="2084832"/>
                </a:lnTo>
                <a:lnTo>
                  <a:pt x="383285" y="2072640"/>
                </a:lnTo>
                <a:close/>
              </a:path>
              <a:path w="1231391" h="2974086">
                <a:moveTo>
                  <a:pt x="373379" y="2096262"/>
                </a:moveTo>
                <a:lnTo>
                  <a:pt x="361950" y="2091690"/>
                </a:lnTo>
                <a:lnTo>
                  <a:pt x="356616" y="2103120"/>
                </a:lnTo>
                <a:lnTo>
                  <a:pt x="368807" y="2108454"/>
                </a:lnTo>
                <a:lnTo>
                  <a:pt x="373379" y="2096262"/>
                </a:lnTo>
                <a:close/>
              </a:path>
              <a:path w="1231391" h="2974086">
                <a:moveTo>
                  <a:pt x="363473" y="2119884"/>
                </a:moveTo>
                <a:lnTo>
                  <a:pt x="352044" y="2115312"/>
                </a:lnTo>
                <a:lnTo>
                  <a:pt x="347472" y="2126742"/>
                </a:lnTo>
                <a:lnTo>
                  <a:pt x="358901" y="2132076"/>
                </a:lnTo>
                <a:lnTo>
                  <a:pt x="363473" y="2119884"/>
                </a:lnTo>
                <a:close/>
              </a:path>
              <a:path w="1231391" h="2974086">
                <a:moveTo>
                  <a:pt x="354329" y="2143506"/>
                </a:moveTo>
                <a:lnTo>
                  <a:pt x="342138" y="2138934"/>
                </a:lnTo>
                <a:lnTo>
                  <a:pt x="337566" y="2150364"/>
                </a:lnTo>
                <a:lnTo>
                  <a:pt x="349757" y="2154936"/>
                </a:lnTo>
                <a:lnTo>
                  <a:pt x="354329" y="2143506"/>
                </a:lnTo>
                <a:close/>
              </a:path>
              <a:path w="1231391" h="2974086">
                <a:moveTo>
                  <a:pt x="344423" y="2167128"/>
                </a:moveTo>
                <a:lnTo>
                  <a:pt x="332994" y="2161794"/>
                </a:lnTo>
                <a:lnTo>
                  <a:pt x="327659" y="2173986"/>
                </a:lnTo>
                <a:lnTo>
                  <a:pt x="339851" y="2178558"/>
                </a:lnTo>
                <a:lnTo>
                  <a:pt x="344423" y="2167128"/>
                </a:lnTo>
                <a:close/>
              </a:path>
              <a:path w="1231391" h="2974086">
                <a:moveTo>
                  <a:pt x="335279" y="2190750"/>
                </a:moveTo>
                <a:lnTo>
                  <a:pt x="323088" y="2185416"/>
                </a:lnTo>
                <a:lnTo>
                  <a:pt x="318516" y="2197608"/>
                </a:lnTo>
                <a:lnTo>
                  <a:pt x="329945" y="2202180"/>
                </a:lnTo>
                <a:lnTo>
                  <a:pt x="335279" y="2190750"/>
                </a:lnTo>
                <a:close/>
              </a:path>
              <a:path w="1231391" h="2974086">
                <a:moveTo>
                  <a:pt x="325373" y="2213610"/>
                </a:moveTo>
                <a:lnTo>
                  <a:pt x="313181" y="2209038"/>
                </a:lnTo>
                <a:lnTo>
                  <a:pt x="308609" y="2221230"/>
                </a:lnTo>
                <a:lnTo>
                  <a:pt x="320801" y="2225802"/>
                </a:lnTo>
                <a:lnTo>
                  <a:pt x="325373" y="2213610"/>
                </a:lnTo>
                <a:close/>
              </a:path>
              <a:path w="1231391" h="2974086">
                <a:moveTo>
                  <a:pt x="315467" y="2237232"/>
                </a:moveTo>
                <a:lnTo>
                  <a:pt x="304038" y="2232660"/>
                </a:lnTo>
                <a:lnTo>
                  <a:pt x="298703" y="2244090"/>
                </a:lnTo>
                <a:lnTo>
                  <a:pt x="310895" y="2249424"/>
                </a:lnTo>
                <a:lnTo>
                  <a:pt x="315467" y="2237232"/>
                </a:lnTo>
                <a:close/>
              </a:path>
              <a:path w="1231391" h="2974086">
                <a:moveTo>
                  <a:pt x="306323" y="2260854"/>
                </a:moveTo>
                <a:lnTo>
                  <a:pt x="294131" y="2256282"/>
                </a:lnTo>
                <a:lnTo>
                  <a:pt x="289559" y="2267712"/>
                </a:lnTo>
                <a:lnTo>
                  <a:pt x="300989" y="2273046"/>
                </a:lnTo>
                <a:lnTo>
                  <a:pt x="306323" y="2260854"/>
                </a:lnTo>
                <a:close/>
              </a:path>
              <a:path w="1231391" h="2974086">
                <a:moveTo>
                  <a:pt x="296417" y="2284476"/>
                </a:moveTo>
                <a:lnTo>
                  <a:pt x="284988" y="2279904"/>
                </a:lnTo>
                <a:lnTo>
                  <a:pt x="279653" y="2291334"/>
                </a:lnTo>
                <a:lnTo>
                  <a:pt x="291845" y="2295906"/>
                </a:lnTo>
                <a:lnTo>
                  <a:pt x="296417" y="2284476"/>
                </a:lnTo>
                <a:close/>
              </a:path>
              <a:path w="1231391" h="2974086">
                <a:moveTo>
                  <a:pt x="286511" y="2308098"/>
                </a:moveTo>
                <a:lnTo>
                  <a:pt x="275081" y="2302764"/>
                </a:lnTo>
                <a:lnTo>
                  <a:pt x="270509" y="2314956"/>
                </a:lnTo>
                <a:lnTo>
                  <a:pt x="281939" y="2319528"/>
                </a:lnTo>
                <a:lnTo>
                  <a:pt x="286511" y="2308098"/>
                </a:lnTo>
                <a:close/>
              </a:path>
              <a:path w="1231391" h="2974086">
                <a:moveTo>
                  <a:pt x="277367" y="2331720"/>
                </a:moveTo>
                <a:lnTo>
                  <a:pt x="265175" y="2326386"/>
                </a:lnTo>
                <a:lnTo>
                  <a:pt x="260603" y="2338578"/>
                </a:lnTo>
                <a:lnTo>
                  <a:pt x="272033" y="2343150"/>
                </a:lnTo>
                <a:lnTo>
                  <a:pt x="277367" y="2331720"/>
                </a:lnTo>
                <a:close/>
              </a:path>
              <a:path w="1231391" h="2974086">
                <a:moveTo>
                  <a:pt x="267461" y="2355342"/>
                </a:moveTo>
                <a:lnTo>
                  <a:pt x="256031" y="2350008"/>
                </a:lnTo>
                <a:lnTo>
                  <a:pt x="250697" y="2362200"/>
                </a:lnTo>
                <a:lnTo>
                  <a:pt x="262889" y="2366772"/>
                </a:lnTo>
                <a:lnTo>
                  <a:pt x="267461" y="2355342"/>
                </a:lnTo>
                <a:close/>
              </a:path>
              <a:path w="1231391" h="2974086">
                <a:moveTo>
                  <a:pt x="257555" y="2378202"/>
                </a:moveTo>
                <a:lnTo>
                  <a:pt x="246125" y="2373630"/>
                </a:lnTo>
                <a:lnTo>
                  <a:pt x="241553" y="2385060"/>
                </a:lnTo>
                <a:lnTo>
                  <a:pt x="252983" y="2390394"/>
                </a:lnTo>
                <a:lnTo>
                  <a:pt x="257555" y="2378202"/>
                </a:lnTo>
                <a:close/>
              </a:path>
              <a:path w="1231391" h="2974086">
                <a:moveTo>
                  <a:pt x="248411" y="2401824"/>
                </a:moveTo>
                <a:lnTo>
                  <a:pt x="236219" y="2397252"/>
                </a:lnTo>
                <a:lnTo>
                  <a:pt x="231647" y="2408682"/>
                </a:lnTo>
                <a:lnTo>
                  <a:pt x="243078" y="2414016"/>
                </a:lnTo>
                <a:lnTo>
                  <a:pt x="248411" y="2401824"/>
                </a:lnTo>
                <a:close/>
              </a:path>
              <a:path w="1231391" h="2974086">
                <a:moveTo>
                  <a:pt x="238505" y="2425446"/>
                </a:moveTo>
                <a:lnTo>
                  <a:pt x="227075" y="2420874"/>
                </a:lnTo>
                <a:lnTo>
                  <a:pt x="221741" y="2432304"/>
                </a:lnTo>
                <a:lnTo>
                  <a:pt x="233933" y="2436876"/>
                </a:lnTo>
                <a:lnTo>
                  <a:pt x="238505" y="2425446"/>
                </a:lnTo>
                <a:close/>
              </a:path>
              <a:path w="1231391" h="2974086">
                <a:moveTo>
                  <a:pt x="228600" y="2449068"/>
                </a:moveTo>
                <a:lnTo>
                  <a:pt x="217169" y="2444496"/>
                </a:lnTo>
                <a:lnTo>
                  <a:pt x="212597" y="2455926"/>
                </a:lnTo>
                <a:lnTo>
                  <a:pt x="224028" y="2460498"/>
                </a:lnTo>
                <a:lnTo>
                  <a:pt x="228600" y="2449068"/>
                </a:lnTo>
                <a:close/>
              </a:path>
              <a:path w="1231391" h="2974086">
                <a:moveTo>
                  <a:pt x="219455" y="2472690"/>
                </a:moveTo>
                <a:lnTo>
                  <a:pt x="207263" y="2467356"/>
                </a:lnTo>
                <a:lnTo>
                  <a:pt x="202691" y="2479548"/>
                </a:lnTo>
                <a:lnTo>
                  <a:pt x="214122" y="2484120"/>
                </a:lnTo>
                <a:lnTo>
                  <a:pt x="219455" y="2472690"/>
                </a:lnTo>
                <a:close/>
              </a:path>
              <a:path w="1231391" h="2974086">
                <a:moveTo>
                  <a:pt x="209550" y="2496312"/>
                </a:moveTo>
                <a:lnTo>
                  <a:pt x="198119" y="2490978"/>
                </a:lnTo>
                <a:lnTo>
                  <a:pt x="192785" y="2503170"/>
                </a:lnTo>
                <a:lnTo>
                  <a:pt x="204978" y="2507742"/>
                </a:lnTo>
                <a:lnTo>
                  <a:pt x="209550" y="2496312"/>
                </a:lnTo>
                <a:close/>
              </a:path>
              <a:path w="1231391" h="2974086">
                <a:moveTo>
                  <a:pt x="199644" y="2519172"/>
                </a:moveTo>
                <a:lnTo>
                  <a:pt x="188213" y="2514600"/>
                </a:lnTo>
                <a:lnTo>
                  <a:pt x="183641" y="2526030"/>
                </a:lnTo>
                <a:lnTo>
                  <a:pt x="195072" y="2531364"/>
                </a:lnTo>
                <a:lnTo>
                  <a:pt x="199644" y="2519172"/>
                </a:lnTo>
                <a:close/>
              </a:path>
              <a:path w="1231391" h="2974086">
                <a:moveTo>
                  <a:pt x="190500" y="2542794"/>
                </a:moveTo>
                <a:lnTo>
                  <a:pt x="178307" y="2538222"/>
                </a:lnTo>
                <a:lnTo>
                  <a:pt x="173735" y="2549652"/>
                </a:lnTo>
                <a:lnTo>
                  <a:pt x="185165" y="2554986"/>
                </a:lnTo>
                <a:lnTo>
                  <a:pt x="190500" y="2542794"/>
                </a:lnTo>
                <a:close/>
              </a:path>
              <a:path w="1231391" h="2974086">
                <a:moveTo>
                  <a:pt x="180594" y="2566416"/>
                </a:moveTo>
                <a:lnTo>
                  <a:pt x="169163" y="2561844"/>
                </a:lnTo>
                <a:lnTo>
                  <a:pt x="163829" y="2573274"/>
                </a:lnTo>
                <a:lnTo>
                  <a:pt x="176022" y="2577846"/>
                </a:lnTo>
                <a:lnTo>
                  <a:pt x="180594" y="2566416"/>
                </a:lnTo>
                <a:close/>
              </a:path>
              <a:path w="1231391" h="2974086">
                <a:moveTo>
                  <a:pt x="170687" y="2590038"/>
                </a:moveTo>
                <a:lnTo>
                  <a:pt x="159257" y="2585466"/>
                </a:lnTo>
                <a:lnTo>
                  <a:pt x="154685" y="2596896"/>
                </a:lnTo>
                <a:lnTo>
                  <a:pt x="166115" y="2601468"/>
                </a:lnTo>
                <a:lnTo>
                  <a:pt x="170687" y="2590038"/>
                </a:lnTo>
                <a:close/>
              </a:path>
              <a:path w="1231391" h="2974086">
                <a:moveTo>
                  <a:pt x="161544" y="2613660"/>
                </a:moveTo>
                <a:lnTo>
                  <a:pt x="149351" y="2608326"/>
                </a:lnTo>
                <a:lnTo>
                  <a:pt x="144779" y="2620518"/>
                </a:lnTo>
                <a:lnTo>
                  <a:pt x="156209" y="2625090"/>
                </a:lnTo>
                <a:lnTo>
                  <a:pt x="161544" y="2613660"/>
                </a:lnTo>
                <a:close/>
              </a:path>
              <a:path w="1231391" h="2974086">
                <a:moveTo>
                  <a:pt x="151637" y="2637282"/>
                </a:moveTo>
                <a:lnTo>
                  <a:pt x="140207" y="2631948"/>
                </a:lnTo>
                <a:lnTo>
                  <a:pt x="134873" y="2644140"/>
                </a:lnTo>
                <a:lnTo>
                  <a:pt x="147065" y="2648712"/>
                </a:lnTo>
                <a:lnTo>
                  <a:pt x="151637" y="2637282"/>
                </a:lnTo>
                <a:close/>
              </a:path>
              <a:path w="1231391" h="2974086">
                <a:moveTo>
                  <a:pt x="142494" y="2660142"/>
                </a:moveTo>
                <a:lnTo>
                  <a:pt x="130301" y="2655570"/>
                </a:lnTo>
                <a:lnTo>
                  <a:pt x="125729" y="2667762"/>
                </a:lnTo>
                <a:lnTo>
                  <a:pt x="137159" y="2672334"/>
                </a:lnTo>
                <a:lnTo>
                  <a:pt x="142494" y="2660142"/>
                </a:lnTo>
                <a:close/>
              </a:path>
              <a:path w="1231391" h="2974086">
                <a:moveTo>
                  <a:pt x="132587" y="2683764"/>
                </a:moveTo>
                <a:lnTo>
                  <a:pt x="120395" y="2679192"/>
                </a:lnTo>
                <a:lnTo>
                  <a:pt x="115823" y="2690622"/>
                </a:lnTo>
                <a:lnTo>
                  <a:pt x="128015" y="2695956"/>
                </a:lnTo>
                <a:lnTo>
                  <a:pt x="132587" y="2683764"/>
                </a:lnTo>
                <a:close/>
              </a:path>
              <a:path w="1231391" h="2974086">
                <a:moveTo>
                  <a:pt x="122681" y="2707386"/>
                </a:moveTo>
                <a:lnTo>
                  <a:pt x="111251" y="2702814"/>
                </a:lnTo>
                <a:lnTo>
                  <a:pt x="105917" y="2714244"/>
                </a:lnTo>
                <a:lnTo>
                  <a:pt x="118109" y="2719578"/>
                </a:lnTo>
                <a:lnTo>
                  <a:pt x="122681" y="2707386"/>
                </a:lnTo>
                <a:close/>
              </a:path>
              <a:path w="1231391" h="2974086">
                <a:moveTo>
                  <a:pt x="113537" y="2731008"/>
                </a:moveTo>
                <a:lnTo>
                  <a:pt x="101345" y="2726436"/>
                </a:lnTo>
                <a:lnTo>
                  <a:pt x="96773" y="2737866"/>
                </a:lnTo>
                <a:lnTo>
                  <a:pt x="108203" y="2742438"/>
                </a:lnTo>
                <a:lnTo>
                  <a:pt x="113537" y="2731008"/>
                </a:lnTo>
                <a:close/>
              </a:path>
              <a:path w="1231391" h="2974086">
                <a:moveTo>
                  <a:pt x="103631" y="2754630"/>
                </a:moveTo>
                <a:lnTo>
                  <a:pt x="91439" y="2749296"/>
                </a:lnTo>
                <a:lnTo>
                  <a:pt x="86867" y="2761488"/>
                </a:lnTo>
                <a:lnTo>
                  <a:pt x="99059" y="2766060"/>
                </a:lnTo>
                <a:lnTo>
                  <a:pt x="103631" y="2754630"/>
                </a:lnTo>
                <a:close/>
              </a:path>
              <a:path w="1231391" h="2974086">
                <a:moveTo>
                  <a:pt x="93725" y="2778252"/>
                </a:moveTo>
                <a:lnTo>
                  <a:pt x="82295" y="2772918"/>
                </a:lnTo>
                <a:lnTo>
                  <a:pt x="77723" y="2785110"/>
                </a:lnTo>
                <a:lnTo>
                  <a:pt x="89153" y="2789682"/>
                </a:lnTo>
                <a:lnTo>
                  <a:pt x="93725" y="2778252"/>
                </a:lnTo>
                <a:close/>
              </a:path>
              <a:path w="1231391" h="2974086">
                <a:moveTo>
                  <a:pt x="84581" y="2801112"/>
                </a:moveTo>
                <a:lnTo>
                  <a:pt x="72389" y="2796540"/>
                </a:lnTo>
                <a:lnTo>
                  <a:pt x="67817" y="2808732"/>
                </a:lnTo>
                <a:lnTo>
                  <a:pt x="79247" y="2813304"/>
                </a:lnTo>
                <a:lnTo>
                  <a:pt x="84581" y="2801112"/>
                </a:lnTo>
                <a:close/>
              </a:path>
              <a:path w="1231391" h="2974086">
                <a:moveTo>
                  <a:pt x="74675" y="2824734"/>
                </a:moveTo>
                <a:lnTo>
                  <a:pt x="63245" y="2820162"/>
                </a:lnTo>
                <a:lnTo>
                  <a:pt x="57911" y="2831592"/>
                </a:lnTo>
                <a:lnTo>
                  <a:pt x="70103" y="2836926"/>
                </a:lnTo>
                <a:lnTo>
                  <a:pt x="74675" y="2824734"/>
                </a:lnTo>
                <a:close/>
              </a:path>
              <a:path w="1231391" h="2974086">
                <a:moveTo>
                  <a:pt x="64769" y="2848356"/>
                </a:moveTo>
                <a:lnTo>
                  <a:pt x="53339" y="2843784"/>
                </a:lnTo>
                <a:lnTo>
                  <a:pt x="48767" y="2855214"/>
                </a:lnTo>
                <a:lnTo>
                  <a:pt x="60197" y="2860548"/>
                </a:lnTo>
                <a:lnTo>
                  <a:pt x="64769" y="2848356"/>
                </a:lnTo>
                <a:close/>
              </a:path>
              <a:path w="1231391" h="2974086">
                <a:moveTo>
                  <a:pt x="55625" y="2871978"/>
                </a:moveTo>
                <a:lnTo>
                  <a:pt x="43433" y="2867406"/>
                </a:lnTo>
                <a:lnTo>
                  <a:pt x="38861" y="2878836"/>
                </a:lnTo>
                <a:lnTo>
                  <a:pt x="50291" y="2883408"/>
                </a:lnTo>
                <a:lnTo>
                  <a:pt x="55625" y="2871978"/>
                </a:lnTo>
                <a:close/>
              </a:path>
              <a:path w="1231391" h="2974086">
                <a:moveTo>
                  <a:pt x="70865" y="2918460"/>
                </a:moveTo>
                <a:lnTo>
                  <a:pt x="41147" y="2907030"/>
                </a:lnTo>
                <a:lnTo>
                  <a:pt x="41393" y="2906417"/>
                </a:lnTo>
                <a:lnTo>
                  <a:pt x="45719" y="2895600"/>
                </a:lnTo>
                <a:lnTo>
                  <a:pt x="34289" y="2890266"/>
                </a:lnTo>
                <a:lnTo>
                  <a:pt x="29372" y="2901505"/>
                </a:lnTo>
                <a:lnTo>
                  <a:pt x="28955" y="2902458"/>
                </a:lnTo>
                <a:lnTo>
                  <a:pt x="6095" y="2974086"/>
                </a:lnTo>
                <a:lnTo>
                  <a:pt x="70865" y="2918460"/>
                </a:lnTo>
                <a:close/>
              </a:path>
              <a:path w="1231391" h="2974086">
                <a:moveTo>
                  <a:pt x="28955" y="2902458"/>
                </a:moveTo>
                <a:lnTo>
                  <a:pt x="29372" y="2901505"/>
                </a:lnTo>
                <a:lnTo>
                  <a:pt x="0" y="2889504"/>
                </a:lnTo>
                <a:lnTo>
                  <a:pt x="6095" y="2974086"/>
                </a:lnTo>
                <a:lnTo>
                  <a:pt x="28955" y="2902458"/>
                </a:lnTo>
                <a:close/>
              </a:path>
              <a:path w="1231391" h="2974086">
                <a:moveTo>
                  <a:pt x="41393" y="2906417"/>
                </a:moveTo>
                <a:lnTo>
                  <a:pt x="41147" y="2907030"/>
                </a:lnTo>
                <a:lnTo>
                  <a:pt x="70865" y="2918460"/>
                </a:lnTo>
                <a:lnTo>
                  <a:pt x="41393" y="2906417"/>
                </a:lnTo>
                <a:close/>
              </a:path>
            </a:pathLst>
          </a:custGeom>
          <a:solidFill>
            <a:srgbClr val="0000FF"/>
          </a:solidFill>
        </p:spPr>
        <p:txBody>
          <a:bodyPr wrap="square" lIns="0" tIns="0" rIns="0" bIns="0" rtlCol="0">
            <a:noAutofit/>
          </a:bodyPr>
          <a:lstStyle/>
          <a:p>
            <a:endParaRPr/>
          </a:p>
        </p:txBody>
      </p:sp>
      <p:sp>
        <p:nvSpPr>
          <p:cNvPr id="105" name="object 105"/>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7" name="object 107"/>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10" name="object 110"/>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11" name="object 111"/>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2" name="object 112"/>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3" name="object 113"/>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43795" marR="844694" algn="ctr">
              <a:lnSpc>
                <a:spcPct val="100585"/>
              </a:lnSpc>
              <a:spcBef>
                <a:spcPts val="345"/>
              </a:spcBef>
            </a:pPr>
            <a:r>
              <a:rPr sz="1800" b="1" spc="0" dirty="0">
                <a:solidFill>
                  <a:srgbClr val="0000FF"/>
                </a:solidFill>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03587" marR="704890" algn="ctr">
              <a:lnSpc>
                <a:spcPct val="100585"/>
              </a:lnSpc>
              <a:spcBef>
                <a:spcPts val="345"/>
              </a:spcBef>
            </a:pPr>
            <a:r>
              <a:rPr sz="1800" b="1" spc="0" dirty="0">
                <a:solidFill>
                  <a:srgbClr val="0000FF"/>
                </a:solidFill>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bject 115"/>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3" name="object 11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1289304" y="2921583"/>
            <a:ext cx="860298" cy="2849630"/>
          </a:xfrm>
          <a:custGeom>
            <a:avLst/>
            <a:gdLst/>
            <a:ahLst/>
            <a:cxnLst/>
            <a:rect l="l" t="t" r="r" b="b"/>
            <a:pathLst>
              <a:path w="860298" h="2897124">
                <a:moveTo>
                  <a:pt x="16001" y="12192"/>
                </a:moveTo>
                <a:lnTo>
                  <a:pt x="12191" y="0"/>
                </a:lnTo>
                <a:lnTo>
                  <a:pt x="0" y="3810"/>
                </a:lnTo>
                <a:lnTo>
                  <a:pt x="3809" y="16002"/>
                </a:lnTo>
                <a:lnTo>
                  <a:pt x="16001" y="12192"/>
                </a:lnTo>
                <a:close/>
              </a:path>
              <a:path w="860298" h="2897124">
                <a:moveTo>
                  <a:pt x="284226" y="939546"/>
                </a:moveTo>
                <a:lnTo>
                  <a:pt x="281177" y="927354"/>
                </a:lnTo>
                <a:lnTo>
                  <a:pt x="268985" y="930402"/>
                </a:lnTo>
                <a:lnTo>
                  <a:pt x="272034" y="942594"/>
                </a:lnTo>
                <a:lnTo>
                  <a:pt x="284226" y="939546"/>
                </a:lnTo>
                <a:close/>
              </a:path>
              <a:path w="860298" h="2897124">
                <a:moveTo>
                  <a:pt x="277367" y="915162"/>
                </a:moveTo>
                <a:lnTo>
                  <a:pt x="273557" y="902969"/>
                </a:lnTo>
                <a:lnTo>
                  <a:pt x="261365" y="906018"/>
                </a:lnTo>
                <a:lnTo>
                  <a:pt x="265176" y="918210"/>
                </a:lnTo>
                <a:lnTo>
                  <a:pt x="277367" y="915162"/>
                </a:lnTo>
                <a:close/>
              </a:path>
              <a:path w="860298" h="2897124">
                <a:moveTo>
                  <a:pt x="270509" y="890778"/>
                </a:moveTo>
                <a:lnTo>
                  <a:pt x="266699" y="878586"/>
                </a:lnTo>
                <a:lnTo>
                  <a:pt x="254507" y="881634"/>
                </a:lnTo>
                <a:lnTo>
                  <a:pt x="258317" y="893826"/>
                </a:lnTo>
                <a:lnTo>
                  <a:pt x="270509" y="890778"/>
                </a:lnTo>
                <a:close/>
              </a:path>
              <a:path w="860298" h="2897124">
                <a:moveTo>
                  <a:pt x="262889" y="866394"/>
                </a:moveTo>
                <a:lnTo>
                  <a:pt x="259841" y="854202"/>
                </a:lnTo>
                <a:lnTo>
                  <a:pt x="247649" y="857250"/>
                </a:lnTo>
                <a:lnTo>
                  <a:pt x="250697" y="869441"/>
                </a:lnTo>
                <a:lnTo>
                  <a:pt x="262889" y="866394"/>
                </a:lnTo>
                <a:close/>
              </a:path>
              <a:path w="860298" h="2897124">
                <a:moveTo>
                  <a:pt x="256031" y="842010"/>
                </a:moveTo>
                <a:lnTo>
                  <a:pt x="252983" y="829818"/>
                </a:lnTo>
                <a:lnTo>
                  <a:pt x="240791" y="832866"/>
                </a:lnTo>
                <a:lnTo>
                  <a:pt x="243839" y="845058"/>
                </a:lnTo>
                <a:lnTo>
                  <a:pt x="256031" y="842010"/>
                </a:lnTo>
                <a:close/>
              </a:path>
              <a:path w="860298" h="2897124">
                <a:moveTo>
                  <a:pt x="249173" y="817626"/>
                </a:moveTo>
                <a:lnTo>
                  <a:pt x="245363" y="805434"/>
                </a:lnTo>
                <a:lnTo>
                  <a:pt x="233171" y="808482"/>
                </a:lnTo>
                <a:lnTo>
                  <a:pt x="236981" y="820674"/>
                </a:lnTo>
                <a:lnTo>
                  <a:pt x="249173" y="817626"/>
                </a:lnTo>
                <a:close/>
              </a:path>
              <a:path w="860298" h="2897124">
                <a:moveTo>
                  <a:pt x="242315" y="793242"/>
                </a:moveTo>
                <a:lnTo>
                  <a:pt x="238505" y="781050"/>
                </a:lnTo>
                <a:lnTo>
                  <a:pt x="226313" y="784098"/>
                </a:lnTo>
                <a:lnTo>
                  <a:pt x="230123" y="796290"/>
                </a:lnTo>
                <a:lnTo>
                  <a:pt x="242315" y="793242"/>
                </a:lnTo>
                <a:close/>
              </a:path>
              <a:path w="860298" h="2897124">
                <a:moveTo>
                  <a:pt x="234695" y="768858"/>
                </a:moveTo>
                <a:lnTo>
                  <a:pt x="231647" y="756666"/>
                </a:lnTo>
                <a:lnTo>
                  <a:pt x="219455" y="759714"/>
                </a:lnTo>
                <a:lnTo>
                  <a:pt x="222503" y="771906"/>
                </a:lnTo>
                <a:lnTo>
                  <a:pt x="234695" y="768858"/>
                </a:lnTo>
                <a:close/>
              </a:path>
              <a:path w="860298" h="2897124">
                <a:moveTo>
                  <a:pt x="227837" y="744474"/>
                </a:moveTo>
                <a:lnTo>
                  <a:pt x="224789" y="732282"/>
                </a:lnTo>
                <a:lnTo>
                  <a:pt x="212597" y="735330"/>
                </a:lnTo>
                <a:lnTo>
                  <a:pt x="215645" y="747522"/>
                </a:lnTo>
                <a:lnTo>
                  <a:pt x="227837" y="744474"/>
                </a:lnTo>
                <a:close/>
              </a:path>
              <a:path w="860298" h="2897124">
                <a:moveTo>
                  <a:pt x="220979" y="720090"/>
                </a:moveTo>
                <a:lnTo>
                  <a:pt x="217169" y="707898"/>
                </a:lnTo>
                <a:lnTo>
                  <a:pt x="204977" y="710946"/>
                </a:lnTo>
                <a:lnTo>
                  <a:pt x="208787" y="723138"/>
                </a:lnTo>
                <a:lnTo>
                  <a:pt x="220979" y="720090"/>
                </a:lnTo>
                <a:close/>
              </a:path>
              <a:path w="860298" h="2897124">
                <a:moveTo>
                  <a:pt x="214122" y="695706"/>
                </a:moveTo>
                <a:lnTo>
                  <a:pt x="210311" y="683514"/>
                </a:lnTo>
                <a:lnTo>
                  <a:pt x="198119" y="686562"/>
                </a:lnTo>
                <a:lnTo>
                  <a:pt x="201929" y="698754"/>
                </a:lnTo>
                <a:lnTo>
                  <a:pt x="214122" y="695706"/>
                </a:lnTo>
                <a:close/>
              </a:path>
              <a:path w="860298" h="2897124">
                <a:moveTo>
                  <a:pt x="206501" y="671322"/>
                </a:moveTo>
                <a:lnTo>
                  <a:pt x="203453" y="659130"/>
                </a:lnTo>
                <a:lnTo>
                  <a:pt x="191261" y="662178"/>
                </a:lnTo>
                <a:lnTo>
                  <a:pt x="194309" y="674370"/>
                </a:lnTo>
                <a:lnTo>
                  <a:pt x="206501" y="671322"/>
                </a:lnTo>
                <a:close/>
              </a:path>
              <a:path w="860298" h="2897124">
                <a:moveTo>
                  <a:pt x="199643" y="646938"/>
                </a:moveTo>
                <a:lnTo>
                  <a:pt x="195833" y="634746"/>
                </a:lnTo>
                <a:lnTo>
                  <a:pt x="183641" y="637794"/>
                </a:lnTo>
                <a:lnTo>
                  <a:pt x="187451" y="649986"/>
                </a:lnTo>
                <a:lnTo>
                  <a:pt x="199643" y="646938"/>
                </a:lnTo>
                <a:close/>
              </a:path>
              <a:path w="860298" h="2897124">
                <a:moveTo>
                  <a:pt x="192785" y="622554"/>
                </a:moveTo>
                <a:lnTo>
                  <a:pt x="188975" y="610362"/>
                </a:lnTo>
                <a:lnTo>
                  <a:pt x="176783" y="613410"/>
                </a:lnTo>
                <a:lnTo>
                  <a:pt x="180593" y="625602"/>
                </a:lnTo>
                <a:lnTo>
                  <a:pt x="192785" y="622554"/>
                </a:lnTo>
                <a:close/>
              </a:path>
              <a:path w="860298" h="2897124">
                <a:moveTo>
                  <a:pt x="185927" y="598170"/>
                </a:moveTo>
                <a:lnTo>
                  <a:pt x="182117" y="585978"/>
                </a:lnTo>
                <a:lnTo>
                  <a:pt x="169925" y="589026"/>
                </a:lnTo>
                <a:lnTo>
                  <a:pt x="173735" y="601218"/>
                </a:lnTo>
                <a:lnTo>
                  <a:pt x="185927" y="598170"/>
                </a:lnTo>
                <a:close/>
              </a:path>
              <a:path w="860298" h="2897124">
                <a:moveTo>
                  <a:pt x="178307" y="573786"/>
                </a:moveTo>
                <a:lnTo>
                  <a:pt x="175259" y="561594"/>
                </a:lnTo>
                <a:lnTo>
                  <a:pt x="163067" y="564642"/>
                </a:lnTo>
                <a:lnTo>
                  <a:pt x="166115" y="576834"/>
                </a:lnTo>
                <a:lnTo>
                  <a:pt x="178307" y="573786"/>
                </a:lnTo>
                <a:close/>
              </a:path>
              <a:path w="860298" h="2897124">
                <a:moveTo>
                  <a:pt x="171449" y="549402"/>
                </a:moveTo>
                <a:lnTo>
                  <a:pt x="167639" y="537210"/>
                </a:lnTo>
                <a:lnTo>
                  <a:pt x="155447" y="540258"/>
                </a:lnTo>
                <a:lnTo>
                  <a:pt x="159257" y="552450"/>
                </a:lnTo>
                <a:lnTo>
                  <a:pt x="171449" y="549402"/>
                </a:lnTo>
                <a:close/>
              </a:path>
              <a:path w="860298" h="2897124">
                <a:moveTo>
                  <a:pt x="164591" y="525018"/>
                </a:moveTo>
                <a:lnTo>
                  <a:pt x="160781" y="512826"/>
                </a:lnTo>
                <a:lnTo>
                  <a:pt x="148589" y="515873"/>
                </a:lnTo>
                <a:lnTo>
                  <a:pt x="152399" y="528066"/>
                </a:lnTo>
                <a:lnTo>
                  <a:pt x="164591" y="525018"/>
                </a:lnTo>
                <a:close/>
              </a:path>
              <a:path w="860298" h="2897124">
                <a:moveTo>
                  <a:pt x="156971" y="500634"/>
                </a:moveTo>
                <a:lnTo>
                  <a:pt x="153923" y="488442"/>
                </a:lnTo>
                <a:lnTo>
                  <a:pt x="141731" y="491490"/>
                </a:lnTo>
                <a:lnTo>
                  <a:pt x="144779" y="503681"/>
                </a:lnTo>
                <a:lnTo>
                  <a:pt x="156971" y="500634"/>
                </a:lnTo>
                <a:close/>
              </a:path>
              <a:path w="860298" h="2897124">
                <a:moveTo>
                  <a:pt x="150113" y="476250"/>
                </a:moveTo>
                <a:lnTo>
                  <a:pt x="147065" y="463295"/>
                </a:lnTo>
                <a:lnTo>
                  <a:pt x="134873" y="467106"/>
                </a:lnTo>
                <a:lnTo>
                  <a:pt x="137921" y="479298"/>
                </a:lnTo>
                <a:lnTo>
                  <a:pt x="150113" y="476250"/>
                </a:lnTo>
                <a:close/>
              </a:path>
              <a:path w="860298" h="2897124">
                <a:moveTo>
                  <a:pt x="143255" y="451104"/>
                </a:moveTo>
                <a:lnTo>
                  <a:pt x="139445" y="438912"/>
                </a:lnTo>
                <a:lnTo>
                  <a:pt x="127253" y="442722"/>
                </a:lnTo>
                <a:lnTo>
                  <a:pt x="131063" y="454914"/>
                </a:lnTo>
                <a:lnTo>
                  <a:pt x="143255" y="451104"/>
                </a:lnTo>
                <a:close/>
              </a:path>
              <a:path w="860298" h="2897124">
                <a:moveTo>
                  <a:pt x="136397" y="426720"/>
                </a:moveTo>
                <a:lnTo>
                  <a:pt x="132587" y="414528"/>
                </a:lnTo>
                <a:lnTo>
                  <a:pt x="120395" y="418338"/>
                </a:lnTo>
                <a:lnTo>
                  <a:pt x="124205" y="430530"/>
                </a:lnTo>
                <a:lnTo>
                  <a:pt x="136397" y="426720"/>
                </a:lnTo>
                <a:close/>
              </a:path>
              <a:path w="860298" h="2897124">
                <a:moveTo>
                  <a:pt x="128777" y="402336"/>
                </a:moveTo>
                <a:lnTo>
                  <a:pt x="125729" y="390144"/>
                </a:lnTo>
                <a:lnTo>
                  <a:pt x="113537" y="393954"/>
                </a:lnTo>
                <a:lnTo>
                  <a:pt x="116585" y="406146"/>
                </a:lnTo>
                <a:lnTo>
                  <a:pt x="128777" y="402336"/>
                </a:lnTo>
                <a:close/>
              </a:path>
              <a:path w="860298" h="2897124">
                <a:moveTo>
                  <a:pt x="121919" y="377952"/>
                </a:moveTo>
                <a:lnTo>
                  <a:pt x="118109" y="365760"/>
                </a:lnTo>
                <a:lnTo>
                  <a:pt x="105917" y="369570"/>
                </a:lnTo>
                <a:lnTo>
                  <a:pt x="109727" y="381762"/>
                </a:lnTo>
                <a:lnTo>
                  <a:pt x="121919" y="377952"/>
                </a:lnTo>
                <a:close/>
              </a:path>
              <a:path w="860298" h="2897124">
                <a:moveTo>
                  <a:pt x="115061" y="353568"/>
                </a:moveTo>
                <a:lnTo>
                  <a:pt x="111251" y="341376"/>
                </a:lnTo>
                <a:lnTo>
                  <a:pt x="99059" y="345186"/>
                </a:lnTo>
                <a:lnTo>
                  <a:pt x="102869" y="357378"/>
                </a:lnTo>
                <a:lnTo>
                  <a:pt x="115061" y="353568"/>
                </a:lnTo>
                <a:close/>
              </a:path>
              <a:path w="860298" h="2897124">
                <a:moveTo>
                  <a:pt x="108203" y="329184"/>
                </a:moveTo>
                <a:lnTo>
                  <a:pt x="104393" y="316992"/>
                </a:lnTo>
                <a:lnTo>
                  <a:pt x="92201" y="320802"/>
                </a:lnTo>
                <a:lnTo>
                  <a:pt x="96011" y="332994"/>
                </a:lnTo>
                <a:lnTo>
                  <a:pt x="108203" y="329184"/>
                </a:lnTo>
                <a:close/>
              </a:path>
              <a:path w="860298" h="2897124">
                <a:moveTo>
                  <a:pt x="100583" y="304800"/>
                </a:moveTo>
                <a:lnTo>
                  <a:pt x="97535" y="292608"/>
                </a:lnTo>
                <a:lnTo>
                  <a:pt x="85343" y="296418"/>
                </a:lnTo>
                <a:lnTo>
                  <a:pt x="88391" y="308610"/>
                </a:lnTo>
                <a:lnTo>
                  <a:pt x="100583" y="304800"/>
                </a:lnTo>
                <a:close/>
              </a:path>
              <a:path w="860298" h="2897124">
                <a:moveTo>
                  <a:pt x="93725" y="280416"/>
                </a:moveTo>
                <a:lnTo>
                  <a:pt x="89915" y="268224"/>
                </a:lnTo>
                <a:lnTo>
                  <a:pt x="77723" y="272034"/>
                </a:lnTo>
                <a:lnTo>
                  <a:pt x="81533" y="284226"/>
                </a:lnTo>
                <a:lnTo>
                  <a:pt x="93725" y="280416"/>
                </a:lnTo>
                <a:close/>
              </a:path>
              <a:path w="860298" h="2897124">
                <a:moveTo>
                  <a:pt x="86867" y="256032"/>
                </a:moveTo>
                <a:lnTo>
                  <a:pt x="83057" y="243840"/>
                </a:lnTo>
                <a:lnTo>
                  <a:pt x="70865" y="247650"/>
                </a:lnTo>
                <a:lnTo>
                  <a:pt x="74675" y="259842"/>
                </a:lnTo>
                <a:lnTo>
                  <a:pt x="86867" y="256032"/>
                </a:lnTo>
                <a:close/>
              </a:path>
              <a:path w="860298" h="2897124">
                <a:moveTo>
                  <a:pt x="80009" y="231647"/>
                </a:moveTo>
                <a:lnTo>
                  <a:pt x="76199" y="219456"/>
                </a:lnTo>
                <a:lnTo>
                  <a:pt x="64007" y="223265"/>
                </a:lnTo>
                <a:lnTo>
                  <a:pt x="67817" y="235458"/>
                </a:lnTo>
                <a:lnTo>
                  <a:pt x="80009" y="231647"/>
                </a:lnTo>
                <a:close/>
              </a:path>
              <a:path w="860298" h="2897124">
                <a:moveTo>
                  <a:pt x="72389" y="207264"/>
                </a:moveTo>
                <a:lnTo>
                  <a:pt x="69341" y="195072"/>
                </a:lnTo>
                <a:lnTo>
                  <a:pt x="57149" y="198882"/>
                </a:lnTo>
                <a:lnTo>
                  <a:pt x="60197" y="211074"/>
                </a:lnTo>
                <a:lnTo>
                  <a:pt x="72389" y="207264"/>
                </a:lnTo>
                <a:close/>
              </a:path>
              <a:path w="860298" h="2897124">
                <a:moveTo>
                  <a:pt x="65531" y="182880"/>
                </a:moveTo>
                <a:lnTo>
                  <a:pt x="61721" y="170688"/>
                </a:lnTo>
                <a:lnTo>
                  <a:pt x="49529" y="174498"/>
                </a:lnTo>
                <a:lnTo>
                  <a:pt x="53339" y="186690"/>
                </a:lnTo>
                <a:lnTo>
                  <a:pt x="65531" y="182880"/>
                </a:lnTo>
                <a:close/>
              </a:path>
              <a:path w="860298" h="2897124">
                <a:moveTo>
                  <a:pt x="58673" y="158496"/>
                </a:moveTo>
                <a:lnTo>
                  <a:pt x="54863" y="146304"/>
                </a:lnTo>
                <a:lnTo>
                  <a:pt x="42671" y="150114"/>
                </a:lnTo>
                <a:lnTo>
                  <a:pt x="46481" y="162306"/>
                </a:lnTo>
                <a:lnTo>
                  <a:pt x="58673" y="158496"/>
                </a:lnTo>
                <a:close/>
              </a:path>
              <a:path w="860298" h="2897124">
                <a:moveTo>
                  <a:pt x="51053" y="134112"/>
                </a:moveTo>
                <a:lnTo>
                  <a:pt x="48005" y="121920"/>
                </a:lnTo>
                <a:lnTo>
                  <a:pt x="35813" y="125730"/>
                </a:lnTo>
                <a:lnTo>
                  <a:pt x="38861" y="137922"/>
                </a:lnTo>
                <a:lnTo>
                  <a:pt x="51053" y="134112"/>
                </a:lnTo>
                <a:close/>
              </a:path>
              <a:path w="860298" h="2897124">
                <a:moveTo>
                  <a:pt x="44195" y="109728"/>
                </a:moveTo>
                <a:lnTo>
                  <a:pt x="41147" y="97536"/>
                </a:lnTo>
                <a:lnTo>
                  <a:pt x="28955" y="101346"/>
                </a:lnTo>
                <a:lnTo>
                  <a:pt x="32003" y="113538"/>
                </a:lnTo>
                <a:lnTo>
                  <a:pt x="44195" y="109728"/>
                </a:lnTo>
                <a:close/>
              </a:path>
              <a:path w="860298" h="2897124">
                <a:moveTo>
                  <a:pt x="37337" y="85344"/>
                </a:moveTo>
                <a:lnTo>
                  <a:pt x="33527" y="73152"/>
                </a:lnTo>
                <a:lnTo>
                  <a:pt x="21335" y="76962"/>
                </a:lnTo>
                <a:lnTo>
                  <a:pt x="25145" y="89154"/>
                </a:lnTo>
                <a:lnTo>
                  <a:pt x="37337" y="85344"/>
                </a:lnTo>
                <a:close/>
              </a:path>
              <a:path w="860298" h="2897124">
                <a:moveTo>
                  <a:pt x="30479" y="60960"/>
                </a:moveTo>
                <a:lnTo>
                  <a:pt x="26669" y="48768"/>
                </a:lnTo>
                <a:lnTo>
                  <a:pt x="14477" y="52577"/>
                </a:lnTo>
                <a:lnTo>
                  <a:pt x="18287" y="64769"/>
                </a:lnTo>
                <a:lnTo>
                  <a:pt x="30479" y="60960"/>
                </a:lnTo>
                <a:close/>
              </a:path>
              <a:path w="860298" h="2897124">
                <a:moveTo>
                  <a:pt x="22859" y="36576"/>
                </a:moveTo>
                <a:lnTo>
                  <a:pt x="19811" y="24384"/>
                </a:lnTo>
                <a:lnTo>
                  <a:pt x="7619" y="28194"/>
                </a:lnTo>
                <a:lnTo>
                  <a:pt x="10667" y="40386"/>
                </a:lnTo>
                <a:lnTo>
                  <a:pt x="22859" y="36576"/>
                </a:lnTo>
                <a:close/>
              </a:path>
            </a:pathLst>
          </a:custGeom>
          <a:solidFill>
            <a:srgbClr val="0000FF"/>
          </a:solidFill>
        </p:spPr>
        <p:txBody>
          <a:bodyPr wrap="square" lIns="0" tIns="0" rIns="0" bIns="0" rtlCol="0">
            <a:noAutofit/>
          </a:bodyPr>
          <a:lstStyle/>
          <a:p>
            <a:endParaRPr/>
          </a:p>
        </p:txBody>
      </p:sp>
      <p:sp>
        <p:nvSpPr>
          <p:cNvPr id="78" name="object 7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9" name="object 79"/>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289304" y="2921583"/>
            <a:ext cx="860298" cy="2849630"/>
          </a:xfrm>
          <a:custGeom>
            <a:avLst/>
            <a:gdLst/>
            <a:ahLst/>
            <a:cxnLst/>
            <a:rect l="l" t="t" r="r" b="b"/>
            <a:pathLst>
              <a:path w="860298" h="2897124">
                <a:moveTo>
                  <a:pt x="566928" y="1915668"/>
                </a:moveTo>
                <a:lnTo>
                  <a:pt x="563118" y="1903476"/>
                </a:lnTo>
                <a:lnTo>
                  <a:pt x="550926" y="1906524"/>
                </a:lnTo>
                <a:lnTo>
                  <a:pt x="554736" y="1918716"/>
                </a:lnTo>
                <a:lnTo>
                  <a:pt x="566928" y="1915668"/>
                </a:lnTo>
                <a:close/>
              </a:path>
              <a:path w="860298" h="2897124">
                <a:moveTo>
                  <a:pt x="560070" y="1891283"/>
                </a:moveTo>
                <a:lnTo>
                  <a:pt x="556260" y="1879092"/>
                </a:lnTo>
                <a:lnTo>
                  <a:pt x="544068" y="1882139"/>
                </a:lnTo>
                <a:lnTo>
                  <a:pt x="547878" y="1894332"/>
                </a:lnTo>
                <a:lnTo>
                  <a:pt x="560070" y="1891283"/>
                </a:lnTo>
                <a:close/>
              </a:path>
              <a:path w="860298" h="2897124">
                <a:moveTo>
                  <a:pt x="553212" y="1866900"/>
                </a:moveTo>
                <a:lnTo>
                  <a:pt x="549402" y="1854708"/>
                </a:lnTo>
                <a:lnTo>
                  <a:pt x="537210" y="1857756"/>
                </a:lnTo>
                <a:lnTo>
                  <a:pt x="541020" y="1869948"/>
                </a:lnTo>
                <a:lnTo>
                  <a:pt x="553212" y="1866900"/>
                </a:lnTo>
                <a:close/>
              </a:path>
              <a:path w="860298" h="2897124">
                <a:moveTo>
                  <a:pt x="545592" y="1842516"/>
                </a:moveTo>
                <a:lnTo>
                  <a:pt x="542544" y="1830324"/>
                </a:lnTo>
                <a:lnTo>
                  <a:pt x="530352" y="1833372"/>
                </a:lnTo>
                <a:lnTo>
                  <a:pt x="533400" y="1845564"/>
                </a:lnTo>
                <a:lnTo>
                  <a:pt x="545592" y="1842516"/>
                </a:lnTo>
                <a:close/>
              </a:path>
              <a:path w="860298" h="2897124">
                <a:moveTo>
                  <a:pt x="538734" y="1818132"/>
                </a:moveTo>
                <a:lnTo>
                  <a:pt x="534924" y="1805939"/>
                </a:lnTo>
                <a:lnTo>
                  <a:pt x="522732" y="1808988"/>
                </a:lnTo>
                <a:lnTo>
                  <a:pt x="526542" y="1821180"/>
                </a:lnTo>
                <a:lnTo>
                  <a:pt x="538734" y="1818132"/>
                </a:lnTo>
                <a:close/>
              </a:path>
              <a:path w="860298" h="2897124">
                <a:moveTo>
                  <a:pt x="531876" y="1793748"/>
                </a:moveTo>
                <a:lnTo>
                  <a:pt x="528066" y="1780794"/>
                </a:lnTo>
                <a:lnTo>
                  <a:pt x="515873" y="1784604"/>
                </a:lnTo>
                <a:lnTo>
                  <a:pt x="519684" y="1796795"/>
                </a:lnTo>
                <a:lnTo>
                  <a:pt x="531876" y="1793748"/>
                </a:lnTo>
                <a:close/>
              </a:path>
              <a:path w="860298" h="2897124">
                <a:moveTo>
                  <a:pt x="524256" y="1768602"/>
                </a:moveTo>
                <a:lnTo>
                  <a:pt x="521208" y="1756410"/>
                </a:lnTo>
                <a:lnTo>
                  <a:pt x="509016" y="1760220"/>
                </a:lnTo>
                <a:lnTo>
                  <a:pt x="512064" y="1772412"/>
                </a:lnTo>
                <a:lnTo>
                  <a:pt x="524256" y="1768602"/>
                </a:lnTo>
                <a:close/>
              </a:path>
              <a:path w="860298" h="2897124">
                <a:moveTo>
                  <a:pt x="517398" y="1744218"/>
                </a:moveTo>
                <a:lnTo>
                  <a:pt x="514350" y="1732026"/>
                </a:lnTo>
                <a:lnTo>
                  <a:pt x="502158" y="1735836"/>
                </a:lnTo>
                <a:lnTo>
                  <a:pt x="505206" y="1748027"/>
                </a:lnTo>
                <a:lnTo>
                  <a:pt x="517398" y="1744218"/>
                </a:lnTo>
                <a:close/>
              </a:path>
              <a:path w="860298" h="2897124">
                <a:moveTo>
                  <a:pt x="510540" y="1719833"/>
                </a:moveTo>
                <a:lnTo>
                  <a:pt x="506730" y="1707642"/>
                </a:lnTo>
                <a:lnTo>
                  <a:pt x="494538" y="1711452"/>
                </a:lnTo>
                <a:lnTo>
                  <a:pt x="498348" y="1723644"/>
                </a:lnTo>
                <a:lnTo>
                  <a:pt x="510540" y="1719833"/>
                </a:lnTo>
                <a:close/>
              </a:path>
              <a:path w="860298" h="2897124">
                <a:moveTo>
                  <a:pt x="503682" y="1695450"/>
                </a:moveTo>
                <a:lnTo>
                  <a:pt x="499872" y="1683258"/>
                </a:lnTo>
                <a:lnTo>
                  <a:pt x="487680" y="1687068"/>
                </a:lnTo>
                <a:lnTo>
                  <a:pt x="491490" y="1699260"/>
                </a:lnTo>
                <a:lnTo>
                  <a:pt x="503682" y="1695450"/>
                </a:lnTo>
                <a:close/>
              </a:path>
              <a:path w="860298" h="2897124">
                <a:moveTo>
                  <a:pt x="496062" y="1671066"/>
                </a:moveTo>
                <a:lnTo>
                  <a:pt x="493014" y="1658874"/>
                </a:lnTo>
                <a:lnTo>
                  <a:pt x="480822" y="1662683"/>
                </a:lnTo>
                <a:lnTo>
                  <a:pt x="483870" y="1674876"/>
                </a:lnTo>
                <a:lnTo>
                  <a:pt x="496062" y="1671066"/>
                </a:lnTo>
                <a:close/>
              </a:path>
              <a:path w="860298" h="2897124">
                <a:moveTo>
                  <a:pt x="489204" y="1646682"/>
                </a:moveTo>
                <a:lnTo>
                  <a:pt x="485394" y="1634489"/>
                </a:lnTo>
                <a:lnTo>
                  <a:pt x="473202" y="1638300"/>
                </a:lnTo>
                <a:lnTo>
                  <a:pt x="477012" y="1650492"/>
                </a:lnTo>
                <a:lnTo>
                  <a:pt x="489204" y="1646682"/>
                </a:lnTo>
                <a:close/>
              </a:path>
              <a:path w="860298" h="2897124">
                <a:moveTo>
                  <a:pt x="482346" y="1622298"/>
                </a:moveTo>
                <a:lnTo>
                  <a:pt x="478536" y="1610106"/>
                </a:lnTo>
                <a:lnTo>
                  <a:pt x="466344" y="1613916"/>
                </a:lnTo>
                <a:lnTo>
                  <a:pt x="470154" y="1626108"/>
                </a:lnTo>
                <a:lnTo>
                  <a:pt x="482346" y="1622298"/>
                </a:lnTo>
                <a:close/>
              </a:path>
              <a:path w="860298" h="2897124">
                <a:moveTo>
                  <a:pt x="475488" y="1597914"/>
                </a:moveTo>
                <a:lnTo>
                  <a:pt x="471678" y="1585722"/>
                </a:lnTo>
                <a:lnTo>
                  <a:pt x="459486" y="1589532"/>
                </a:lnTo>
                <a:lnTo>
                  <a:pt x="463296" y="1601724"/>
                </a:lnTo>
                <a:lnTo>
                  <a:pt x="475488" y="1597914"/>
                </a:lnTo>
                <a:close/>
              </a:path>
              <a:path w="860298" h="2897124">
                <a:moveTo>
                  <a:pt x="467868" y="1573530"/>
                </a:moveTo>
                <a:lnTo>
                  <a:pt x="464820" y="1561338"/>
                </a:lnTo>
                <a:lnTo>
                  <a:pt x="452628" y="1565148"/>
                </a:lnTo>
                <a:lnTo>
                  <a:pt x="455676" y="1577340"/>
                </a:lnTo>
                <a:lnTo>
                  <a:pt x="467868" y="1573530"/>
                </a:lnTo>
                <a:close/>
              </a:path>
              <a:path w="860298" h="2897124">
                <a:moveTo>
                  <a:pt x="461010" y="1549146"/>
                </a:moveTo>
                <a:lnTo>
                  <a:pt x="457200" y="1536954"/>
                </a:lnTo>
                <a:lnTo>
                  <a:pt x="445008" y="1540764"/>
                </a:lnTo>
                <a:lnTo>
                  <a:pt x="448818" y="1552956"/>
                </a:lnTo>
                <a:lnTo>
                  <a:pt x="461010" y="1549146"/>
                </a:lnTo>
                <a:close/>
              </a:path>
              <a:path w="860298" h="2897124">
                <a:moveTo>
                  <a:pt x="454152" y="1524762"/>
                </a:moveTo>
                <a:lnTo>
                  <a:pt x="450342" y="1512570"/>
                </a:lnTo>
                <a:lnTo>
                  <a:pt x="438150" y="1516380"/>
                </a:lnTo>
                <a:lnTo>
                  <a:pt x="441960" y="1528572"/>
                </a:lnTo>
                <a:lnTo>
                  <a:pt x="454152" y="1524762"/>
                </a:lnTo>
                <a:close/>
              </a:path>
              <a:path w="860298" h="2897124">
                <a:moveTo>
                  <a:pt x="446532" y="1500378"/>
                </a:moveTo>
                <a:lnTo>
                  <a:pt x="443484" y="1488186"/>
                </a:lnTo>
                <a:lnTo>
                  <a:pt x="431292" y="1491996"/>
                </a:lnTo>
                <a:lnTo>
                  <a:pt x="434340" y="1504188"/>
                </a:lnTo>
                <a:lnTo>
                  <a:pt x="446532" y="1500378"/>
                </a:lnTo>
                <a:close/>
              </a:path>
              <a:path w="860298" h="2897124">
                <a:moveTo>
                  <a:pt x="439673" y="1475994"/>
                </a:moveTo>
                <a:lnTo>
                  <a:pt x="436626" y="1463802"/>
                </a:lnTo>
                <a:lnTo>
                  <a:pt x="424434" y="1467612"/>
                </a:lnTo>
                <a:lnTo>
                  <a:pt x="427482" y="1479804"/>
                </a:lnTo>
                <a:lnTo>
                  <a:pt x="439673" y="1475994"/>
                </a:lnTo>
                <a:close/>
              </a:path>
              <a:path w="860298" h="2897124">
                <a:moveTo>
                  <a:pt x="432816" y="1451610"/>
                </a:moveTo>
                <a:lnTo>
                  <a:pt x="429006" y="1439418"/>
                </a:lnTo>
                <a:lnTo>
                  <a:pt x="416814" y="1443228"/>
                </a:lnTo>
                <a:lnTo>
                  <a:pt x="420623" y="1455420"/>
                </a:lnTo>
                <a:lnTo>
                  <a:pt x="432816" y="1451610"/>
                </a:lnTo>
                <a:close/>
              </a:path>
              <a:path w="860298" h="2897124">
                <a:moveTo>
                  <a:pt x="425958" y="1427226"/>
                </a:moveTo>
                <a:lnTo>
                  <a:pt x="422148" y="1415034"/>
                </a:lnTo>
                <a:lnTo>
                  <a:pt x="409956" y="1418844"/>
                </a:lnTo>
                <a:lnTo>
                  <a:pt x="413766" y="1431036"/>
                </a:lnTo>
                <a:lnTo>
                  <a:pt x="425958" y="1427226"/>
                </a:lnTo>
                <a:close/>
              </a:path>
              <a:path w="860298" h="2897124">
                <a:moveTo>
                  <a:pt x="418338" y="1402842"/>
                </a:moveTo>
                <a:lnTo>
                  <a:pt x="415290" y="1390650"/>
                </a:lnTo>
                <a:lnTo>
                  <a:pt x="403098" y="1394460"/>
                </a:lnTo>
                <a:lnTo>
                  <a:pt x="406146" y="1406652"/>
                </a:lnTo>
                <a:lnTo>
                  <a:pt x="418338" y="1402842"/>
                </a:lnTo>
                <a:close/>
              </a:path>
              <a:path w="860298" h="2897124">
                <a:moveTo>
                  <a:pt x="411480" y="1378458"/>
                </a:moveTo>
                <a:lnTo>
                  <a:pt x="408431" y="1366266"/>
                </a:lnTo>
                <a:lnTo>
                  <a:pt x="395478" y="1370076"/>
                </a:lnTo>
                <a:lnTo>
                  <a:pt x="399288" y="1382268"/>
                </a:lnTo>
                <a:lnTo>
                  <a:pt x="411480" y="1378458"/>
                </a:lnTo>
                <a:close/>
              </a:path>
              <a:path w="860298" h="2897124">
                <a:moveTo>
                  <a:pt x="404622" y="1354074"/>
                </a:moveTo>
                <a:lnTo>
                  <a:pt x="400812" y="1341882"/>
                </a:lnTo>
                <a:lnTo>
                  <a:pt x="388620" y="1345692"/>
                </a:lnTo>
                <a:lnTo>
                  <a:pt x="392430" y="1357884"/>
                </a:lnTo>
                <a:lnTo>
                  <a:pt x="404622" y="1354074"/>
                </a:lnTo>
                <a:close/>
              </a:path>
              <a:path w="860298" h="2897124">
                <a:moveTo>
                  <a:pt x="397764" y="1329690"/>
                </a:moveTo>
                <a:lnTo>
                  <a:pt x="393954" y="1317498"/>
                </a:lnTo>
                <a:lnTo>
                  <a:pt x="381762" y="1321308"/>
                </a:lnTo>
                <a:lnTo>
                  <a:pt x="385572" y="1333500"/>
                </a:lnTo>
                <a:lnTo>
                  <a:pt x="397764" y="1329690"/>
                </a:lnTo>
                <a:close/>
              </a:path>
              <a:path w="860298" h="2897124">
                <a:moveTo>
                  <a:pt x="390144" y="1305306"/>
                </a:moveTo>
                <a:lnTo>
                  <a:pt x="387096" y="1293114"/>
                </a:lnTo>
                <a:lnTo>
                  <a:pt x="374904" y="1296924"/>
                </a:lnTo>
                <a:lnTo>
                  <a:pt x="377952" y="1309116"/>
                </a:lnTo>
                <a:lnTo>
                  <a:pt x="390144" y="1305306"/>
                </a:lnTo>
                <a:close/>
              </a:path>
              <a:path w="860298" h="2897124">
                <a:moveTo>
                  <a:pt x="383286" y="1280922"/>
                </a:moveTo>
                <a:lnTo>
                  <a:pt x="379476" y="1268730"/>
                </a:lnTo>
                <a:lnTo>
                  <a:pt x="367284" y="1272540"/>
                </a:lnTo>
                <a:lnTo>
                  <a:pt x="371094" y="1284732"/>
                </a:lnTo>
                <a:lnTo>
                  <a:pt x="383286" y="1280922"/>
                </a:lnTo>
                <a:close/>
              </a:path>
              <a:path w="860298" h="2897124">
                <a:moveTo>
                  <a:pt x="376428" y="1256538"/>
                </a:moveTo>
                <a:lnTo>
                  <a:pt x="372618" y="1244346"/>
                </a:lnTo>
                <a:lnTo>
                  <a:pt x="360426" y="1248156"/>
                </a:lnTo>
                <a:lnTo>
                  <a:pt x="364236" y="1260348"/>
                </a:lnTo>
                <a:lnTo>
                  <a:pt x="376428" y="1256538"/>
                </a:lnTo>
                <a:close/>
              </a:path>
              <a:path w="860298" h="2897124">
                <a:moveTo>
                  <a:pt x="369570" y="1232154"/>
                </a:moveTo>
                <a:lnTo>
                  <a:pt x="365760" y="1219962"/>
                </a:lnTo>
                <a:lnTo>
                  <a:pt x="353568" y="1223772"/>
                </a:lnTo>
                <a:lnTo>
                  <a:pt x="357378" y="1235964"/>
                </a:lnTo>
                <a:lnTo>
                  <a:pt x="369570" y="1232154"/>
                </a:lnTo>
                <a:close/>
              </a:path>
              <a:path w="860298" h="2897124">
                <a:moveTo>
                  <a:pt x="361950" y="1207770"/>
                </a:moveTo>
                <a:lnTo>
                  <a:pt x="358902" y="1195578"/>
                </a:lnTo>
                <a:lnTo>
                  <a:pt x="346710" y="1199388"/>
                </a:lnTo>
                <a:lnTo>
                  <a:pt x="349758" y="1211580"/>
                </a:lnTo>
                <a:lnTo>
                  <a:pt x="361950" y="1207770"/>
                </a:lnTo>
                <a:close/>
              </a:path>
              <a:path w="860298" h="2897124">
                <a:moveTo>
                  <a:pt x="355092" y="1183386"/>
                </a:moveTo>
                <a:lnTo>
                  <a:pt x="351282" y="1171194"/>
                </a:lnTo>
                <a:lnTo>
                  <a:pt x="339090" y="1175004"/>
                </a:lnTo>
                <a:lnTo>
                  <a:pt x="342900" y="1187196"/>
                </a:lnTo>
                <a:lnTo>
                  <a:pt x="355092" y="1183386"/>
                </a:lnTo>
                <a:close/>
              </a:path>
              <a:path w="860298" h="2897124">
                <a:moveTo>
                  <a:pt x="348234" y="1159002"/>
                </a:moveTo>
                <a:lnTo>
                  <a:pt x="344424" y="1146810"/>
                </a:lnTo>
                <a:lnTo>
                  <a:pt x="332232" y="1150620"/>
                </a:lnTo>
                <a:lnTo>
                  <a:pt x="336042" y="1162812"/>
                </a:lnTo>
                <a:lnTo>
                  <a:pt x="348234" y="1159002"/>
                </a:lnTo>
                <a:close/>
              </a:path>
              <a:path w="860298" h="2897124">
                <a:moveTo>
                  <a:pt x="340614" y="1134618"/>
                </a:moveTo>
                <a:lnTo>
                  <a:pt x="337566" y="1122426"/>
                </a:lnTo>
                <a:lnTo>
                  <a:pt x="325374" y="1126236"/>
                </a:lnTo>
                <a:lnTo>
                  <a:pt x="328422" y="1138428"/>
                </a:lnTo>
                <a:lnTo>
                  <a:pt x="340614" y="1134618"/>
                </a:lnTo>
                <a:close/>
              </a:path>
              <a:path w="860298" h="2897124">
                <a:moveTo>
                  <a:pt x="333756" y="1110234"/>
                </a:moveTo>
                <a:lnTo>
                  <a:pt x="330707" y="1098042"/>
                </a:lnTo>
                <a:lnTo>
                  <a:pt x="318516" y="1101852"/>
                </a:lnTo>
                <a:lnTo>
                  <a:pt x="321564" y="1114044"/>
                </a:lnTo>
                <a:lnTo>
                  <a:pt x="333756" y="1110234"/>
                </a:lnTo>
                <a:close/>
              </a:path>
              <a:path w="860298" h="2897124">
                <a:moveTo>
                  <a:pt x="326898" y="1085850"/>
                </a:moveTo>
                <a:lnTo>
                  <a:pt x="323088" y="1073658"/>
                </a:lnTo>
                <a:lnTo>
                  <a:pt x="310895" y="1077468"/>
                </a:lnTo>
                <a:lnTo>
                  <a:pt x="314705" y="1089660"/>
                </a:lnTo>
                <a:lnTo>
                  <a:pt x="326898" y="1085850"/>
                </a:lnTo>
                <a:close/>
              </a:path>
              <a:path w="860298" h="2897124">
                <a:moveTo>
                  <a:pt x="320039" y="1061466"/>
                </a:moveTo>
                <a:lnTo>
                  <a:pt x="316230" y="1049274"/>
                </a:lnTo>
                <a:lnTo>
                  <a:pt x="304038" y="1053084"/>
                </a:lnTo>
                <a:lnTo>
                  <a:pt x="307848" y="1065276"/>
                </a:lnTo>
                <a:lnTo>
                  <a:pt x="320039" y="1061466"/>
                </a:lnTo>
                <a:close/>
              </a:path>
              <a:path w="860298" h="2897124">
                <a:moveTo>
                  <a:pt x="312420" y="1037082"/>
                </a:moveTo>
                <a:lnTo>
                  <a:pt x="309371" y="1024890"/>
                </a:lnTo>
                <a:lnTo>
                  <a:pt x="297180" y="1028700"/>
                </a:lnTo>
                <a:lnTo>
                  <a:pt x="300227" y="1040891"/>
                </a:lnTo>
                <a:lnTo>
                  <a:pt x="312420" y="1037082"/>
                </a:lnTo>
                <a:close/>
              </a:path>
              <a:path w="860298" h="2897124">
                <a:moveTo>
                  <a:pt x="305562" y="1012697"/>
                </a:moveTo>
                <a:lnTo>
                  <a:pt x="301752" y="1000506"/>
                </a:lnTo>
                <a:lnTo>
                  <a:pt x="289559" y="1004316"/>
                </a:lnTo>
                <a:lnTo>
                  <a:pt x="293370" y="1016508"/>
                </a:lnTo>
                <a:lnTo>
                  <a:pt x="305562" y="1012697"/>
                </a:lnTo>
                <a:close/>
              </a:path>
              <a:path w="860298" h="2897124">
                <a:moveTo>
                  <a:pt x="298703" y="988313"/>
                </a:moveTo>
                <a:lnTo>
                  <a:pt x="294894" y="976122"/>
                </a:lnTo>
                <a:lnTo>
                  <a:pt x="282702" y="979932"/>
                </a:lnTo>
                <a:lnTo>
                  <a:pt x="286512" y="992124"/>
                </a:lnTo>
                <a:lnTo>
                  <a:pt x="298703" y="988313"/>
                </a:lnTo>
                <a:close/>
              </a:path>
              <a:path w="860298" h="2897124">
                <a:moveTo>
                  <a:pt x="291845" y="963930"/>
                </a:moveTo>
                <a:lnTo>
                  <a:pt x="288035" y="951738"/>
                </a:lnTo>
                <a:lnTo>
                  <a:pt x="275844" y="955547"/>
                </a:lnTo>
                <a:lnTo>
                  <a:pt x="279653" y="967740"/>
                </a:lnTo>
                <a:lnTo>
                  <a:pt x="291845" y="963930"/>
                </a:lnTo>
                <a:close/>
              </a:path>
            </a:pathLst>
          </a:custGeom>
          <a:solidFill>
            <a:srgbClr val="0000FF"/>
          </a:solidFill>
        </p:spPr>
        <p:txBody>
          <a:bodyPr wrap="square" lIns="0" tIns="0" rIns="0" bIns="0" rtlCol="0">
            <a:noAutofit/>
          </a:bodyPr>
          <a:lstStyle/>
          <a:p>
            <a:endParaRPr/>
          </a:p>
        </p:txBody>
      </p:sp>
      <p:sp>
        <p:nvSpPr>
          <p:cNvPr id="91" name="object 9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2" name="object 92"/>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4" name="object 94"/>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6" name="object 9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9" name="object 9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1289304" y="2921583"/>
            <a:ext cx="860298" cy="2849630"/>
          </a:xfrm>
          <a:custGeom>
            <a:avLst/>
            <a:gdLst/>
            <a:ahLst/>
            <a:cxnLst/>
            <a:rect l="l" t="t" r="r" b="b"/>
            <a:pathLst>
              <a:path w="860298" h="2897124">
                <a:moveTo>
                  <a:pt x="828294" y="2817876"/>
                </a:moveTo>
                <a:lnTo>
                  <a:pt x="824484" y="2805684"/>
                </a:lnTo>
                <a:lnTo>
                  <a:pt x="812292" y="2809494"/>
                </a:lnTo>
                <a:lnTo>
                  <a:pt x="816102" y="2821686"/>
                </a:lnTo>
                <a:lnTo>
                  <a:pt x="828294" y="2817876"/>
                </a:lnTo>
                <a:close/>
              </a:path>
              <a:path w="860298" h="2897124">
                <a:moveTo>
                  <a:pt x="821436" y="2793492"/>
                </a:moveTo>
                <a:lnTo>
                  <a:pt x="817626" y="2781300"/>
                </a:lnTo>
                <a:lnTo>
                  <a:pt x="805434" y="2785110"/>
                </a:lnTo>
                <a:lnTo>
                  <a:pt x="809244" y="2797302"/>
                </a:lnTo>
                <a:lnTo>
                  <a:pt x="821436" y="2793492"/>
                </a:lnTo>
                <a:close/>
              </a:path>
              <a:path w="860298" h="2897124">
                <a:moveTo>
                  <a:pt x="813816" y="2769108"/>
                </a:moveTo>
                <a:lnTo>
                  <a:pt x="810768" y="2756916"/>
                </a:lnTo>
                <a:lnTo>
                  <a:pt x="798576" y="2760726"/>
                </a:lnTo>
                <a:lnTo>
                  <a:pt x="801624" y="2772918"/>
                </a:lnTo>
                <a:lnTo>
                  <a:pt x="813816" y="2769108"/>
                </a:lnTo>
                <a:close/>
              </a:path>
              <a:path w="860298" h="2897124">
                <a:moveTo>
                  <a:pt x="806958" y="2744724"/>
                </a:moveTo>
                <a:lnTo>
                  <a:pt x="803910" y="2732532"/>
                </a:lnTo>
                <a:lnTo>
                  <a:pt x="791718" y="2736342"/>
                </a:lnTo>
                <a:lnTo>
                  <a:pt x="794766" y="2748534"/>
                </a:lnTo>
                <a:lnTo>
                  <a:pt x="806958" y="2744724"/>
                </a:lnTo>
                <a:close/>
              </a:path>
              <a:path w="860298" h="2897124">
                <a:moveTo>
                  <a:pt x="800100" y="2720340"/>
                </a:moveTo>
                <a:lnTo>
                  <a:pt x="796290" y="2708148"/>
                </a:lnTo>
                <a:lnTo>
                  <a:pt x="784098" y="2711958"/>
                </a:lnTo>
                <a:lnTo>
                  <a:pt x="787908" y="2724150"/>
                </a:lnTo>
                <a:lnTo>
                  <a:pt x="800100" y="2720340"/>
                </a:lnTo>
                <a:close/>
              </a:path>
              <a:path w="860298" h="2897124">
                <a:moveTo>
                  <a:pt x="793242" y="2695956"/>
                </a:moveTo>
                <a:lnTo>
                  <a:pt x="789432" y="2683764"/>
                </a:lnTo>
                <a:lnTo>
                  <a:pt x="777240" y="2687574"/>
                </a:lnTo>
                <a:lnTo>
                  <a:pt x="781050" y="2699766"/>
                </a:lnTo>
                <a:lnTo>
                  <a:pt x="793242" y="2695956"/>
                </a:lnTo>
                <a:close/>
              </a:path>
              <a:path w="860298" h="2897124">
                <a:moveTo>
                  <a:pt x="785622" y="2671572"/>
                </a:moveTo>
                <a:lnTo>
                  <a:pt x="782574" y="2659380"/>
                </a:lnTo>
                <a:lnTo>
                  <a:pt x="770382" y="2663190"/>
                </a:lnTo>
                <a:lnTo>
                  <a:pt x="773430" y="2675382"/>
                </a:lnTo>
                <a:lnTo>
                  <a:pt x="785622" y="2671572"/>
                </a:lnTo>
                <a:close/>
              </a:path>
              <a:path w="860298" h="2897124">
                <a:moveTo>
                  <a:pt x="778764" y="2647188"/>
                </a:moveTo>
                <a:lnTo>
                  <a:pt x="774954" y="2634996"/>
                </a:lnTo>
                <a:lnTo>
                  <a:pt x="762762" y="2638806"/>
                </a:lnTo>
                <a:lnTo>
                  <a:pt x="766572" y="2650998"/>
                </a:lnTo>
                <a:lnTo>
                  <a:pt x="778764" y="2647188"/>
                </a:lnTo>
                <a:close/>
              </a:path>
              <a:path w="860298" h="2897124">
                <a:moveTo>
                  <a:pt x="771906" y="2622804"/>
                </a:moveTo>
                <a:lnTo>
                  <a:pt x="768096" y="2610612"/>
                </a:lnTo>
                <a:lnTo>
                  <a:pt x="755904" y="2614422"/>
                </a:lnTo>
                <a:lnTo>
                  <a:pt x="759714" y="2626614"/>
                </a:lnTo>
                <a:lnTo>
                  <a:pt x="771906" y="2622804"/>
                </a:lnTo>
                <a:close/>
              </a:path>
              <a:path w="860298" h="2897124">
                <a:moveTo>
                  <a:pt x="765048" y="2598420"/>
                </a:moveTo>
                <a:lnTo>
                  <a:pt x="761238" y="2586228"/>
                </a:lnTo>
                <a:lnTo>
                  <a:pt x="749046" y="2590038"/>
                </a:lnTo>
                <a:lnTo>
                  <a:pt x="752856" y="2602230"/>
                </a:lnTo>
                <a:lnTo>
                  <a:pt x="765048" y="2598420"/>
                </a:lnTo>
                <a:close/>
              </a:path>
              <a:path w="860298" h="2897124">
                <a:moveTo>
                  <a:pt x="757428" y="2574036"/>
                </a:moveTo>
                <a:lnTo>
                  <a:pt x="754380" y="2561844"/>
                </a:lnTo>
                <a:lnTo>
                  <a:pt x="742188" y="2565654"/>
                </a:lnTo>
                <a:lnTo>
                  <a:pt x="745236" y="2577846"/>
                </a:lnTo>
                <a:lnTo>
                  <a:pt x="757428" y="2574036"/>
                </a:lnTo>
                <a:close/>
              </a:path>
              <a:path w="860298" h="2897124">
                <a:moveTo>
                  <a:pt x="750570" y="2549652"/>
                </a:moveTo>
                <a:lnTo>
                  <a:pt x="746760" y="2537460"/>
                </a:lnTo>
                <a:lnTo>
                  <a:pt x="734568" y="2541270"/>
                </a:lnTo>
                <a:lnTo>
                  <a:pt x="738378" y="2553462"/>
                </a:lnTo>
                <a:lnTo>
                  <a:pt x="750570" y="2549652"/>
                </a:lnTo>
                <a:close/>
              </a:path>
              <a:path w="860298" h="2897124">
                <a:moveTo>
                  <a:pt x="743712" y="2525268"/>
                </a:moveTo>
                <a:lnTo>
                  <a:pt x="739902" y="2513076"/>
                </a:lnTo>
                <a:lnTo>
                  <a:pt x="727710" y="2516886"/>
                </a:lnTo>
                <a:lnTo>
                  <a:pt x="731520" y="2529078"/>
                </a:lnTo>
                <a:lnTo>
                  <a:pt x="743712" y="2525268"/>
                </a:lnTo>
                <a:close/>
              </a:path>
              <a:path w="860298" h="2897124">
                <a:moveTo>
                  <a:pt x="736854" y="2500884"/>
                </a:moveTo>
                <a:lnTo>
                  <a:pt x="733044" y="2488692"/>
                </a:lnTo>
                <a:lnTo>
                  <a:pt x="720852" y="2492502"/>
                </a:lnTo>
                <a:lnTo>
                  <a:pt x="723900" y="2504694"/>
                </a:lnTo>
                <a:lnTo>
                  <a:pt x="736854" y="2500884"/>
                </a:lnTo>
                <a:close/>
              </a:path>
              <a:path w="860298" h="2897124">
                <a:moveTo>
                  <a:pt x="729234" y="2476500"/>
                </a:moveTo>
                <a:lnTo>
                  <a:pt x="726186" y="2464308"/>
                </a:lnTo>
                <a:lnTo>
                  <a:pt x="713994" y="2468118"/>
                </a:lnTo>
                <a:lnTo>
                  <a:pt x="717042" y="2480310"/>
                </a:lnTo>
                <a:lnTo>
                  <a:pt x="729234" y="2476500"/>
                </a:lnTo>
                <a:close/>
              </a:path>
              <a:path w="860298" h="2897124">
                <a:moveTo>
                  <a:pt x="722376" y="2452116"/>
                </a:moveTo>
                <a:lnTo>
                  <a:pt x="718566" y="2439924"/>
                </a:lnTo>
                <a:lnTo>
                  <a:pt x="706374" y="2443734"/>
                </a:lnTo>
                <a:lnTo>
                  <a:pt x="710184" y="2455926"/>
                </a:lnTo>
                <a:lnTo>
                  <a:pt x="722376" y="2452116"/>
                </a:lnTo>
                <a:close/>
              </a:path>
              <a:path w="860298" h="2897124">
                <a:moveTo>
                  <a:pt x="715518" y="2427732"/>
                </a:moveTo>
                <a:lnTo>
                  <a:pt x="711708" y="2415540"/>
                </a:lnTo>
                <a:lnTo>
                  <a:pt x="699516" y="2419350"/>
                </a:lnTo>
                <a:lnTo>
                  <a:pt x="703326" y="2431542"/>
                </a:lnTo>
                <a:lnTo>
                  <a:pt x="715518" y="2427732"/>
                </a:lnTo>
                <a:close/>
              </a:path>
              <a:path w="860298" h="2897124">
                <a:moveTo>
                  <a:pt x="707898" y="2403348"/>
                </a:moveTo>
                <a:lnTo>
                  <a:pt x="704850" y="2391156"/>
                </a:lnTo>
                <a:lnTo>
                  <a:pt x="692658" y="2394966"/>
                </a:lnTo>
                <a:lnTo>
                  <a:pt x="695706" y="2407158"/>
                </a:lnTo>
                <a:lnTo>
                  <a:pt x="707898" y="2403348"/>
                </a:lnTo>
                <a:close/>
              </a:path>
              <a:path w="860298" h="2897124">
                <a:moveTo>
                  <a:pt x="701040" y="2378964"/>
                </a:moveTo>
                <a:lnTo>
                  <a:pt x="697992" y="2366772"/>
                </a:lnTo>
                <a:lnTo>
                  <a:pt x="685800" y="2370582"/>
                </a:lnTo>
                <a:lnTo>
                  <a:pt x="688848" y="2382774"/>
                </a:lnTo>
                <a:lnTo>
                  <a:pt x="701040" y="2378964"/>
                </a:lnTo>
                <a:close/>
              </a:path>
              <a:path w="860298" h="2897124">
                <a:moveTo>
                  <a:pt x="694182" y="2354580"/>
                </a:moveTo>
                <a:lnTo>
                  <a:pt x="690372" y="2342388"/>
                </a:lnTo>
                <a:lnTo>
                  <a:pt x="678180" y="2346198"/>
                </a:lnTo>
                <a:lnTo>
                  <a:pt x="681990" y="2358390"/>
                </a:lnTo>
                <a:lnTo>
                  <a:pt x="694182" y="2354580"/>
                </a:lnTo>
                <a:close/>
              </a:path>
              <a:path w="860298" h="2897124">
                <a:moveTo>
                  <a:pt x="687324" y="2330196"/>
                </a:moveTo>
                <a:lnTo>
                  <a:pt x="683514" y="2318004"/>
                </a:lnTo>
                <a:lnTo>
                  <a:pt x="671322" y="2321814"/>
                </a:lnTo>
                <a:lnTo>
                  <a:pt x="675132" y="2334006"/>
                </a:lnTo>
                <a:lnTo>
                  <a:pt x="687324" y="2330196"/>
                </a:lnTo>
                <a:close/>
              </a:path>
              <a:path w="860298" h="2897124">
                <a:moveTo>
                  <a:pt x="679704" y="2305812"/>
                </a:moveTo>
                <a:lnTo>
                  <a:pt x="676656" y="2293620"/>
                </a:lnTo>
                <a:lnTo>
                  <a:pt x="664464" y="2297430"/>
                </a:lnTo>
                <a:lnTo>
                  <a:pt x="667512" y="2309622"/>
                </a:lnTo>
                <a:lnTo>
                  <a:pt x="679704" y="2305812"/>
                </a:lnTo>
                <a:close/>
              </a:path>
              <a:path w="860298" h="2897124">
                <a:moveTo>
                  <a:pt x="672846" y="2281428"/>
                </a:moveTo>
                <a:lnTo>
                  <a:pt x="669036" y="2269236"/>
                </a:lnTo>
                <a:lnTo>
                  <a:pt x="656844" y="2273046"/>
                </a:lnTo>
                <a:lnTo>
                  <a:pt x="660654" y="2285238"/>
                </a:lnTo>
                <a:lnTo>
                  <a:pt x="672846" y="2281428"/>
                </a:lnTo>
                <a:close/>
              </a:path>
              <a:path w="860298" h="2897124">
                <a:moveTo>
                  <a:pt x="665988" y="2257044"/>
                </a:moveTo>
                <a:lnTo>
                  <a:pt x="662178" y="2244852"/>
                </a:lnTo>
                <a:lnTo>
                  <a:pt x="649986" y="2247900"/>
                </a:lnTo>
                <a:lnTo>
                  <a:pt x="653796" y="2260854"/>
                </a:lnTo>
                <a:lnTo>
                  <a:pt x="665988" y="2257044"/>
                </a:lnTo>
                <a:close/>
              </a:path>
              <a:path w="860298" h="2897124">
                <a:moveTo>
                  <a:pt x="659130" y="2232660"/>
                </a:moveTo>
                <a:lnTo>
                  <a:pt x="655320" y="2220468"/>
                </a:lnTo>
                <a:lnTo>
                  <a:pt x="643128" y="2223516"/>
                </a:lnTo>
                <a:lnTo>
                  <a:pt x="646938" y="2235708"/>
                </a:lnTo>
                <a:lnTo>
                  <a:pt x="659130" y="2232660"/>
                </a:lnTo>
                <a:close/>
              </a:path>
              <a:path w="860298" h="2897124">
                <a:moveTo>
                  <a:pt x="651510" y="2208276"/>
                </a:moveTo>
                <a:lnTo>
                  <a:pt x="648462" y="2196084"/>
                </a:lnTo>
                <a:lnTo>
                  <a:pt x="636270" y="2199132"/>
                </a:lnTo>
                <a:lnTo>
                  <a:pt x="639318" y="2211324"/>
                </a:lnTo>
                <a:lnTo>
                  <a:pt x="651510" y="2208276"/>
                </a:lnTo>
                <a:close/>
              </a:path>
              <a:path w="860298" h="2897124">
                <a:moveTo>
                  <a:pt x="644652" y="2183892"/>
                </a:moveTo>
                <a:lnTo>
                  <a:pt x="640842" y="2171700"/>
                </a:lnTo>
                <a:lnTo>
                  <a:pt x="628650" y="2174748"/>
                </a:lnTo>
                <a:lnTo>
                  <a:pt x="632460" y="2186940"/>
                </a:lnTo>
                <a:lnTo>
                  <a:pt x="644652" y="2183892"/>
                </a:lnTo>
                <a:close/>
              </a:path>
              <a:path w="860298" h="2897124">
                <a:moveTo>
                  <a:pt x="637794" y="2159508"/>
                </a:moveTo>
                <a:lnTo>
                  <a:pt x="633984" y="2147316"/>
                </a:lnTo>
                <a:lnTo>
                  <a:pt x="621792" y="2150364"/>
                </a:lnTo>
                <a:lnTo>
                  <a:pt x="625602" y="2162556"/>
                </a:lnTo>
                <a:lnTo>
                  <a:pt x="637794" y="2159508"/>
                </a:lnTo>
                <a:close/>
              </a:path>
              <a:path w="860298" h="2897124">
                <a:moveTo>
                  <a:pt x="630174" y="2135124"/>
                </a:moveTo>
                <a:lnTo>
                  <a:pt x="627126" y="2122932"/>
                </a:lnTo>
                <a:lnTo>
                  <a:pt x="614934" y="2125980"/>
                </a:lnTo>
                <a:lnTo>
                  <a:pt x="617982" y="2138172"/>
                </a:lnTo>
                <a:lnTo>
                  <a:pt x="630174" y="2135124"/>
                </a:lnTo>
                <a:close/>
              </a:path>
              <a:path w="860298" h="2897124">
                <a:moveTo>
                  <a:pt x="623316" y="2110740"/>
                </a:moveTo>
                <a:lnTo>
                  <a:pt x="620268" y="2098548"/>
                </a:lnTo>
                <a:lnTo>
                  <a:pt x="608076" y="2101596"/>
                </a:lnTo>
                <a:lnTo>
                  <a:pt x="611124" y="2113788"/>
                </a:lnTo>
                <a:lnTo>
                  <a:pt x="623316" y="2110740"/>
                </a:lnTo>
                <a:close/>
              </a:path>
              <a:path w="860298" h="2897124">
                <a:moveTo>
                  <a:pt x="616458" y="2086356"/>
                </a:moveTo>
                <a:lnTo>
                  <a:pt x="612648" y="2074164"/>
                </a:lnTo>
                <a:lnTo>
                  <a:pt x="600456" y="2077212"/>
                </a:lnTo>
                <a:lnTo>
                  <a:pt x="604266" y="2089404"/>
                </a:lnTo>
                <a:lnTo>
                  <a:pt x="616458" y="2086356"/>
                </a:lnTo>
                <a:close/>
              </a:path>
              <a:path w="860298" h="2897124">
                <a:moveTo>
                  <a:pt x="609600" y="2061972"/>
                </a:moveTo>
                <a:lnTo>
                  <a:pt x="605790" y="2049780"/>
                </a:lnTo>
                <a:lnTo>
                  <a:pt x="593598" y="2052827"/>
                </a:lnTo>
                <a:lnTo>
                  <a:pt x="597408" y="2065020"/>
                </a:lnTo>
                <a:lnTo>
                  <a:pt x="609600" y="2061972"/>
                </a:lnTo>
                <a:close/>
              </a:path>
              <a:path w="860298" h="2897124">
                <a:moveTo>
                  <a:pt x="601980" y="2037588"/>
                </a:moveTo>
                <a:lnTo>
                  <a:pt x="598932" y="2025395"/>
                </a:lnTo>
                <a:lnTo>
                  <a:pt x="586740" y="2028444"/>
                </a:lnTo>
                <a:lnTo>
                  <a:pt x="589788" y="2040636"/>
                </a:lnTo>
                <a:lnTo>
                  <a:pt x="601980" y="2037588"/>
                </a:lnTo>
                <a:close/>
              </a:path>
              <a:path w="860298" h="2897124">
                <a:moveTo>
                  <a:pt x="595122" y="2013204"/>
                </a:moveTo>
                <a:lnTo>
                  <a:pt x="591312" y="2001012"/>
                </a:lnTo>
                <a:lnTo>
                  <a:pt x="579120" y="2004060"/>
                </a:lnTo>
                <a:lnTo>
                  <a:pt x="582930" y="2016252"/>
                </a:lnTo>
                <a:lnTo>
                  <a:pt x="595122" y="2013204"/>
                </a:lnTo>
                <a:close/>
              </a:path>
              <a:path w="860298" h="2897124">
                <a:moveTo>
                  <a:pt x="588264" y="1988820"/>
                </a:moveTo>
                <a:lnTo>
                  <a:pt x="584454" y="1976627"/>
                </a:lnTo>
                <a:lnTo>
                  <a:pt x="572262" y="1979676"/>
                </a:lnTo>
                <a:lnTo>
                  <a:pt x="576072" y="1991868"/>
                </a:lnTo>
                <a:lnTo>
                  <a:pt x="588264" y="1988820"/>
                </a:lnTo>
                <a:close/>
              </a:path>
              <a:path w="860298" h="2897124">
                <a:moveTo>
                  <a:pt x="581406" y="1964436"/>
                </a:moveTo>
                <a:lnTo>
                  <a:pt x="577596" y="1952244"/>
                </a:lnTo>
                <a:lnTo>
                  <a:pt x="565404" y="1955292"/>
                </a:lnTo>
                <a:lnTo>
                  <a:pt x="569214" y="1967483"/>
                </a:lnTo>
                <a:lnTo>
                  <a:pt x="581406" y="1964436"/>
                </a:lnTo>
                <a:close/>
              </a:path>
              <a:path w="860298" h="2897124">
                <a:moveTo>
                  <a:pt x="573786" y="1940052"/>
                </a:moveTo>
                <a:lnTo>
                  <a:pt x="570738" y="1927860"/>
                </a:lnTo>
                <a:lnTo>
                  <a:pt x="558546" y="1930908"/>
                </a:lnTo>
                <a:lnTo>
                  <a:pt x="561594" y="1943100"/>
                </a:lnTo>
                <a:lnTo>
                  <a:pt x="573786" y="1940052"/>
                </a:lnTo>
                <a:close/>
              </a:path>
              <a:path w="860298" h="2897124">
                <a:moveTo>
                  <a:pt x="860298" y="2814066"/>
                </a:moveTo>
                <a:lnTo>
                  <a:pt x="803401" y="2830068"/>
                </a:lnTo>
                <a:lnTo>
                  <a:pt x="857215" y="2830068"/>
                </a:lnTo>
              </a:path>
              <a:path w="860298" h="2897124">
                <a:moveTo>
                  <a:pt x="803401" y="2830068"/>
                </a:moveTo>
                <a:lnTo>
                  <a:pt x="789855" y="2833878"/>
                </a:lnTo>
                <a:lnTo>
                  <a:pt x="787146" y="2834640"/>
                </a:lnTo>
                <a:lnTo>
                  <a:pt x="832866" y="2834640"/>
                </a:lnTo>
                <a:lnTo>
                  <a:pt x="819912" y="2833878"/>
                </a:lnTo>
                <a:lnTo>
                  <a:pt x="832104" y="2830068"/>
                </a:lnTo>
              </a:path>
              <a:path w="860298" h="2897124">
                <a:moveTo>
                  <a:pt x="832104" y="2830068"/>
                </a:moveTo>
                <a:lnTo>
                  <a:pt x="832866" y="2834640"/>
                </a:lnTo>
                <a:lnTo>
                  <a:pt x="856334" y="2834640"/>
                </a:lnTo>
                <a:lnTo>
                  <a:pt x="857215" y="2830068"/>
                </a:lnTo>
              </a:path>
              <a:path w="860298" h="2897124">
                <a:moveTo>
                  <a:pt x="787146" y="2834640"/>
                </a:moveTo>
                <a:lnTo>
                  <a:pt x="820674" y="2838450"/>
                </a:lnTo>
                <a:lnTo>
                  <a:pt x="844296" y="2897124"/>
                </a:lnTo>
                <a:lnTo>
                  <a:pt x="855600" y="2838450"/>
                </a:lnTo>
                <a:lnTo>
                  <a:pt x="856334" y="2834640"/>
                </a:lnTo>
              </a:path>
              <a:path w="860298" h="2897124">
                <a:moveTo>
                  <a:pt x="820674" y="2838450"/>
                </a:moveTo>
                <a:lnTo>
                  <a:pt x="787146" y="2834640"/>
                </a:lnTo>
                <a:lnTo>
                  <a:pt x="844296" y="2897124"/>
                </a:lnTo>
                <a:lnTo>
                  <a:pt x="820674" y="2838450"/>
                </a:lnTo>
                <a:close/>
              </a:path>
              <a:path w="860298" h="2897124">
                <a:moveTo>
                  <a:pt x="832104" y="2830068"/>
                </a:moveTo>
                <a:lnTo>
                  <a:pt x="819912" y="2833878"/>
                </a:lnTo>
                <a:lnTo>
                  <a:pt x="832866" y="2834640"/>
                </a:lnTo>
                <a:lnTo>
                  <a:pt x="832104" y="2830068"/>
                </a:lnTo>
                <a:close/>
              </a:path>
            </a:pathLst>
          </a:custGeom>
          <a:solidFill>
            <a:srgbClr val="0000FF"/>
          </a:solidFill>
        </p:spPr>
        <p:txBody>
          <a:bodyPr wrap="square" lIns="0" tIns="0" rIns="0" bIns="0" rtlCol="0">
            <a:noAutofit/>
          </a:bodyPr>
          <a:lstStyle/>
          <a:p>
            <a:endParaRPr/>
          </a:p>
        </p:txBody>
      </p:sp>
      <p:sp>
        <p:nvSpPr>
          <p:cNvPr id="104" name="object 104"/>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6" name="object 106"/>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10" name="object 110"/>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1" name="object 111"/>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2" name="object 112"/>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46073" marR="846759" algn="ctr">
              <a:lnSpc>
                <a:spcPct val="100585"/>
              </a:lnSpc>
              <a:spcBef>
                <a:spcPts val="345"/>
              </a:spcBef>
            </a:pPr>
            <a:r>
              <a:rPr sz="1800" b="1" spc="0" dirty="0">
                <a:solidFill>
                  <a:srgbClr val="0000FF"/>
                </a:solidFill>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03465" marR="705012" algn="ctr">
              <a:lnSpc>
                <a:spcPct val="100585"/>
              </a:lnSpc>
              <a:spcBef>
                <a:spcPts val="345"/>
              </a:spcBef>
            </a:pPr>
            <a:r>
              <a:rPr sz="1800" b="1" spc="0" dirty="0">
                <a:solidFill>
                  <a:srgbClr val="0000FF"/>
                </a:solidFill>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2" marR="84577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1" marR="735553"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bject 115"/>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3" name="object 11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756666" y="3744543"/>
            <a:ext cx="1300734" cy="2026670"/>
          </a:xfrm>
          <a:custGeom>
            <a:avLst/>
            <a:gdLst/>
            <a:ahLst/>
            <a:cxnLst/>
            <a:rect l="l" t="t" r="r" b="b"/>
            <a:pathLst>
              <a:path w="1300734" h="2060448">
                <a:moveTo>
                  <a:pt x="17525" y="10668"/>
                </a:moveTo>
                <a:lnTo>
                  <a:pt x="11429" y="0"/>
                </a:lnTo>
                <a:lnTo>
                  <a:pt x="0" y="6858"/>
                </a:lnTo>
                <a:lnTo>
                  <a:pt x="6857" y="17526"/>
                </a:lnTo>
                <a:lnTo>
                  <a:pt x="17525" y="10668"/>
                </a:lnTo>
                <a:close/>
              </a:path>
              <a:path w="1300734" h="2060448">
                <a:moveTo>
                  <a:pt x="79955" y="109727"/>
                </a:moveTo>
                <a:lnTo>
                  <a:pt x="78486" y="107442"/>
                </a:lnTo>
                <a:lnTo>
                  <a:pt x="74930" y="109727"/>
                </a:lnTo>
                <a:lnTo>
                  <a:pt x="79955" y="109727"/>
                </a:lnTo>
                <a:close/>
              </a:path>
              <a:path w="1300734" h="2060448">
                <a:moveTo>
                  <a:pt x="71628" y="96774"/>
                </a:moveTo>
                <a:lnTo>
                  <a:pt x="65531" y="86106"/>
                </a:lnTo>
                <a:lnTo>
                  <a:pt x="54101" y="92964"/>
                </a:lnTo>
                <a:lnTo>
                  <a:pt x="60959" y="103632"/>
                </a:lnTo>
                <a:lnTo>
                  <a:pt x="71628" y="96774"/>
                </a:lnTo>
                <a:close/>
              </a:path>
              <a:path w="1300734" h="2060448">
                <a:moveTo>
                  <a:pt x="58673" y="75438"/>
                </a:moveTo>
                <a:lnTo>
                  <a:pt x="51815" y="64769"/>
                </a:lnTo>
                <a:lnTo>
                  <a:pt x="41147" y="71628"/>
                </a:lnTo>
                <a:lnTo>
                  <a:pt x="48005" y="82296"/>
                </a:lnTo>
                <a:lnTo>
                  <a:pt x="58673" y="75438"/>
                </a:lnTo>
                <a:close/>
              </a:path>
              <a:path w="1300734" h="2060448">
                <a:moveTo>
                  <a:pt x="44957" y="54102"/>
                </a:moveTo>
                <a:lnTo>
                  <a:pt x="38099" y="42672"/>
                </a:lnTo>
                <a:lnTo>
                  <a:pt x="27431" y="49530"/>
                </a:lnTo>
                <a:lnTo>
                  <a:pt x="34289" y="60198"/>
                </a:lnTo>
                <a:lnTo>
                  <a:pt x="44957" y="54102"/>
                </a:lnTo>
                <a:close/>
              </a:path>
              <a:path w="1300734" h="2060448">
                <a:moveTo>
                  <a:pt x="31241" y="32004"/>
                </a:moveTo>
                <a:lnTo>
                  <a:pt x="24383" y="21336"/>
                </a:lnTo>
                <a:lnTo>
                  <a:pt x="13715" y="28194"/>
                </a:lnTo>
                <a:lnTo>
                  <a:pt x="20573" y="38862"/>
                </a:lnTo>
                <a:lnTo>
                  <a:pt x="31241" y="32004"/>
                </a:lnTo>
                <a:close/>
              </a:path>
            </a:pathLst>
          </a:custGeom>
          <a:solidFill>
            <a:srgbClr val="0000FF"/>
          </a:solidFill>
        </p:spPr>
        <p:txBody>
          <a:bodyPr wrap="square" lIns="0" tIns="0" rIns="0" bIns="0" rtlCol="0">
            <a:noAutofit/>
          </a:bodyPr>
          <a:lstStyle/>
          <a:p>
            <a:endParaRPr/>
          </a:p>
        </p:txBody>
      </p:sp>
      <p:sp>
        <p:nvSpPr>
          <p:cNvPr id="78" name="object 7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9" name="object 79"/>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756666" y="3744543"/>
            <a:ext cx="1300734" cy="2026670"/>
          </a:xfrm>
          <a:custGeom>
            <a:avLst/>
            <a:gdLst/>
            <a:ahLst/>
            <a:cxnLst/>
            <a:rect l="l" t="t" r="r" b="b"/>
            <a:pathLst>
              <a:path w="1300734" h="2060448">
                <a:moveTo>
                  <a:pt x="688255" y="1088898"/>
                </a:moveTo>
                <a:lnTo>
                  <a:pt x="694182" y="1085088"/>
                </a:lnTo>
                <a:lnTo>
                  <a:pt x="688086" y="1074420"/>
                </a:lnTo>
                <a:lnTo>
                  <a:pt x="676656" y="1081278"/>
                </a:lnTo>
                <a:lnTo>
                  <a:pt x="681554" y="1088898"/>
                </a:lnTo>
                <a:lnTo>
                  <a:pt x="688255" y="1088898"/>
                </a:lnTo>
                <a:close/>
              </a:path>
              <a:path w="1300734" h="2060448">
                <a:moveTo>
                  <a:pt x="681228" y="1063752"/>
                </a:moveTo>
                <a:lnTo>
                  <a:pt x="674370" y="1053084"/>
                </a:lnTo>
                <a:lnTo>
                  <a:pt x="663702" y="1059942"/>
                </a:lnTo>
                <a:lnTo>
                  <a:pt x="670560" y="1070610"/>
                </a:lnTo>
                <a:lnTo>
                  <a:pt x="681228" y="1063752"/>
                </a:lnTo>
                <a:close/>
              </a:path>
              <a:path w="1300734" h="2060448">
                <a:moveTo>
                  <a:pt x="667512" y="1042416"/>
                </a:moveTo>
                <a:lnTo>
                  <a:pt x="660654" y="1031747"/>
                </a:lnTo>
                <a:lnTo>
                  <a:pt x="649986" y="1038606"/>
                </a:lnTo>
                <a:lnTo>
                  <a:pt x="656844" y="1049274"/>
                </a:lnTo>
                <a:lnTo>
                  <a:pt x="667512" y="1042416"/>
                </a:lnTo>
                <a:close/>
              </a:path>
              <a:path w="1300734" h="2060448">
                <a:moveTo>
                  <a:pt x="653796" y="1021080"/>
                </a:moveTo>
                <a:lnTo>
                  <a:pt x="646938" y="1010412"/>
                </a:lnTo>
                <a:lnTo>
                  <a:pt x="636270" y="1017269"/>
                </a:lnTo>
                <a:lnTo>
                  <a:pt x="643128" y="1027938"/>
                </a:lnTo>
                <a:lnTo>
                  <a:pt x="653796" y="1021080"/>
                </a:lnTo>
                <a:close/>
              </a:path>
              <a:path w="1300734" h="2060448">
                <a:moveTo>
                  <a:pt x="640080" y="999744"/>
                </a:moveTo>
                <a:lnTo>
                  <a:pt x="633222" y="989076"/>
                </a:lnTo>
                <a:lnTo>
                  <a:pt x="622554" y="995172"/>
                </a:lnTo>
                <a:lnTo>
                  <a:pt x="629412" y="1006602"/>
                </a:lnTo>
                <a:lnTo>
                  <a:pt x="640080" y="999744"/>
                </a:lnTo>
                <a:close/>
              </a:path>
              <a:path w="1300734" h="2060448">
                <a:moveTo>
                  <a:pt x="627126" y="977646"/>
                </a:moveTo>
                <a:lnTo>
                  <a:pt x="620268" y="966978"/>
                </a:lnTo>
                <a:lnTo>
                  <a:pt x="609600" y="973836"/>
                </a:lnTo>
                <a:lnTo>
                  <a:pt x="616458" y="984504"/>
                </a:lnTo>
                <a:lnTo>
                  <a:pt x="627126" y="977646"/>
                </a:lnTo>
                <a:close/>
              </a:path>
              <a:path w="1300734" h="2060448">
                <a:moveTo>
                  <a:pt x="613410" y="956310"/>
                </a:moveTo>
                <a:lnTo>
                  <a:pt x="606552" y="945641"/>
                </a:lnTo>
                <a:lnTo>
                  <a:pt x="595884" y="952500"/>
                </a:lnTo>
                <a:lnTo>
                  <a:pt x="602742" y="963168"/>
                </a:lnTo>
                <a:lnTo>
                  <a:pt x="613410" y="956310"/>
                </a:lnTo>
                <a:close/>
              </a:path>
              <a:path w="1300734" h="2060448">
                <a:moveTo>
                  <a:pt x="599694" y="934974"/>
                </a:moveTo>
                <a:lnTo>
                  <a:pt x="592836" y="924306"/>
                </a:lnTo>
                <a:lnTo>
                  <a:pt x="582168" y="931163"/>
                </a:lnTo>
                <a:lnTo>
                  <a:pt x="589026" y="941832"/>
                </a:lnTo>
                <a:lnTo>
                  <a:pt x="599694" y="934974"/>
                </a:lnTo>
                <a:close/>
              </a:path>
              <a:path w="1300734" h="2060448">
                <a:moveTo>
                  <a:pt x="585978" y="913638"/>
                </a:moveTo>
                <a:lnTo>
                  <a:pt x="579120" y="902969"/>
                </a:lnTo>
                <a:lnTo>
                  <a:pt x="568452" y="909828"/>
                </a:lnTo>
                <a:lnTo>
                  <a:pt x="575310" y="920496"/>
                </a:lnTo>
                <a:lnTo>
                  <a:pt x="585978" y="913638"/>
                </a:lnTo>
                <a:close/>
              </a:path>
              <a:path w="1300734" h="2060448">
                <a:moveTo>
                  <a:pt x="573024" y="892302"/>
                </a:moveTo>
                <a:lnTo>
                  <a:pt x="566166" y="881634"/>
                </a:lnTo>
                <a:lnTo>
                  <a:pt x="555498" y="887730"/>
                </a:lnTo>
                <a:lnTo>
                  <a:pt x="561594" y="899160"/>
                </a:lnTo>
                <a:lnTo>
                  <a:pt x="573024" y="892302"/>
                </a:lnTo>
                <a:close/>
              </a:path>
              <a:path w="1300734" h="2060448">
                <a:moveTo>
                  <a:pt x="559308" y="870204"/>
                </a:moveTo>
                <a:lnTo>
                  <a:pt x="552450" y="859536"/>
                </a:lnTo>
                <a:lnTo>
                  <a:pt x="541782" y="866394"/>
                </a:lnTo>
                <a:lnTo>
                  <a:pt x="548640" y="877062"/>
                </a:lnTo>
                <a:lnTo>
                  <a:pt x="559308" y="870204"/>
                </a:lnTo>
                <a:close/>
              </a:path>
              <a:path w="1300734" h="2060448">
                <a:moveTo>
                  <a:pt x="545592" y="848868"/>
                </a:moveTo>
                <a:lnTo>
                  <a:pt x="538734" y="838200"/>
                </a:lnTo>
                <a:lnTo>
                  <a:pt x="528066" y="845058"/>
                </a:lnTo>
                <a:lnTo>
                  <a:pt x="534924" y="855726"/>
                </a:lnTo>
                <a:lnTo>
                  <a:pt x="545592" y="848868"/>
                </a:lnTo>
                <a:close/>
              </a:path>
              <a:path w="1300734" h="2060448">
                <a:moveTo>
                  <a:pt x="531876" y="827532"/>
                </a:moveTo>
                <a:lnTo>
                  <a:pt x="525018" y="816863"/>
                </a:lnTo>
                <a:lnTo>
                  <a:pt x="514350" y="823722"/>
                </a:lnTo>
                <a:lnTo>
                  <a:pt x="521208" y="834390"/>
                </a:lnTo>
                <a:lnTo>
                  <a:pt x="531876" y="827532"/>
                </a:lnTo>
                <a:close/>
              </a:path>
              <a:path w="1300734" h="2060448">
                <a:moveTo>
                  <a:pt x="518922" y="806196"/>
                </a:moveTo>
                <a:lnTo>
                  <a:pt x="512064" y="795528"/>
                </a:lnTo>
                <a:lnTo>
                  <a:pt x="501396" y="802386"/>
                </a:lnTo>
                <a:lnTo>
                  <a:pt x="507492" y="813054"/>
                </a:lnTo>
                <a:lnTo>
                  <a:pt x="518922" y="806196"/>
                </a:lnTo>
                <a:close/>
              </a:path>
              <a:path w="1300734" h="2060448">
                <a:moveTo>
                  <a:pt x="505206" y="784860"/>
                </a:moveTo>
                <a:lnTo>
                  <a:pt x="498348" y="773430"/>
                </a:lnTo>
                <a:lnTo>
                  <a:pt x="487680" y="780288"/>
                </a:lnTo>
                <a:lnTo>
                  <a:pt x="494538" y="790956"/>
                </a:lnTo>
                <a:lnTo>
                  <a:pt x="505206" y="784860"/>
                </a:lnTo>
                <a:close/>
              </a:path>
              <a:path w="1300734" h="2060448">
                <a:moveTo>
                  <a:pt x="491490" y="762762"/>
                </a:moveTo>
                <a:lnTo>
                  <a:pt x="484632" y="752094"/>
                </a:lnTo>
                <a:lnTo>
                  <a:pt x="473964" y="758952"/>
                </a:lnTo>
                <a:lnTo>
                  <a:pt x="480822" y="769620"/>
                </a:lnTo>
                <a:lnTo>
                  <a:pt x="491490" y="762762"/>
                </a:lnTo>
                <a:close/>
              </a:path>
              <a:path w="1300734" h="2060448">
                <a:moveTo>
                  <a:pt x="477774" y="741426"/>
                </a:moveTo>
                <a:lnTo>
                  <a:pt x="470916" y="730758"/>
                </a:lnTo>
                <a:lnTo>
                  <a:pt x="460248" y="737616"/>
                </a:lnTo>
                <a:lnTo>
                  <a:pt x="467106" y="748284"/>
                </a:lnTo>
                <a:lnTo>
                  <a:pt x="477774" y="741426"/>
                </a:lnTo>
                <a:close/>
              </a:path>
              <a:path w="1300734" h="2060448">
                <a:moveTo>
                  <a:pt x="464058" y="720090"/>
                </a:moveTo>
                <a:lnTo>
                  <a:pt x="457961" y="709422"/>
                </a:lnTo>
                <a:lnTo>
                  <a:pt x="447294" y="716280"/>
                </a:lnTo>
                <a:lnTo>
                  <a:pt x="453389" y="726948"/>
                </a:lnTo>
                <a:lnTo>
                  <a:pt x="464058" y="720090"/>
                </a:lnTo>
                <a:close/>
              </a:path>
              <a:path w="1300734" h="2060448">
                <a:moveTo>
                  <a:pt x="451103" y="698754"/>
                </a:moveTo>
                <a:lnTo>
                  <a:pt x="444245" y="688086"/>
                </a:lnTo>
                <a:lnTo>
                  <a:pt x="433578" y="694944"/>
                </a:lnTo>
                <a:lnTo>
                  <a:pt x="440436" y="705612"/>
                </a:lnTo>
                <a:lnTo>
                  <a:pt x="451103" y="698754"/>
                </a:lnTo>
                <a:close/>
              </a:path>
              <a:path w="1300734" h="2060448">
                <a:moveTo>
                  <a:pt x="437388" y="677418"/>
                </a:moveTo>
                <a:lnTo>
                  <a:pt x="430530" y="665988"/>
                </a:lnTo>
                <a:lnTo>
                  <a:pt x="419861" y="672846"/>
                </a:lnTo>
                <a:lnTo>
                  <a:pt x="426720" y="683514"/>
                </a:lnTo>
                <a:lnTo>
                  <a:pt x="437388" y="677418"/>
                </a:lnTo>
                <a:close/>
              </a:path>
              <a:path w="1300734" h="2060448">
                <a:moveTo>
                  <a:pt x="423672" y="655320"/>
                </a:moveTo>
                <a:lnTo>
                  <a:pt x="416814" y="644652"/>
                </a:lnTo>
                <a:lnTo>
                  <a:pt x="406146" y="651510"/>
                </a:lnTo>
                <a:lnTo>
                  <a:pt x="413004" y="662178"/>
                </a:lnTo>
                <a:lnTo>
                  <a:pt x="423672" y="655320"/>
                </a:lnTo>
                <a:close/>
              </a:path>
              <a:path w="1300734" h="2060448">
                <a:moveTo>
                  <a:pt x="409956" y="633984"/>
                </a:moveTo>
                <a:lnTo>
                  <a:pt x="403860" y="623316"/>
                </a:lnTo>
                <a:lnTo>
                  <a:pt x="392430" y="630174"/>
                </a:lnTo>
                <a:lnTo>
                  <a:pt x="399288" y="640842"/>
                </a:lnTo>
                <a:lnTo>
                  <a:pt x="409956" y="633984"/>
                </a:lnTo>
                <a:close/>
              </a:path>
              <a:path w="1300734" h="2060448">
                <a:moveTo>
                  <a:pt x="397002" y="612648"/>
                </a:moveTo>
                <a:lnTo>
                  <a:pt x="390144" y="601980"/>
                </a:lnTo>
                <a:lnTo>
                  <a:pt x="379476" y="608838"/>
                </a:lnTo>
                <a:lnTo>
                  <a:pt x="386334" y="619506"/>
                </a:lnTo>
                <a:lnTo>
                  <a:pt x="397002" y="612648"/>
                </a:lnTo>
                <a:close/>
              </a:path>
              <a:path w="1300734" h="2060448">
                <a:moveTo>
                  <a:pt x="383286" y="591312"/>
                </a:moveTo>
                <a:lnTo>
                  <a:pt x="376428" y="580644"/>
                </a:lnTo>
                <a:lnTo>
                  <a:pt x="365760" y="587502"/>
                </a:lnTo>
                <a:lnTo>
                  <a:pt x="372618" y="598170"/>
                </a:lnTo>
                <a:lnTo>
                  <a:pt x="383286" y="591312"/>
                </a:lnTo>
                <a:close/>
              </a:path>
              <a:path w="1300734" h="2060448">
                <a:moveTo>
                  <a:pt x="369570" y="569976"/>
                </a:moveTo>
                <a:lnTo>
                  <a:pt x="362712" y="558546"/>
                </a:lnTo>
                <a:lnTo>
                  <a:pt x="352044" y="565404"/>
                </a:lnTo>
                <a:lnTo>
                  <a:pt x="358902" y="576072"/>
                </a:lnTo>
                <a:lnTo>
                  <a:pt x="369570" y="569976"/>
                </a:lnTo>
                <a:close/>
              </a:path>
              <a:path w="1300734" h="2060448">
                <a:moveTo>
                  <a:pt x="355854" y="547878"/>
                </a:moveTo>
                <a:lnTo>
                  <a:pt x="349758" y="537210"/>
                </a:lnTo>
                <a:lnTo>
                  <a:pt x="338328" y="544068"/>
                </a:lnTo>
                <a:lnTo>
                  <a:pt x="345186" y="554736"/>
                </a:lnTo>
                <a:lnTo>
                  <a:pt x="355854" y="547878"/>
                </a:lnTo>
                <a:close/>
              </a:path>
              <a:path w="1300734" h="2060448">
                <a:moveTo>
                  <a:pt x="342900" y="526542"/>
                </a:moveTo>
                <a:lnTo>
                  <a:pt x="336042" y="515873"/>
                </a:lnTo>
                <a:lnTo>
                  <a:pt x="325374" y="522731"/>
                </a:lnTo>
                <a:lnTo>
                  <a:pt x="332232" y="533400"/>
                </a:lnTo>
                <a:lnTo>
                  <a:pt x="342900" y="526542"/>
                </a:lnTo>
                <a:close/>
              </a:path>
              <a:path w="1300734" h="2060448">
                <a:moveTo>
                  <a:pt x="329184" y="505206"/>
                </a:moveTo>
                <a:lnTo>
                  <a:pt x="322326" y="494538"/>
                </a:lnTo>
                <a:lnTo>
                  <a:pt x="311658" y="501395"/>
                </a:lnTo>
                <a:lnTo>
                  <a:pt x="318516" y="512064"/>
                </a:lnTo>
                <a:lnTo>
                  <a:pt x="329184" y="505206"/>
                </a:lnTo>
                <a:close/>
              </a:path>
              <a:path w="1300734" h="2060448">
                <a:moveTo>
                  <a:pt x="315468" y="483870"/>
                </a:moveTo>
                <a:lnTo>
                  <a:pt x="308610" y="473202"/>
                </a:lnTo>
                <a:lnTo>
                  <a:pt x="297942" y="479298"/>
                </a:lnTo>
                <a:lnTo>
                  <a:pt x="304800" y="490728"/>
                </a:lnTo>
                <a:lnTo>
                  <a:pt x="315468" y="483870"/>
                </a:lnTo>
                <a:close/>
              </a:path>
              <a:path w="1300734" h="2060448">
                <a:moveTo>
                  <a:pt x="301752" y="461772"/>
                </a:moveTo>
                <a:lnTo>
                  <a:pt x="294894" y="451104"/>
                </a:lnTo>
                <a:lnTo>
                  <a:pt x="284226" y="457962"/>
                </a:lnTo>
                <a:lnTo>
                  <a:pt x="291084" y="468630"/>
                </a:lnTo>
                <a:lnTo>
                  <a:pt x="301752" y="461772"/>
                </a:lnTo>
                <a:close/>
              </a:path>
              <a:path w="1300734" h="2060448">
                <a:moveTo>
                  <a:pt x="288798" y="440436"/>
                </a:moveTo>
                <a:lnTo>
                  <a:pt x="281940" y="429768"/>
                </a:lnTo>
                <a:lnTo>
                  <a:pt x="271272" y="436626"/>
                </a:lnTo>
                <a:lnTo>
                  <a:pt x="278130" y="447294"/>
                </a:lnTo>
                <a:lnTo>
                  <a:pt x="288798" y="440436"/>
                </a:lnTo>
                <a:close/>
              </a:path>
              <a:path w="1300734" h="2060448">
                <a:moveTo>
                  <a:pt x="275082" y="419100"/>
                </a:moveTo>
                <a:lnTo>
                  <a:pt x="268224" y="408431"/>
                </a:lnTo>
                <a:lnTo>
                  <a:pt x="257556" y="415290"/>
                </a:lnTo>
                <a:lnTo>
                  <a:pt x="264414" y="425958"/>
                </a:lnTo>
                <a:lnTo>
                  <a:pt x="275082" y="419100"/>
                </a:lnTo>
                <a:close/>
              </a:path>
              <a:path w="1300734" h="2060448">
                <a:moveTo>
                  <a:pt x="261366" y="397764"/>
                </a:moveTo>
                <a:lnTo>
                  <a:pt x="254508" y="387096"/>
                </a:lnTo>
                <a:lnTo>
                  <a:pt x="243840" y="393954"/>
                </a:lnTo>
                <a:lnTo>
                  <a:pt x="250698" y="404622"/>
                </a:lnTo>
                <a:lnTo>
                  <a:pt x="261366" y="397764"/>
                </a:lnTo>
                <a:close/>
              </a:path>
              <a:path w="1300734" h="2060448">
                <a:moveTo>
                  <a:pt x="247650" y="376428"/>
                </a:moveTo>
                <a:lnTo>
                  <a:pt x="240791" y="365760"/>
                </a:lnTo>
                <a:lnTo>
                  <a:pt x="230124" y="371856"/>
                </a:lnTo>
                <a:lnTo>
                  <a:pt x="236982" y="383286"/>
                </a:lnTo>
                <a:lnTo>
                  <a:pt x="247650" y="376428"/>
                </a:lnTo>
                <a:close/>
              </a:path>
              <a:path w="1300734" h="2060448">
                <a:moveTo>
                  <a:pt x="234695" y="354330"/>
                </a:moveTo>
                <a:lnTo>
                  <a:pt x="227837" y="343662"/>
                </a:lnTo>
                <a:lnTo>
                  <a:pt x="217169" y="350520"/>
                </a:lnTo>
                <a:lnTo>
                  <a:pt x="223265" y="361188"/>
                </a:lnTo>
                <a:lnTo>
                  <a:pt x="234695" y="354330"/>
                </a:lnTo>
                <a:close/>
              </a:path>
              <a:path w="1300734" h="2060448">
                <a:moveTo>
                  <a:pt x="220979" y="332994"/>
                </a:moveTo>
                <a:lnTo>
                  <a:pt x="214122" y="322326"/>
                </a:lnTo>
                <a:lnTo>
                  <a:pt x="203454" y="329184"/>
                </a:lnTo>
                <a:lnTo>
                  <a:pt x="210312" y="339852"/>
                </a:lnTo>
                <a:lnTo>
                  <a:pt x="220979" y="332994"/>
                </a:lnTo>
                <a:close/>
              </a:path>
              <a:path w="1300734" h="2060448">
                <a:moveTo>
                  <a:pt x="207264" y="311658"/>
                </a:moveTo>
                <a:lnTo>
                  <a:pt x="200406" y="300990"/>
                </a:lnTo>
                <a:lnTo>
                  <a:pt x="189738" y="307848"/>
                </a:lnTo>
                <a:lnTo>
                  <a:pt x="196596" y="318516"/>
                </a:lnTo>
                <a:lnTo>
                  <a:pt x="207264" y="311658"/>
                </a:lnTo>
                <a:close/>
              </a:path>
              <a:path w="1300734" h="2060448">
                <a:moveTo>
                  <a:pt x="193548" y="290322"/>
                </a:moveTo>
                <a:lnTo>
                  <a:pt x="186690" y="279654"/>
                </a:lnTo>
                <a:lnTo>
                  <a:pt x="176022" y="286512"/>
                </a:lnTo>
                <a:lnTo>
                  <a:pt x="182880" y="297180"/>
                </a:lnTo>
                <a:lnTo>
                  <a:pt x="193548" y="290322"/>
                </a:lnTo>
                <a:close/>
              </a:path>
              <a:path w="1300734" h="2060448">
                <a:moveTo>
                  <a:pt x="180594" y="268986"/>
                </a:moveTo>
                <a:lnTo>
                  <a:pt x="173736" y="258318"/>
                </a:lnTo>
                <a:lnTo>
                  <a:pt x="163068" y="264414"/>
                </a:lnTo>
                <a:lnTo>
                  <a:pt x="169164" y="275082"/>
                </a:lnTo>
                <a:lnTo>
                  <a:pt x="180594" y="268986"/>
                </a:lnTo>
                <a:close/>
              </a:path>
              <a:path w="1300734" h="2060448">
                <a:moveTo>
                  <a:pt x="166878" y="246888"/>
                </a:moveTo>
                <a:lnTo>
                  <a:pt x="160020" y="236220"/>
                </a:lnTo>
                <a:lnTo>
                  <a:pt x="149352" y="243078"/>
                </a:lnTo>
                <a:lnTo>
                  <a:pt x="156210" y="253746"/>
                </a:lnTo>
                <a:lnTo>
                  <a:pt x="166878" y="246888"/>
                </a:lnTo>
                <a:close/>
              </a:path>
              <a:path w="1300734" h="2060448">
                <a:moveTo>
                  <a:pt x="153162" y="225552"/>
                </a:moveTo>
                <a:lnTo>
                  <a:pt x="146304" y="214884"/>
                </a:lnTo>
                <a:lnTo>
                  <a:pt x="135636" y="221742"/>
                </a:lnTo>
                <a:lnTo>
                  <a:pt x="142494" y="232410"/>
                </a:lnTo>
                <a:lnTo>
                  <a:pt x="153162" y="225552"/>
                </a:lnTo>
                <a:close/>
              </a:path>
              <a:path w="1300734" h="2060448">
                <a:moveTo>
                  <a:pt x="139446" y="204215"/>
                </a:moveTo>
                <a:lnTo>
                  <a:pt x="132588" y="193548"/>
                </a:lnTo>
                <a:lnTo>
                  <a:pt x="121920" y="200406"/>
                </a:lnTo>
                <a:lnTo>
                  <a:pt x="128778" y="211074"/>
                </a:lnTo>
                <a:lnTo>
                  <a:pt x="139446" y="204215"/>
                </a:lnTo>
                <a:close/>
              </a:path>
              <a:path w="1300734" h="2060448">
                <a:moveTo>
                  <a:pt x="125729" y="182880"/>
                </a:moveTo>
                <a:lnTo>
                  <a:pt x="119633" y="172212"/>
                </a:lnTo>
                <a:lnTo>
                  <a:pt x="108204" y="179070"/>
                </a:lnTo>
                <a:lnTo>
                  <a:pt x="115062" y="189738"/>
                </a:lnTo>
                <a:lnTo>
                  <a:pt x="125729" y="182880"/>
                </a:lnTo>
                <a:close/>
              </a:path>
              <a:path w="1300734" h="2060448">
                <a:moveTo>
                  <a:pt x="112775" y="161544"/>
                </a:moveTo>
                <a:lnTo>
                  <a:pt x="105918" y="150114"/>
                </a:lnTo>
                <a:lnTo>
                  <a:pt x="95249" y="156972"/>
                </a:lnTo>
                <a:lnTo>
                  <a:pt x="102107" y="167640"/>
                </a:lnTo>
                <a:lnTo>
                  <a:pt x="112775" y="161544"/>
                </a:lnTo>
                <a:close/>
              </a:path>
              <a:path w="1300734" h="2060448">
                <a:moveTo>
                  <a:pt x="99060" y="139446"/>
                </a:moveTo>
                <a:lnTo>
                  <a:pt x="92202" y="128778"/>
                </a:lnTo>
                <a:lnTo>
                  <a:pt x="81533" y="135636"/>
                </a:lnTo>
                <a:lnTo>
                  <a:pt x="88391" y="146304"/>
                </a:lnTo>
                <a:lnTo>
                  <a:pt x="99060" y="139446"/>
                </a:lnTo>
                <a:close/>
              </a:path>
              <a:path w="1300734" h="2060448">
                <a:moveTo>
                  <a:pt x="85344" y="118110"/>
                </a:moveTo>
                <a:lnTo>
                  <a:pt x="79955" y="109727"/>
                </a:lnTo>
                <a:lnTo>
                  <a:pt x="74930" y="109727"/>
                </a:lnTo>
                <a:lnTo>
                  <a:pt x="67818" y="114300"/>
                </a:lnTo>
                <a:lnTo>
                  <a:pt x="74676" y="124968"/>
                </a:lnTo>
                <a:lnTo>
                  <a:pt x="85344" y="118110"/>
                </a:lnTo>
                <a:close/>
              </a:path>
            </a:pathLst>
          </a:custGeom>
          <a:solidFill>
            <a:srgbClr val="0000FF"/>
          </a:solidFill>
        </p:spPr>
        <p:txBody>
          <a:bodyPr wrap="square" lIns="0" tIns="0" rIns="0" bIns="0" rtlCol="0">
            <a:noAutofit/>
          </a:bodyPr>
          <a:lstStyle/>
          <a:p>
            <a:endParaRPr/>
          </a:p>
        </p:txBody>
      </p:sp>
      <p:sp>
        <p:nvSpPr>
          <p:cNvPr id="91" name="object 9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2" name="object 92"/>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4" name="object 94"/>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6" name="object 9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9" name="object 9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756666" y="3744543"/>
            <a:ext cx="1300734" cy="2026670"/>
          </a:xfrm>
          <a:custGeom>
            <a:avLst/>
            <a:gdLst/>
            <a:ahLst/>
            <a:cxnLst/>
            <a:rect l="l" t="t" r="r" b="b"/>
            <a:pathLst>
              <a:path w="1300734" h="2060448">
                <a:moveTo>
                  <a:pt x="1249680" y="1966722"/>
                </a:moveTo>
                <a:lnTo>
                  <a:pt x="1242822" y="1956054"/>
                </a:lnTo>
                <a:lnTo>
                  <a:pt x="1232154" y="1962912"/>
                </a:lnTo>
                <a:lnTo>
                  <a:pt x="1238250" y="1973580"/>
                </a:lnTo>
                <a:lnTo>
                  <a:pt x="1249680" y="1966722"/>
                </a:lnTo>
                <a:close/>
              </a:path>
              <a:path w="1300734" h="2060448">
                <a:moveTo>
                  <a:pt x="1235964" y="1945386"/>
                </a:moveTo>
                <a:lnTo>
                  <a:pt x="1229106" y="1934718"/>
                </a:lnTo>
                <a:lnTo>
                  <a:pt x="1218438" y="1941576"/>
                </a:lnTo>
                <a:lnTo>
                  <a:pt x="1225296" y="1952244"/>
                </a:lnTo>
                <a:lnTo>
                  <a:pt x="1235964" y="1945386"/>
                </a:lnTo>
                <a:close/>
              </a:path>
              <a:path w="1300734" h="2060448">
                <a:moveTo>
                  <a:pt x="1222248" y="1924050"/>
                </a:moveTo>
                <a:lnTo>
                  <a:pt x="1215390" y="1913382"/>
                </a:lnTo>
                <a:lnTo>
                  <a:pt x="1204722" y="1919477"/>
                </a:lnTo>
                <a:lnTo>
                  <a:pt x="1211580" y="1930145"/>
                </a:lnTo>
                <a:lnTo>
                  <a:pt x="1222248" y="1924050"/>
                </a:lnTo>
                <a:close/>
              </a:path>
              <a:path w="1300734" h="2060448">
                <a:moveTo>
                  <a:pt x="1208532" y="1901952"/>
                </a:moveTo>
                <a:lnTo>
                  <a:pt x="1201674" y="1891283"/>
                </a:lnTo>
                <a:lnTo>
                  <a:pt x="1191006" y="1898142"/>
                </a:lnTo>
                <a:lnTo>
                  <a:pt x="1197864" y="1908810"/>
                </a:lnTo>
                <a:lnTo>
                  <a:pt x="1208532" y="1901952"/>
                </a:lnTo>
                <a:close/>
              </a:path>
              <a:path w="1300734" h="2060448">
                <a:moveTo>
                  <a:pt x="1195578" y="1880616"/>
                </a:moveTo>
                <a:lnTo>
                  <a:pt x="1188720" y="1869948"/>
                </a:lnTo>
                <a:lnTo>
                  <a:pt x="1178052" y="1876806"/>
                </a:lnTo>
                <a:lnTo>
                  <a:pt x="1184148" y="1887474"/>
                </a:lnTo>
                <a:lnTo>
                  <a:pt x="1195578" y="1880616"/>
                </a:lnTo>
                <a:close/>
              </a:path>
              <a:path w="1300734" h="2060448">
                <a:moveTo>
                  <a:pt x="1181862" y="1859280"/>
                </a:moveTo>
                <a:lnTo>
                  <a:pt x="1175004" y="1848612"/>
                </a:lnTo>
                <a:lnTo>
                  <a:pt x="1164336" y="1855470"/>
                </a:lnTo>
                <a:lnTo>
                  <a:pt x="1171194" y="1866138"/>
                </a:lnTo>
                <a:lnTo>
                  <a:pt x="1181862" y="1859280"/>
                </a:lnTo>
                <a:close/>
              </a:path>
              <a:path w="1300734" h="2060448">
                <a:moveTo>
                  <a:pt x="1168146" y="1837944"/>
                </a:moveTo>
                <a:lnTo>
                  <a:pt x="1161288" y="1827276"/>
                </a:lnTo>
                <a:lnTo>
                  <a:pt x="1150620" y="1834133"/>
                </a:lnTo>
                <a:lnTo>
                  <a:pt x="1157478" y="1844802"/>
                </a:lnTo>
                <a:lnTo>
                  <a:pt x="1168146" y="1837944"/>
                </a:lnTo>
                <a:close/>
              </a:path>
              <a:path w="1300734" h="2060448">
                <a:moveTo>
                  <a:pt x="1154430" y="1816608"/>
                </a:moveTo>
                <a:lnTo>
                  <a:pt x="1147572" y="1805177"/>
                </a:lnTo>
                <a:lnTo>
                  <a:pt x="1136904" y="1812036"/>
                </a:lnTo>
                <a:lnTo>
                  <a:pt x="1143762" y="1822704"/>
                </a:lnTo>
                <a:lnTo>
                  <a:pt x="1154430" y="1816608"/>
                </a:lnTo>
                <a:close/>
              </a:path>
              <a:path w="1300734" h="2060448">
                <a:moveTo>
                  <a:pt x="1141476" y="1794510"/>
                </a:moveTo>
                <a:lnTo>
                  <a:pt x="1134618" y="1783842"/>
                </a:lnTo>
                <a:lnTo>
                  <a:pt x="1123950" y="1790700"/>
                </a:lnTo>
                <a:lnTo>
                  <a:pt x="1130046" y="1801368"/>
                </a:lnTo>
                <a:lnTo>
                  <a:pt x="1141476" y="1794510"/>
                </a:lnTo>
                <a:close/>
              </a:path>
              <a:path w="1300734" h="2060448">
                <a:moveTo>
                  <a:pt x="1127760" y="1773174"/>
                </a:moveTo>
                <a:lnTo>
                  <a:pt x="1120902" y="1762506"/>
                </a:lnTo>
                <a:lnTo>
                  <a:pt x="1110234" y="1769364"/>
                </a:lnTo>
                <a:lnTo>
                  <a:pt x="1117092" y="1780032"/>
                </a:lnTo>
                <a:lnTo>
                  <a:pt x="1127760" y="1773174"/>
                </a:lnTo>
                <a:close/>
              </a:path>
              <a:path w="1300734" h="2060448">
                <a:moveTo>
                  <a:pt x="1114044" y="1751838"/>
                </a:moveTo>
                <a:lnTo>
                  <a:pt x="1107186" y="1741170"/>
                </a:lnTo>
                <a:lnTo>
                  <a:pt x="1096518" y="1748027"/>
                </a:lnTo>
                <a:lnTo>
                  <a:pt x="1103376" y="1758695"/>
                </a:lnTo>
                <a:lnTo>
                  <a:pt x="1114044" y="1751838"/>
                </a:lnTo>
                <a:close/>
              </a:path>
              <a:path w="1300734" h="2060448">
                <a:moveTo>
                  <a:pt x="1100328" y="1730502"/>
                </a:moveTo>
                <a:lnTo>
                  <a:pt x="1093470" y="1719833"/>
                </a:lnTo>
                <a:lnTo>
                  <a:pt x="1082802" y="1726692"/>
                </a:lnTo>
                <a:lnTo>
                  <a:pt x="1089660" y="1737360"/>
                </a:lnTo>
                <a:lnTo>
                  <a:pt x="1100328" y="1730502"/>
                </a:lnTo>
                <a:close/>
              </a:path>
              <a:path w="1300734" h="2060448">
                <a:moveTo>
                  <a:pt x="1086612" y="1709166"/>
                </a:moveTo>
                <a:lnTo>
                  <a:pt x="1080516" y="1697736"/>
                </a:lnTo>
                <a:lnTo>
                  <a:pt x="1069086" y="1704594"/>
                </a:lnTo>
                <a:lnTo>
                  <a:pt x="1075944" y="1715262"/>
                </a:lnTo>
                <a:lnTo>
                  <a:pt x="1086612" y="1709166"/>
                </a:lnTo>
                <a:close/>
              </a:path>
              <a:path w="1300734" h="2060448">
                <a:moveTo>
                  <a:pt x="1073658" y="1687068"/>
                </a:moveTo>
                <a:lnTo>
                  <a:pt x="1066800" y="1676400"/>
                </a:lnTo>
                <a:lnTo>
                  <a:pt x="1056132" y="1683258"/>
                </a:lnTo>
                <a:lnTo>
                  <a:pt x="1062990" y="1693926"/>
                </a:lnTo>
                <a:lnTo>
                  <a:pt x="1073658" y="1687068"/>
                </a:lnTo>
                <a:close/>
              </a:path>
              <a:path w="1300734" h="2060448">
                <a:moveTo>
                  <a:pt x="1059942" y="1665732"/>
                </a:moveTo>
                <a:lnTo>
                  <a:pt x="1053084" y="1655064"/>
                </a:lnTo>
                <a:lnTo>
                  <a:pt x="1042416" y="1661922"/>
                </a:lnTo>
                <a:lnTo>
                  <a:pt x="1049274" y="1672589"/>
                </a:lnTo>
                <a:lnTo>
                  <a:pt x="1059942" y="1665732"/>
                </a:lnTo>
                <a:close/>
              </a:path>
              <a:path w="1300734" h="2060448">
                <a:moveTo>
                  <a:pt x="1046226" y="1644395"/>
                </a:moveTo>
                <a:lnTo>
                  <a:pt x="1039368" y="1633727"/>
                </a:lnTo>
                <a:lnTo>
                  <a:pt x="1028700" y="1640586"/>
                </a:lnTo>
                <a:lnTo>
                  <a:pt x="1035558" y="1651254"/>
                </a:lnTo>
                <a:lnTo>
                  <a:pt x="1046226" y="1644395"/>
                </a:lnTo>
                <a:close/>
              </a:path>
              <a:path w="1300734" h="2060448">
                <a:moveTo>
                  <a:pt x="1032510" y="1623060"/>
                </a:moveTo>
                <a:lnTo>
                  <a:pt x="1026414" y="1612392"/>
                </a:lnTo>
                <a:lnTo>
                  <a:pt x="1014984" y="1618488"/>
                </a:lnTo>
                <a:lnTo>
                  <a:pt x="1021842" y="1629918"/>
                </a:lnTo>
                <a:lnTo>
                  <a:pt x="1032510" y="1623060"/>
                </a:lnTo>
                <a:close/>
              </a:path>
              <a:path w="1300734" h="2060448">
                <a:moveTo>
                  <a:pt x="1019556" y="1600962"/>
                </a:moveTo>
                <a:lnTo>
                  <a:pt x="1012698" y="1590294"/>
                </a:lnTo>
                <a:lnTo>
                  <a:pt x="1002030" y="1597152"/>
                </a:lnTo>
                <a:lnTo>
                  <a:pt x="1008888" y="1607820"/>
                </a:lnTo>
                <a:lnTo>
                  <a:pt x="1019556" y="1600962"/>
                </a:lnTo>
                <a:close/>
              </a:path>
              <a:path w="1300734" h="2060448">
                <a:moveTo>
                  <a:pt x="1005840" y="1579626"/>
                </a:moveTo>
                <a:lnTo>
                  <a:pt x="998982" y="1568958"/>
                </a:lnTo>
                <a:lnTo>
                  <a:pt x="988314" y="1575816"/>
                </a:lnTo>
                <a:lnTo>
                  <a:pt x="995172" y="1586484"/>
                </a:lnTo>
                <a:lnTo>
                  <a:pt x="1005840" y="1579626"/>
                </a:lnTo>
                <a:close/>
              </a:path>
              <a:path w="1300734" h="2060448">
                <a:moveTo>
                  <a:pt x="992124" y="1558290"/>
                </a:moveTo>
                <a:lnTo>
                  <a:pt x="985266" y="1547622"/>
                </a:lnTo>
                <a:lnTo>
                  <a:pt x="974598" y="1554480"/>
                </a:lnTo>
                <a:lnTo>
                  <a:pt x="981456" y="1565148"/>
                </a:lnTo>
                <a:lnTo>
                  <a:pt x="992124" y="1558290"/>
                </a:lnTo>
                <a:close/>
              </a:path>
              <a:path w="1300734" h="2060448">
                <a:moveTo>
                  <a:pt x="978408" y="1536954"/>
                </a:moveTo>
                <a:lnTo>
                  <a:pt x="972312" y="1526286"/>
                </a:lnTo>
                <a:lnTo>
                  <a:pt x="960882" y="1533144"/>
                </a:lnTo>
                <a:lnTo>
                  <a:pt x="967740" y="1543812"/>
                </a:lnTo>
                <a:lnTo>
                  <a:pt x="978408" y="1536954"/>
                </a:lnTo>
                <a:close/>
              </a:path>
              <a:path w="1300734" h="2060448">
                <a:moveTo>
                  <a:pt x="965454" y="1515618"/>
                </a:moveTo>
                <a:lnTo>
                  <a:pt x="958596" y="1504950"/>
                </a:lnTo>
                <a:lnTo>
                  <a:pt x="947928" y="1511046"/>
                </a:lnTo>
                <a:lnTo>
                  <a:pt x="954786" y="1522476"/>
                </a:lnTo>
                <a:lnTo>
                  <a:pt x="965454" y="1515618"/>
                </a:lnTo>
                <a:close/>
              </a:path>
              <a:path w="1300734" h="2060448">
                <a:moveTo>
                  <a:pt x="951738" y="1493520"/>
                </a:moveTo>
                <a:lnTo>
                  <a:pt x="944880" y="1482852"/>
                </a:lnTo>
                <a:lnTo>
                  <a:pt x="934212" y="1489710"/>
                </a:lnTo>
                <a:lnTo>
                  <a:pt x="941070" y="1500378"/>
                </a:lnTo>
                <a:lnTo>
                  <a:pt x="951738" y="1493520"/>
                </a:lnTo>
                <a:close/>
              </a:path>
              <a:path w="1300734" h="2060448">
                <a:moveTo>
                  <a:pt x="938021" y="1472184"/>
                </a:moveTo>
                <a:lnTo>
                  <a:pt x="931163" y="1461516"/>
                </a:lnTo>
                <a:lnTo>
                  <a:pt x="920495" y="1468374"/>
                </a:lnTo>
                <a:lnTo>
                  <a:pt x="927354" y="1479042"/>
                </a:lnTo>
                <a:lnTo>
                  <a:pt x="938021" y="1472184"/>
                </a:lnTo>
                <a:close/>
              </a:path>
              <a:path w="1300734" h="2060448">
                <a:moveTo>
                  <a:pt x="924306" y="1450848"/>
                </a:moveTo>
                <a:lnTo>
                  <a:pt x="917448" y="1440180"/>
                </a:lnTo>
                <a:lnTo>
                  <a:pt x="906780" y="1447038"/>
                </a:lnTo>
                <a:lnTo>
                  <a:pt x="913638" y="1457706"/>
                </a:lnTo>
                <a:lnTo>
                  <a:pt x="924306" y="1450848"/>
                </a:lnTo>
                <a:close/>
              </a:path>
              <a:path w="1300734" h="2060448">
                <a:moveTo>
                  <a:pt x="911351" y="1429512"/>
                </a:moveTo>
                <a:lnTo>
                  <a:pt x="904494" y="1418844"/>
                </a:lnTo>
                <a:lnTo>
                  <a:pt x="893826" y="1425702"/>
                </a:lnTo>
                <a:lnTo>
                  <a:pt x="899921" y="1436370"/>
                </a:lnTo>
                <a:lnTo>
                  <a:pt x="911351" y="1429512"/>
                </a:lnTo>
                <a:close/>
              </a:path>
              <a:path w="1300734" h="2060448">
                <a:moveTo>
                  <a:pt x="897636" y="1408176"/>
                </a:moveTo>
                <a:lnTo>
                  <a:pt x="890777" y="1397508"/>
                </a:lnTo>
                <a:lnTo>
                  <a:pt x="880110" y="1403604"/>
                </a:lnTo>
                <a:lnTo>
                  <a:pt x="886968" y="1414272"/>
                </a:lnTo>
                <a:lnTo>
                  <a:pt x="897636" y="1408176"/>
                </a:lnTo>
                <a:close/>
              </a:path>
              <a:path w="1300734" h="2060448">
                <a:moveTo>
                  <a:pt x="883919" y="1386078"/>
                </a:moveTo>
                <a:lnTo>
                  <a:pt x="877062" y="1375410"/>
                </a:lnTo>
                <a:lnTo>
                  <a:pt x="866394" y="1382268"/>
                </a:lnTo>
                <a:lnTo>
                  <a:pt x="873251" y="1392936"/>
                </a:lnTo>
                <a:lnTo>
                  <a:pt x="883919" y="1386078"/>
                </a:lnTo>
                <a:close/>
              </a:path>
              <a:path w="1300734" h="2060448">
                <a:moveTo>
                  <a:pt x="870204" y="1364742"/>
                </a:moveTo>
                <a:lnTo>
                  <a:pt x="863345" y="1354074"/>
                </a:lnTo>
                <a:lnTo>
                  <a:pt x="852677" y="1360932"/>
                </a:lnTo>
                <a:lnTo>
                  <a:pt x="859536" y="1371600"/>
                </a:lnTo>
                <a:lnTo>
                  <a:pt x="870204" y="1364742"/>
                </a:lnTo>
                <a:close/>
              </a:path>
              <a:path w="1300734" h="2060448">
                <a:moveTo>
                  <a:pt x="857250" y="1343406"/>
                </a:moveTo>
                <a:lnTo>
                  <a:pt x="850392" y="1332738"/>
                </a:lnTo>
                <a:lnTo>
                  <a:pt x="839724" y="1339596"/>
                </a:lnTo>
                <a:lnTo>
                  <a:pt x="845819" y="1350264"/>
                </a:lnTo>
                <a:lnTo>
                  <a:pt x="857250" y="1343406"/>
                </a:lnTo>
                <a:close/>
              </a:path>
              <a:path w="1300734" h="2060448">
                <a:moveTo>
                  <a:pt x="843533" y="1322070"/>
                </a:moveTo>
                <a:lnTo>
                  <a:pt x="836676" y="1311402"/>
                </a:lnTo>
                <a:lnTo>
                  <a:pt x="826007" y="1318260"/>
                </a:lnTo>
                <a:lnTo>
                  <a:pt x="832866" y="1328928"/>
                </a:lnTo>
                <a:lnTo>
                  <a:pt x="843533" y="1322070"/>
                </a:lnTo>
                <a:close/>
              </a:path>
              <a:path w="1300734" h="2060448">
                <a:moveTo>
                  <a:pt x="829818" y="1300734"/>
                </a:moveTo>
                <a:lnTo>
                  <a:pt x="822960" y="1289304"/>
                </a:lnTo>
                <a:lnTo>
                  <a:pt x="812292" y="1296162"/>
                </a:lnTo>
                <a:lnTo>
                  <a:pt x="819150" y="1306830"/>
                </a:lnTo>
                <a:lnTo>
                  <a:pt x="829818" y="1300734"/>
                </a:lnTo>
                <a:close/>
              </a:path>
              <a:path w="1300734" h="2060448">
                <a:moveTo>
                  <a:pt x="816102" y="1278636"/>
                </a:moveTo>
                <a:lnTo>
                  <a:pt x="809244" y="1267968"/>
                </a:lnTo>
                <a:lnTo>
                  <a:pt x="798576" y="1274826"/>
                </a:lnTo>
                <a:lnTo>
                  <a:pt x="805434" y="1285494"/>
                </a:lnTo>
                <a:lnTo>
                  <a:pt x="816102" y="1278636"/>
                </a:lnTo>
                <a:close/>
              </a:path>
              <a:path w="1300734" h="2060448">
                <a:moveTo>
                  <a:pt x="803148" y="1257300"/>
                </a:moveTo>
                <a:lnTo>
                  <a:pt x="796290" y="1246632"/>
                </a:lnTo>
                <a:lnTo>
                  <a:pt x="785622" y="1253490"/>
                </a:lnTo>
                <a:lnTo>
                  <a:pt x="791718" y="1264158"/>
                </a:lnTo>
                <a:lnTo>
                  <a:pt x="803148" y="1257300"/>
                </a:lnTo>
                <a:close/>
              </a:path>
              <a:path w="1300734" h="2060448">
                <a:moveTo>
                  <a:pt x="789432" y="1235964"/>
                </a:moveTo>
                <a:lnTo>
                  <a:pt x="782574" y="1225296"/>
                </a:lnTo>
                <a:lnTo>
                  <a:pt x="771906" y="1232154"/>
                </a:lnTo>
                <a:lnTo>
                  <a:pt x="778764" y="1242822"/>
                </a:lnTo>
                <a:lnTo>
                  <a:pt x="789432" y="1235964"/>
                </a:lnTo>
                <a:close/>
              </a:path>
              <a:path w="1300734" h="2060448">
                <a:moveTo>
                  <a:pt x="775716" y="1214628"/>
                </a:moveTo>
                <a:lnTo>
                  <a:pt x="768858" y="1203960"/>
                </a:lnTo>
                <a:lnTo>
                  <a:pt x="758190" y="1210818"/>
                </a:lnTo>
                <a:lnTo>
                  <a:pt x="765048" y="1221486"/>
                </a:lnTo>
                <a:lnTo>
                  <a:pt x="775716" y="1214628"/>
                </a:lnTo>
                <a:close/>
              </a:path>
              <a:path w="1300734" h="2060448">
                <a:moveTo>
                  <a:pt x="762000" y="1193292"/>
                </a:moveTo>
                <a:lnTo>
                  <a:pt x="755142" y="1181862"/>
                </a:lnTo>
                <a:lnTo>
                  <a:pt x="744474" y="1188720"/>
                </a:lnTo>
                <a:lnTo>
                  <a:pt x="751332" y="1199388"/>
                </a:lnTo>
                <a:lnTo>
                  <a:pt x="762000" y="1193292"/>
                </a:lnTo>
                <a:close/>
              </a:path>
              <a:path w="1300734" h="2060448">
                <a:moveTo>
                  <a:pt x="748284" y="1171194"/>
                </a:moveTo>
                <a:lnTo>
                  <a:pt x="742188" y="1160526"/>
                </a:lnTo>
                <a:lnTo>
                  <a:pt x="730758" y="1167384"/>
                </a:lnTo>
                <a:lnTo>
                  <a:pt x="737616" y="1178052"/>
                </a:lnTo>
                <a:lnTo>
                  <a:pt x="748284" y="1171194"/>
                </a:lnTo>
                <a:close/>
              </a:path>
              <a:path w="1300734" h="2060448">
                <a:moveTo>
                  <a:pt x="735330" y="1149858"/>
                </a:moveTo>
                <a:lnTo>
                  <a:pt x="728472" y="1139190"/>
                </a:lnTo>
                <a:lnTo>
                  <a:pt x="717804" y="1146048"/>
                </a:lnTo>
                <a:lnTo>
                  <a:pt x="724662" y="1156716"/>
                </a:lnTo>
                <a:lnTo>
                  <a:pt x="735330" y="1149858"/>
                </a:lnTo>
                <a:close/>
              </a:path>
              <a:path w="1300734" h="2060448">
                <a:moveTo>
                  <a:pt x="721614" y="1128522"/>
                </a:moveTo>
                <a:lnTo>
                  <a:pt x="714756" y="1117854"/>
                </a:lnTo>
                <a:lnTo>
                  <a:pt x="704088" y="1124712"/>
                </a:lnTo>
                <a:lnTo>
                  <a:pt x="710946" y="1135380"/>
                </a:lnTo>
                <a:lnTo>
                  <a:pt x="721614" y="1128522"/>
                </a:lnTo>
                <a:close/>
              </a:path>
              <a:path w="1300734" h="2060448">
                <a:moveTo>
                  <a:pt x="707898" y="1107186"/>
                </a:moveTo>
                <a:lnTo>
                  <a:pt x="701040" y="1096518"/>
                </a:lnTo>
                <a:lnTo>
                  <a:pt x="690372" y="1102614"/>
                </a:lnTo>
                <a:lnTo>
                  <a:pt x="697230" y="1114044"/>
                </a:lnTo>
                <a:lnTo>
                  <a:pt x="707898" y="1107186"/>
                </a:lnTo>
                <a:close/>
              </a:path>
              <a:path w="1300734" h="2060448">
                <a:moveTo>
                  <a:pt x="688255" y="1088898"/>
                </a:moveTo>
                <a:lnTo>
                  <a:pt x="681554" y="1088898"/>
                </a:lnTo>
                <a:lnTo>
                  <a:pt x="683514" y="1091946"/>
                </a:lnTo>
                <a:lnTo>
                  <a:pt x="688255" y="1088898"/>
                </a:lnTo>
                <a:close/>
              </a:path>
              <a:path w="1300734" h="2060448">
                <a:moveTo>
                  <a:pt x="1262634" y="1988058"/>
                </a:moveTo>
                <a:lnTo>
                  <a:pt x="1255776" y="1977389"/>
                </a:lnTo>
                <a:lnTo>
                  <a:pt x="1245108" y="1984248"/>
                </a:lnTo>
                <a:lnTo>
                  <a:pt x="1251966" y="1994916"/>
                </a:lnTo>
                <a:lnTo>
                  <a:pt x="1262634" y="1988058"/>
                </a:lnTo>
                <a:close/>
              </a:path>
              <a:path w="1300734" h="2060448">
                <a:moveTo>
                  <a:pt x="1292352" y="1975866"/>
                </a:moveTo>
                <a:lnTo>
                  <a:pt x="1256121" y="1998726"/>
                </a:lnTo>
                <a:lnTo>
                  <a:pt x="1294617" y="1998726"/>
                </a:lnTo>
              </a:path>
              <a:path w="1300734" h="2060448">
                <a:moveTo>
                  <a:pt x="1256121" y="1998726"/>
                </a:moveTo>
                <a:lnTo>
                  <a:pt x="1245251" y="2005583"/>
                </a:lnTo>
                <a:lnTo>
                  <a:pt x="1258824" y="2005583"/>
                </a:lnTo>
                <a:lnTo>
                  <a:pt x="1269492" y="1998726"/>
                </a:lnTo>
              </a:path>
              <a:path w="1300734" h="2060448">
                <a:moveTo>
                  <a:pt x="1269492" y="1998726"/>
                </a:moveTo>
                <a:lnTo>
                  <a:pt x="1272540" y="2004060"/>
                </a:lnTo>
                <a:lnTo>
                  <a:pt x="1258824" y="2005583"/>
                </a:lnTo>
                <a:lnTo>
                  <a:pt x="1295297" y="2005583"/>
                </a:lnTo>
                <a:lnTo>
                  <a:pt x="1295146" y="2004060"/>
                </a:lnTo>
                <a:lnTo>
                  <a:pt x="1294617" y="1998726"/>
                </a:lnTo>
              </a:path>
              <a:path w="1300734" h="2060448">
                <a:moveTo>
                  <a:pt x="1245251" y="2005583"/>
                </a:moveTo>
                <a:lnTo>
                  <a:pt x="1238005" y="2010156"/>
                </a:lnTo>
                <a:lnTo>
                  <a:pt x="1295750" y="2010156"/>
                </a:lnTo>
                <a:lnTo>
                  <a:pt x="1295297" y="2005583"/>
                </a:lnTo>
              </a:path>
              <a:path w="1300734" h="2060448">
                <a:moveTo>
                  <a:pt x="1238005" y="2010156"/>
                </a:moveTo>
                <a:lnTo>
                  <a:pt x="1228344" y="2016252"/>
                </a:lnTo>
                <a:lnTo>
                  <a:pt x="1261872" y="2010156"/>
                </a:lnTo>
              </a:path>
              <a:path w="1300734" h="2060448">
                <a:moveTo>
                  <a:pt x="1261872" y="2010156"/>
                </a:moveTo>
                <a:lnTo>
                  <a:pt x="1300734" y="2060448"/>
                </a:lnTo>
                <a:lnTo>
                  <a:pt x="1295750" y="2010156"/>
                </a:lnTo>
              </a:path>
              <a:path w="1300734" h="2060448">
                <a:moveTo>
                  <a:pt x="1261872" y="2010156"/>
                </a:moveTo>
                <a:lnTo>
                  <a:pt x="1228344" y="2016252"/>
                </a:lnTo>
                <a:lnTo>
                  <a:pt x="1300734" y="2060448"/>
                </a:lnTo>
                <a:lnTo>
                  <a:pt x="1261872" y="2010156"/>
                </a:lnTo>
                <a:close/>
              </a:path>
              <a:path w="1300734" h="2060448">
                <a:moveTo>
                  <a:pt x="1272540" y="2004060"/>
                </a:moveTo>
                <a:lnTo>
                  <a:pt x="1269492" y="1998726"/>
                </a:lnTo>
                <a:lnTo>
                  <a:pt x="1258824" y="2005583"/>
                </a:lnTo>
                <a:lnTo>
                  <a:pt x="1272540" y="2004060"/>
                </a:lnTo>
                <a:close/>
              </a:path>
            </a:pathLst>
          </a:custGeom>
          <a:solidFill>
            <a:srgbClr val="0000FF"/>
          </a:solidFill>
        </p:spPr>
        <p:txBody>
          <a:bodyPr wrap="square" lIns="0" tIns="0" rIns="0" bIns="0" rtlCol="0">
            <a:noAutofit/>
          </a:bodyPr>
          <a:lstStyle/>
          <a:p>
            <a:endParaRPr/>
          </a:p>
        </p:txBody>
      </p:sp>
      <p:sp>
        <p:nvSpPr>
          <p:cNvPr id="104" name="object 104"/>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5" name="object 105"/>
          <p:cNvSpPr/>
          <p:nvPr/>
        </p:nvSpPr>
        <p:spPr>
          <a:xfrm>
            <a:off x="0" y="6520722"/>
            <a:ext cx="9144000" cy="224852"/>
          </a:xfrm>
          <a:prstGeom prst="rect">
            <a:avLst/>
          </a:prstGeom>
          <a:blipFill>
            <a:blip r:embed="rId3" cstate="print"/>
            <a:stretch>
              <a:fillRect/>
            </a:stretch>
          </a:blipFill>
        </p:spPr>
        <p:txBody>
          <a:bodyPr wrap="square" lIns="0" tIns="0" rIns="0" bIns="0" rtlCol="0">
            <a:noAutofit/>
          </a:bodyPr>
          <a:lstStyle/>
          <a:p>
            <a:endParaRPr/>
          </a:p>
        </p:txBody>
      </p:sp>
      <p:sp>
        <p:nvSpPr>
          <p:cNvPr id="106" name="object 106"/>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10" name="object 110"/>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1" name="object 111"/>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2" name="object 112"/>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20</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35405" marR="836853" algn="ctr">
              <a:lnSpc>
                <a:spcPct val="100585"/>
              </a:lnSpc>
              <a:spcBef>
                <a:spcPts val="345"/>
              </a:spcBef>
            </a:pPr>
            <a:r>
              <a:rPr sz="1800" b="1" spc="0" dirty="0">
                <a:solidFill>
                  <a:srgbClr val="0000FF"/>
                </a:solidFill>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03496" marR="704982" algn="ctr">
              <a:lnSpc>
                <a:spcPct val="100585"/>
              </a:lnSpc>
              <a:spcBef>
                <a:spcPts val="345"/>
              </a:spcBef>
            </a:pPr>
            <a:r>
              <a:rPr sz="1800" b="1" spc="0" dirty="0">
                <a:solidFill>
                  <a:srgbClr val="0000FF"/>
                </a:solidFill>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bject 115"/>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3" name="object 11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2103121" y="3447738"/>
            <a:ext cx="265937" cy="2323475"/>
          </a:xfrm>
          <a:custGeom>
            <a:avLst/>
            <a:gdLst/>
            <a:ahLst/>
            <a:cxnLst/>
            <a:rect l="l" t="t" r="r" b="b"/>
            <a:pathLst>
              <a:path w="265938" h="2362200">
                <a:moveTo>
                  <a:pt x="263652" y="25908"/>
                </a:moveTo>
                <a:lnTo>
                  <a:pt x="250697" y="25146"/>
                </a:lnTo>
                <a:lnTo>
                  <a:pt x="249173" y="37338"/>
                </a:lnTo>
                <a:lnTo>
                  <a:pt x="262127" y="38862"/>
                </a:lnTo>
                <a:lnTo>
                  <a:pt x="263652" y="25908"/>
                </a:lnTo>
                <a:close/>
              </a:path>
              <a:path w="265938" h="2362200">
                <a:moveTo>
                  <a:pt x="260604" y="51816"/>
                </a:moveTo>
                <a:lnTo>
                  <a:pt x="248411" y="50292"/>
                </a:lnTo>
                <a:lnTo>
                  <a:pt x="246887" y="63246"/>
                </a:lnTo>
                <a:lnTo>
                  <a:pt x="259841" y="64008"/>
                </a:lnTo>
                <a:lnTo>
                  <a:pt x="260604" y="51816"/>
                </a:lnTo>
                <a:close/>
              </a:path>
              <a:path w="265938" h="2362200">
                <a:moveTo>
                  <a:pt x="258317" y="76962"/>
                </a:moveTo>
                <a:lnTo>
                  <a:pt x="246126" y="75438"/>
                </a:lnTo>
                <a:lnTo>
                  <a:pt x="244601" y="88392"/>
                </a:lnTo>
                <a:lnTo>
                  <a:pt x="257555" y="89154"/>
                </a:lnTo>
                <a:lnTo>
                  <a:pt x="258317" y="76962"/>
                </a:lnTo>
                <a:close/>
              </a:path>
              <a:path w="265938" h="2362200">
                <a:moveTo>
                  <a:pt x="256031" y="102108"/>
                </a:moveTo>
                <a:lnTo>
                  <a:pt x="243077" y="100584"/>
                </a:lnTo>
                <a:lnTo>
                  <a:pt x="242315" y="113538"/>
                </a:lnTo>
                <a:lnTo>
                  <a:pt x="254508" y="115062"/>
                </a:lnTo>
                <a:lnTo>
                  <a:pt x="256031" y="102108"/>
                </a:lnTo>
                <a:close/>
              </a:path>
              <a:path w="265938" h="2362200">
                <a:moveTo>
                  <a:pt x="253745" y="127254"/>
                </a:moveTo>
                <a:lnTo>
                  <a:pt x="240791" y="126492"/>
                </a:lnTo>
                <a:lnTo>
                  <a:pt x="240029" y="138684"/>
                </a:lnTo>
                <a:lnTo>
                  <a:pt x="252222" y="140208"/>
                </a:lnTo>
                <a:lnTo>
                  <a:pt x="253745" y="127254"/>
                </a:lnTo>
                <a:close/>
              </a:path>
              <a:path w="265938" h="2362200">
                <a:moveTo>
                  <a:pt x="250697" y="152400"/>
                </a:moveTo>
                <a:lnTo>
                  <a:pt x="238505" y="151638"/>
                </a:lnTo>
                <a:lnTo>
                  <a:pt x="236981" y="163830"/>
                </a:lnTo>
                <a:lnTo>
                  <a:pt x="249936" y="165354"/>
                </a:lnTo>
                <a:lnTo>
                  <a:pt x="250697" y="152400"/>
                </a:lnTo>
                <a:close/>
              </a:path>
              <a:path w="265938" h="2362200">
                <a:moveTo>
                  <a:pt x="248411" y="178308"/>
                </a:moveTo>
                <a:lnTo>
                  <a:pt x="236219" y="176784"/>
                </a:lnTo>
                <a:lnTo>
                  <a:pt x="234695" y="188976"/>
                </a:lnTo>
                <a:lnTo>
                  <a:pt x="247650" y="190500"/>
                </a:lnTo>
                <a:lnTo>
                  <a:pt x="248411" y="178308"/>
                </a:lnTo>
                <a:close/>
              </a:path>
              <a:path w="265938" h="2362200">
                <a:moveTo>
                  <a:pt x="246126" y="203454"/>
                </a:moveTo>
                <a:lnTo>
                  <a:pt x="233172" y="201930"/>
                </a:lnTo>
                <a:lnTo>
                  <a:pt x="232409" y="214884"/>
                </a:lnTo>
                <a:lnTo>
                  <a:pt x="244601" y="215646"/>
                </a:lnTo>
                <a:lnTo>
                  <a:pt x="246126" y="203454"/>
                </a:lnTo>
                <a:close/>
              </a:path>
              <a:path w="265938" h="2362200">
                <a:moveTo>
                  <a:pt x="243840" y="228600"/>
                </a:moveTo>
                <a:lnTo>
                  <a:pt x="230886" y="227076"/>
                </a:lnTo>
                <a:lnTo>
                  <a:pt x="230123" y="240030"/>
                </a:lnTo>
                <a:lnTo>
                  <a:pt x="242315" y="240792"/>
                </a:lnTo>
                <a:lnTo>
                  <a:pt x="243840" y="228600"/>
                </a:lnTo>
                <a:close/>
              </a:path>
              <a:path w="265938" h="2362200">
                <a:moveTo>
                  <a:pt x="241554" y="253746"/>
                </a:moveTo>
                <a:lnTo>
                  <a:pt x="228600" y="252222"/>
                </a:lnTo>
                <a:lnTo>
                  <a:pt x="227076" y="265176"/>
                </a:lnTo>
                <a:lnTo>
                  <a:pt x="240029" y="266700"/>
                </a:lnTo>
                <a:lnTo>
                  <a:pt x="241554" y="253746"/>
                </a:lnTo>
                <a:close/>
              </a:path>
              <a:path w="265938" h="2362200">
                <a:moveTo>
                  <a:pt x="238505" y="278892"/>
                </a:moveTo>
                <a:lnTo>
                  <a:pt x="226314" y="278130"/>
                </a:lnTo>
                <a:lnTo>
                  <a:pt x="224790" y="290322"/>
                </a:lnTo>
                <a:lnTo>
                  <a:pt x="237744" y="291846"/>
                </a:lnTo>
                <a:lnTo>
                  <a:pt x="238505" y="278892"/>
                </a:lnTo>
                <a:close/>
              </a:path>
              <a:path w="265938" h="2362200">
                <a:moveTo>
                  <a:pt x="236219" y="304038"/>
                </a:moveTo>
                <a:lnTo>
                  <a:pt x="224028" y="303276"/>
                </a:lnTo>
                <a:lnTo>
                  <a:pt x="222504" y="315468"/>
                </a:lnTo>
                <a:lnTo>
                  <a:pt x="235458" y="316992"/>
                </a:lnTo>
                <a:lnTo>
                  <a:pt x="236219" y="304038"/>
                </a:lnTo>
                <a:close/>
              </a:path>
              <a:path w="265938" h="2362200">
                <a:moveTo>
                  <a:pt x="233933" y="329946"/>
                </a:moveTo>
                <a:lnTo>
                  <a:pt x="220979" y="328422"/>
                </a:lnTo>
                <a:lnTo>
                  <a:pt x="220218" y="341376"/>
                </a:lnTo>
                <a:lnTo>
                  <a:pt x="232410" y="342138"/>
                </a:lnTo>
                <a:lnTo>
                  <a:pt x="233933" y="329946"/>
                </a:lnTo>
                <a:close/>
              </a:path>
              <a:path w="265938" h="2362200">
                <a:moveTo>
                  <a:pt x="231647" y="355092"/>
                </a:moveTo>
                <a:lnTo>
                  <a:pt x="218694" y="353568"/>
                </a:lnTo>
                <a:lnTo>
                  <a:pt x="217932" y="366522"/>
                </a:lnTo>
                <a:lnTo>
                  <a:pt x="230124" y="367284"/>
                </a:lnTo>
                <a:lnTo>
                  <a:pt x="231647" y="355092"/>
                </a:lnTo>
                <a:close/>
              </a:path>
              <a:path w="265938" h="2362200">
                <a:moveTo>
                  <a:pt x="229361" y="380238"/>
                </a:moveTo>
                <a:lnTo>
                  <a:pt x="216408" y="378714"/>
                </a:lnTo>
                <a:lnTo>
                  <a:pt x="214884" y="391668"/>
                </a:lnTo>
                <a:lnTo>
                  <a:pt x="227837" y="393192"/>
                </a:lnTo>
                <a:lnTo>
                  <a:pt x="229361" y="380238"/>
                </a:lnTo>
                <a:close/>
              </a:path>
              <a:path w="265938" h="2362200">
                <a:moveTo>
                  <a:pt x="225955" y="411479"/>
                </a:moveTo>
                <a:lnTo>
                  <a:pt x="226314" y="405384"/>
                </a:lnTo>
                <a:lnTo>
                  <a:pt x="214122" y="404622"/>
                </a:lnTo>
                <a:lnTo>
                  <a:pt x="213264" y="411479"/>
                </a:lnTo>
                <a:lnTo>
                  <a:pt x="225955" y="411479"/>
                </a:lnTo>
                <a:close/>
              </a:path>
              <a:path w="265938" h="2362200">
                <a:moveTo>
                  <a:pt x="265938" y="762"/>
                </a:moveTo>
                <a:lnTo>
                  <a:pt x="252983" y="0"/>
                </a:lnTo>
                <a:lnTo>
                  <a:pt x="252222" y="12192"/>
                </a:lnTo>
                <a:lnTo>
                  <a:pt x="264413" y="13716"/>
                </a:lnTo>
                <a:lnTo>
                  <a:pt x="265938" y="762"/>
                </a:lnTo>
                <a:close/>
              </a:path>
            </a:pathLst>
          </a:custGeom>
          <a:solidFill>
            <a:srgbClr val="0000FF"/>
          </a:solidFill>
        </p:spPr>
        <p:txBody>
          <a:bodyPr wrap="square" lIns="0" tIns="0" rIns="0" bIns="0" rtlCol="0">
            <a:noAutofit/>
          </a:bodyPr>
          <a:lstStyle/>
          <a:p>
            <a:endParaRPr/>
          </a:p>
        </p:txBody>
      </p:sp>
      <p:sp>
        <p:nvSpPr>
          <p:cNvPr id="78" name="object 7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9" name="object 79"/>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2103121" y="3447738"/>
            <a:ext cx="265937" cy="2323475"/>
          </a:xfrm>
          <a:custGeom>
            <a:avLst/>
            <a:gdLst/>
            <a:ahLst/>
            <a:cxnLst/>
            <a:rect l="l" t="t" r="r" b="b"/>
            <a:pathLst>
              <a:path w="265938" h="2362200">
                <a:moveTo>
                  <a:pt x="225955" y="411479"/>
                </a:moveTo>
                <a:lnTo>
                  <a:pt x="213264" y="411479"/>
                </a:lnTo>
                <a:lnTo>
                  <a:pt x="212597" y="416814"/>
                </a:lnTo>
                <a:lnTo>
                  <a:pt x="225551" y="418338"/>
                </a:lnTo>
                <a:lnTo>
                  <a:pt x="225955" y="411479"/>
                </a:lnTo>
                <a:close/>
              </a:path>
              <a:path w="265938" h="2362200">
                <a:moveTo>
                  <a:pt x="224028" y="430530"/>
                </a:moveTo>
                <a:lnTo>
                  <a:pt x="211836" y="429768"/>
                </a:lnTo>
                <a:lnTo>
                  <a:pt x="210311" y="441960"/>
                </a:lnTo>
                <a:lnTo>
                  <a:pt x="223265" y="443484"/>
                </a:lnTo>
                <a:lnTo>
                  <a:pt x="224028" y="430530"/>
                </a:lnTo>
                <a:close/>
              </a:path>
              <a:path w="265938" h="2362200">
                <a:moveTo>
                  <a:pt x="221742" y="455676"/>
                </a:moveTo>
                <a:lnTo>
                  <a:pt x="208787" y="454914"/>
                </a:lnTo>
                <a:lnTo>
                  <a:pt x="208026" y="467106"/>
                </a:lnTo>
                <a:lnTo>
                  <a:pt x="220218" y="468630"/>
                </a:lnTo>
                <a:lnTo>
                  <a:pt x="221742" y="455676"/>
                </a:lnTo>
                <a:close/>
              </a:path>
              <a:path w="265938" h="2362200">
                <a:moveTo>
                  <a:pt x="219456" y="481584"/>
                </a:moveTo>
                <a:lnTo>
                  <a:pt x="206502" y="480060"/>
                </a:lnTo>
                <a:lnTo>
                  <a:pt x="205740" y="493014"/>
                </a:lnTo>
                <a:lnTo>
                  <a:pt x="217932" y="493776"/>
                </a:lnTo>
                <a:lnTo>
                  <a:pt x="219456" y="481584"/>
                </a:lnTo>
                <a:close/>
              </a:path>
              <a:path w="265938" h="2362200">
                <a:moveTo>
                  <a:pt x="217170" y="506730"/>
                </a:moveTo>
                <a:lnTo>
                  <a:pt x="204215" y="505206"/>
                </a:lnTo>
                <a:lnTo>
                  <a:pt x="202692" y="518160"/>
                </a:lnTo>
                <a:lnTo>
                  <a:pt x="215646" y="518922"/>
                </a:lnTo>
                <a:lnTo>
                  <a:pt x="217170" y="506730"/>
                </a:lnTo>
                <a:close/>
              </a:path>
              <a:path w="265938" h="2362200">
                <a:moveTo>
                  <a:pt x="214122" y="531876"/>
                </a:moveTo>
                <a:lnTo>
                  <a:pt x="201930" y="530352"/>
                </a:lnTo>
                <a:lnTo>
                  <a:pt x="200406" y="543306"/>
                </a:lnTo>
                <a:lnTo>
                  <a:pt x="213360" y="544830"/>
                </a:lnTo>
                <a:lnTo>
                  <a:pt x="214122" y="531876"/>
                </a:lnTo>
                <a:close/>
              </a:path>
              <a:path w="265938" h="2362200">
                <a:moveTo>
                  <a:pt x="211836" y="557022"/>
                </a:moveTo>
                <a:lnTo>
                  <a:pt x="199644" y="556260"/>
                </a:lnTo>
                <a:lnTo>
                  <a:pt x="198120" y="568452"/>
                </a:lnTo>
                <a:lnTo>
                  <a:pt x="211074" y="569976"/>
                </a:lnTo>
                <a:lnTo>
                  <a:pt x="211836" y="557022"/>
                </a:lnTo>
                <a:close/>
              </a:path>
              <a:path w="265938" h="2362200">
                <a:moveTo>
                  <a:pt x="209550" y="582168"/>
                </a:moveTo>
                <a:lnTo>
                  <a:pt x="196596" y="581406"/>
                </a:lnTo>
                <a:lnTo>
                  <a:pt x="195834" y="593598"/>
                </a:lnTo>
                <a:lnTo>
                  <a:pt x="208026" y="595122"/>
                </a:lnTo>
                <a:lnTo>
                  <a:pt x="209550" y="582168"/>
                </a:lnTo>
                <a:close/>
              </a:path>
              <a:path w="265938" h="2362200">
                <a:moveTo>
                  <a:pt x="207264" y="608076"/>
                </a:moveTo>
                <a:lnTo>
                  <a:pt x="194310" y="606552"/>
                </a:lnTo>
                <a:lnTo>
                  <a:pt x="192786" y="619506"/>
                </a:lnTo>
                <a:lnTo>
                  <a:pt x="205740" y="620268"/>
                </a:lnTo>
                <a:lnTo>
                  <a:pt x="207264" y="608076"/>
                </a:lnTo>
                <a:close/>
              </a:path>
              <a:path w="265938" h="2362200">
                <a:moveTo>
                  <a:pt x="204215" y="633222"/>
                </a:moveTo>
                <a:lnTo>
                  <a:pt x="192024" y="631698"/>
                </a:lnTo>
                <a:lnTo>
                  <a:pt x="190500" y="644652"/>
                </a:lnTo>
                <a:lnTo>
                  <a:pt x="203454" y="645414"/>
                </a:lnTo>
                <a:lnTo>
                  <a:pt x="204215" y="633222"/>
                </a:lnTo>
                <a:close/>
              </a:path>
              <a:path w="265938" h="2362200">
                <a:moveTo>
                  <a:pt x="201930" y="658368"/>
                </a:moveTo>
                <a:lnTo>
                  <a:pt x="189738" y="656844"/>
                </a:lnTo>
                <a:lnTo>
                  <a:pt x="188214" y="669798"/>
                </a:lnTo>
                <a:lnTo>
                  <a:pt x="201168" y="670560"/>
                </a:lnTo>
                <a:lnTo>
                  <a:pt x="201930" y="658368"/>
                </a:lnTo>
                <a:close/>
              </a:path>
              <a:path w="265938" h="2362200">
                <a:moveTo>
                  <a:pt x="199644" y="683514"/>
                </a:moveTo>
                <a:lnTo>
                  <a:pt x="186690" y="681990"/>
                </a:lnTo>
                <a:lnTo>
                  <a:pt x="185928" y="694944"/>
                </a:lnTo>
                <a:lnTo>
                  <a:pt x="198120" y="696468"/>
                </a:lnTo>
                <a:lnTo>
                  <a:pt x="199644" y="683514"/>
                </a:lnTo>
                <a:close/>
              </a:path>
              <a:path w="265938" h="2362200">
                <a:moveTo>
                  <a:pt x="197358" y="708660"/>
                </a:moveTo>
                <a:lnTo>
                  <a:pt x="184404" y="707898"/>
                </a:lnTo>
                <a:lnTo>
                  <a:pt x="183642" y="720090"/>
                </a:lnTo>
                <a:lnTo>
                  <a:pt x="195834" y="721614"/>
                </a:lnTo>
                <a:lnTo>
                  <a:pt x="197358" y="708660"/>
                </a:lnTo>
                <a:close/>
              </a:path>
              <a:path w="265938" h="2362200">
                <a:moveTo>
                  <a:pt x="195072" y="733806"/>
                </a:moveTo>
                <a:lnTo>
                  <a:pt x="182118" y="733044"/>
                </a:lnTo>
                <a:lnTo>
                  <a:pt x="180594" y="745236"/>
                </a:lnTo>
                <a:lnTo>
                  <a:pt x="193548" y="746760"/>
                </a:lnTo>
                <a:lnTo>
                  <a:pt x="195072" y="733806"/>
                </a:lnTo>
                <a:close/>
              </a:path>
              <a:path w="265938" h="2362200">
                <a:moveTo>
                  <a:pt x="192024" y="759714"/>
                </a:moveTo>
                <a:lnTo>
                  <a:pt x="179832" y="758190"/>
                </a:lnTo>
                <a:lnTo>
                  <a:pt x="178308" y="771144"/>
                </a:lnTo>
                <a:lnTo>
                  <a:pt x="191262" y="771906"/>
                </a:lnTo>
                <a:lnTo>
                  <a:pt x="192024" y="759714"/>
                </a:lnTo>
                <a:close/>
              </a:path>
              <a:path w="265938" h="2362200">
                <a:moveTo>
                  <a:pt x="189738" y="784860"/>
                </a:moveTo>
                <a:lnTo>
                  <a:pt x="177546" y="783336"/>
                </a:lnTo>
                <a:lnTo>
                  <a:pt x="176022" y="796290"/>
                </a:lnTo>
                <a:lnTo>
                  <a:pt x="188976" y="797052"/>
                </a:lnTo>
                <a:lnTo>
                  <a:pt x="189738" y="784860"/>
                </a:lnTo>
                <a:close/>
              </a:path>
              <a:path w="265938" h="2362200">
                <a:moveTo>
                  <a:pt x="187452" y="810006"/>
                </a:moveTo>
                <a:lnTo>
                  <a:pt x="174498" y="808482"/>
                </a:lnTo>
                <a:lnTo>
                  <a:pt x="173736" y="821436"/>
                </a:lnTo>
                <a:lnTo>
                  <a:pt x="185928" y="822960"/>
                </a:lnTo>
                <a:lnTo>
                  <a:pt x="187452" y="810006"/>
                </a:lnTo>
                <a:close/>
              </a:path>
              <a:path w="265938" h="2362200">
                <a:moveTo>
                  <a:pt x="185166" y="835152"/>
                </a:moveTo>
                <a:lnTo>
                  <a:pt x="172212" y="834390"/>
                </a:lnTo>
                <a:lnTo>
                  <a:pt x="171450" y="846582"/>
                </a:lnTo>
                <a:lnTo>
                  <a:pt x="183642" y="848106"/>
                </a:lnTo>
                <a:lnTo>
                  <a:pt x="185166" y="835152"/>
                </a:lnTo>
                <a:close/>
              </a:path>
              <a:path w="265938" h="2362200">
                <a:moveTo>
                  <a:pt x="182880" y="860298"/>
                </a:moveTo>
                <a:lnTo>
                  <a:pt x="169926" y="859536"/>
                </a:lnTo>
                <a:lnTo>
                  <a:pt x="168402" y="871728"/>
                </a:lnTo>
                <a:lnTo>
                  <a:pt x="181356" y="873252"/>
                </a:lnTo>
                <a:lnTo>
                  <a:pt x="182880" y="860298"/>
                </a:lnTo>
                <a:close/>
              </a:path>
              <a:path w="265938" h="2362200">
                <a:moveTo>
                  <a:pt x="179832" y="886206"/>
                </a:moveTo>
                <a:lnTo>
                  <a:pt x="167640" y="884682"/>
                </a:lnTo>
                <a:lnTo>
                  <a:pt x="166116" y="896874"/>
                </a:lnTo>
                <a:lnTo>
                  <a:pt x="179070" y="898398"/>
                </a:lnTo>
                <a:lnTo>
                  <a:pt x="179832" y="886206"/>
                </a:lnTo>
                <a:close/>
              </a:path>
              <a:path w="265938" h="2362200">
                <a:moveTo>
                  <a:pt x="177546" y="911352"/>
                </a:moveTo>
                <a:lnTo>
                  <a:pt x="165354" y="909828"/>
                </a:lnTo>
                <a:lnTo>
                  <a:pt x="163830" y="922782"/>
                </a:lnTo>
                <a:lnTo>
                  <a:pt x="176784" y="923544"/>
                </a:lnTo>
                <a:lnTo>
                  <a:pt x="177546" y="911352"/>
                </a:lnTo>
                <a:close/>
              </a:path>
              <a:path w="265938" h="2362200">
                <a:moveTo>
                  <a:pt x="175260" y="936498"/>
                </a:moveTo>
                <a:lnTo>
                  <a:pt x="162306" y="934974"/>
                </a:lnTo>
                <a:lnTo>
                  <a:pt x="161544" y="947928"/>
                </a:lnTo>
                <a:lnTo>
                  <a:pt x="173736" y="948690"/>
                </a:lnTo>
                <a:lnTo>
                  <a:pt x="175260" y="936498"/>
                </a:lnTo>
                <a:close/>
              </a:path>
              <a:path w="265938" h="2362200">
                <a:moveTo>
                  <a:pt x="172974" y="961644"/>
                </a:moveTo>
                <a:lnTo>
                  <a:pt x="160020" y="960120"/>
                </a:lnTo>
                <a:lnTo>
                  <a:pt x="159258" y="973074"/>
                </a:lnTo>
                <a:lnTo>
                  <a:pt x="171450" y="974598"/>
                </a:lnTo>
                <a:lnTo>
                  <a:pt x="172974" y="961644"/>
                </a:lnTo>
                <a:close/>
              </a:path>
              <a:path w="265938" h="2362200">
                <a:moveTo>
                  <a:pt x="170688" y="986790"/>
                </a:moveTo>
                <a:lnTo>
                  <a:pt x="157734" y="986028"/>
                </a:lnTo>
                <a:lnTo>
                  <a:pt x="156210" y="998220"/>
                </a:lnTo>
                <a:lnTo>
                  <a:pt x="169164" y="999744"/>
                </a:lnTo>
                <a:lnTo>
                  <a:pt x="170688" y="986790"/>
                </a:lnTo>
                <a:close/>
              </a:path>
              <a:path w="265938" h="2362200">
                <a:moveTo>
                  <a:pt x="167640" y="1011936"/>
                </a:moveTo>
                <a:lnTo>
                  <a:pt x="155448" y="1011174"/>
                </a:lnTo>
                <a:lnTo>
                  <a:pt x="153924" y="1023366"/>
                </a:lnTo>
                <a:lnTo>
                  <a:pt x="166878" y="1024890"/>
                </a:lnTo>
                <a:lnTo>
                  <a:pt x="167640" y="1011936"/>
                </a:lnTo>
                <a:close/>
              </a:path>
              <a:path w="265938" h="2362200">
                <a:moveTo>
                  <a:pt x="165354" y="1037844"/>
                </a:moveTo>
                <a:lnTo>
                  <a:pt x="153162" y="1036320"/>
                </a:lnTo>
                <a:lnTo>
                  <a:pt x="151638" y="1049274"/>
                </a:lnTo>
                <a:lnTo>
                  <a:pt x="164592" y="1050036"/>
                </a:lnTo>
                <a:lnTo>
                  <a:pt x="165354" y="1037844"/>
                </a:lnTo>
                <a:close/>
              </a:path>
              <a:path w="265938" h="2362200">
                <a:moveTo>
                  <a:pt x="163068" y="1062990"/>
                </a:moveTo>
                <a:lnTo>
                  <a:pt x="150114" y="1061466"/>
                </a:lnTo>
                <a:lnTo>
                  <a:pt x="149352" y="1074420"/>
                </a:lnTo>
                <a:lnTo>
                  <a:pt x="161544" y="1075182"/>
                </a:lnTo>
                <a:lnTo>
                  <a:pt x="163068" y="1062990"/>
                </a:lnTo>
                <a:close/>
              </a:path>
              <a:path w="265938" h="2362200">
                <a:moveTo>
                  <a:pt x="160782" y="1088136"/>
                </a:moveTo>
                <a:lnTo>
                  <a:pt x="147828" y="1086612"/>
                </a:lnTo>
                <a:lnTo>
                  <a:pt x="146304" y="1099566"/>
                </a:lnTo>
                <a:lnTo>
                  <a:pt x="159258" y="1101090"/>
                </a:lnTo>
                <a:lnTo>
                  <a:pt x="160782" y="1088136"/>
                </a:lnTo>
                <a:close/>
              </a:path>
              <a:path w="265938" h="2362200">
                <a:moveTo>
                  <a:pt x="157734" y="1113282"/>
                </a:moveTo>
                <a:lnTo>
                  <a:pt x="145542" y="1112520"/>
                </a:lnTo>
                <a:lnTo>
                  <a:pt x="144018" y="1124712"/>
                </a:lnTo>
                <a:lnTo>
                  <a:pt x="156972" y="1126236"/>
                </a:lnTo>
                <a:lnTo>
                  <a:pt x="157734" y="1113282"/>
                </a:lnTo>
                <a:close/>
              </a:path>
              <a:path w="265938" h="2362200">
                <a:moveTo>
                  <a:pt x="155448" y="1138428"/>
                </a:moveTo>
                <a:lnTo>
                  <a:pt x="143256" y="1137666"/>
                </a:lnTo>
                <a:lnTo>
                  <a:pt x="141732" y="1149858"/>
                </a:lnTo>
                <a:lnTo>
                  <a:pt x="154686" y="1151382"/>
                </a:lnTo>
                <a:lnTo>
                  <a:pt x="155448" y="1138428"/>
                </a:lnTo>
                <a:close/>
              </a:path>
              <a:path w="265938" h="2362200">
                <a:moveTo>
                  <a:pt x="153162" y="1163574"/>
                </a:moveTo>
                <a:lnTo>
                  <a:pt x="140208" y="1162812"/>
                </a:lnTo>
                <a:lnTo>
                  <a:pt x="139446" y="1175004"/>
                </a:lnTo>
                <a:lnTo>
                  <a:pt x="151638" y="1176528"/>
                </a:lnTo>
                <a:lnTo>
                  <a:pt x="153162" y="1163574"/>
                </a:lnTo>
                <a:close/>
              </a:path>
              <a:path w="265938" h="2362200">
                <a:moveTo>
                  <a:pt x="150876" y="1189482"/>
                </a:moveTo>
                <a:lnTo>
                  <a:pt x="137922" y="1187958"/>
                </a:lnTo>
                <a:lnTo>
                  <a:pt x="137160" y="1200912"/>
                </a:lnTo>
                <a:lnTo>
                  <a:pt x="149352" y="1201674"/>
                </a:lnTo>
                <a:lnTo>
                  <a:pt x="150876" y="1189482"/>
                </a:lnTo>
                <a:close/>
              </a:path>
              <a:path w="265938" h="2362200">
                <a:moveTo>
                  <a:pt x="148590" y="1214628"/>
                </a:moveTo>
                <a:lnTo>
                  <a:pt x="135636" y="1213104"/>
                </a:lnTo>
                <a:lnTo>
                  <a:pt x="134112" y="1226058"/>
                </a:lnTo>
                <a:lnTo>
                  <a:pt x="147066" y="1226820"/>
                </a:lnTo>
                <a:lnTo>
                  <a:pt x="148590" y="1214628"/>
                </a:lnTo>
                <a:close/>
              </a:path>
              <a:path w="265938" h="2362200">
                <a:moveTo>
                  <a:pt x="145542" y="1239774"/>
                </a:moveTo>
                <a:lnTo>
                  <a:pt x="133350" y="1238250"/>
                </a:lnTo>
                <a:lnTo>
                  <a:pt x="131826" y="1251204"/>
                </a:lnTo>
                <a:lnTo>
                  <a:pt x="144780" y="1252728"/>
                </a:lnTo>
                <a:lnTo>
                  <a:pt x="145542" y="1239774"/>
                </a:lnTo>
                <a:close/>
              </a:path>
              <a:path w="265938" h="2362200">
                <a:moveTo>
                  <a:pt x="143256" y="1264920"/>
                </a:moveTo>
                <a:lnTo>
                  <a:pt x="131064" y="1264158"/>
                </a:lnTo>
                <a:lnTo>
                  <a:pt x="129540" y="1276350"/>
                </a:lnTo>
                <a:lnTo>
                  <a:pt x="142494" y="1277874"/>
                </a:lnTo>
                <a:lnTo>
                  <a:pt x="143256" y="1264920"/>
                </a:lnTo>
                <a:close/>
              </a:path>
              <a:path w="265938" h="2362200">
                <a:moveTo>
                  <a:pt x="140970" y="1290066"/>
                </a:moveTo>
                <a:lnTo>
                  <a:pt x="128016" y="1289304"/>
                </a:lnTo>
                <a:lnTo>
                  <a:pt x="127254" y="1301496"/>
                </a:lnTo>
                <a:lnTo>
                  <a:pt x="139446" y="1303020"/>
                </a:lnTo>
                <a:lnTo>
                  <a:pt x="140970" y="1290066"/>
                </a:lnTo>
                <a:close/>
              </a:path>
              <a:path w="265938" h="2362200">
                <a:moveTo>
                  <a:pt x="138684" y="1315974"/>
                </a:moveTo>
                <a:lnTo>
                  <a:pt x="125730" y="1314450"/>
                </a:lnTo>
                <a:lnTo>
                  <a:pt x="124968" y="1327404"/>
                </a:lnTo>
                <a:lnTo>
                  <a:pt x="137160" y="1328166"/>
                </a:lnTo>
                <a:lnTo>
                  <a:pt x="138684" y="1315974"/>
                </a:lnTo>
                <a:close/>
              </a:path>
              <a:path w="265938" h="2362200">
                <a:moveTo>
                  <a:pt x="136398" y="1341120"/>
                </a:moveTo>
                <a:lnTo>
                  <a:pt x="123444" y="1339596"/>
                </a:lnTo>
                <a:lnTo>
                  <a:pt x="121920" y="1352550"/>
                </a:lnTo>
                <a:lnTo>
                  <a:pt x="134874" y="1353312"/>
                </a:lnTo>
                <a:lnTo>
                  <a:pt x="136398" y="1341120"/>
                </a:lnTo>
                <a:close/>
              </a:path>
              <a:path w="265938" h="2362200">
                <a:moveTo>
                  <a:pt x="133350" y="1366266"/>
                </a:moveTo>
                <a:lnTo>
                  <a:pt x="121158" y="1364742"/>
                </a:lnTo>
                <a:lnTo>
                  <a:pt x="119634" y="1377696"/>
                </a:lnTo>
                <a:lnTo>
                  <a:pt x="132588" y="1378458"/>
                </a:lnTo>
                <a:lnTo>
                  <a:pt x="133350" y="1366266"/>
                </a:lnTo>
                <a:close/>
              </a:path>
              <a:path w="265938" h="2362200">
                <a:moveTo>
                  <a:pt x="124967" y="1390649"/>
                </a:moveTo>
                <a:lnTo>
                  <a:pt x="118872" y="1389888"/>
                </a:lnTo>
                <a:lnTo>
                  <a:pt x="118782" y="1390649"/>
                </a:lnTo>
                <a:lnTo>
                  <a:pt x="124967" y="1390649"/>
                </a:lnTo>
                <a:close/>
              </a:path>
            </a:pathLst>
          </a:custGeom>
          <a:solidFill>
            <a:srgbClr val="0000FF"/>
          </a:solidFill>
        </p:spPr>
        <p:txBody>
          <a:bodyPr wrap="square" lIns="0" tIns="0" rIns="0" bIns="0" rtlCol="0">
            <a:noAutofit/>
          </a:bodyPr>
          <a:lstStyle/>
          <a:p>
            <a:endParaRPr/>
          </a:p>
        </p:txBody>
      </p:sp>
      <p:sp>
        <p:nvSpPr>
          <p:cNvPr id="91" name="object 9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2" name="object 92"/>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4" name="object 94"/>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6" name="object 9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9" name="object 9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2103121" y="3447738"/>
            <a:ext cx="265937" cy="2323475"/>
          </a:xfrm>
          <a:custGeom>
            <a:avLst/>
            <a:gdLst/>
            <a:ahLst/>
            <a:cxnLst/>
            <a:rect l="l" t="t" r="r" b="b"/>
            <a:pathLst>
              <a:path w="265938" h="2362200">
                <a:moveTo>
                  <a:pt x="131064" y="1391412"/>
                </a:moveTo>
                <a:lnTo>
                  <a:pt x="124967" y="1390649"/>
                </a:lnTo>
                <a:lnTo>
                  <a:pt x="118782" y="1390649"/>
                </a:lnTo>
                <a:lnTo>
                  <a:pt x="117348" y="1402842"/>
                </a:lnTo>
                <a:lnTo>
                  <a:pt x="130302" y="1404366"/>
                </a:lnTo>
                <a:lnTo>
                  <a:pt x="131064" y="1391412"/>
                </a:lnTo>
                <a:close/>
              </a:path>
              <a:path w="265938" h="2362200">
                <a:moveTo>
                  <a:pt x="128778" y="1416558"/>
                </a:moveTo>
                <a:lnTo>
                  <a:pt x="115824" y="1415796"/>
                </a:lnTo>
                <a:lnTo>
                  <a:pt x="115062" y="1427988"/>
                </a:lnTo>
                <a:lnTo>
                  <a:pt x="127254" y="1429512"/>
                </a:lnTo>
                <a:lnTo>
                  <a:pt x="128778" y="1416558"/>
                </a:lnTo>
                <a:close/>
              </a:path>
              <a:path w="265938" h="2362200">
                <a:moveTo>
                  <a:pt x="126492" y="1441704"/>
                </a:moveTo>
                <a:lnTo>
                  <a:pt x="113538" y="1440942"/>
                </a:lnTo>
                <a:lnTo>
                  <a:pt x="112776" y="1453134"/>
                </a:lnTo>
                <a:lnTo>
                  <a:pt x="124968" y="1454658"/>
                </a:lnTo>
                <a:lnTo>
                  <a:pt x="126492" y="1441704"/>
                </a:lnTo>
                <a:close/>
              </a:path>
              <a:path w="265938" h="2362200">
                <a:moveTo>
                  <a:pt x="124206" y="1467612"/>
                </a:moveTo>
                <a:lnTo>
                  <a:pt x="111252" y="1466088"/>
                </a:lnTo>
                <a:lnTo>
                  <a:pt x="109728" y="1479042"/>
                </a:lnTo>
                <a:lnTo>
                  <a:pt x="122682" y="1479804"/>
                </a:lnTo>
                <a:lnTo>
                  <a:pt x="124206" y="1467612"/>
                </a:lnTo>
                <a:close/>
              </a:path>
              <a:path w="265938" h="2362200">
                <a:moveTo>
                  <a:pt x="121158" y="1492758"/>
                </a:moveTo>
                <a:lnTo>
                  <a:pt x="108966" y="1491234"/>
                </a:lnTo>
                <a:lnTo>
                  <a:pt x="107442" y="1504188"/>
                </a:lnTo>
                <a:lnTo>
                  <a:pt x="120396" y="1504950"/>
                </a:lnTo>
                <a:lnTo>
                  <a:pt x="121158" y="1492758"/>
                </a:lnTo>
                <a:close/>
              </a:path>
              <a:path w="265938" h="2362200">
                <a:moveTo>
                  <a:pt x="118872" y="1517904"/>
                </a:moveTo>
                <a:lnTo>
                  <a:pt x="106680" y="1516380"/>
                </a:lnTo>
                <a:lnTo>
                  <a:pt x="105156" y="1529334"/>
                </a:lnTo>
                <a:lnTo>
                  <a:pt x="118110" y="1530858"/>
                </a:lnTo>
                <a:lnTo>
                  <a:pt x="118872" y="1517904"/>
                </a:lnTo>
                <a:close/>
              </a:path>
              <a:path w="265938" h="2362200">
                <a:moveTo>
                  <a:pt x="116586" y="1543050"/>
                </a:moveTo>
                <a:lnTo>
                  <a:pt x="103632" y="1542288"/>
                </a:lnTo>
                <a:lnTo>
                  <a:pt x="102870" y="1554480"/>
                </a:lnTo>
                <a:lnTo>
                  <a:pt x="115062" y="1556004"/>
                </a:lnTo>
                <a:lnTo>
                  <a:pt x="116586" y="1543050"/>
                </a:lnTo>
                <a:close/>
              </a:path>
              <a:path w="265938" h="2362200">
                <a:moveTo>
                  <a:pt x="114300" y="1568196"/>
                </a:moveTo>
                <a:lnTo>
                  <a:pt x="101346" y="1567434"/>
                </a:lnTo>
                <a:lnTo>
                  <a:pt x="99822" y="1579626"/>
                </a:lnTo>
                <a:lnTo>
                  <a:pt x="112776" y="1581150"/>
                </a:lnTo>
                <a:lnTo>
                  <a:pt x="114300" y="1568196"/>
                </a:lnTo>
                <a:close/>
              </a:path>
              <a:path w="265938" h="2362200">
                <a:moveTo>
                  <a:pt x="111252" y="1593342"/>
                </a:moveTo>
                <a:lnTo>
                  <a:pt x="99060" y="1592580"/>
                </a:lnTo>
                <a:lnTo>
                  <a:pt x="97536" y="1604772"/>
                </a:lnTo>
                <a:lnTo>
                  <a:pt x="110490" y="1606296"/>
                </a:lnTo>
                <a:lnTo>
                  <a:pt x="111252" y="1593342"/>
                </a:lnTo>
                <a:close/>
              </a:path>
              <a:path w="265938" h="2362200">
                <a:moveTo>
                  <a:pt x="108966" y="1619250"/>
                </a:moveTo>
                <a:lnTo>
                  <a:pt x="96774" y="1617726"/>
                </a:lnTo>
                <a:lnTo>
                  <a:pt x="95250" y="1630680"/>
                </a:lnTo>
                <a:lnTo>
                  <a:pt x="108204" y="1631442"/>
                </a:lnTo>
                <a:lnTo>
                  <a:pt x="108966" y="1619250"/>
                </a:lnTo>
                <a:close/>
              </a:path>
              <a:path w="265938" h="2362200">
                <a:moveTo>
                  <a:pt x="106680" y="1644395"/>
                </a:moveTo>
                <a:lnTo>
                  <a:pt x="93726" y="1642872"/>
                </a:lnTo>
                <a:lnTo>
                  <a:pt x="92964" y="1655826"/>
                </a:lnTo>
                <a:lnTo>
                  <a:pt x="105156" y="1656588"/>
                </a:lnTo>
                <a:lnTo>
                  <a:pt x="106680" y="1644395"/>
                </a:lnTo>
                <a:close/>
              </a:path>
              <a:path w="265938" h="2362200">
                <a:moveTo>
                  <a:pt x="104394" y="1669542"/>
                </a:moveTo>
                <a:lnTo>
                  <a:pt x="91440" y="1668018"/>
                </a:lnTo>
                <a:lnTo>
                  <a:pt x="90678" y="1680972"/>
                </a:lnTo>
                <a:lnTo>
                  <a:pt x="102870" y="1682495"/>
                </a:lnTo>
                <a:lnTo>
                  <a:pt x="104394" y="1669542"/>
                </a:lnTo>
                <a:close/>
              </a:path>
              <a:path w="265938" h="2362200">
                <a:moveTo>
                  <a:pt x="102108" y="1694688"/>
                </a:moveTo>
                <a:lnTo>
                  <a:pt x="89154" y="1693926"/>
                </a:lnTo>
                <a:lnTo>
                  <a:pt x="87630" y="1706118"/>
                </a:lnTo>
                <a:lnTo>
                  <a:pt x="100584" y="1707642"/>
                </a:lnTo>
                <a:lnTo>
                  <a:pt x="102108" y="1694688"/>
                </a:lnTo>
                <a:close/>
              </a:path>
              <a:path w="265938" h="2362200">
                <a:moveTo>
                  <a:pt x="99060" y="1719834"/>
                </a:moveTo>
                <a:lnTo>
                  <a:pt x="86868" y="1719072"/>
                </a:lnTo>
                <a:lnTo>
                  <a:pt x="85344" y="1731264"/>
                </a:lnTo>
                <a:lnTo>
                  <a:pt x="98298" y="1732788"/>
                </a:lnTo>
                <a:lnTo>
                  <a:pt x="99060" y="1719834"/>
                </a:lnTo>
                <a:close/>
              </a:path>
              <a:path w="265938" h="2362200">
                <a:moveTo>
                  <a:pt x="96774" y="1745742"/>
                </a:moveTo>
                <a:lnTo>
                  <a:pt x="84582" y="1744218"/>
                </a:lnTo>
                <a:lnTo>
                  <a:pt x="83058" y="1757172"/>
                </a:lnTo>
                <a:lnTo>
                  <a:pt x="96012" y="1757934"/>
                </a:lnTo>
                <a:lnTo>
                  <a:pt x="96774" y="1745742"/>
                </a:lnTo>
                <a:close/>
              </a:path>
              <a:path w="265938" h="2362200">
                <a:moveTo>
                  <a:pt x="94488" y="1770888"/>
                </a:moveTo>
                <a:lnTo>
                  <a:pt x="81534" y="1769364"/>
                </a:lnTo>
                <a:lnTo>
                  <a:pt x="80772" y="1782318"/>
                </a:lnTo>
                <a:lnTo>
                  <a:pt x="92964" y="1783080"/>
                </a:lnTo>
                <a:lnTo>
                  <a:pt x="94488" y="1770888"/>
                </a:lnTo>
                <a:close/>
              </a:path>
              <a:path w="265938" h="2362200">
                <a:moveTo>
                  <a:pt x="92202" y="1796034"/>
                </a:moveTo>
                <a:lnTo>
                  <a:pt x="79248" y="1794510"/>
                </a:lnTo>
                <a:lnTo>
                  <a:pt x="78486" y="1807464"/>
                </a:lnTo>
                <a:lnTo>
                  <a:pt x="90678" y="1808988"/>
                </a:lnTo>
                <a:lnTo>
                  <a:pt x="92202" y="1796034"/>
                </a:lnTo>
                <a:close/>
              </a:path>
              <a:path w="265938" h="2362200">
                <a:moveTo>
                  <a:pt x="89916" y="1821180"/>
                </a:moveTo>
                <a:lnTo>
                  <a:pt x="76962" y="1820418"/>
                </a:lnTo>
                <a:lnTo>
                  <a:pt x="75438" y="1832610"/>
                </a:lnTo>
                <a:lnTo>
                  <a:pt x="88392" y="1834134"/>
                </a:lnTo>
                <a:lnTo>
                  <a:pt x="89916" y="1821180"/>
                </a:lnTo>
                <a:close/>
              </a:path>
              <a:path w="265938" h="2362200">
                <a:moveTo>
                  <a:pt x="86868" y="1846326"/>
                </a:moveTo>
                <a:lnTo>
                  <a:pt x="74676" y="1845564"/>
                </a:lnTo>
                <a:lnTo>
                  <a:pt x="73152" y="1857756"/>
                </a:lnTo>
                <a:lnTo>
                  <a:pt x="86106" y="1859280"/>
                </a:lnTo>
                <a:lnTo>
                  <a:pt x="86868" y="1846326"/>
                </a:lnTo>
                <a:close/>
              </a:path>
              <a:path w="265938" h="2362200">
                <a:moveTo>
                  <a:pt x="84582" y="1871472"/>
                </a:moveTo>
                <a:lnTo>
                  <a:pt x="72390" y="1870710"/>
                </a:lnTo>
                <a:lnTo>
                  <a:pt x="70866" y="1882902"/>
                </a:lnTo>
                <a:lnTo>
                  <a:pt x="83820" y="1884426"/>
                </a:lnTo>
                <a:lnTo>
                  <a:pt x="84582" y="1871472"/>
                </a:lnTo>
                <a:close/>
              </a:path>
              <a:path w="265938" h="2362200">
                <a:moveTo>
                  <a:pt x="82296" y="1897380"/>
                </a:moveTo>
                <a:lnTo>
                  <a:pt x="69342" y="1895856"/>
                </a:lnTo>
                <a:lnTo>
                  <a:pt x="68580" y="1908810"/>
                </a:lnTo>
                <a:lnTo>
                  <a:pt x="80772" y="1909572"/>
                </a:lnTo>
                <a:lnTo>
                  <a:pt x="82296" y="1897380"/>
                </a:lnTo>
                <a:close/>
              </a:path>
              <a:path w="265938" h="2362200">
                <a:moveTo>
                  <a:pt x="80010" y="1922526"/>
                </a:moveTo>
                <a:lnTo>
                  <a:pt x="67056" y="1921002"/>
                </a:lnTo>
                <a:lnTo>
                  <a:pt x="66294" y="1933956"/>
                </a:lnTo>
                <a:lnTo>
                  <a:pt x="78486" y="1934718"/>
                </a:lnTo>
                <a:lnTo>
                  <a:pt x="80010" y="1922526"/>
                </a:lnTo>
                <a:close/>
              </a:path>
              <a:path w="265938" h="2362200">
                <a:moveTo>
                  <a:pt x="77724" y="1947672"/>
                </a:moveTo>
                <a:lnTo>
                  <a:pt x="64770" y="1946148"/>
                </a:lnTo>
                <a:lnTo>
                  <a:pt x="63246" y="1959102"/>
                </a:lnTo>
                <a:lnTo>
                  <a:pt x="76200" y="1960626"/>
                </a:lnTo>
                <a:lnTo>
                  <a:pt x="77724" y="1947672"/>
                </a:lnTo>
                <a:close/>
              </a:path>
              <a:path w="265938" h="2362200">
                <a:moveTo>
                  <a:pt x="74676" y="1972818"/>
                </a:moveTo>
                <a:lnTo>
                  <a:pt x="62484" y="1972056"/>
                </a:lnTo>
                <a:lnTo>
                  <a:pt x="60960" y="1984248"/>
                </a:lnTo>
                <a:lnTo>
                  <a:pt x="73914" y="1985772"/>
                </a:lnTo>
                <a:lnTo>
                  <a:pt x="74676" y="1972818"/>
                </a:lnTo>
                <a:close/>
              </a:path>
              <a:path w="265938" h="2362200">
                <a:moveTo>
                  <a:pt x="72390" y="1997964"/>
                </a:moveTo>
                <a:lnTo>
                  <a:pt x="60198" y="1997202"/>
                </a:lnTo>
                <a:lnTo>
                  <a:pt x="58674" y="2009394"/>
                </a:lnTo>
                <a:lnTo>
                  <a:pt x="70866" y="2010918"/>
                </a:lnTo>
                <a:lnTo>
                  <a:pt x="72390" y="1997964"/>
                </a:lnTo>
                <a:close/>
              </a:path>
              <a:path w="265938" h="2362200">
                <a:moveTo>
                  <a:pt x="70104" y="2023872"/>
                </a:moveTo>
                <a:lnTo>
                  <a:pt x="57150" y="2022348"/>
                </a:lnTo>
                <a:lnTo>
                  <a:pt x="56388" y="2035302"/>
                </a:lnTo>
                <a:lnTo>
                  <a:pt x="68580" y="2036064"/>
                </a:lnTo>
                <a:lnTo>
                  <a:pt x="70104" y="2023872"/>
                </a:lnTo>
                <a:close/>
              </a:path>
              <a:path w="265938" h="2362200">
                <a:moveTo>
                  <a:pt x="67818" y="2049018"/>
                </a:moveTo>
                <a:lnTo>
                  <a:pt x="54864" y="2047494"/>
                </a:lnTo>
                <a:lnTo>
                  <a:pt x="53340" y="2060448"/>
                </a:lnTo>
                <a:lnTo>
                  <a:pt x="66294" y="2061210"/>
                </a:lnTo>
                <a:lnTo>
                  <a:pt x="67818" y="2049018"/>
                </a:lnTo>
                <a:close/>
              </a:path>
              <a:path w="265938" h="2362200">
                <a:moveTo>
                  <a:pt x="64770" y="2074164"/>
                </a:moveTo>
                <a:lnTo>
                  <a:pt x="52578" y="2072639"/>
                </a:lnTo>
                <a:lnTo>
                  <a:pt x="51054" y="2085594"/>
                </a:lnTo>
                <a:lnTo>
                  <a:pt x="64008" y="2086356"/>
                </a:lnTo>
                <a:lnTo>
                  <a:pt x="64770" y="2074164"/>
                </a:lnTo>
                <a:close/>
              </a:path>
              <a:path w="265938" h="2362200">
                <a:moveTo>
                  <a:pt x="62484" y="2099310"/>
                </a:moveTo>
                <a:lnTo>
                  <a:pt x="50292" y="2097786"/>
                </a:lnTo>
                <a:lnTo>
                  <a:pt x="48768" y="2110740"/>
                </a:lnTo>
                <a:lnTo>
                  <a:pt x="61722" y="2112264"/>
                </a:lnTo>
                <a:lnTo>
                  <a:pt x="62484" y="2099310"/>
                </a:lnTo>
                <a:close/>
              </a:path>
              <a:path w="265938" h="2362200">
                <a:moveTo>
                  <a:pt x="60198" y="2124456"/>
                </a:moveTo>
                <a:lnTo>
                  <a:pt x="47244" y="2123694"/>
                </a:lnTo>
                <a:lnTo>
                  <a:pt x="46482" y="2135886"/>
                </a:lnTo>
                <a:lnTo>
                  <a:pt x="58674" y="2137410"/>
                </a:lnTo>
                <a:lnTo>
                  <a:pt x="60198" y="2124456"/>
                </a:lnTo>
                <a:close/>
              </a:path>
              <a:path w="265938" h="2362200">
                <a:moveTo>
                  <a:pt x="57912" y="2149602"/>
                </a:moveTo>
                <a:lnTo>
                  <a:pt x="44958" y="2148840"/>
                </a:lnTo>
                <a:lnTo>
                  <a:pt x="44196" y="2161032"/>
                </a:lnTo>
                <a:lnTo>
                  <a:pt x="56388" y="2162556"/>
                </a:lnTo>
                <a:lnTo>
                  <a:pt x="57912" y="2149602"/>
                </a:lnTo>
                <a:close/>
              </a:path>
              <a:path w="265938" h="2362200">
                <a:moveTo>
                  <a:pt x="55626" y="2175510"/>
                </a:moveTo>
                <a:lnTo>
                  <a:pt x="42672" y="2173986"/>
                </a:lnTo>
                <a:lnTo>
                  <a:pt x="41148" y="2186940"/>
                </a:lnTo>
                <a:lnTo>
                  <a:pt x="54102" y="2187702"/>
                </a:lnTo>
                <a:lnTo>
                  <a:pt x="55626" y="2175510"/>
                </a:lnTo>
                <a:close/>
              </a:path>
              <a:path w="265938" h="2362200">
                <a:moveTo>
                  <a:pt x="52578" y="2200656"/>
                </a:moveTo>
                <a:lnTo>
                  <a:pt x="40386" y="2199132"/>
                </a:lnTo>
                <a:lnTo>
                  <a:pt x="38862" y="2212086"/>
                </a:lnTo>
                <a:lnTo>
                  <a:pt x="51816" y="2212848"/>
                </a:lnTo>
                <a:lnTo>
                  <a:pt x="52578" y="2200656"/>
                </a:lnTo>
                <a:close/>
              </a:path>
              <a:path w="265938" h="2362200">
                <a:moveTo>
                  <a:pt x="50292" y="2225802"/>
                </a:moveTo>
                <a:lnTo>
                  <a:pt x="38100" y="2224278"/>
                </a:lnTo>
                <a:lnTo>
                  <a:pt x="36576" y="2237232"/>
                </a:lnTo>
                <a:lnTo>
                  <a:pt x="49530" y="2238756"/>
                </a:lnTo>
                <a:lnTo>
                  <a:pt x="50292" y="2225802"/>
                </a:lnTo>
                <a:close/>
              </a:path>
              <a:path w="265938" h="2362200">
                <a:moveTo>
                  <a:pt x="48006" y="2250948"/>
                </a:moveTo>
                <a:lnTo>
                  <a:pt x="35052" y="2250186"/>
                </a:lnTo>
                <a:lnTo>
                  <a:pt x="34290" y="2262378"/>
                </a:lnTo>
                <a:lnTo>
                  <a:pt x="46482" y="2263902"/>
                </a:lnTo>
                <a:lnTo>
                  <a:pt x="48006" y="2250948"/>
                </a:lnTo>
                <a:close/>
              </a:path>
              <a:path w="265938" h="2362200">
                <a:moveTo>
                  <a:pt x="76200" y="2290572"/>
                </a:moveTo>
                <a:lnTo>
                  <a:pt x="44196" y="2289048"/>
                </a:lnTo>
                <a:lnTo>
                  <a:pt x="44390" y="2287391"/>
                </a:lnTo>
                <a:lnTo>
                  <a:pt x="45720" y="2276094"/>
                </a:lnTo>
                <a:lnTo>
                  <a:pt x="32766" y="2275332"/>
                </a:lnTo>
                <a:lnTo>
                  <a:pt x="32089" y="2286160"/>
                </a:lnTo>
                <a:lnTo>
                  <a:pt x="32004" y="2287524"/>
                </a:lnTo>
                <a:lnTo>
                  <a:pt x="30480" y="2362200"/>
                </a:lnTo>
                <a:lnTo>
                  <a:pt x="76200" y="2290572"/>
                </a:lnTo>
                <a:close/>
              </a:path>
              <a:path w="265938" h="2362200">
                <a:moveTo>
                  <a:pt x="32004" y="2287524"/>
                </a:moveTo>
                <a:lnTo>
                  <a:pt x="32089" y="2286160"/>
                </a:lnTo>
                <a:lnTo>
                  <a:pt x="0" y="2282952"/>
                </a:lnTo>
                <a:lnTo>
                  <a:pt x="30480" y="2362200"/>
                </a:lnTo>
                <a:lnTo>
                  <a:pt x="32004" y="2287524"/>
                </a:lnTo>
                <a:close/>
              </a:path>
              <a:path w="265938" h="2362200">
                <a:moveTo>
                  <a:pt x="44390" y="2287391"/>
                </a:moveTo>
                <a:lnTo>
                  <a:pt x="44196" y="2289048"/>
                </a:lnTo>
                <a:lnTo>
                  <a:pt x="76200" y="2290572"/>
                </a:lnTo>
                <a:lnTo>
                  <a:pt x="44390" y="2287391"/>
                </a:lnTo>
                <a:close/>
              </a:path>
            </a:pathLst>
          </a:custGeom>
          <a:solidFill>
            <a:srgbClr val="0000FF"/>
          </a:solidFill>
        </p:spPr>
        <p:txBody>
          <a:bodyPr wrap="square" lIns="0" tIns="0" rIns="0" bIns="0" rtlCol="0">
            <a:noAutofit/>
          </a:bodyPr>
          <a:lstStyle/>
          <a:p>
            <a:endParaRPr/>
          </a:p>
        </p:txBody>
      </p:sp>
      <p:sp>
        <p:nvSpPr>
          <p:cNvPr id="104" name="object 104"/>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6" name="object 106"/>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10" name="object 110"/>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1" name="object 111"/>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2" name="object 112"/>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21</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1408" marR="853313" algn="ctr">
              <a:lnSpc>
                <a:spcPct val="100585"/>
              </a:lnSpc>
              <a:spcBef>
                <a:spcPts val="345"/>
              </a:spcBef>
            </a:pPr>
            <a:r>
              <a:rPr sz="1800" b="1" spc="0" dirty="0">
                <a:solidFill>
                  <a:srgbClr val="0000FF"/>
                </a:solidFill>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03519" marR="704959" algn="ctr">
              <a:lnSpc>
                <a:spcPct val="100585"/>
              </a:lnSpc>
              <a:spcBef>
                <a:spcPts val="345"/>
              </a:spcBef>
            </a:pPr>
            <a:r>
              <a:rPr sz="1800" b="1" spc="0" dirty="0">
                <a:solidFill>
                  <a:srgbClr val="0000FF"/>
                </a:solidFill>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object 114"/>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2" name="object 112"/>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2133601" y="4269199"/>
            <a:ext cx="920495" cy="1502014"/>
          </a:xfrm>
          <a:custGeom>
            <a:avLst/>
            <a:gdLst/>
            <a:ahLst/>
            <a:cxnLst/>
            <a:rect l="l" t="t" r="r" b="b"/>
            <a:pathLst>
              <a:path w="920495" h="1527048">
                <a:moveTo>
                  <a:pt x="920495" y="6858"/>
                </a:moveTo>
                <a:lnTo>
                  <a:pt x="909065" y="0"/>
                </a:lnTo>
                <a:lnTo>
                  <a:pt x="902969" y="10668"/>
                </a:lnTo>
                <a:lnTo>
                  <a:pt x="913637" y="17526"/>
                </a:lnTo>
                <a:lnTo>
                  <a:pt x="920495" y="6858"/>
                </a:lnTo>
                <a:close/>
              </a:path>
              <a:path w="920495" h="1527048">
                <a:moveTo>
                  <a:pt x="906779" y="28194"/>
                </a:moveTo>
                <a:lnTo>
                  <a:pt x="896111" y="22098"/>
                </a:lnTo>
                <a:lnTo>
                  <a:pt x="890015" y="32766"/>
                </a:lnTo>
                <a:lnTo>
                  <a:pt x="900683" y="39624"/>
                </a:lnTo>
                <a:lnTo>
                  <a:pt x="906779" y="28194"/>
                </a:lnTo>
                <a:close/>
              </a:path>
              <a:path w="920495" h="1527048">
                <a:moveTo>
                  <a:pt x="893826" y="50292"/>
                </a:moveTo>
                <a:lnTo>
                  <a:pt x="883157" y="43434"/>
                </a:lnTo>
                <a:lnTo>
                  <a:pt x="876299" y="54864"/>
                </a:lnTo>
                <a:lnTo>
                  <a:pt x="887729" y="60960"/>
                </a:lnTo>
                <a:lnTo>
                  <a:pt x="893826" y="50292"/>
                </a:lnTo>
                <a:close/>
              </a:path>
              <a:path w="920495" h="1527048">
                <a:moveTo>
                  <a:pt x="880871" y="72390"/>
                </a:moveTo>
                <a:lnTo>
                  <a:pt x="870204" y="65532"/>
                </a:lnTo>
                <a:lnTo>
                  <a:pt x="863345" y="76200"/>
                </a:lnTo>
                <a:lnTo>
                  <a:pt x="874776" y="83058"/>
                </a:lnTo>
                <a:lnTo>
                  <a:pt x="880871" y="72390"/>
                </a:lnTo>
                <a:close/>
              </a:path>
              <a:path w="920495" h="1527048">
                <a:moveTo>
                  <a:pt x="867917" y="93726"/>
                </a:moveTo>
                <a:lnTo>
                  <a:pt x="857249" y="87630"/>
                </a:lnTo>
                <a:lnTo>
                  <a:pt x="850391" y="98298"/>
                </a:lnTo>
                <a:lnTo>
                  <a:pt x="861060" y="104394"/>
                </a:lnTo>
                <a:lnTo>
                  <a:pt x="867917" y="93726"/>
                </a:lnTo>
                <a:close/>
              </a:path>
              <a:path w="920495" h="1527048">
                <a:moveTo>
                  <a:pt x="854963" y="115824"/>
                </a:moveTo>
                <a:lnTo>
                  <a:pt x="844295" y="108966"/>
                </a:lnTo>
                <a:lnTo>
                  <a:pt x="837438" y="119634"/>
                </a:lnTo>
                <a:lnTo>
                  <a:pt x="848105" y="126492"/>
                </a:lnTo>
                <a:lnTo>
                  <a:pt x="854963" y="115824"/>
                </a:lnTo>
                <a:close/>
              </a:path>
              <a:path w="920495" h="1527048">
                <a:moveTo>
                  <a:pt x="842010" y="137160"/>
                </a:moveTo>
                <a:lnTo>
                  <a:pt x="830579" y="131064"/>
                </a:lnTo>
                <a:lnTo>
                  <a:pt x="824483" y="141732"/>
                </a:lnTo>
                <a:lnTo>
                  <a:pt x="835151" y="148590"/>
                </a:lnTo>
                <a:lnTo>
                  <a:pt x="842010" y="137160"/>
                </a:lnTo>
                <a:close/>
              </a:path>
              <a:path w="920495" h="1527048">
                <a:moveTo>
                  <a:pt x="829055" y="159258"/>
                </a:moveTo>
                <a:lnTo>
                  <a:pt x="817626" y="152400"/>
                </a:lnTo>
                <a:lnTo>
                  <a:pt x="811529" y="163830"/>
                </a:lnTo>
                <a:lnTo>
                  <a:pt x="822197" y="169926"/>
                </a:lnTo>
                <a:lnTo>
                  <a:pt x="829055" y="159258"/>
                </a:lnTo>
                <a:close/>
              </a:path>
              <a:path w="920495" h="1527048">
                <a:moveTo>
                  <a:pt x="815339" y="180594"/>
                </a:moveTo>
                <a:lnTo>
                  <a:pt x="804671" y="174498"/>
                </a:lnTo>
                <a:lnTo>
                  <a:pt x="798575" y="185166"/>
                </a:lnTo>
                <a:lnTo>
                  <a:pt x="809243" y="192024"/>
                </a:lnTo>
                <a:lnTo>
                  <a:pt x="815339" y="180594"/>
                </a:lnTo>
                <a:close/>
              </a:path>
              <a:path w="920495" h="1527048">
                <a:moveTo>
                  <a:pt x="802385" y="202692"/>
                </a:moveTo>
                <a:lnTo>
                  <a:pt x="791717" y="195834"/>
                </a:lnTo>
                <a:lnTo>
                  <a:pt x="784859" y="207264"/>
                </a:lnTo>
                <a:lnTo>
                  <a:pt x="796289" y="213360"/>
                </a:lnTo>
                <a:lnTo>
                  <a:pt x="802385" y="202692"/>
                </a:lnTo>
                <a:close/>
              </a:path>
              <a:path w="920495" h="1527048">
                <a:moveTo>
                  <a:pt x="789431" y="224790"/>
                </a:moveTo>
                <a:lnTo>
                  <a:pt x="778763" y="217932"/>
                </a:lnTo>
                <a:lnTo>
                  <a:pt x="771905" y="228600"/>
                </a:lnTo>
                <a:lnTo>
                  <a:pt x="783335" y="235458"/>
                </a:lnTo>
                <a:lnTo>
                  <a:pt x="789431" y="224790"/>
                </a:lnTo>
                <a:close/>
              </a:path>
              <a:path w="920495" h="1527048">
                <a:moveTo>
                  <a:pt x="776477" y="246126"/>
                </a:moveTo>
                <a:lnTo>
                  <a:pt x="765809" y="240030"/>
                </a:lnTo>
                <a:lnTo>
                  <a:pt x="758951" y="250698"/>
                </a:lnTo>
                <a:lnTo>
                  <a:pt x="769619" y="256794"/>
                </a:lnTo>
                <a:lnTo>
                  <a:pt x="776477" y="246126"/>
                </a:lnTo>
                <a:close/>
              </a:path>
              <a:path w="920495" h="1527048">
                <a:moveTo>
                  <a:pt x="763523" y="268224"/>
                </a:moveTo>
                <a:lnTo>
                  <a:pt x="752855" y="261366"/>
                </a:lnTo>
                <a:lnTo>
                  <a:pt x="745997" y="272034"/>
                </a:lnTo>
                <a:lnTo>
                  <a:pt x="756665" y="278892"/>
                </a:lnTo>
                <a:lnTo>
                  <a:pt x="763523" y="268224"/>
                </a:lnTo>
                <a:close/>
              </a:path>
              <a:path w="920495" h="1527048">
                <a:moveTo>
                  <a:pt x="750569" y="289560"/>
                </a:moveTo>
                <a:lnTo>
                  <a:pt x="739139" y="283464"/>
                </a:lnTo>
                <a:lnTo>
                  <a:pt x="733043" y="294132"/>
                </a:lnTo>
                <a:lnTo>
                  <a:pt x="743711" y="300990"/>
                </a:lnTo>
                <a:lnTo>
                  <a:pt x="750569" y="289560"/>
                </a:lnTo>
                <a:close/>
              </a:path>
              <a:path w="920495" h="1527048">
                <a:moveTo>
                  <a:pt x="737615" y="311658"/>
                </a:moveTo>
                <a:lnTo>
                  <a:pt x="726185" y="304800"/>
                </a:lnTo>
                <a:lnTo>
                  <a:pt x="720089" y="316230"/>
                </a:lnTo>
                <a:lnTo>
                  <a:pt x="730757" y="322326"/>
                </a:lnTo>
                <a:lnTo>
                  <a:pt x="737615" y="311658"/>
                </a:lnTo>
                <a:close/>
              </a:path>
              <a:path w="920495" h="1527048">
                <a:moveTo>
                  <a:pt x="723899" y="332994"/>
                </a:moveTo>
                <a:lnTo>
                  <a:pt x="713231" y="326898"/>
                </a:lnTo>
                <a:lnTo>
                  <a:pt x="706373" y="337566"/>
                </a:lnTo>
                <a:lnTo>
                  <a:pt x="717803" y="344424"/>
                </a:lnTo>
                <a:lnTo>
                  <a:pt x="723899" y="332994"/>
                </a:lnTo>
                <a:close/>
              </a:path>
              <a:path w="920495" h="1527048">
                <a:moveTo>
                  <a:pt x="710945" y="355092"/>
                </a:moveTo>
                <a:lnTo>
                  <a:pt x="700277" y="348996"/>
                </a:lnTo>
                <a:lnTo>
                  <a:pt x="693419" y="359664"/>
                </a:lnTo>
                <a:lnTo>
                  <a:pt x="704849" y="365760"/>
                </a:lnTo>
                <a:lnTo>
                  <a:pt x="710945" y="355092"/>
                </a:lnTo>
                <a:close/>
              </a:path>
              <a:path w="920495" h="1527048">
                <a:moveTo>
                  <a:pt x="697991" y="377190"/>
                </a:moveTo>
                <a:lnTo>
                  <a:pt x="687323" y="370332"/>
                </a:lnTo>
                <a:lnTo>
                  <a:pt x="680466" y="381000"/>
                </a:lnTo>
                <a:lnTo>
                  <a:pt x="691133" y="387858"/>
                </a:lnTo>
                <a:lnTo>
                  <a:pt x="697991" y="377190"/>
                </a:lnTo>
                <a:close/>
              </a:path>
              <a:path w="920495" h="1527048">
                <a:moveTo>
                  <a:pt x="685038" y="398526"/>
                </a:moveTo>
                <a:lnTo>
                  <a:pt x="674369" y="392430"/>
                </a:lnTo>
                <a:lnTo>
                  <a:pt x="667511" y="403098"/>
                </a:lnTo>
                <a:lnTo>
                  <a:pt x="678179" y="409956"/>
                </a:lnTo>
                <a:lnTo>
                  <a:pt x="685038" y="398526"/>
                </a:lnTo>
                <a:close/>
              </a:path>
              <a:path w="920495" h="1527048">
                <a:moveTo>
                  <a:pt x="672083" y="420624"/>
                </a:moveTo>
                <a:lnTo>
                  <a:pt x="660654" y="413766"/>
                </a:lnTo>
                <a:lnTo>
                  <a:pt x="654557" y="425196"/>
                </a:lnTo>
                <a:lnTo>
                  <a:pt x="665226" y="431292"/>
                </a:lnTo>
                <a:lnTo>
                  <a:pt x="672083" y="420624"/>
                </a:lnTo>
                <a:close/>
              </a:path>
              <a:path w="920495" h="1527048">
                <a:moveTo>
                  <a:pt x="659129" y="441960"/>
                </a:moveTo>
                <a:lnTo>
                  <a:pt x="647699" y="435864"/>
                </a:lnTo>
                <a:lnTo>
                  <a:pt x="641604" y="446532"/>
                </a:lnTo>
                <a:lnTo>
                  <a:pt x="652271" y="453390"/>
                </a:lnTo>
                <a:lnTo>
                  <a:pt x="659129" y="441960"/>
                </a:lnTo>
                <a:close/>
              </a:path>
              <a:path w="920495" h="1527048">
                <a:moveTo>
                  <a:pt x="645413" y="464058"/>
                </a:moveTo>
                <a:lnTo>
                  <a:pt x="634745" y="457200"/>
                </a:lnTo>
                <a:lnTo>
                  <a:pt x="628649" y="468630"/>
                </a:lnTo>
                <a:lnTo>
                  <a:pt x="639317" y="474726"/>
                </a:lnTo>
                <a:lnTo>
                  <a:pt x="645413" y="464058"/>
                </a:lnTo>
                <a:close/>
              </a:path>
              <a:path w="920495" h="1527048">
                <a:moveTo>
                  <a:pt x="632460" y="486156"/>
                </a:moveTo>
                <a:lnTo>
                  <a:pt x="621791" y="479298"/>
                </a:lnTo>
                <a:lnTo>
                  <a:pt x="614933" y="489966"/>
                </a:lnTo>
                <a:lnTo>
                  <a:pt x="626363" y="496824"/>
                </a:lnTo>
                <a:lnTo>
                  <a:pt x="632460" y="486156"/>
                </a:lnTo>
                <a:close/>
              </a:path>
              <a:path w="920495" h="1527048">
                <a:moveTo>
                  <a:pt x="619505" y="507492"/>
                </a:moveTo>
                <a:lnTo>
                  <a:pt x="608838" y="501396"/>
                </a:lnTo>
                <a:lnTo>
                  <a:pt x="601979" y="512064"/>
                </a:lnTo>
                <a:lnTo>
                  <a:pt x="613410" y="518160"/>
                </a:lnTo>
                <a:lnTo>
                  <a:pt x="619505" y="507492"/>
                </a:lnTo>
                <a:close/>
              </a:path>
              <a:path w="920495" h="1527048">
                <a:moveTo>
                  <a:pt x="606551" y="529590"/>
                </a:moveTo>
                <a:lnTo>
                  <a:pt x="595883" y="522732"/>
                </a:lnTo>
                <a:lnTo>
                  <a:pt x="589026" y="533400"/>
                </a:lnTo>
                <a:lnTo>
                  <a:pt x="599693" y="540258"/>
                </a:lnTo>
                <a:lnTo>
                  <a:pt x="606551" y="529590"/>
                </a:lnTo>
                <a:close/>
              </a:path>
              <a:path w="920495" h="1527048">
                <a:moveTo>
                  <a:pt x="590854" y="555497"/>
                </a:moveTo>
                <a:lnTo>
                  <a:pt x="593597" y="550926"/>
                </a:lnTo>
                <a:lnTo>
                  <a:pt x="582929" y="544830"/>
                </a:lnTo>
                <a:lnTo>
                  <a:pt x="576072" y="555497"/>
                </a:lnTo>
                <a:lnTo>
                  <a:pt x="590854" y="555497"/>
                </a:lnTo>
                <a:close/>
              </a:path>
            </a:pathLst>
          </a:custGeom>
          <a:solidFill>
            <a:srgbClr val="0000FF"/>
          </a:solidFill>
        </p:spPr>
        <p:txBody>
          <a:bodyPr wrap="square" lIns="0" tIns="0" rIns="0" bIns="0" rtlCol="0">
            <a:noAutofit/>
          </a:bodyPr>
          <a:lstStyle/>
          <a:p>
            <a:endParaRPr/>
          </a:p>
        </p:txBody>
      </p:sp>
      <p:sp>
        <p:nvSpPr>
          <p:cNvPr id="90" name="object 90"/>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1" name="object 91"/>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3" name="object 93"/>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5" name="object 95"/>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6" name="object 96"/>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8" name="object 98"/>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2133601" y="4269199"/>
            <a:ext cx="920495" cy="1502014"/>
          </a:xfrm>
          <a:custGeom>
            <a:avLst/>
            <a:gdLst/>
            <a:ahLst/>
            <a:cxnLst/>
            <a:rect l="l" t="t" r="r" b="b"/>
            <a:pathLst>
              <a:path w="920495" h="1527048">
                <a:moveTo>
                  <a:pt x="590854" y="555497"/>
                </a:moveTo>
                <a:lnTo>
                  <a:pt x="576072" y="555497"/>
                </a:lnTo>
                <a:lnTo>
                  <a:pt x="586739" y="562356"/>
                </a:lnTo>
                <a:lnTo>
                  <a:pt x="590854" y="555497"/>
                </a:lnTo>
                <a:close/>
              </a:path>
              <a:path w="920495" h="1527048">
                <a:moveTo>
                  <a:pt x="580643" y="573024"/>
                </a:moveTo>
                <a:lnTo>
                  <a:pt x="569213" y="566166"/>
                </a:lnTo>
                <a:lnTo>
                  <a:pt x="563117" y="577596"/>
                </a:lnTo>
                <a:lnTo>
                  <a:pt x="573785" y="583692"/>
                </a:lnTo>
                <a:lnTo>
                  <a:pt x="580643" y="573024"/>
                </a:lnTo>
                <a:close/>
              </a:path>
              <a:path w="920495" h="1527048">
                <a:moveTo>
                  <a:pt x="567689" y="594360"/>
                </a:moveTo>
                <a:lnTo>
                  <a:pt x="556260" y="588264"/>
                </a:lnTo>
                <a:lnTo>
                  <a:pt x="550163" y="598932"/>
                </a:lnTo>
                <a:lnTo>
                  <a:pt x="560832" y="605790"/>
                </a:lnTo>
                <a:lnTo>
                  <a:pt x="567689" y="594360"/>
                </a:lnTo>
                <a:close/>
              </a:path>
              <a:path w="920495" h="1527048">
                <a:moveTo>
                  <a:pt x="553973" y="616458"/>
                </a:moveTo>
                <a:lnTo>
                  <a:pt x="543305" y="609600"/>
                </a:lnTo>
                <a:lnTo>
                  <a:pt x="537210" y="621030"/>
                </a:lnTo>
                <a:lnTo>
                  <a:pt x="547877" y="627126"/>
                </a:lnTo>
                <a:lnTo>
                  <a:pt x="553973" y="616458"/>
                </a:lnTo>
                <a:close/>
              </a:path>
              <a:path w="920495" h="1527048">
                <a:moveTo>
                  <a:pt x="541019" y="638556"/>
                </a:moveTo>
                <a:lnTo>
                  <a:pt x="530351" y="631698"/>
                </a:lnTo>
                <a:lnTo>
                  <a:pt x="523493" y="642366"/>
                </a:lnTo>
                <a:lnTo>
                  <a:pt x="534923" y="649224"/>
                </a:lnTo>
                <a:lnTo>
                  <a:pt x="541019" y="638556"/>
                </a:lnTo>
                <a:close/>
              </a:path>
              <a:path w="920495" h="1527048">
                <a:moveTo>
                  <a:pt x="528066" y="659892"/>
                </a:moveTo>
                <a:lnTo>
                  <a:pt x="517397" y="653796"/>
                </a:lnTo>
                <a:lnTo>
                  <a:pt x="510539" y="664464"/>
                </a:lnTo>
                <a:lnTo>
                  <a:pt x="521969" y="671322"/>
                </a:lnTo>
                <a:lnTo>
                  <a:pt x="528066" y="659892"/>
                </a:lnTo>
                <a:close/>
              </a:path>
              <a:path w="920495" h="1527048">
                <a:moveTo>
                  <a:pt x="515111" y="681990"/>
                </a:moveTo>
                <a:lnTo>
                  <a:pt x="504443" y="675132"/>
                </a:lnTo>
                <a:lnTo>
                  <a:pt x="497585" y="686562"/>
                </a:lnTo>
                <a:lnTo>
                  <a:pt x="508253" y="692658"/>
                </a:lnTo>
                <a:lnTo>
                  <a:pt x="515111" y="681990"/>
                </a:lnTo>
                <a:close/>
              </a:path>
              <a:path w="920495" h="1527048">
                <a:moveTo>
                  <a:pt x="502157" y="703326"/>
                </a:moveTo>
                <a:lnTo>
                  <a:pt x="491489" y="697230"/>
                </a:lnTo>
                <a:lnTo>
                  <a:pt x="484631" y="707898"/>
                </a:lnTo>
                <a:lnTo>
                  <a:pt x="495299" y="714756"/>
                </a:lnTo>
                <a:lnTo>
                  <a:pt x="502157" y="703326"/>
                </a:lnTo>
                <a:close/>
              </a:path>
              <a:path w="920495" h="1527048">
                <a:moveTo>
                  <a:pt x="489203" y="725424"/>
                </a:moveTo>
                <a:lnTo>
                  <a:pt x="477773" y="718566"/>
                </a:lnTo>
                <a:lnTo>
                  <a:pt x="471677" y="729996"/>
                </a:lnTo>
                <a:lnTo>
                  <a:pt x="482345" y="736092"/>
                </a:lnTo>
                <a:lnTo>
                  <a:pt x="489203" y="725424"/>
                </a:lnTo>
                <a:close/>
              </a:path>
              <a:path w="920495" h="1527048">
                <a:moveTo>
                  <a:pt x="476250" y="747522"/>
                </a:moveTo>
                <a:lnTo>
                  <a:pt x="464819" y="740664"/>
                </a:lnTo>
                <a:lnTo>
                  <a:pt x="458723" y="751332"/>
                </a:lnTo>
                <a:lnTo>
                  <a:pt x="469391" y="758190"/>
                </a:lnTo>
                <a:lnTo>
                  <a:pt x="476250" y="747522"/>
                </a:lnTo>
                <a:close/>
              </a:path>
              <a:path w="920495" h="1527048">
                <a:moveTo>
                  <a:pt x="462533" y="768858"/>
                </a:moveTo>
                <a:lnTo>
                  <a:pt x="451866" y="762762"/>
                </a:lnTo>
                <a:lnTo>
                  <a:pt x="445008" y="773430"/>
                </a:lnTo>
                <a:lnTo>
                  <a:pt x="456438" y="779526"/>
                </a:lnTo>
                <a:lnTo>
                  <a:pt x="462533" y="768858"/>
                </a:lnTo>
                <a:close/>
              </a:path>
              <a:path w="920495" h="1527048">
                <a:moveTo>
                  <a:pt x="449580" y="790956"/>
                </a:moveTo>
                <a:lnTo>
                  <a:pt x="438911" y="784098"/>
                </a:lnTo>
                <a:lnTo>
                  <a:pt x="432053" y="794766"/>
                </a:lnTo>
                <a:lnTo>
                  <a:pt x="443483" y="801624"/>
                </a:lnTo>
                <a:lnTo>
                  <a:pt x="449580" y="790956"/>
                </a:lnTo>
                <a:close/>
              </a:path>
              <a:path w="920495" h="1527048">
                <a:moveTo>
                  <a:pt x="436625" y="812292"/>
                </a:moveTo>
                <a:lnTo>
                  <a:pt x="425958" y="806196"/>
                </a:lnTo>
                <a:lnTo>
                  <a:pt x="419100" y="816864"/>
                </a:lnTo>
                <a:lnTo>
                  <a:pt x="429767" y="823722"/>
                </a:lnTo>
                <a:lnTo>
                  <a:pt x="436625" y="812292"/>
                </a:lnTo>
                <a:close/>
              </a:path>
              <a:path w="920495" h="1527048">
                <a:moveTo>
                  <a:pt x="423672" y="834390"/>
                </a:moveTo>
                <a:lnTo>
                  <a:pt x="413003" y="827532"/>
                </a:lnTo>
                <a:lnTo>
                  <a:pt x="406145" y="838962"/>
                </a:lnTo>
                <a:lnTo>
                  <a:pt x="416814" y="845058"/>
                </a:lnTo>
                <a:lnTo>
                  <a:pt x="423672" y="834390"/>
                </a:lnTo>
                <a:close/>
              </a:path>
              <a:path w="920495" h="1527048">
                <a:moveTo>
                  <a:pt x="410717" y="855726"/>
                </a:moveTo>
                <a:lnTo>
                  <a:pt x="399288" y="849630"/>
                </a:lnTo>
                <a:lnTo>
                  <a:pt x="393191" y="860298"/>
                </a:lnTo>
                <a:lnTo>
                  <a:pt x="403859" y="867156"/>
                </a:lnTo>
                <a:lnTo>
                  <a:pt x="410717" y="855726"/>
                </a:lnTo>
                <a:close/>
              </a:path>
              <a:path w="920495" h="1527048">
                <a:moveTo>
                  <a:pt x="397764" y="877824"/>
                </a:moveTo>
                <a:lnTo>
                  <a:pt x="386333" y="870966"/>
                </a:lnTo>
                <a:lnTo>
                  <a:pt x="380238" y="882396"/>
                </a:lnTo>
                <a:lnTo>
                  <a:pt x="390905" y="888492"/>
                </a:lnTo>
                <a:lnTo>
                  <a:pt x="397764" y="877824"/>
                </a:lnTo>
                <a:close/>
              </a:path>
              <a:path w="920495" h="1527048">
                <a:moveTo>
                  <a:pt x="384047" y="899922"/>
                </a:moveTo>
                <a:lnTo>
                  <a:pt x="373380" y="893064"/>
                </a:lnTo>
                <a:lnTo>
                  <a:pt x="367283" y="903732"/>
                </a:lnTo>
                <a:lnTo>
                  <a:pt x="377952" y="910590"/>
                </a:lnTo>
                <a:lnTo>
                  <a:pt x="384047" y="899922"/>
                </a:lnTo>
                <a:close/>
              </a:path>
              <a:path w="920495" h="1527048">
                <a:moveTo>
                  <a:pt x="371094" y="921258"/>
                </a:moveTo>
                <a:lnTo>
                  <a:pt x="360425" y="915162"/>
                </a:lnTo>
                <a:lnTo>
                  <a:pt x="353567" y="925830"/>
                </a:lnTo>
                <a:lnTo>
                  <a:pt x="364997" y="932688"/>
                </a:lnTo>
                <a:lnTo>
                  <a:pt x="371094" y="921258"/>
                </a:lnTo>
                <a:close/>
              </a:path>
              <a:path w="920495" h="1527048">
                <a:moveTo>
                  <a:pt x="358139" y="943356"/>
                </a:moveTo>
                <a:lnTo>
                  <a:pt x="347472" y="936498"/>
                </a:lnTo>
                <a:lnTo>
                  <a:pt x="340614" y="947928"/>
                </a:lnTo>
                <a:lnTo>
                  <a:pt x="352044" y="954024"/>
                </a:lnTo>
                <a:lnTo>
                  <a:pt x="358139" y="943356"/>
                </a:lnTo>
                <a:close/>
              </a:path>
              <a:path w="920495" h="1527048">
                <a:moveTo>
                  <a:pt x="345186" y="964692"/>
                </a:moveTo>
                <a:lnTo>
                  <a:pt x="334517" y="958596"/>
                </a:lnTo>
                <a:lnTo>
                  <a:pt x="327659" y="969264"/>
                </a:lnTo>
                <a:lnTo>
                  <a:pt x="338327" y="976122"/>
                </a:lnTo>
                <a:lnTo>
                  <a:pt x="345186" y="964692"/>
                </a:lnTo>
                <a:close/>
              </a:path>
              <a:path w="920495" h="1527048">
                <a:moveTo>
                  <a:pt x="332231" y="986790"/>
                </a:moveTo>
                <a:lnTo>
                  <a:pt x="321564" y="979932"/>
                </a:lnTo>
                <a:lnTo>
                  <a:pt x="314705" y="991362"/>
                </a:lnTo>
                <a:lnTo>
                  <a:pt x="325373" y="997458"/>
                </a:lnTo>
                <a:lnTo>
                  <a:pt x="332231" y="986790"/>
                </a:lnTo>
                <a:close/>
              </a:path>
              <a:path w="920495" h="1527048">
                <a:moveTo>
                  <a:pt x="319277" y="1008888"/>
                </a:moveTo>
                <a:lnTo>
                  <a:pt x="307847" y="1002030"/>
                </a:lnTo>
                <a:lnTo>
                  <a:pt x="301752" y="1012698"/>
                </a:lnTo>
                <a:lnTo>
                  <a:pt x="312419" y="1019556"/>
                </a:lnTo>
                <a:lnTo>
                  <a:pt x="319277" y="1008888"/>
                </a:lnTo>
                <a:close/>
              </a:path>
              <a:path w="920495" h="1527048">
                <a:moveTo>
                  <a:pt x="306323" y="1030224"/>
                </a:moveTo>
                <a:lnTo>
                  <a:pt x="294894" y="1024128"/>
                </a:lnTo>
                <a:lnTo>
                  <a:pt x="288797" y="1034796"/>
                </a:lnTo>
                <a:lnTo>
                  <a:pt x="299466" y="1040892"/>
                </a:lnTo>
                <a:lnTo>
                  <a:pt x="306323" y="1030224"/>
                </a:lnTo>
                <a:close/>
              </a:path>
              <a:path w="920495" h="1527048">
                <a:moveTo>
                  <a:pt x="292608" y="1052322"/>
                </a:moveTo>
                <a:lnTo>
                  <a:pt x="281939" y="1045464"/>
                </a:lnTo>
                <a:lnTo>
                  <a:pt x="275844" y="1056132"/>
                </a:lnTo>
                <a:lnTo>
                  <a:pt x="286511" y="1062990"/>
                </a:lnTo>
                <a:lnTo>
                  <a:pt x="292608" y="1052322"/>
                </a:lnTo>
                <a:close/>
              </a:path>
              <a:path w="920495" h="1527048">
                <a:moveTo>
                  <a:pt x="279653" y="1073658"/>
                </a:moveTo>
                <a:lnTo>
                  <a:pt x="268986" y="1067562"/>
                </a:lnTo>
                <a:lnTo>
                  <a:pt x="262127" y="1078230"/>
                </a:lnTo>
                <a:lnTo>
                  <a:pt x="273558" y="1085088"/>
                </a:lnTo>
                <a:lnTo>
                  <a:pt x="279653" y="1073658"/>
                </a:lnTo>
                <a:close/>
              </a:path>
              <a:path w="920495" h="1527048">
                <a:moveTo>
                  <a:pt x="266700" y="1095756"/>
                </a:moveTo>
                <a:lnTo>
                  <a:pt x="256031" y="1088898"/>
                </a:lnTo>
                <a:lnTo>
                  <a:pt x="249173" y="1100328"/>
                </a:lnTo>
                <a:lnTo>
                  <a:pt x="260603" y="1106424"/>
                </a:lnTo>
                <a:lnTo>
                  <a:pt x="266700" y="1095756"/>
                </a:lnTo>
                <a:close/>
              </a:path>
              <a:path w="920495" h="1527048">
                <a:moveTo>
                  <a:pt x="253745" y="1117092"/>
                </a:moveTo>
                <a:lnTo>
                  <a:pt x="243077" y="1110996"/>
                </a:lnTo>
                <a:lnTo>
                  <a:pt x="236219" y="1121664"/>
                </a:lnTo>
                <a:lnTo>
                  <a:pt x="246887" y="1128522"/>
                </a:lnTo>
                <a:lnTo>
                  <a:pt x="253745" y="1117092"/>
                </a:lnTo>
                <a:close/>
              </a:path>
              <a:path w="920495" h="1527048">
                <a:moveTo>
                  <a:pt x="240791" y="1139190"/>
                </a:moveTo>
                <a:lnTo>
                  <a:pt x="230123" y="1132332"/>
                </a:lnTo>
                <a:lnTo>
                  <a:pt x="223265" y="1143762"/>
                </a:lnTo>
                <a:lnTo>
                  <a:pt x="233933" y="1149858"/>
                </a:lnTo>
                <a:lnTo>
                  <a:pt x="240791" y="1139190"/>
                </a:lnTo>
                <a:close/>
              </a:path>
              <a:path w="920495" h="1527048">
                <a:moveTo>
                  <a:pt x="227837" y="1161288"/>
                </a:moveTo>
                <a:lnTo>
                  <a:pt x="216408" y="1154430"/>
                </a:lnTo>
                <a:lnTo>
                  <a:pt x="210311" y="1165098"/>
                </a:lnTo>
                <a:lnTo>
                  <a:pt x="220979" y="1171956"/>
                </a:lnTo>
                <a:lnTo>
                  <a:pt x="227837" y="1161288"/>
                </a:lnTo>
                <a:close/>
              </a:path>
              <a:path w="920495" h="1527048">
                <a:moveTo>
                  <a:pt x="214883" y="1182624"/>
                </a:moveTo>
                <a:lnTo>
                  <a:pt x="203453" y="1176528"/>
                </a:lnTo>
                <a:lnTo>
                  <a:pt x="197358" y="1187196"/>
                </a:lnTo>
                <a:lnTo>
                  <a:pt x="208025" y="1194054"/>
                </a:lnTo>
                <a:lnTo>
                  <a:pt x="214883" y="1182624"/>
                </a:lnTo>
                <a:close/>
              </a:path>
              <a:path w="920495" h="1527048">
                <a:moveTo>
                  <a:pt x="201167" y="1204722"/>
                </a:moveTo>
                <a:lnTo>
                  <a:pt x="190500" y="1197864"/>
                </a:lnTo>
                <a:lnTo>
                  <a:pt x="183641" y="1209294"/>
                </a:lnTo>
                <a:lnTo>
                  <a:pt x="195072" y="1215390"/>
                </a:lnTo>
                <a:lnTo>
                  <a:pt x="201167" y="1204722"/>
                </a:lnTo>
                <a:close/>
              </a:path>
              <a:path w="920495" h="1527048">
                <a:moveTo>
                  <a:pt x="188214" y="1226058"/>
                </a:moveTo>
                <a:lnTo>
                  <a:pt x="177545" y="1219962"/>
                </a:lnTo>
                <a:lnTo>
                  <a:pt x="170687" y="1230630"/>
                </a:lnTo>
                <a:lnTo>
                  <a:pt x="182117" y="1237488"/>
                </a:lnTo>
                <a:lnTo>
                  <a:pt x="188214" y="1226058"/>
                </a:lnTo>
                <a:close/>
              </a:path>
              <a:path w="920495" h="1527048">
                <a:moveTo>
                  <a:pt x="175259" y="1248156"/>
                </a:moveTo>
                <a:lnTo>
                  <a:pt x="164591" y="1241298"/>
                </a:lnTo>
                <a:lnTo>
                  <a:pt x="157733" y="1252728"/>
                </a:lnTo>
                <a:lnTo>
                  <a:pt x="168401" y="1258824"/>
                </a:lnTo>
                <a:lnTo>
                  <a:pt x="175259" y="1248156"/>
                </a:lnTo>
                <a:close/>
              </a:path>
              <a:path w="920495" h="1527048">
                <a:moveTo>
                  <a:pt x="162305" y="1270254"/>
                </a:moveTo>
                <a:lnTo>
                  <a:pt x="151637" y="1263396"/>
                </a:lnTo>
                <a:lnTo>
                  <a:pt x="144779" y="1274064"/>
                </a:lnTo>
                <a:lnTo>
                  <a:pt x="155447" y="1280922"/>
                </a:lnTo>
                <a:lnTo>
                  <a:pt x="162305" y="1270254"/>
                </a:lnTo>
                <a:close/>
              </a:path>
              <a:path w="920495" h="1527048">
                <a:moveTo>
                  <a:pt x="149351" y="1291590"/>
                </a:moveTo>
                <a:lnTo>
                  <a:pt x="137922" y="1285494"/>
                </a:lnTo>
                <a:lnTo>
                  <a:pt x="131825" y="1296162"/>
                </a:lnTo>
                <a:lnTo>
                  <a:pt x="142494" y="1302258"/>
                </a:lnTo>
                <a:lnTo>
                  <a:pt x="149351" y="1291590"/>
                </a:lnTo>
                <a:close/>
              </a:path>
              <a:path w="920495" h="1527048">
                <a:moveTo>
                  <a:pt x="136397" y="1313688"/>
                </a:moveTo>
                <a:lnTo>
                  <a:pt x="124967" y="1306830"/>
                </a:lnTo>
                <a:lnTo>
                  <a:pt x="118872" y="1317498"/>
                </a:lnTo>
                <a:lnTo>
                  <a:pt x="129539" y="1324356"/>
                </a:lnTo>
                <a:lnTo>
                  <a:pt x="136397" y="1313688"/>
                </a:lnTo>
                <a:close/>
              </a:path>
              <a:path w="920495" h="1527048">
                <a:moveTo>
                  <a:pt x="122681" y="1335024"/>
                </a:moveTo>
                <a:lnTo>
                  <a:pt x="112014" y="1328928"/>
                </a:lnTo>
                <a:lnTo>
                  <a:pt x="105917" y="1339596"/>
                </a:lnTo>
                <a:lnTo>
                  <a:pt x="116586" y="1346454"/>
                </a:lnTo>
                <a:lnTo>
                  <a:pt x="122681" y="1335024"/>
                </a:lnTo>
                <a:close/>
              </a:path>
              <a:path w="920495" h="1527048">
                <a:moveTo>
                  <a:pt x="109727" y="1357122"/>
                </a:moveTo>
                <a:lnTo>
                  <a:pt x="99059" y="1350264"/>
                </a:lnTo>
                <a:lnTo>
                  <a:pt x="92201" y="1361694"/>
                </a:lnTo>
                <a:lnTo>
                  <a:pt x="103631" y="1367790"/>
                </a:lnTo>
                <a:lnTo>
                  <a:pt x="109727" y="1357122"/>
                </a:lnTo>
                <a:close/>
              </a:path>
              <a:path w="920495" h="1527048">
                <a:moveTo>
                  <a:pt x="96773" y="1378458"/>
                </a:moveTo>
                <a:lnTo>
                  <a:pt x="86105" y="1372362"/>
                </a:lnTo>
                <a:lnTo>
                  <a:pt x="79247" y="1383030"/>
                </a:lnTo>
                <a:lnTo>
                  <a:pt x="90677" y="1389888"/>
                </a:lnTo>
                <a:lnTo>
                  <a:pt x="96773" y="1378458"/>
                </a:lnTo>
                <a:close/>
              </a:path>
              <a:path w="920495" h="1527048">
                <a:moveTo>
                  <a:pt x="83819" y="1400556"/>
                </a:moveTo>
                <a:lnTo>
                  <a:pt x="73151" y="1393698"/>
                </a:lnTo>
                <a:lnTo>
                  <a:pt x="66293" y="1405128"/>
                </a:lnTo>
                <a:lnTo>
                  <a:pt x="76961" y="1411224"/>
                </a:lnTo>
                <a:lnTo>
                  <a:pt x="83819" y="1400556"/>
                </a:lnTo>
                <a:close/>
              </a:path>
              <a:path w="920495" h="1527048">
                <a:moveTo>
                  <a:pt x="70865" y="1422654"/>
                </a:moveTo>
                <a:lnTo>
                  <a:pt x="60197" y="1415796"/>
                </a:lnTo>
                <a:lnTo>
                  <a:pt x="53339" y="1426464"/>
                </a:lnTo>
                <a:lnTo>
                  <a:pt x="64007" y="1433322"/>
                </a:lnTo>
                <a:lnTo>
                  <a:pt x="70865" y="1422654"/>
                </a:lnTo>
                <a:close/>
              </a:path>
              <a:path w="920495" h="1527048">
                <a:moveTo>
                  <a:pt x="57911" y="1443990"/>
                </a:moveTo>
                <a:lnTo>
                  <a:pt x="46481" y="1437894"/>
                </a:lnTo>
                <a:lnTo>
                  <a:pt x="40385" y="1448562"/>
                </a:lnTo>
                <a:lnTo>
                  <a:pt x="51053" y="1455420"/>
                </a:lnTo>
                <a:lnTo>
                  <a:pt x="57911" y="1443990"/>
                </a:lnTo>
                <a:close/>
              </a:path>
              <a:path w="920495" h="1527048">
                <a:moveTo>
                  <a:pt x="6857" y="1442466"/>
                </a:moveTo>
                <a:lnTo>
                  <a:pt x="5498" y="1459230"/>
                </a:lnTo>
                <a:lnTo>
                  <a:pt x="35126" y="1459230"/>
                </a:lnTo>
              </a:path>
              <a:path w="920495" h="1527048">
                <a:moveTo>
                  <a:pt x="5498" y="1459230"/>
                </a:moveTo>
                <a:lnTo>
                  <a:pt x="4633" y="1469898"/>
                </a:lnTo>
                <a:lnTo>
                  <a:pt x="27431" y="1469898"/>
                </a:lnTo>
                <a:lnTo>
                  <a:pt x="33527" y="1459230"/>
                </a:lnTo>
              </a:path>
              <a:path w="920495" h="1527048">
                <a:moveTo>
                  <a:pt x="33527" y="1459230"/>
                </a:moveTo>
                <a:lnTo>
                  <a:pt x="44957" y="1466088"/>
                </a:lnTo>
                <a:lnTo>
                  <a:pt x="27431" y="1469898"/>
                </a:lnTo>
                <a:lnTo>
                  <a:pt x="53115" y="1469898"/>
                </a:lnTo>
                <a:lnTo>
                  <a:pt x="46691" y="1466088"/>
                </a:lnTo>
                <a:lnTo>
                  <a:pt x="35126" y="1459230"/>
                </a:lnTo>
              </a:path>
              <a:path w="920495" h="1527048">
                <a:moveTo>
                  <a:pt x="4633" y="1469898"/>
                </a:moveTo>
                <a:lnTo>
                  <a:pt x="4139" y="1475994"/>
                </a:lnTo>
                <a:lnTo>
                  <a:pt x="63395" y="1475994"/>
                </a:lnTo>
                <a:lnTo>
                  <a:pt x="53115" y="1469898"/>
                </a:lnTo>
              </a:path>
              <a:path w="920495" h="1527048">
                <a:moveTo>
                  <a:pt x="4139" y="1475994"/>
                </a:moveTo>
                <a:lnTo>
                  <a:pt x="0" y="1527048"/>
                </a:lnTo>
                <a:lnTo>
                  <a:pt x="38099" y="1475994"/>
                </a:lnTo>
              </a:path>
              <a:path w="920495" h="1527048">
                <a:moveTo>
                  <a:pt x="38099" y="1475994"/>
                </a:moveTo>
                <a:lnTo>
                  <a:pt x="72390" y="1481328"/>
                </a:lnTo>
                <a:lnTo>
                  <a:pt x="63395" y="1475994"/>
                </a:lnTo>
              </a:path>
              <a:path w="920495" h="1527048">
                <a:moveTo>
                  <a:pt x="44957" y="1466088"/>
                </a:moveTo>
                <a:lnTo>
                  <a:pt x="33527" y="1459230"/>
                </a:lnTo>
                <a:lnTo>
                  <a:pt x="27431" y="1469898"/>
                </a:lnTo>
                <a:lnTo>
                  <a:pt x="44957" y="1466088"/>
                </a:lnTo>
                <a:close/>
              </a:path>
              <a:path w="920495" h="1527048">
                <a:moveTo>
                  <a:pt x="72390" y="1481328"/>
                </a:moveTo>
                <a:lnTo>
                  <a:pt x="38099" y="1475994"/>
                </a:lnTo>
                <a:lnTo>
                  <a:pt x="0" y="1527048"/>
                </a:lnTo>
                <a:lnTo>
                  <a:pt x="72390" y="1481328"/>
                </a:lnTo>
                <a:close/>
              </a:path>
            </a:pathLst>
          </a:custGeom>
          <a:solidFill>
            <a:srgbClr val="0000FF"/>
          </a:solidFill>
        </p:spPr>
        <p:txBody>
          <a:bodyPr wrap="square" lIns="0" tIns="0" rIns="0" bIns="0" rtlCol="0">
            <a:noAutofit/>
          </a:bodyPr>
          <a:lstStyle/>
          <a:p>
            <a:endParaRPr/>
          </a:p>
        </p:txBody>
      </p:sp>
      <p:sp>
        <p:nvSpPr>
          <p:cNvPr id="103" name="object 103"/>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5" name="object 105"/>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6" name="object 106"/>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7" name="object 107"/>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9" name="object 109"/>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0" name="object 110"/>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1" name="object 111"/>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22</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55979" marR="856513" algn="ctr">
              <a:lnSpc>
                <a:spcPct val="100585"/>
              </a:lnSpc>
              <a:spcBef>
                <a:spcPts val="345"/>
              </a:spcBef>
            </a:pPr>
            <a:r>
              <a:rPr sz="1800" b="1" spc="0" dirty="0">
                <a:solidFill>
                  <a:srgbClr val="0000FF"/>
                </a:solidFill>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03564" marR="704913" algn="ctr">
              <a:lnSpc>
                <a:spcPct val="100585"/>
              </a:lnSpc>
              <a:spcBef>
                <a:spcPts val="345"/>
              </a:spcBef>
            </a:pPr>
            <a:r>
              <a:rPr sz="1800" b="1" spc="0" dirty="0">
                <a:solidFill>
                  <a:srgbClr val="0000FF"/>
                </a:solidFill>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bject 115"/>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3" name="object 11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1670304" y="4345649"/>
            <a:ext cx="478536" cy="1500515"/>
          </a:xfrm>
          <a:custGeom>
            <a:avLst/>
            <a:gdLst/>
            <a:ahLst/>
            <a:cxnLst/>
            <a:rect l="l" t="t" r="r" b="b"/>
            <a:pathLst>
              <a:path w="478536" h="1525524">
                <a:moveTo>
                  <a:pt x="16002" y="12192"/>
                </a:moveTo>
                <a:lnTo>
                  <a:pt x="12192" y="0"/>
                </a:lnTo>
                <a:lnTo>
                  <a:pt x="0" y="3810"/>
                </a:lnTo>
                <a:lnTo>
                  <a:pt x="3810" y="16002"/>
                </a:lnTo>
                <a:lnTo>
                  <a:pt x="16002" y="12192"/>
                </a:lnTo>
                <a:close/>
              </a:path>
              <a:path w="478536" h="1525524">
                <a:moveTo>
                  <a:pt x="142494" y="477773"/>
                </a:moveTo>
                <a:lnTo>
                  <a:pt x="154686" y="474726"/>
                </a:lnTo>
                <a:lnTo>
                  <a:pt x="150876" y="462534"/>
                </a:lnTo>
                <a:lnTo>
                  <a:pt x="138684" y="465581"/>
                </a:lnTo>
                <a:lnTo>
                  <a:pt x="142494" y="477773"/>
                </a:lnTo>
                <a:close/>
              </a:path>
              <a:path w="478536" h="1525524">
                <a:moveTo>
                  <a:pt x="147828" y="450342"/>
                </a:moveTo>
                <a:lnTo>
                  <a:pt x="144018" y="438150"/>
                </a:lnTo>
                <a:lnTo>
                  <a:pt x="131826" y="441959"/>
                </a:lnTo>
                <a:lnTo>
                  <a:pt x="135636" y="454152"/>
                </a:lnTo>
                <a:lnTo>
                  <a:pt x="147828" y="450342"/>
                </a:lnTo>
                <a:close/>
              </a:path>
              <a:path w="478536" h="1525524">
                <a:moveTo>
                  <a:pt x="140208" y="425958"/>
                </a:moveTo>
                <a:lnTo>
                  <a:pt x="136398" y="413766"/>
                </a:lnTo>
                <a:lnTo>
                  <a:pt x="124206" y="417576"/>
                </a:lnTo>
                <a:lnTo>
                  <a:pt x="128016" y="429768"/>
                </a:lnTo>
                <a:lnTo>
                  <a:pt x="140208" y="425958"/>
                </a:lnTo>
                <a:close/>
              </a:path>
              <a:path w="478536" h="1525524">
                <a:moveTo>
                  <a:pt x="132588" y="401574"/>
                </a:moveTo>
                <a:lnTo>
                  <a:pt x="129540" y="389382"/>
                </a:lnTo>
                <a:lnTo>
                  <a:pt x="117348" y="393192"/>
                </a:lnTo>
                <a:lnTo>
                  <a:pt x="121158" y="405384"/>
                </a:lnTo>
                <a:lnTo>
                  <a:pt x="132588" y="401574"/>
                </a:lnTo>
                <a:close/>
              </a:path>
              <a:path w="478536" h="1525524">
                <a:moveTo>
                  <a:pt x="125730" y="377190"/>
                </a:moveTo>
                <a:lnTo>
                  <a:pt x="121920" y="364998"/>
                </a:lnTo>
                <a:lnTo>
                  <a:pt x="109728" y="368808"/>
                </a:lnTo>
                <a:lnTo>
                  <a:pt x="113538" y="381000"/>
                </a:lnTo>
                <a:lnTo>
                  <a:pt x="125730" y="377190"/>
                </a:lnTo>
                <a:close/>
              </a:path>
              <a:path w="478536" h="1525524">
                <a:moveTo>
                  <a:pt x="118110" y="352806"/>
                </a:moveTo>
                <a:lnTo>
                  <a:pt x="115062" y="340614"/>
                </a:lnTo>
                <a:lnTo>
                  <a:pt x="102870" y="344424"/>
                </a:lnTo>
                <a:lnTo>
                  <a:pt x="105918" y="356616"/>
                </a:lnTo>
                <a:lnTo>
                  <a:pt x="118110" y="352806"/>
                </a:lnTo>
                <a:close/>
              </a:path>
              <a:path w="478536" h="1525524">
                <a:moveTo>
                  <a:pt x="111252" y="328422"/>
                </a:moveTo>
                <a:lnTo>
                  <a:pt x="107442" y="316230"/>
                </a:lnTo>
                <a:lnTo>
                  <a:pt x="95250" y="320040"/>
                </a:lnTo>
                <a:lnTo>
                  <a:pt x="99060" y="332232"/>
                </a:lnTo>
                <a:lnTo>
                  <a:pt x="111252" y="328422"/>
                </a:lnTo>
                <a:close/>
              </a:path>
              <a:path w="478536" h="1525524">
                <a:moveTo>
                  <a:pt x="103632" y="304038"/>
                </a:moveTo>
                <a:lnTo>
                  <a:pt x="99822" y="291846"/>
                </a:lnTo>
                <a:lnTo>
                  <a:pt x="87630" y="295656"/>
                </a:lnTo>
                <a:lnTo>
                  <a:pt x="91440" y="307848"/>
                </a:lnTo>
                <a:lnTo>
                  <a:pt x="103632" y="304038"/>
                </a:lnTo>
                <a:close/>
              </a:path>
              <a:path w="478536" h="1525524">
                <a:moveTo>
                  <a:pt x="96774" y="279654"/>
                </a:moveTo>
                <a:lnTo>
                  <a:pt x="92964" y="267462"/>
                </a:lnTo>
                <a:lnTo>
                  <a:pt x="80772" y="271272"/>
                </a:lnTo>
                <a:lnTo>
                  <a:pt x="84582" y="283464"/>
                </a:lnTo>
                <a:lnTo>
                  <a:pt x="96774" y="279654"/>
                </a:lnTo>
                <a:close/>
              </a:path>
              <a:path w="478536" h="1525524">
                <a:moveTo>
                  <a:pt x="89154" y="255270"/>
                </a:moveTo>
                <a:lnTo>
                  <a:pt x="85344" y="243078"/>
                </a:lnTo>
                <a:lnTo>
                  <a:pt x="73152" y="246888"/>
                </a:lnTo>
                <a:lnTo>
                  <a:pt x="76962" y="259079"/>
                </a:lnTo>
                <a:lnTo>
                  <a:pt x="89154" y="255270"/>
                </a:lnTo>
                <a:close/>
              </a:path>
              <a:path w="478536" h="1525524">
                <a:moveTo>
                  <a:pt x="81534" y="230886"/>
                </a:moveTo>
                <a:lnTo>
                  <a:pt x="78486" y="218694"/>
                </a:lnTo>
                <a:lnTo>
                  <a:pt x="66294" y="222504"/>
                </a:lnTo>
                <a:lnTo>
                  <a:pt x="69342" y="234696"/>
                </a:lnTo>
                <a:lnTo>
                  <a:pt x="81534" y="230886"/>
                </a:lnTo>
                <a:close/>
              </a:path>
              <a:path w="478536" h="1525524">
                <a:moveTo>
                  <a:pt x="74676" y="206502"/>
                </a:moveTo>
                <a:lnTo>
                  <a:pt x="70866" y="194310"/>
                </a:lnTo>
                <a:lnTo>
                  <a:pt x="58674" y="198120"/>
                </a:lnTo>
                <a:lnTo>
                  <a:pt x="62484" y="210311"/>
                </a:lnTo>
                <a:lnTo>
                  <a:pt x="74676" y="206502"/>
                </a:lnTo>
                <a:close/>
              </a:path>
              <a:path w="478536" h="1525524">
                <a:moveTo>
                  <a:pt x="67056" y="182880"/>
                </a:moveTo>
                <a:lnTo>
                  <a:pt x="63246" y="170688"/>
                </a:lnTo>
                <a:lnTo>
                  <a:pt x="51816" y="173736"/>
                </a:lnTo>
                <a:lnTo>
                  <a:pt x="54864" y="185928"/>
                </a:lnTo>
                <a:lnTo>
                  <a:pt x="67056" y="182880"/>
                </a:lnTo>
                <a:close/>
              </a:path>
              <a:path w="478536" h="1525524">
                <a:moveTo>
                  <a:pt x="60198" y="158496"/>
                </a:moveTo>
                <a:lnTo>
                  <a:pt x="56388" y="146304"/>
                </a:lnTo>
                <a:lnTo>
                  <a:pt x="44196" y="149352"/>
                </a:lnTo>
                <a:lnTo>
                  <a:pt x="48006" y="161544"/>
                </a:lnTo>
                <a:lnTo>
                  <a:pt x="60198" y="158496"/>
                </a:lnTo>
                <a:close/>
              </a:path>
              <a:path w="478536" h="1525524">
                <a:moveTo>
                  <a:pt x="52578" y="134112"/>
                </a:moveTo>
                <a:lnTo>
                  <a:pt x="48768" y="121920"/>
                </a:lnTo>
                <a:lnTo>
                  <a:pt x="36576" y="124968"/>
                </a:lnTo>
                <a:lnTo>
                  <a:pt x="40386" y="137160"/>
                </a:lnTo>
                <a:lnTo>
                  <a:pt x="52578" y="134112"/>
                </a:lnTo>
                <a:close/>
              </a:path>
              <a:path w="478536" h="1525524">
                <a:moveTo>
                  <a:pt x="45720" y="109728"/>
                </a:moveTo>
                <a:lnTo>
                  <a:pt x="41910" y="97536"/>
                </a:lnTo>
                <a:lnTo>
                  <a:pt x="29718" y="101346"/>
                </a:lnTo>
                <a:lnTo>
                  <a:pt x="33528" y="113538"/>
                </a:lnTo>
                <a:lnTo>
                  <a:pt x="45720" y="109728"/>
                </a:lnTo>
                <a:close/>
              </a:path>
              <a:path w="478536" h="1525524">
                <a:moveTo>
                  <a:pt x="38100" y="85344"/>
                </a:moveTo>
                <a:lnTo>
                  <a:pt x="34290" y="73152"/>
                </a:lnTo>
                <a:lnTo>
                  <a:pt x="22098" y="76962"/>
                </a:lnTo>
                <a:lnTo>
                  <a:pt x="25908" y="89154"/>
                </a:lnTo>
                <a:lnTo>
                  <a:pt x="38100" y="85344"/>
                </a:lnTo>
                <a:close/>
              </a:path>
              <a:path w="478536" h="1525524">
                <a:moveTo>
                  <a:pt x="30480" y="60960"/>
                </a:moveTo>
                <a:lnTo>
                  <a:pt x="27432" y="48768"/>
                </a:lnTo>
                <a:lnTo>
                  <a:pt x="15240" y="52577"/>
                </a:lnTo>
                <a:lnTo>
                  <a:pt x="18288" y="64769"/>
                </a:lnTo>
                <a:lnTo>
                  <a:pt x="30480" y="60960"/>
                </a:lnTo>
                <a:close/>
              </a:path>
              <a:path w="478536" h="1525524">
                <a:moveTo>
                  <a:pt x="23622" y="36576"/>
                </a:moveTo>
                <a:lnTo>
                  <a:pt x="19812" y="24384"/>
                </a:lnTo>
                <a:lnTo>
                  <a:pt x="7620" y="28194"/>
                </a:lnTo>
                <a:lnTo>
                  <a:pt x="11430" y="40386"/>
                </a:lnTo>
                <a:lnTo>
                  <a:pt x="23622" y="36576"/>
                </a:lnTo>
                <a:close/>
              </a:path>
            </a:pathLst>
          </a:custGeom>
          <a:solidFill>
            <a:srgbClr val="0000FF"/>
          </a:solidFill>
        </p:spPr>
        <p:txBody>
          <a:bodyPr wrap="square" lIns="0" tIns="0" rIns="0" bIns="0" rtlCol="0">
            <a:noAutofit/>
          </a:bodyPr>
          <a:lstStyle/>
          <a:p>
            <a:endParaRPr/>
          </a:p>
        </p:txBody>
      </p:sp>
      <p:sp>
        <p:nvSpPr>
          <p:cNvPr id="90" name="object 90"/>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1" name="object 91"/>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3" name="object 93"/>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5" name="object 95"/>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6" name="object 96"/>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8" name="object 98"/>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670304" y="4345649"/>
            <a:ext cx="478536" cy="1500515"/>
          </a:xfrm>
          <a:custGeom>
            <a:avLst/>
            <a:gdLst/>
            <a:ahLst/>
            <a:cxnLst/>
            <a:rect l="l" t="t" r="r" b="b"/>
            <a:pathLst>
              <a:path w="478536" h="1525524">
                <a:moveTo>
                  <a:pt x="446532" y="1447800"/>
                </a:moveTo>
                <a:lnTo>
                  <a:pt x="443484" y="1435608"/>
                </a:lnTo>
                <a:lnTo>
                  <a:pt x="431292" y="1439418"/>
                </a:lnTo>
                <a:lnTo>
                  <a:pt x="434340" y="1451610"/>
                </a:lnTo>
                <a:lnTo>
                  <a:pt x="446532" y="1447800"/>
                </a:lnTo>
                <a:close/>
              </a:path>
              <a:path w="478536" h="1525524">
                <a:moveTo>
                  <a:pt x="439674" y="1423416"/>
                </a:moveTo>
                <a:lnTo>
                  <a:pt x="435864" y="1411224"/>
                </a:lnTo>
                <a:lnTo>
                  <a:pt x="423672" y="1415034"/>
                </a:lnTo>
                <a:lnTo>
                  <a:pt x="427482" y="1427226"/>
                </a:lnTo>
                <a:lnTo>
                  <a:pt x="439674" y="1423416"/>
                </a:lnTo>
                <a:close/>
              </a:path>
              <a:path w="478536" h="1525524">
                <a:moveTo>
                  <a:pt x="432054" y="1399032"/>
                </a:moveTo>
                <a:lnTo>
                  <a:pt x="428244" y="1386840"/>
                </a:lnTo>
                <a:lnTo>
                  <a:pt x="416052" y="1390650"/>
                </a:lnTo>
                <a:lnTo>
                  <a:pt x="419862" y="1402842"/>
                </a:lnTo>
                <a:lnTo>
                  <a:pt x="432054" y="1399032"/>
                </a:lnTo>
                <a:close/>
              </a:path>
              <a:path w="478536" h="1525524">
                <a:moveTo>
                  <a:pt x="425196" y="1374648"/>
                </a:moveTo>
                <a:lnTo>
                  <a:pt x="421386" y="1362456"/>
                </a:lnTo>
                <a:lnTo>
                  <a:pt x="409194" y="1366266"/>
                </a:lnTo>
                <a:lnTo>
                  <a:pt x="413004" y="1378458"/>
                </a:lnTo>
                <a:lnTo>
                  <a:pt x="425196" y="1374648"/>
                </a:lnTo>
                <a:close/>
              </a:path>
              <a:path w="478536" h="1525524">
                <a:moveTo>
                  <a:pt x="417576" y="1350264"/>
                </a:moveTo>
                <a:lnTo>
                  <a:pt x="413766" y="1338072"/>
                </a:lnTo>
                <a:lnTo>
                  <a:pt x="401574" y="1341882"/>
                </a:lnTo>
                <a:lnTo>
                  <a:pt x="405384" y="1354074"/>
                </a:lnTo>
                <a:lnTo>
                  <a:pt x="417576" y="1350264"/>
                </a:lnTo>
                <a:close/>
              </a:path>
              <a:path w="478536" h="1525524">
                <a:moveTo>
                  <a:pt x="409956" y="1325880"/>
                </a:moveTo>
                <a:lnTo>
                  <a:pt x="406908" y="1313688"/>
                </a:lnTo>
                <a:lnTo>
                  <a:pt x="394716" y="1317498"/>
                </a:lnTo>
                <a:lnTo>
                  <a:pt x="397764" y="1329690"/>
                </a:lnTo>
                <a:lnTo>
                  <a:pt x="409956" y="1325880"/>
                </a:lnTo>
                <a:close/>
              </a:path>
              <a:path w="478536" h="1525524">
                <a:moveTo>
                  <a:pt x="403098" y="1301496"/>
                </a:moveTo>
                <a:lnTo>
                  <a:pt x="399288" y="1289304"/>
                </a:lnTo>
                <a:lnTo>
                  <a:pt x="387096" y="1293114"/>
                </a:lnTo>
                <a:lnTo>
                  <a:pt x="390906" y="1305306"/>
                </a:lnTo>
                <a:lnTo>
                  <a:pt x="403098" y="1301496"/>
                </a:lnTo>
                <a:close/>
              </a:path>
              <a:path w="478536" h="1525524">
                <a:moveTo>
                  <a:pt x="395478" y="1277112"/>
                </a:moveTo>
                <a:lnTo>
                  <a:pt x="392430" y="1264920"/>
                </a:lnTo>
                <a:lnTo>
                  <a:pt x="380238" y="1268730"/>
                </a:lnTo>
                <a:lnTo>
                  <a:pt x="383286" y="1280922"/>
                </a:lnTo>
                <a:lnTo>
                  <a:pt x="395478" y="1277112"/>
                </a:lnTo>
                <a:close/>
              </a:path>
              <a:path w="478536" h="1525524">
                <a:moveTo>
                  <a:pt x="388620" y="1252728"/>
                </a:moveTo>
                <a:lnTo>
                  <a:pt x="384810" y="1240536"/>
                </a:lnTo>
                <a:lnTo>
                  <a:pt x="372618" y="1244346"/>
                </a:lnTo>
                <a:lnTo>
                  <a:pt x="376428" y="1256538"/>
                </a:lnTo>
                <a:lnTo>
                  <a:pt x="388620" y="1252728"/>
                </a:lnTo>
                <a:close/>
              </a:path>
              <a:path w="478536" h="1525524">
                <a:moveTo>
                  <a:pt x="381000" y="1228344"/>
                </a:moveTo>
                <a:lnTo>
                  <a:pt x="377190" y="1216152"/>
                </a:lnTo>
                <a:lnTo>
                  <a:pt x="364998" y="1219962"/>
                </a:lnTo>
                <a:lnTo>
                  <a:pt x="368808" y="1232154"/>
                </a:lnTo>
                <a:lnTo>
                  <a:pt x="381000" y="1228344"/>
                </a:lnTo>
                <a:close/>
              </a:path>
              <a:path w="478536" h="1525524">
                <a:moveTo>
                  <a:pt x="374142" y="1203960"/>
                </a:moveTo>
                <a:lnTo>
                  <a:pt x="370332" y="1192530"/>
                </a:lnTo>
                <a:lnTo>
                  <a:pt x="358140" y="1195578"/>
                </a:lnTo>
                <a:lnTo>
                  <a:pt x="361950" y="1207770"/>
                </a:lnTo>
                <a:lnTo>
                  <a:pt x="374142" y="1203960"/>
                </a:lnTo>
                <a:close/>
              </a:path>
              <a:path w="478536" h="1525524">
                <a:moveTo>
                  <a:pt x="366522" y="1180338"/>
                </a:moveTo>
                <a:lnTo>
                  <a:pt x="362712" y="1168146"/>
                </a:lnTo>
                <a:lnTo>
                  <a:pt x="350520" y="1171194"/>
                </a:lnTo>
                <a:lnTo>
                  <a:pt x="354330" y="1183386"/>
                </a:lnTo>
                <a:lnTo>
                  <a:pt x="366522" y="1180338"/>
                </a:lnTo>
                <a:close/>
              </a:path>
              <a:path w="478536" h="1525524">
                <a:moveTo>
                  <a:pt x="358902" y="1155954"/>
                </a:moveTo>
                <a:lnTo>
                  <a:pt x="355854" y="1143762"/>
                </a:lnTo>
                <a:lnTo>
                  <a:pt x="343662" y="1146810"/>
                </a:lnTo>
                <a:lnTo>
                  <a:pt x="346710" y="1159002"/>
                </a:lnTo>
                <a:lnTo>
                  <a:pt x="358902" y="1155954"/>
                </a:lnTo>
                <a:close/>
              </a:path>
              <a:path w="478536" h="1525524">
                <a:moveTo>
                  <a:pt x="352044" y="1131570"/>
                </a:moveTo>
                <a:lnTo>
                  <a:pt x="348234" y="1119378"/>
                </a:lnTo>
                <a:lnTo>
                  <a:pt x="336042" y="1123188"/>
                </a:lnTo>
                <a:lnTo>
                  <a:pt x="339852" y="1134618"/>
                </a:lnTo>
                <a:lnTo>
                  <a:pt x="352044" y="1131570"/>
                </a:lnTo>
                <a:close/>
              </a:path>
              <a:path w="478536" h="1525524">
                <a:moveTo>
                  <a:pt x="344424" y="1107186"/>
                </a:moveTo>
                <a:lnTo>
                  <a:pt x="340614" y="1094994"/>
                </a:lnTo>
                <a:lnTo>
                  <a:pt x="329184" y="1098804"/>
                </a:lnTo>
                <a:lnTo>
                  <a:pt x="332232" y="1110996"/>
                </a:lnTo>
                <a:lnTo>
                  <a:pt x="344424" y="1107186"/>
                </a:lnTo>
                <a:close/>
              </a:path>
              <a:path w="478536" h="1525524">
                <a:moveTo>
                  <a:pt x="337566" y="1082802"/>
                </a:moveTo>
                <a:lnTo>
                  <a:pt x="333756" y="1070610"/>
                </a:lnTo>
                <a:lnTo>
                  <a:pt x="321564" y="1074420"/>
                </a:lnTo>
                <a:lnTo>
                  <a:pt x="325374" y="1086612"/>
                </a:lnTo>
                <a:lnTo>
                  <a:pt x="337566" y="1082802"/>
                </a:lnTo>
                <a:close/>
              </a:path>
              <a:path w="478536" h="1525524">
                <a:moveTo>
                  <a:pt x="329946" y="1058418"/>
                </a:moveTo>
                <a:lnTo>
                  <a:pt x="326136" y="1046226"/>
                </a:lnTo>
                <a:lnTo>
                  <a:pt x="313944" y="1050036"/>
                </a:lnTo>
                <a:lnTo>
                  <a:pt x="317754" y="1062228"/>
                </a:lnTo>
                <a:lnTo>
                  <a:pt x="329946" y="1058418"/>
                </a:lnTo>
                <a:close/>
              </a:path>
              <a:path w="478536" h="1525524">
                <a:moveTo>
                  <a:pt x="323088" y="1034034"/>
                </a:moveTo>
                <a:lnTo>
                  <a:pt x="319278" y="1021841"/>
                </a:lnTo>
                <a:lnTo>
                  <a:pt x="307086" y="1025652"/>
                </a:lnTo>
                <a:lnTo>
                  <a:pt x="310896" y="1037844"/>
                </a:lnTo>
                <a:lnTo>
                  <a:pt x="323088" y="1034034"/>
                </a:lnTo>
                <a:close/>
              </a:path>
              <a:path w="478536" h="1525524">
                <a:moveTo>
                  <a:pt x="315468" y="1009650"/>
                </a:moveTo>
                <a:lnTo>
                  <a:pt x="311658" y="997458"/>
                </a:lnTo>
                <a:lnTo>
                  <a:pt x="299466" y="1001268"/>
                </a:lnTo>
                <a:lnTo>
                  <a:pt x="303276" y="1013460"/>
                </a:lnTo>
                <a:lnTo>
                  <a:pt x="315468" y="1009650"/>
                </a:lnTo>
                <a:close/>
              </a:path>
              <a:path w="478536" h="1525524">
                <a:moveTo>
                  <a:pt x="307848" y="985266"/>
                </a:moveTo>
                <a:lnTo>
                  <a:pt x="304800" y="973074"/>
                </a:lnTo>
                <a:lnTo>
                  <a:pt x="292608" y="976884"/>
                </a:lnTo>
                <a:lnTo>
                  <a:pt x="295656" y="989076"/>
                </a:lnTo>
                <a:lnTo>
                  <a:pt x="307848" y="985266"/>
                </a:lnTo>
                <a:close/>
              </a:path>
              <a:path w="478536" h="1525524">
                <a:moveTo>
                  <a:pt x="300990" y="960882"/>
                </a:moveTo>
                <a:lnTo>
                  <a:pt x="297180" y="948690"/>
                </a:lnTo>
                <a:lnTo>
                  <a:pt x="284988" y="952500"/>
                </a:lnTo>
                <a:lnTo>
                  <a:pt x="288798" y="964691"/>
                </a:lnTo>
                <a:lnTo>
                  <a:pt x="300990" y="960882"/>
                </a:lnTo>
                <a:close/>
              </a:path>
              <a:path w="478536" h="1525524">
                <a:moveTo>
                  <a:pt x="293370" y="936497"/>
                </a:moveTo>
                <a:lnTo>
                  <a:pt x="289560" y="924306"/>
                </a:lnTo>
                <a:lnTo>
                  <a:pt x="277368" y="928116"/>
                </a:lnTo>
                <a:lnTo>
                  <a:pt x="281178" y="940308"/>
                </a:lnTo>
                <a:lnTo>
                  <a:pt x="293370" y="936497"/>
                </a:lnTo>
                <a:close/>
              </a:path>
              <a:path w="478536" h="1525524">
                <a:moveTo>
                  <a:pt x="286512" y="912113"/>
                </a:moveTo>
                <a:lnTo>
                  <a:pt x="282702" y="899922"/>
                </a:lnTo>
                <a:lnTo>
                  <a:pt x="270510" y="903732"/>
                </a:lnTo>
                <a:lnTo>
                  <a:pt x="274320" y="915924"/>
                </a:lnTo>
                <a:lnTo>
                  <a:pt x="286512" y="912113"/>
                </a:lnTo>
                <a:close/>
              </a:path>
              <a:path w="478536" h="1525524">
                <a:moveTo>
                  <a:pt x="278892" y="887730"/>
                </a:moveTo>
                <a:lnTo>
                  <a:pt x="275082" y="875538"/>
                </a:lnTo>
                <a:lnTo>
                  <a:pt x="262890" y="879347"/>
                </a:lnTo>
                <a:lnTo>
                  <a:pt x="266700" y="891540"/>
                </a:lnTo>
                <a:lnTo>
                  <a:pt x="278892" y="887730"/>
                </a:lnTo>
                <a:close/>
              </a:path>
              <a:path w="478536" h="1525524">
                <a:moveTo>
                  <a:pt x="271272" y="863346"/>
                </a:moveTo>
                <a:lnTo>
                  <a:pt x="268224" y="851916"/>
                </a:lnTo>
                <a:lnTo>
                  <a:pt x="256032" y="854963"/>
                </a:lnTo>
                <a:lnTo>
                  <a:pt x="259842" y="867156"/>
                </a:lnTo>
                <a:lnTo>
                  <a:pt x="271272" y="863346"/>
                </a:lnTo>
                <a:close/>
              </a:path>
              <a:path w="478536" h="1525524">
                <a:moveTo>
                  <a:pt x="264414" y="839724"/>
                </a:moveTo>
                <a:lnTo>
                  <a:pt x="260604" y="827532"/>
                </a:lnTo>
                <a:lnTo>
                  <a:pt x="248412" y="830580"/>
                </a:lnTo>
                <a:lnTo>
                  <a:pt x="252222" y="842772"/>
                </a:lnTo>
                <a:lnTo>
                  <a:pt x="264414" y="839724"/>
                </a:lnTo>
                <a:close/>
              </a:path>
              <a:path w="478536" h="1525524">
                <a:moveTo>
                  <a:pt x="256794" y="815340"/>
                </a:moveTo>
                <a:lnTo>
                  <a:pt x="253746" y="803148"/>
                </a:lnTo>
                <a:lnTo>
                  <a:pt x="241554" y="806196"/>
                </a:lnTo>
                <a:lnTo>
                  <a:pt x="244602" y="818388"/>
                </a:lnTo>
                <a:lnTo>
                  <a:pt x="256794" y="815340"/>
                </a:lnTo>
                <a:close/>
              </a:path>
              <a:path w="478536" h="1525524">
                <a:moveTo>
                  <a:pt x="249936" y="790956"/>
                </a:moveTo>
                <a:lnTo>
                  <a:pt x="246126" y="778764"/>
                </a:lnTo>
                <a:lnTo>
                  <a:pt x="233934" y="782574"/>
                </a:lnTo>
                <a:lnTo>
                  <a:pt x="237744" y="794004"/>
                </a:lnTo>
                <a:lnTo>
                  <a:pt x="249936" y="790956"/>
                </a:lnTo>
                <a:close/>
              </a:path>
              <a:path w="478536" h="1525524">
                <a:moveTo>
                  <a:pt x="242316" y="766572"/>
                </a:moveTo>
                <a:lnTo>
                  <a:pt x="238506" y="754380"/>
                </a:lnTo>
                <a:lnTo>
                  <a:pt x="226314" y="758190"/>
                </a:lnTo>
                <a:lnTo>
                  <a:pt x="230124" y="770382"/>
                </a:lnTo>
                <a:lnTo>
                  <a:pt x="242316" y="766572"/>
                </a:lnTo>
                <a:close/>
              </a:path>
              <a:path w="478536" h="1525524">
                <a:moveTo>
                  <a:pt x="235458" y="742188"/>
                </a:moveTo>
                <a:lnTo>
                  <a:pt x="231648" y="729996"/>
                </a:lnTo>
                <a:lnTo>
                  <a:pt x="219456" y="733806"/>
                </a:lnTo>
                <a:lnTo>
                  <a:pt x="223266" y="745998"/>
                </a:lnTo>
                <a:lnTo>
                  <a:pt x="235458" y="742188"/>
                </a:lnTo>
                <a:close/>
              </a:path>
              <a:path w="478536" h="1525524">
                <a:moveTo>
                  <a:pt x="227838" y="717804"/>
                </a:moveTo>
                <a:lnTo>
                  <a:pt x="224028" y="705612"/>
                </a:lnTo>
                <a:lnTo>
                  <a:pt x="211836" y="709422"/>
                </a:lnTo>
                <a:lnTo>
                  <a:pt x="215646" y="721614"/>
                </a:lnTo>
                <a:lnTo>
                  <a:pt x="227838" y="717804"/>
                </a:lnTo>
                <a:close/>
              </a:path>
              <a:path w="478536" h="1525524">
                <a:moveTo>
                  <a:pt x="220218" y="693420"/>
                </a:moveTo>
                <a:lnTo>
                  <a:pt x="217170" y="681228"/>
                </a:lnTo>
                <a:lnTo>
                  <a:pt x="204978" y="685038"/>
                </a:lnTo>
                <a:lnTo>
                  <a:pt x="208026" y="697230"/>
                </a:lnTo>
                <a:lnTo>
                  <a:pt x="220218" y="693420"/>
                </a:lnTo>
                <a:close/>
              </a:path>
              <a:path w="478536" h="1525524">
                <a:moveTo>
                  <a:pt x="213360" y="669036"/>
                </a:moveTo>
                <a:lnTo>
                  <a:pt x="209550" y="656844"/>
                </a:lnTo>
                <a:lnTo>
                  <a:pt x="197358" y="660654"/>
                </a:lnTo>
                <a:lnTo>
                  <a:pt x="201168" y="672846"/>
                </a:lnTo>
                <a:lnTo>
                  <a:pt x="213360" y="669036"/>
                </a:lnTo>
                <a:close/>
              </a:path>
              <a:path w="478536" h="1525524">
                <a:moveTo>
                  <a:pt x="205740" y="644652"/>
                </a:moveTo>
                <a:lnTo>
                  <a:pt x="201930" y="632460"/>
                </a:lnTo>
                <a:lnTo>
                  <a:pt x="190500" y="636270"/>
                </a:lnTo>
                <a:lnTo>
                  <a:pt x="193548" y="648462"/>
                </a:lnTo>
                <a:lnTo>
                  <a:pt x="205740" y="644652"/>
                </a:lnTo>
                <a:close/>
              </a:path>
              <a:path w="478536" h="1525524">
                <a:moveTo>
                  <a:pt x="198882" y="620268"/>
                </a:moveTo>
                <a:lnTo>
                  <a:pt x="195072" y="608076"/>
                </a:lnTo>
                <a:lnTo>
                  <a:pt x="182880" y="611886"/>
                </a:lnTo>
                <a:lnTo>
                  <a:pt x="186690" y="624078"/>
                </a:lnTo>
                <a:lnTo>
                  <a:pt x="198882" y="620268"/>
                </a:lnTo>
                <a:close/>
              </a:path>
              <a:path w="478536" h="1525524">
                <a:moveTo>
                  <a:pt x="191262" y="595884"/>
                </a:moveTo>
                <a:lnTo>
                  <a:pt x="187452" y="583692"/>
                </a:lnTo>
                <a:lnTo>
                  <a:pt x="175260" y="587502"/>
                </a:lnTo>
                <a:lnTo>
                  <a:pt x="179070" y="599694"/>
                </a:lnTo>
                <a:lnTo>
                  <a:pt x="191262" y="595884"/>
                </a:lnTo>
                <a:close/>
              </a:path>
              <a:path w="478536" h="1525524">
                <a:moveTo>
                  <a:pt x="184404" y="571500"/>
                </a:moveTo>
                <a:lnTo>
                  <a:pt x="180594" y="559308"/>
                </a:lnTo>
                <a:lnTo>
                  <a:pt x="168402" y="563118"/>
                </a:lnTo>
                <a:lnTo>
                  <a:pt x="172212" y="575310"/>
                </a:lnTo>
                <a:lnTo>
                  <a:pt x="184404" y="571500"/>
                </a:lnTo>
                <a:close/>
              </a:path>
              <a:path w="478536" h="1525524">
                <a:moveTo>
                  <a:pt x="176784" y="547116"/>
                </a:moveTo>
                <a:lnTo>
                  <a:pt x="172974" y="534924"/>
                </a:lnTo>
                <a:lnTo>
                  <a:pt x="160782" y="538734"/>
                </a:lnTo>
                <a:lnTo>
                  <a:pt x="164592" y="550926"/>
                </a:lnTo>
                <a:lnTo>
                  <a:pt x="176784" y="547116"/>
                </a:lnTo>
                <a:close/>
              </a:path>
              <a:path w="478536" h="1525524">
                <a:moveTo>
                  <a:pt x="169164" y="523494"/>
                </a:moveTo>
                <a:lnTo>
                  <a:pt x="166116" y="511302"/>
                </a:lnTo>
                <a:lnTo>
                  <a:pt x="153924" y="514350"/>
                </a:lnTo>
                <a:lnTo>
                  <a:pt x="156972" y="526542"/>
                </a:lnTo>
                <a:lnTo>
                  <a:pt x="169164" y="523494"/>
                </a:lnTo>
                <a:close/>
              </a:path>
              <a:path w="478536" h="1525524">
                <a:moveTo>
                  <a:pt x="162306" y="499109"/>
                </a:moveTo>
                <a:lnTo>
                  <a:pt x="158496" y="486918"/>
                </a:lnTo>
                <a:lnTo>
                  <a:pt x="146304" y="489966"/>
                </a:lnTo>
                <a:lnTo>
                  <a:pt x="150114" y="502158"/>
                </a:lnTo>
                <a:lnTo>
                  <a:pt x="162306" y="499109"/>
                </a:lnTo>
                <a:close/>
              </a:path>
              <a:path w="478536" h="1525524">
                <a:moveTo>
                  <a:pt x="142494" y="477773"/>
                </a:moveTo>
                <a:lnTo>
                  <a:pt x="142494" y="477773"/>
                </a:lnTo>
                <a:lnTo>
                  <a:pt x="142494" y="477773"/>
                </a:lnTo>
                <a:close/>
              </a:path>
              <a:path w="478536" h="1525524">
                <a:moveTo>
                  <a:pt x="475765" y="1456944"/>
                </a:moveTo>
                <a:lnTo>
                  <a:pt x="478536" y="1441704"/>
                </a:lnTo>
                <a:lnTo>
                  <a:pt x="428086" y="1456944"/>
                </a:lnTo>
                <a:lnTo>
                  <a:pt x="475765" y="1456944"/>
                </a:lnTo>
                <a:close/>
              </a:path>
            </a:pathLst>
          </a:custGeom>
          <a:solidFill>
            <a:srgbClr val="0000FF"/>
          </a:solidFill>
        </p:spPr>
        <p:txBody>
          <a:bodyPr wrap="square" lIns="0" tIns="0" rIns="0" bIns="0" rtlCol="0">
            <a:noAutofit/>
          </a:bodyPr>
          <a:lstStyle/>
          <a:p>
            <a:endParaRPr/>
          </a:p>
        </p:txBody>
      </p:sp>
      <p:sp>
        <p:nvSpPr>
          <p:cNvPr id="103" name="object 103"/>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5" name="object 105"/>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6" name="object 106"/>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7" name="object 107"/>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9" name="object 109"/>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0" name="object 110"/>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1" name="object 111"/>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112" name="object 112"/>
          <p:cNvSpPr/>
          <p:nvPr/>
        </p:nvSpPr>
        <p:spPr>
          <a:xfrm>
            <a:off x="1670304" y="4345649"/>
            <a:ext cx="478536" cy="1500515"/>
          </a:xfrm>
          <a:custGeom>
            <a:avLst/>
            <a:gdLst/>
            <a:ahLst/>
            <a:cxnLst/>
            <a:rect l="l" t="t" r="r" b="b"/>
            <a:pathLst>
              <a:path w="478536" h="1525524">
                <a:moveTo>
                  <a:pt x="475765" y="1456944"/>
                </a:moveTo>
                <a:lnTo>
                  <a:pt x="428086" y="1456944"/>
                </a:lnTo>
                <a:lnTo>
                  <a:pt x="405384" y="1463802"/>
                </a:lnTo>
                <a:lnTo>
                  <a:pt x="463296" y="1525524"/>
                </a:lnTo>
                <a:lnTo>
                  <a:pt x="475765" y="1456944"/>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23</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36929" marR="838073" algn="ctr">
              <a:lnSpc>
                <a:spcPct val="100585"/>
              </a:lnSpc>
              <a:spcBef>
                <a:spcPts val="345"/>
              </a:spcBef>
            </a:pPr>
            <a:r>
              <a:rPr sz="1800" b="1" spc="0" dirty="0">
                <a:solidFill>
                  <a:srgbClr val="0000FF"/>
                </a:solidFill>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03579" marR="704943" algn="ctr">
              <a:lnSpc>
                <a:spcPct val="100585"/>
              </a:lnSpc>
              <a:spcBef>
                <a:spcPts val="345"/>
              </a:spcBef>
            </a:pPr>
            <a:r>
              <a:rPr sz="1800" b="1" spc="0" dirty="0">
                <a:solidFill>
                  <a:srgbClr val="0000FF"/>
                </a:solidFill>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594" marR="8804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67" marR="860727"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object 113"/>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1" name="object 111"/>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0" name="object 90"/>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1" name="object 91"/>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2" name="object 92"/>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5" name="object 95"/>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443990" y="5092908"/>
            <a:ext cx="689610" cy="678305"/>
          </a:xfrm>
          <a:custGeom>
            <a:avLst/>
            <a:gdLst/>
            <a:ahLst/>
            <a:cxnLst/>
            <a:rect l="l" t="t" r="r" b="b"/>
            <a:pathLst>
              <a:path w="689610" h="689610">
                <a:moveTo>
                  <a:pt x="17525" y="8382"/>
                </a:moveTo>
                <a:lnTo>
                  <a:pt x="8381" y="0"/>
                </a:lnTo>
                <a:lnTo>
                  <a:pt x="0" y="8382"/>
                </a:lnTo>
                <a:lnTo>
                  <a:pt x="8381" y="17526"/>
                </a:lnTo>
                <a:lnTo>
                  <a:pt x="17525" y="8382"/>
                </a:lnTo>
                <a:close/>
              </a:path>
              <a:path w="689610" h="689610">
                <a:moveTo>
                  <a:pt x="628650" y="619506"/>
                </a:moveTo>
                <a:lnTo>
                  <a:pt x="619505" y="610362"/>
                </a:lnTo>
                <a:lnTo>
                  <a:pt x="610361" y="619506"/>
                </a:lnTo>
                <a:lnTo>
                  <a:pt x="619505" y="628650"/>
                </a:lnTo>
                <a:lnTo>
                  <a:pt x="628650" y="619506"/>
                </a:lnTo>
                <a:close/>
              </a:path>
              <a:path w="689610" h="689610">
                <a:moveTo>
                  <a:pt x="610361" y="601218"/>
                </a:moveTo>
                <a:lnTo>
                  <a:pt x="601218" y="592074"/>
                </a:lnTo>
                <a:lnTo>
                  <a:pt x="592074" y="601218"/>
                </a:lnTo>
                <a:lnTo>
                  <a:pt x="601218" y="610362"/>
                </a:lnTo>
                <a:lnTo>
                  <a:pt x="610361" y="601218"/>
                </a:lnTo>
                <a:close/>
              </a:path>
              <a:path w="689610" h="689610">
                <a:moveTo>
                  <a:pt x="592074" y="583692"/>
                </a:moveTo>
                <a:lnTo>
                  <a:pt x="583691" y="574548"/>
                </a:lnTo>
                <a:lnTo>
                  <a:pt x="574547" y="583692"/>
                </a:lnTo>
                <a:lnTo>
                  <a:pt x="583691" y="592074"/>
                </a:lnTo>
                <a:lnTo>
                  <a:pt x="592074" y="583692"/>
                </a:lnTo>
                <a:close/>
              </a:path>
              <a:path w="689610" h="689610">
                <a:moveTo>
                  <a:pt x="574547" y="565404"/>
                </a:moveTo>
                <a:lnTo>
                  <a:pt x="565404" y="556260"/>
                </a:lnTo>
                <a:lnTo>
                  <a:pt x="556260" y="565404"/>
                </a:lnTo>
                <a:lnTo>
                  <a:pt x="565404" y="574548"/>
                </a:lnTo>
                <a:lnTo>
                  <a:pt x="574547" y="565404"/>
                </a:lnTo>
                <a:close/>
              </a:path>
              <a:path w="689610" h="689610">
                <a:moveTo>
                  <a:pt x="556260" y="547116"/>
                </a:moveTo>
                <a:lnTo>
                  <a:pt x="547116" y="538734"/>
                </a:lnTo>
                <a:lnTo>
                  <a:pt x="538733" y="547116"/>
                </a:lnTo>
                <a:lnTo>
                  <a:pt x="547116" y="556260"/>
                </a:lnTo>
                <a:lnTo>
                  <a:pt x="556260" y="547116"/>
                </a:lnTo>
                <a:close/>
              </a:path>
              <a:path w="689610" h="689610">
                <a:moveTo>
                  <a:pt x="538733" y="529590"/>
                </a:moveTo>
                <a:lnTo>
                  <a:pt x="529590" y="520445"/>
                </a:lnTo>
                <a:lnTo>
                  <a:pt x="520445" y="529590"/>
                </a:lnTo>
                <a:lnTo>
                  <a:pt x="529590" y="538734"/>
                </a:lnTo>
                <a:lnTo>
                  <a:pt x="538733" y="529590"/>
                </a:lnTo>
                <a:close/>
              </a:path>
              <a:path w="689610" h="689610">
                <a:moveTo>
                  <a:pt x="520445" y="511302"/>
                </a:moveTo>
                <a:lnTo>
                  <a:pt x="511302" y="502920"/>
                </a:lnTo>
                <a:lnTo>
                  <a:pt x="502919" y="511302"/>
                </a:lnTo>
                <a:lnTo>
                  <a:pt x="511302" y="520445"/>
                </a:lnTo>
                <a:lnTo>
                  <a:pt x="520445" y="511302"/>
                </a:lnTo>
                <a:close/>
              </a:path>
              <a:path w="689610" h="689610">
                <a:moveTo>
                  <a:pt x="502919" y="493776"/>
                </a:moveTo>
                <a:lnTo>
                  <a:pt x="493775" y="484631"/>
                </a:lnTo>
                <a:lnTo>
                  <a:pt x="484631" y="493776"/>
                </a:lnTo>
                <a:lnTo>
                  <a:pt x="493775" y="502920"/>
                </a:lnTo>
                <a:lnTo>
                  <a:pt x="502919" y="493776"/>
                </a:lnTo>
                <a:close/>
              </a:path>
              <a:path w="689610" h="689610">
                <a:moveTo>
                  <a:pt x="484631" y="475488"/>
                </a:moveTo>
                <a:lnTo>
                  <a:pt x="475488" y="466344"/>
                </a:lnTo>
                <a:lnTo>
                  <a:pt x="466344" y="475488"/>
                </a:lnTo>
                <a:lnTo>
                  <a:pt x="475488" y="484631"/>
                </a:lnTo>
                <a:lnTo>
                  <a:pt x="484631" y="475488"/>
                </a:lnTo>
                <a:close/>
              </a:path>
              <a:path w="689610" h="689610">
                <a:moveTo>
                  <a:pt x="466344" y="457962"/>
                </a:moveTo>
                <a:lnTo>
                  <a:pt x="457961" y="448818"/>
                </a:lnTo>
                <a:lnTo>
                  <a:pt x="448817" y="457962"/>
                </a:lnTo>
                <a:lnTo>
                  <a:pt x="457961" y="466344"/>
                </a:lnTo>
                <a:lnTo>
                  <a:pt x="466344" y="457962"/>
                </a:lnTo>
                <a:close/>
              </a:path>
              <a:path w="689610" h="689610">
                <a:moveTo>
                  <a:pt x="448817" y="439673"/>
                </a:moveTo>
                <a:lnTo>
                  <a:pt x="439673" y="430530"/>
                </a:lnTo>
                <a:lnTo>
                  <a:pt x="430530" y="439673"/>
                </a:lnTo>
                <a:lnTo>
                  <a:pt x="439673" y="448818"/>
                </a:lnTo>
                <a:lnTo>
                  <a:pt x="448817" y="439673"/>
                </a:lnTo>
                <a:close/>
              </a:path>
              <a:path w="689610" h="689610">
                <a:moveTo>
                  <a:pt x="430530" y="421386"/>
                </a:moveTo>
                <a:lnTo>
                  <a:pt x="421386" y="413004"/>
                </a:lnTo>
                <a:lnTo>
                  <a:pt x="413003" y="421386"/>
                </a:lnTo>
                <a:lnTo>
                  <a:pt x="421386" y="430530"/>
                </a:lnTo>
                <a:lnTo>
                  <a:pt x="430530" y="421386"/>
                </a:lnTo>
                <a:close/>
              </a:path>
              <a:path w="689610" h="689610">
                <a:moveTo>
                  <a:pt x="413003" y="403859"/>
                </a:moveTo>
                <a:lnTo>
                  <a:pt x="403860" y="394715"/>
                </a:lnTo>
                <a:lnTo>
                  <a:pt x="394716" y="403859"/>
                </a:lnTo>
                <a:lnTo>
                  <a:pt x="403860" y="413004"/>
                </a:lnTo>
                <a:lnTo>
                  <a:pt x="413003" y="403859"/>
                </a:lnTo>
                <a:close/>
              </a:path>
              <a:path w="689610" h="689610">
                <a:moveTo>
                  <a:pt x="394716" y="385571"/>
                </a:moveTo>
                <a:lnTo>
                  <a:pt x="385572" y="377189"/>
                </a:lnTo>
                <a:lnTo>
                  <a:pt x="377190" y="385571"/>
                </a:lnTo>
                <a:lnTo>
                  <a:pt x="385572" y="394715"/>
                </a:lnTo>
                <a:lnTo>
                  <a:pt x="394716" y="385571"/>
                </a:lnTo>
                <a:close/>
              </a:path>
              <a:path w="689610" h="689610">
                <a:moveTo>
                  <a:pt x="377189" y="368045"/>
                </a:moveTo>
                <a:lnTo>
                  <a:pt x="368045" y="358902"/>
                </a:lnTo>
                <a:lnTo>
                  <a:pt x="358902" y="368046"/>
                </a:lnTo>
                <a:lnTo>
                  <a:pt x="368046" y="377190"/>
                </a:lnTo>
                <a:lnTo>
                  <a:pt x="377189" y="368045"/>
                </a:lnTo>
                <a:close/>
              </a:path>
              <a:path w="689610" h="689610">
                <a:moveTo>
                  <a:pt x="358902" y="349758"/>
                </a:moveTo>
                <a:lnTo>
                  <a:pt x="349757" y="340614"/>
                </a:lnTo>
                <a:lnTo>
                  <a:pt x="340613" y="349758"/>
                </a:lnTo>
                <a:lnTo>
                  <a:pt x="349757" y="358902"/>
                </a:lnTo>
                <a:lnTo>
                  <a:pt x="358902" y="349758"/>
                </a:lnTo>
                <a:close/>
              </a:path>
              <a:path w="689610" h="689610">
                <a:moveTo>
                  <a:pt x="340613" y="332232"/>
                </a:moveTo>
                <a:lnTo>
                  <a:pt x="332231" y="323088"/>
                </a:lnTo>
                <a:lnTo>
                  <a:pt x="323088" y="332232"/>
                </a:lnTo>
                <a:lnTo>
                  <a:pt x="332231" y="340614"/>
                </a:lnTo>
                <a:lnTo>
                  <a:pt x="340613" y="332232"/>
                </a:lnTo>
                <a:close/>
              </a:path>
              <a:path w="689610" h="689610">
                <a:moveTo>
                  <a:pt x="323088" y="313944"/>
                </a:moveTo>
                <a:lnTo>
                  <a:pt x="313943" y="304800"/>
                </a:lnTo>
                <a:lnTo>
                  <a:pt x="304799" y="313944"/>
                </a:lnTo>
                <a:lnTo>
                  <a:pt x="313943" y="323088"/>
                </a:lnTo>
                <a:lnTo>
                  <a:pt x="323088" y="313944"/>
                </a:lnTo>
                <a:close/>
              </a:path>
              <a:path w="689610" h="689610">
                <a:moveTo>
                  <a:pt x="304799" y="295656"/>
                </a:moveTo>
                <a:lnTo>
                  <a:pt x="295655" y="287274"/>
                </a:lnTo>
                <a:lnTo>
                  <a:pt x="287273" y="295656"/>
                </a:lnTo>
                <a:lnTo>
                  <a:pt x="295655" y="304800"/>
                </a:lnTo>
                <a:lnTo>
                  <a:pt x="304799" y="295656"/>
                </a:lnTo>
                <a:close/>
              </a:path>
              <a:path w="689610" h="689610">
                <a:moveTo>
                  <a:pt x="287273" y="278130"/>
                </a:moveTo>
                <a:lnTo>
                  <a:pt x="278129" y="268986"/>
                </a:lnTo>
                <a:lnTo>
                  <a:pt x="268985" y="278130"/>
                </a:lnTo>
                <a:lnTo>
                  <a:pt x="278129" y="287274"/>
                </a:lnTo>
                <a:lnTo>
                  <a:pt x="287273" y="278130"/>
                </a:lnTo>
                <a:close/>
              </a:path>
              <a:path w="689610" h="689610">
                <a:moveTo>
                  <a:pt x="268985" y="259842"/>
                </a:moveTo>
                <a:lnTo>
                  <a:pt x="259841" y="251460"/>
                </a:lnTo>
                <a:lnTo>
                  <a:pt x="251459" y="259842"/>
                </a:lnTo>
                <a:lnTo>
                  <a:pt x="259841" y="268986"/>
                </a:lnTo>
                <a:lnTo>
                  <a:pt x="268985" y="259842"/>
                </a:lnTo>
                <a:close/>
              </a:path>
              <a:path w="689610" h="689610">
                <a:moveTo>
                  <a:pt x="251459" y="242315"/>
                </a:moveTo>
                <a:lnTo>
                  <a:pt x="242315" y="233172"/>
                </a:lnTo>
                <a:lnTo>
                  <a:pt x="233171" y="242315"/>
                </a:lnTo>
                <a:lnTo>
                  <a:pt x="242315" y="251460"/>
                </a:lnTo>
                <a:lnTo>
                  <a:pt x="251459" y="242315"/>
                </a:lnTo>
                <a:close/>
              </a:path>
              <a:path w="689610" h="689610">
                <a:moveTo>
                  <a:pt x="233171" y="224028"/>
                </a:moveTo>
                <a:lnTo>
                  <a:pt x="224027" y="214884"/>
                </a:lnTo>
                <a:lnTo>
                  <a:pt x="214883" y="224028"/>
                </a:lnTo>
                <a:lnTo>
                  <a:pt x="224027" y="233172"/>
                </a:lnTo>
                <a:lnTo>
                  <a:pt x="233171" y="224028"/>
                </a:lnTo>
                <a:close/>
              </a:path>
              <a:path w="689610" h="689610">
                <a:moveTo>
                  <a:pt x="214883" y="206502"/>
                </a:moveTo>
                <a:lnTo>
                  <a:pt x="206501" y="197357"/>
                </a:lnTo>
                <a:lnTo>
                  <a:pt x="197358" y="206502"/>
                </a:lnTo>
                <a:lnTo>
                  <a:pt x="206501" y="214884"/>
                </a:lnTo>
                <a:lnTo>
                  <a:pt x="214883" y="206502"/>
                </a:lnTo>
                <a:close/>
              </a:path>
              <a:path w="689610" h="689610">
                <a:moveTo>
                  <a:pt x="197358" y="188213"/>
                </a:moveTo>
                <a:lnTo>
                  <a:pt x="188213" y="179070"/>
                </a:lnTo>
                <a:lnTo>
                  <a:pt x="179069" y="188214"/>
                </a:lnTo>
                <a:lnTo>
                  <a:pt x="188213" y="197358"/>
                </a:lnTo>
                <a:lnTo>
                  <a:pt x="197358" y="188213"/>
                </a:lnTo>
                <a:close/>
              </a:path>
              <a:path w="689610" h="689610">
                <a:moveTo>
                  <a:pt x="179069" y="169926"/>
                </a:moveTo>
                <a:lnTo>
                  <a:pt x="169925" y="161544"/>
                </a:lnTo>
                <a:lnTo>
                  <a:pt x="161543" y="169926"/>
                </a:lnTo>
                <a:lnTo>
                  <a:pt x="169925" y="179070"/>
                </a:lnTo>
                <a:lnTo>
                  <a:pt x="179069" y="169926"/>
                </a:lnTo>
                <a:close/>
              </a:path>
              <a:path w="689610" h="689610">
                <a:moveTo>
                  <a:pt x="161543" y="152400"/>
                </a:moveTo>
                <a:lnTo>
                  <a:pt x="152399" y="143256"/>
                </a:lnTo>
                <a:lnTo>
                  <a:pt x="143255" y="152400"/>
                </a:lnTo>
                <a:lnTo>
                  <a:pt x="152399" y="161544"/>
                </a:lnTo>
                <a:lnTo>
                  <a:pt x="161543" y="152400"/>
                </a:lnTo>
                <a:close/>
              </a:path>
              <a:path w="689610" h="689610">
                <a:moveTo>
                  <a:pt x="143255" y="134112"/>
                </a:moveTo>
                <a:lnTo>
                  <a:pt x="134111" y="125730"/>
                </a:lnTo>
                <a:lnTo>
                  <a:pt x="125729" y="134112"/>
                </a:lnTo>
                <a:lnTo>
                  <a:pt x="134111" y="143256"/>
                </a:lnTo>
                <a:lnTo>
                  <a:pt x="143255" y="134112"/>
                </a:lnTo>
                <a:close/>
              </a:path>
              <a:path w="689610" h="689610">
                <a:moveTo>
                  <a:pt x="125729" y="116586"/>
                </a:moveTo>
                <a:lnTo>
                  <a:pt x="116585" y="107442"/>
                </a:lnTo>
                <a:lnTo>
                  <a:pt x="107441" y="116586"/>
                </a:lnTo>
                <a:lnTo>
                  <a:pt x="116585" y="125730"/>
                </a:lnTo>
                <a:lnTo>
                  <a:pt x="125729" y="116586"/>
                </a:lnTo>
                <a:close/>
              </a:path>
              <a:path w="689610" h="689610">
                <a:moveTo>
                  <a:pt x="107441" y="98297"/>
                </a:moveTo>
                <a:lnTo>
                  <a:pt x="98297" y="89154"/>
                </a:lnTo>
                <a:lnTo>
                  <a:pt x="89153" y="98298"/>
                </a:lnTo>
                <a:lnTo>
                  <a:pt x="98297" y="107442"/>
                </a:lnTo>
                <a:lnTo>
                  <a:pt x="107441" y="98297"/>
                </a:lnTo>
                <a:close/>
              </a:path>
              <a:path w="689610" h="689610">
                <a:moveTo>
                  <a:pt x="89153" y="80772"/>
                </a:moveTo>
                <a:lnTo>
                  <a:pt x="80771" y="71628"/>
                </a:lnTo>
                <a:lnTo>
                  <a:pt x="71627" y="80772"/>
                </a:lnTo>
                <a:lnTo>
                  <a:pt x="80771" y="89154"/>
                </a:lnTo>
                <a:lnTo>
                  <a:pt x="89153" y="80772"/>
                </a:lnTo>
                <a:close/>
              </a:path>
              <a:path w="689610" h="689610">
                <a:moveTo>
                  <a:pt x="71627" y="62484"/>
                </a:moveTo>
                <a:lnTo>
                  <a:pt x="62483" y="53340"/>
                </a:lnTo>
                <a:lnTo>
                  <a:pt x="53339" y="62484"/>
                </a:lnTo>
                <a:lnTo>
                  <a:pt x="62483" y="71628"/>
                </a:lnTo>
                <a:lnTo>
                  <a:pt x="71627" y="62484"/>
                </a:lnTo>
                <a:close/>
              </a:path>
              <a:path w="689610" h="689610">
                <a:moveTo>
                  <a:pt x="53339" y="44196"/>
                </a:moveTo>
                <a:lnTo>
                  <a:pt x="44957" y="35814"/>
                </a:lnTo>
                <a:lnTo>
                  <a:pt x="35813" y="44196"/>
                </a:lnTo>
                <a:lnTo>
                  <a:pt x="44957" y="53340"/>
                </a:lnTo>
                <a:lnTo>
                  <a:pt x="53339" y="44196"/>
                </a:lnTo>
                <a:close/>
              </a:path>
              <a:path w="689610" h="689610">
                <a:moveTo>
                  <a:pt x="35813" y="26670"/>
                </a:moveTo>
                <a:lnTo>
                  <a:pt x="26669" y="17526"/>
                </a:lnTo>
                <a:lnTo>
                  <a:pt x="17525" y="26670"/>
                </a:lnTo>
                <a:lnTo>
                  <a:pt x="26669" y="35814"/>
                </a:lnTo>
                <a:lnTo>
                  <a:pt x="35813" y="26670"/>
                </a:lnTo>
                <a:close/>
              </a:path>
              <a:path w="689610" h="689610">
                <a:moveTo>
                  <a:pt x="637032" y="628650"/>
                </a:moveTo>
                <a:lnTo>
                  <a:pt x="628650" y="637032"/>
                </a:lnTo>
                <a:lnTo>
                  <a:pt x="631565" y="640212"/>
                </a:lnTo>
                <a:lnTo>
                  <a:pt x="637032" y="646176"/>
                </a:lnTo>
                <a:lnTo>
                  <a:pt x="608838" y="662940"/>
                </a:lnTo>
                <a:lnTo>
                  <a:pt x="689610" y="689610"/>
                </a:lnTo>
                <a:lnTo>
                  <a:pt x="646176" y="637032"/>
                </a:lnTo>
                <a:lnTo>
                  <a:pt x="640212" y="631565"/>
                </a:lnTo>
                <a:lnTo>
                  <a:pt x="637032" y="628650"/>
                </a:lnTo>
                <a:close/>
              </a:path>
              <a:path w="689610" h="689610">
                <a:moveTo>
                  <a:pt x="646176" y="637032"/>
                </a:moveTo>
                <a:lnTo>
                  <a:pt x="689610" y="689610"/>
                </a:lnTo>
                <a:lnTo>
                  <a:pt x="662940" y="608838"/>
                </a:lnTo>
                <a:lnTo>
                  <a:pt x="640212" y="631565"/>
                </a:lnTo>
                <a:lnTo>
                  <a:pt x="646176" y="637032"/>
                </a:lnTo>
                <a:close/>
              </a:path>
              <a:path w="689610" h="689610">
                <a:moveTo>
                  <a:pt x="608838" y="662940"/>
                </a:moveTo>
                <a:lnTo>
                  <a:pt x="637032" y="646176"/>
                </a:lnTo>
                <a:lnTo>
                  <a:pt x="631565" y="640212"/>
                </a:lnTo>
                <a:lnTo>
                  <a:pt x="608838" y="662940"/>
                </a:lnTo>
                <a:close/>
              </a:path>
            </a:pathLst>
          </a:custGeom>
          <a:solidFill>
            <a:srgbClr val="0000FF"/>
          </a:solidFill>
        </p:spPr>
        <p:txBody>
          <a:bodyPr wrap="square" lIns="0" tIns="0" rIns="0" bIns="0" rtlCol="0">
            <a:noAutofit/>
          </a:bodyPr>
          <a:lstStyle/>
          <a:p>
            <a:endParaRPr/>
          </a:p>
        </p:txBody>
      </p:sp>
      <p:sp>
        <p:nvSpPr>
          <p:cNvPr id="102" name="object 102"/>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4" name="object 104"/>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5" name="object 105"/>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6" name="object 106"/>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7" name="object 107"/>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8" name="object 108"/>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09" name="object 109"/>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0" name="object 110"/>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24</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34643" marR="836015" algn="ctr">
              <a:lnSpc>
                <a:spcPct val="100585"/>
              </a:lnSpc>
              <a:spcBef>
                <a:spcPts val="345"/>
              </a:spcBef>
            </a:pPr>
            <a:r>
              <a:rPr sz="1800" b="1" spc="0" dirty="0">
                <a:solidFill>
                  <a:srgbClr val="0000FF"/>
                </a:solidFill>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76686" marR="777410" algn="ctr">
              <a:lnSpc>
                <a:spcPct val="100585"/>
              </a:lnSpc>
              <a:spcBef>
                <a:spcPts val="345"/>
              </a:spcBef>
            </a:pPr>
            <a:r>
              <a:rPr sz="1800" b="1" spc="0" dirty="0">
                <a:solidFill>
                  <a:srgbClr val="0000FF"/>
                </a:solidFill>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79609" marR="880432"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59782" marR="860712"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46" name="object 46"/>
          <p:cNvSpPr/>
          <p:nvPr/>
        </p:nvSpPr>
        <p:spPr>
          <a:xfrm>
            <a:off x="70504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514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5131309" y="1799193"/>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0" name="object 50"/>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5131309" y="2198681"/>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2" name="object 52"/>
          <p:cNvSpPr/>
          <p:nvPr/>
        </p:nvSpPr>
        <p:spPr>
          <a:xfrm>
            <a:off x="5131309" y="2598545"/>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3" name="object 53"/>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6" name="object 56"/>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5131309" y="2998407"/>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5131309" y="3397894"/>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5131309" y="3797757"/>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5131309" y="419762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5131309" y="459710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0" name="object 90"/>
          <p:cNvSpPr/>
          <p:nvPr/>
        </p:nvSpPr>
        <p:spPr>
          <a:xfrm>
            <a:off x="70504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1" name="object 91"/>
          <p:cNvSpPr/>
          <p:nvPr/>
        </p:nvSpPr>
        <p:spPr>
          <a:xfrm>
            <a:off x="5131309" y="4996970"/>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2" name="object 92"/>
          <p:cNvSpPr/>
          <p:nvPr/>
        </p:nvSpPr>
        <p:spPr>
          <a:xfrm>
            <a:off x="5131309" y="539683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5" name="object 95"/>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7" name="object 97"/>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3" name="object 103"/>
          <p:cNvSpPr/>
          <p:nvPr/>
        </p:nvSpPr>
        <p:spPr>
          <a:xfrm>
            <a:off x="7050405" y="5777959"/>
            <a:ext cx="0" cy="32976"/>
          </a:xfrm>
          <a:custGeom>
            <a:avLst/>
            <a:gdLst/>
            <a:ahLst/>
            <a:cxnLst/>
            <a:rect l="l" t="t" r="r" b="b"/>
            <a:pathLst>
              <a:path h="33526">
                <a:moveTo>
                  <a:pt x="0" y="762"/>
                </a:moveTo>
                <a:lnTo>
                  <a:pt x="0" y="33526"/>
                </a:lnTo>
              </a:path>
            </a:pathLst>
          </a:custGeom>
          <a:ln w="14223">
            <a:solidFill>
              <a:srgbClr val="000000"/>
            </a:solidFill>
          </a:ln>
        </p:spPr>
        <p:txBody>
          <a:bodyPr wrap="square" lIns="0" tIns="0" rIns="0" bIns="0" rtlCol="0">
            <a:noAutofit/>
          </a:bodyPr>
          <a:lstStyle/>
          <a:p>
            <a:endParaRPr/>
          </a:p>
        </p:txBody>
      </p:sp>
      <p:sp>
        <p:nvSpPr>
          <p:cNvPr id="104" name="object 104"/>
          <p:cNvSpPr/>
          <p:nvPr/>
        </p:nvSpPr>
        <p:spPr>
          <a:xfrm>
            <a:off x="5145405" y="5777959"/>
            <a:ext cx="0" cy="32976"/>
          </a:xfrm>
          <a:custGeom>
            <a:avLst/>
            <a:gdLst/>
            <a:ahLst/>
            <a:cxnLst/>
            <a:rect l="l" t="t" r="r" b="b"/>
            <a:pathLst>
              <a:path h="33526">
                <a:moveTo>
                  <a:pt x="0" y="761"/>
                </a:moveTo>
                <a:lnTo>
                  <a:pt x="0" y="33526"/>
                </a:lnTo>
              </a:path>
            </a:pathLst>
          </a:custGeom>
          <a:ln w="29464">
            <a:solidFill>
              <a:srgbClr val="000000"/>
            </a:solidFill>
          </a:ln>
        </p:spPr>
        <p:txBody>
          <a:bodyPr wrap="square" lIns="0" tIns="0" rIns="0" bIns="0" rtlCol="0">
            <a:noAutofit/>
          </a:bodyPr>
          <a:lstStyle/>
          <a:p>
            <a:endParaRPr/>
          </a:p>
        </p:txBody>
      </p:sp>
      <p:sp>
        <p:nvSpPr>
          <p:cNvPr id="105" name="object 105"/>
          <p:cNvSpPr/>
          <p:nvPr/>
        </p:nvSpPr>
        <p:spPr>
          <a:xfrm>
            <a:off x="8955405" y="5777959"/>
            <a:ext cx="0" cy="32976"/>
          </a:xfrm>
          <a:custGeom>
            <a:avLst/>
            <a:gdLst/>
            <a:ahLst/>
            <a:cxnLst/>
            <a:rect l="l" t="t" r="r" b="b"/>
            <a:pathLst>
              <a:path h="33526">
                <a:moveTo>
                  <a:pt x="0" y="762"/>
                </a:moveTo>
                <a:lnTo>
                  <a:pt x="0" y="33526"/>
                </a:lnTo>
              </a:path>
            </a:pathLst>
          </a:custGeom>
          <a:ln w="29464">
            <a:solidFill>
              <a:srgbClr val="000000"/>
            </a:solidFill>
          </a:ln>
        </p:spPr>
        <p:txBody>
          <a:bodyPr wrap="square" lIns="0" tIns="0" rIns="0" bIns="0" rtlCol="0">
            <a:noAutofit/>
          </a:bodyPr>
          <a:lstStyle/>
          <a:p>
            <a:endParaRPr/>
          </a:p>
        </p:txBody>
      </p:sp>
      <p:sp>
        <p:nvSpPr>
          <p:cNvPr id="106" name="object 106"/>
          <p:cNvSpPr/>
          <p:nvPr/>
        </p:nvSpPr>
        <p:spPr>
          <a:xfrm>
            <a:off x="5131309" y="5796695"/>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7" name="object 107"/>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08" name="object 108"/>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9" name="object 109"/>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5" name="object 45"/>
          <p:cNvSpPr txBox="1"/>
          <p:nvPr/>
        </p:nvSpPr>
        <p:spPr>
          <a:xfrm>
            <a:off x="3072638"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4" name="object 44"/>
          <p:cNvSpPr txBox="1"/>
          <p:nvPr/>
        </p:nvSpPr>
        <p:spPr>
          <a:xfrm>
            <a:off x="4841241"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2669541" y="1873270"/>
            <a:ext cx="519923" cy="549639"/>
          </a:xfrm>
          <a:prstGeom prst="rect">
            <a:avLst/>
          </a:prstGeom>
        </p:spPr>
        <p:txBody>
          <a:bodyPr wrap="square" lIns="0" tIns="0" rIns="0" bIns="0" rtlCol="0">
            <a:noAutofit/>
          </a:bodyPr>
          <a:lstStyle/>
          <a:p>
            <a:pPr marL="12700" marR="15615">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a:p>
            <a:pPr marL="241300">
              <a:lnSpc>
                <a:spcPct val="101725"/>
              </a:lnSpc>
              <a:spcBef>
                <a:spcPts val="103"/>
              </a:spcBef>
            </a:pPr>
            <a:r>
              <a:rPr sz="1800" b="1" spc="0"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1" name="object 41"/>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0" name="object 40"/>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8" name="object 38"/>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7" name="object 37"/>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6" name="object 36"/>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5" name="object 35"/>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4" name="object 34"/>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3" name="object 3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2" name="object 3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1" name="object 3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0" name="object 3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29" name="object 29"/>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8" name="object 28"/>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25</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45405" y="1799193"/>
            <a:ext cx="1905000" cy="399488"/>
          </a:xfrm>
          <a:prstGeom prst="rect">
            <a:avLst/>
          </a:prstGeom>
        </p:spPr>
        <p:txBody>
          <a:bodyPr wrap="square" lIns="0" tIns="0" rIns="0" bIns="0" rtlCol="0">
            <a:noAutofit/>
          </a:bodyPr>
          <a:lstStyle/>
          <a:p>
            <a:pPr marL="618235" marR="618845"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799193"/>
            <a:ext cx="1905000" cy="399488"/>
          </a:xfrm>
          <a:prstGeom prst="rect">
            <a:avLst/>
          </a:prstGeom>
        </p:spPr>
        <p:txBody>
          <a:bodyPr wrap="square" lIns="0" tIns="0" rIns="0" bIns="0" rtlCol="0">
            <a:noAutofit/>
          </a:bodyPr>
          <a:lstStyle/>
          <a:p>
            <a:pPr marL="114680">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2198683"/>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2198683"/>
            <a:ext cx="1905000" cy="399863"/>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598545"/>
            <a:ext cx="1905000" cy="399862"/>
          </a:xfrm>
          <a:prstGeom prst="rect">
            <a:avLst/>
          </a:prstGeom>
        </p:spPr>
        <p:txBody>
          <a:bodyPr wrap="square" lIns="0" tIns="0" rIns="0" bIns="0" rtlCol="0">
            <a:noAutofit/>
          </a:bodyPr>
          <a:lstStyle/>
          <a:p>
            <a:pPr marL="854448" marR="856216"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598545"/>
            <a:ext cx="1905000" cy="399862"/>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998406"/>
            <a:ext cx="1905000" cy="399488"/>
          </a:xfrm>
          <a:prstGeom prst="rect">
            <a:avLst/>
          </a:prstGeom>
        </p:spPr>
        <p:txBody>
          <a:bodyPr wrap="square" lIns="0" tIns="0" rIns="0" bIns="0" rtlCol="0">
            <a:noAutofit/>
          </a:bodyPr>
          <a:lstStyle/>
          <a:p>
            <a:pPr marL="853693" marR="85422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998406"/>
            <a:ext cx="1905000" cy="399488"/>
          </a:xfrm>
          <a:prstGeom prst="rect">
            <a:avLst/>
          </a:prstGeom>
        </p:spPr>
        <p:txBody>
          <a:bodyPr wrap="square" lIns="0" tIns="0" rIns="0" bIns="0" rtlCol="0">
            <a:noAutofit/>
          </a:bodyPr>
          <a:lstStyle/>
          <a:p>
            <a:pPr marL="734905" marR="735408"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3397895"/>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3397895"/>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797757"/>
            <a:ext cx="1905000"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50405" y="3797757"/>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45405" y="4197621"/>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4197621"/>
            <a:ext cx="1905000" cy="399488"/>
          </a:xfrm>
          <a:prstGeom prst="rect">
            <a:avLst/>
          </a:prstGeom>
        </p:spPr>
        <p:txBody>
          <a:bodyPr wrap="square" lIns="0" tIns="0" rIns="0" bIns="0" rtlCol="0">
            <a:noAutofit/>
          </a:bodyPr>
          <a:lstStyle/>
          <a:p>
            <a:pPr marL="734722" marR="735591"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597108"/>
            <a:ext cx="1905000"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50405" y="4597108"/>
            <a:ext cx="1905000" cy="399862"/>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45405" y="4996970"/>
            <a:ext cx="1905000" cy="399863"/>
          </a:xfrm>
          <a:prstGeom prst="rect">
            <a:avLst/>
          </a:prstGeom>
        </p:spPr>
        <p:txBody>
          <a:bodyPr wrap="square" lIns="0" tIns="0" rIns="0" bIns="0" rtlCol="0">
            <a:noAutofit/>
          </a:bodyPr>
          <a:lstStyle/>
          <a:p>
            <a:pPr marL="844549" marR="846455"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50405" y="4996970"/>
            <a:ext cx="1905000" cy="399863"/>
          </a:xfrm>
          <a:prstGeom prst="rect">
            <a:avLst/>
          </a:prstGeom>
        </p:spPr>
        <p:txBody>
          <a:bodyPr wrap="square" lIns="0" tIns="0" rIns="0" bIns="0" rtlCol="0">
            <a:noAutofit/>
          </a:bodyPr>
          <a:lstStyle/>
          <a:p>
            <a:pPr marL="797245" marR="798250"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45405" y="5396834"/>
            <a:ext cx="1905000" cy="399862"/>
          </a:xfrm>
          <a:prstGeom prst="rect">
            <a:avLst/>
          </a:prstGeom>
        </p:spPr>
        <p:txBody>
          <a:bodyPr wrap="square" lIns="0" tIns="0" rIns="0" bIns="0" rtlCol="0">
            <a:noAutofit/>
          </a:bodyPr>
          <a:lstStyle/>
          <a:p>
            <a:pPr marL="866655" marR="868240"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2" name="object 2"/>
          <p:cNvSpPr txBox="1"/>
          <p:nvPr/>
        </p:nvSpPr>
        <p:spPr>
          <a:xfrm>
            <a:off x="7050405" y="5396834"/>
            <a:ext cx="1905000" cy="399862"/>
          </a:xfrm>
          <a:prstGeom prst="rect">
            <a:avLst/>
          </a:prstGeom>
        </p:spPr>
        <p:txBody>
          <a:bodyPr wrap="square" lIns="0" tIns="0" rIns="0" bIns="0" rtlCol="0">
            <a:noAutofit/>
          </a:bodyPr>
          <a:lstStyle/>
          <a:p>
            <a:pPr marL="849045" marR="850646"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object 66"/>
          <p:cNvSpPr txBox="1"/>
          <p:nvPr/>
        </p:nvSpPr>
        <p:spPr>
          <a:xfrm>
            <a:off x="0" y="1880767"/>
            <a:ext cx="9144000" cy="1008586"/>
          </a:xfrm>
          <a:prstGeom prst="rect">
            <a:avLst/>
          </a:prstGeom>
        </p:spPr>
        <p:txBody>
          <a:bodyPr wrap="square" lIns="0" tIns="0" rIns="0" bIns="0" rtlCol="0">
            <a:noAutofit/>
          </a:bodyPr>
          <a:lstStyle/>
          <a:p>
            <a:pPr marR="1526415" algn="r">
              <a:lnSpc>
                <a:spcPts val="1864"/>
              </a:lnSpc>
              <a:spcBef>
                <a:spcPts val="93"/>
              </a:spcBef>
            </a:pPr>
            <a:r>
              <a:rPr sz="1800" b="1" spc="0" dirty="0">
                <a:latin typeface="Tahoma"/>
                <a:cs typeface="Tahoma"/>
              </a:rPr>
              <a:t>St </a:t>
            </a:r>
            <a:r>
              <a:rPr sz="1800" b="1" spc="29" dirty="0">
                <a:latin typeface="Tahoma"/>
                <a:cs typeface="Tahoma"/>
              </a:rPr>
              <a:t> </a:t>
            </a:r>
            <a:r>
              <a:rPr sz="1800" b="1" spc="0" dirty="0">
                <a:latin typeface="Tahoma"/>
                <a:cs typeface="Tahoma"/>
              </a:rPr>
              <a:t>t</a:t>
            </a:r>
            <a:endParaRPr sz="1800">
              <a:latin typeface="Tahoma"/>
              <a:cs typeface="Tahoma"/>
            </a:endParaRPr>
          </a:p>
        </p:txBody>
      </p:sp>
      <p:sp>
        <p:nvSpPr>
          <p:cNvPr id="32" name="object 32"/>
          <p:cNvSpPr/>
          <p:nvPr/>
        </p:nvSpPr>
        <p:spPr>
          <a:xfrm>
            <a:off x="78886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33" name="object 33"/>
          <p:cNvSpPr/>
          <p:nvPr/>
        </p:nvSpPr>
        <p:spPr>
          <a:xfrm>
            <a:off x="7010781"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34" name="object 34"/>
          <p:cNvSpPr/>
          <p:nvPr/>
        </p:nvSpPr>
        <p:spPr>
          <a:xfrm>
            <a:off x="91078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35" name="object 35"/>
          <p:cNvSpPr/>
          <p:nvPr/>
        </p:nvSpPr>
        <p:spPr>
          <a:xfrm>
            <a:off x="6996683" y="1799193"/>
            <a:ext cx="2125218" cy="0"/>
          </a:xfrm>
          <a:custGeom>
            <a:avLst/>
            <a:gdLst/>
            <a:ahLst/>
            <a:cxnLst/>
            <a:rect l="l" t="t" r="r" b="b"/>
            <a:pathLst>
              <a:path w="2125218">
                <a:moveTo>
                  <a:pt x="2125218" y="0"/>
                </a:moveTo>
                <a:lnTo>
                  <a:pt x="0" y="0"/>
                </a:lnTo>
              </a:path>
            </a:pathLst>
          </a:custGeom>
          <a:ln w="29463">
            <a:solidFill>
              <a:srgbClr val="000000"/>
            </a:solidFill>
          </a:ln>
        </p:spPr>
        <p:txBody>
          <a:bodyPr wrap="square" lIns="0" tIns="0" rIns="0" bIns="0" rtlCol="0">
            <a:noAutofit/>
          </a:bodyPr>
          <a:lstStyle/>
          <a:p>
            <a:endParaRPr/>
          </a:p>
        </p:txBody>
      </p:sp>
      <p:sp>
        <p:nvSpPr>
          <p:cNvPr id="36" name="object 3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7" name="object 37"/>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78886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39" name="object 39"/>
          <p:cNvSpPr/>
          <p:nvPr/>
        </p:nvSpPr>
        <p:spPr>
          <a:xfrm>
            <a:off x="6996683" y="2428780"/>
            <a:ext cx="2125218" cy="0"/>
          </a:xfrm>
          <a:custGeom>
            <a:avLst/>
            <a:gdLst/>
            <a:ahLst/>
            <a:cxnLst/>
            <a:rect l="l" t="t" r="r" b="b"/>
            <a:pathLst>
              <a:path w="2125218">
                <a:moveTo>
                  <a:pt x="2125218" y="0"/>
                </a:moveTo>
                <a:lnTo>
                  <a:pt x="0" y="0"/>
                </a:lnTo>
              </a:path>
            </a:pathLst>
          </a:custGeom>
          <a:ln w="14224">
            <a:solidFill>
              <a:srgbClr val="000000"/>
            </a:solidFill>
          </a:ln>
        </p:spPr>
        <p:txBody>
          <a:bodyPr wrap="square" lIns="0" tIns="0" rIns="0" bIns="0" rtlCol="0">
            <a:noAutofit/>
          </a:bodyPr>
          <a:lstStyle/>
          <a:p>
            <a:endParaRPr/>
          </a:p>
        </p:txBody>
      </p:sp>
      <p:sp>
        <p:nvSpPr>
          <p:cNvPr id="40" name="object 40"/>
          <p:cNvSpPr/>
          <p:nvPr/>
        </p:nvSpPr>
        <p:spPr>
          <a:xfrm>
            <a:off x="6996683" y="2828268"/>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41" name="object 41"/>
          <p:cNvSpPr/>
          <p:nvPr/>
        </p:nvSpPr>
        <p:spPr>
          <a:xfrm>
            <a:off x="70107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2" name="object 42"/>
          <p:cNvSpPr/>
          <p:nvPr/>
        </p:nvSpPr>
        <p:spPr>
          <a:xfrm>
            <a:off x="91078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43" name="object 43"/>
          <p:cNvSpPr/>
          <p:nvPr/>
        </p:nvSpPr>
        <p:spPr>
          <a:xfrm>
            <a:off x="78886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44" name="object 44"/>
          <p:cNvSpPr/>
          <p:nvPr/>
        </p:nvSpPr>
        <p:spPr>
          <a:xfrm>
            <a:off x="6996683" y="3228131"/>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45" name="object 45"/>
          <p:cNvSpPr/>
          <p:nvPr/>
        </p:nvSpPr>
        <p:spPr>
          <a:xfrm>
            <a:off x="6996683" y="3627993"/>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46" name="object 46"/>
          <p:cNvSpPr/>
          <p:nvPr/>
        </p:nvSpPr>
        <p:spPr>
          <a:xfrm>
            <a:off x="7010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7" name="object 47"/>
          <p:cNvSpPr/>
          <p:nvPr/>
        </p:nvSpPr>
        <p:spPr>
          <a:xfrm>
            <a:off x="91078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9" name="object 49"/>
          <p:cNvSpPr/>
          <p:nvPr/>
        </p:nvSpPr>
        <p:spPr>
          <a:xfrm>
            <a:off x="78886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6996683" y="4027481"/>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6996683" y="4427344"/>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52" name="object 52"/>
          <p:cNvSpPr/>
          <p:nvPr/>
        </p:nvSpPr>
        <p:spPr>
          <a:xfrm>
            <a:off x="7010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3" name="object 53"/>
          <p:cNvSpPr/>
          <p:nvPr/>
        </p:nvSpPr>
        <p:spPr>
          <a:xfrm>
            <a:off x="91078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78886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55" name="object 55"/>
          <p:cNvSpPr/>
          <p:nvPr/>
        </p:nvSpPr>
        <p:spPr>
          <a:xfrm>
            <a:off x="6996683" y="4827207"/>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56" name="object 56"/>
          <p:cNvSpPr/>
          <p:nvPr/>
        </p:nvSpPr>
        <p:spPr>
          <a:xfrm>
            <a:off x="6996683" y="5226694"/>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57" name="object 57"/>
          <p:cNvSpPr/>
          <p:nvPr/>
        </p:nvSpPr>
        <p:spPr>
          <a:xfrm>
            <a:off x="6996683" y="5626557"/>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58" name="object 58"/>
          <p:cNvSpPr/>
          <p:nvPr/>
        </p:nvSpPr>
        <p:spPr>
          <a:xfrm>
            <a:off x="70107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9" name="object 59"/>
          <p:cNvSpPr/>
          <p:nvPr/>
        </p:nvSpPr>
        <p:spPr>
          <a:xfrm>
            <a:off x="91078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60" name="object 60"/>
          <p:cNvSpPr/>
          <p:nvPr/>
        </p:nvSpPr>
        <p:spPr>
          <a:xfrm>
            <a:off x="7888605" y="5777959"/>
            <a:ext cx="0" cy="262328"/>
          </a:xfrm>
          <a:custGeom>
            <a:avLst/>
            <a:gdLst/>
            <a:ahLst/>
            <a:cxnLst/>
            <a:rect l="l" t="t" r="r" b="b"/>
            <a:pathLst>
              <a:path h="266700">
                <a:moveTo>
                  <a:pt x="0" y="762"/>
                </a:moveTo>
                <a:lnTo>
                  <a:pt x="0" y="266700"/>
                </a:lnTo>
              </a:path>
            </a:pathLst>
          </a:custGeom>
          <a:ln w="14223">
            <a:solidFill>
              <a:srgbClr val="000000"/>
            </a:solidFill>
          </a:ln>
        </p:spPr>
        <p:txBody>
          <a:bodyPr wrap="square" lIns="0" tIns="0" rIns="0" bIns="0" rtlCol="0">
            <a:noAutofit/>
          </a:bodyPr>
          <a:lstStyle/>
          <a:p>
            <a:endParaRPr/>
          </a:p>
        </p:txBody>
      </p:sp>
      <p:sp>
        <p:nvSpPr>
          <p:cNvPr id="61" name="object 61"/>
          <p:cNvSpPr/>
          <p:nvPr/>
        </p:nvSpPr>
        <p:spPr>
          <a:xfrm>
            <a:off x="7010781"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62" name="object 62"/>
          <p:cNvSpPr/>
          <p:nvPr/>
        </p:nvSpPr>
        <p:spPr>
          <a:xfrm>
            <a:off x="9107805"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6996683" y="6026421"/>
            <a:ext cx="2125218" cy="0"/>
          </a:xfrm>
          <a:custGeom>
            <a:avLst/>
            <a:gdLst/>
            <a:ahLst/>
            <a:cxnLst/>
            <a:rect l="l" t="t" r="r" b="b"/>
            <a:pathLst>
              <a:path w="2125218">
                <a:moveTo>
                  <a:pt x="2125218" y="0"/>
                </a:moveTo>
                <a:lnTo>
                  <a:pt x="0" y="0"/>
                </a:lnTo>
              </a:path>
            </a:pathLst>
          </a:custGeom>
          <a:ln w="29464">
            <a:solidFill>
              <a:srgbClr val="000000"/>
            </a:solidFill>
          </a:ln>
        </p:spPr>
        <p:txBody>
          <a:bodyPr wrap="square" lIns="0" tIns="0" rIns="0" bIns="0" rtlCol="0">
            <a:noAutofit/>
          </a:bodyPr>
          <a:lstStyle/>
          <a:p>
            <a:endParaRPr/>
          </a:p>
        </p:txBody>
      </p:sp>
      <p:sp>
        <p:nvSpPr>
          <p:cNvPr id="30" name="object 30"/>
          <p:cNvSpPr txBox="1"/>
          <p:nvPr/>
        </p:nvSpPr>
        <p:spPr>
          <a:xfrm>
            <a:off x="1492250"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29" name="object 29"/>
          <p:cNvSpPr txBox="1"/>
          <p:nvPr/>
        </p:nvSpPr>
        <p:spPr>
          <a:xfrm>
            <a:off x="3260853" y="758939"/>
            <a:ext cx="2034807"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0" baseline="3103" dirty="0">
                <a:latin typeface="Calibri"/>
                <a:cs typeface="Calibri"/>
              </a:rPr>
              <a:t>–</a:t>
            </a:r>
            <a:endParaRPr sz="4400">
              <a:latin typeface="Calibri"/>
              <a:cs typeface="Calibri"/>
            </a:endParaRPr>
          </a:p>
        </p:txBody>
      </p:sp>
      <p:sp>
        <p:nvSpPr>
          <p:cNvPr id="28" name="object 28"/>
          <p:cNvSpPr txBox="1"/>
          <p:nvPr/>
        </p:nvSpPr>
        <p:spPr>
          <a:xfrm>
            <a:off x="5312919"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7" name="object 27"/>
          <p:cNvSpPr txBox="1"/>
          <p:nvPr/>
        </p:nvSpPr>
        <p:spPr>
          <a:xfrm>
            <a:off x="64216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6" name="object 26"/>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25" name="object 25"/>
          <p:cNvSpPr txBox="1"/>
          <p:nvPr/>
        </p:nvSpPr>
        <p:spPr>
          <a:xfrm>
            <a:off x="4269740" y="2098122"/>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4" name="object 2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3" name="object 2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2" name="object 2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26</a:t>
            </a:r>
            <a:endParaRPr sz="1200">
              <a:latin typeface="Calibri"/>
              <a:cs typeface="Calibri"/>
            </a:endParaRPr>
          </a:p>
        </p:txBody>
      </p:sp>
      <p:sp>
        <p:nvSpPr>
          <p:cNvPr id="21" name="object 21"/>
          <p:cNvSpPr txBox="1"/>
          <p:nvPr/>
        </p:nvSpPr>
        <p:spPr>
          <a:xfrm>
            <a:off x="7010781" y="1799194"/>
            <a:ext cx="877824" cy="629586"/>
          </a:xfrm>
          <a:prstGeom prst="rect">
            <a:avLst/>
          </a:prstGeom>
        </p:spPr>
        <p:txBody>
          <a:bodyPr wrap="square" lIns="0" tIns="0" rIns="0" bIns="0" rtlCol="0">
            <a:noAutofit/>
          </a:bodyPr>
          <a:lstStyle/>
          <a:p>
            <a:pPr marL="134493">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888605" y="1799194"/>
            <a:ext cx="1219200" cy="629586"/>
          </a:xfrm>
          <a:prstGeom prst="rect">
            <a:avLst/>
          </a:prstGeom>
        </p:spPr>
        <p:txBody>
          <a:bodyPr wrap="square" lIns="0" tIns="0" rIns="0" bIns="0" rtlCol="0">
            <a:noAutofit/>
          </a:bodyPr>
          <a:lstStyle/>
          <a:p>
            <a:pPr marL="65785" marR="66471" algn="ctr">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endParaRPr sz="1800">
              <a:latin typeface="Tahoma"/>
              <a:cs typeface="Tahoma"/>
            </a:endParaRPr>
          </a:p>
          <a:p>
            <a:pPr marL="254761" marR="256278" algn="ctr">
              <a:lnSpc>
                <a:spcPts val="2160"/>
              </a:lnSpc>
              <a:spcBef>
                <a:spcPts val="108"/>
              </a:spcBef>
            </a:pPr>
            <a:r>
              <a:rPr sz="2700" b="1" spc="0" baseline="-1534" dirty="0">
                <a:latin typeface="Tahoma"/>
                <a:cs typeface="Tahoma"/>
              </a:rPr>
              <a:t>:</a:t>
            </a:r>
            <a:r>
              <a:rPr sz="2700" b="1" spc="-9" baseline="-1534" dirty="0">
                <a:latin typeface="Tahoma"/>
                <a:cs typeface="Tahoma"/>
              </a:rPr>
              <a:t> </a:t>
            </a:r>
            <a:r>
              <a:rPr sz="2700" b="1" spc="0" baseline="-1534" dirty="0">
                <a:latin typeface="Tahoma"/>
                <a:cs typeface="Tahoma"/>
              </a:rPr>
              <a:t>h(n)</a:t>
            </a:r>
            <a:endParaRPr sz="1800">
              <a:latin typeface="Tahoma"/>
              <a:cs typeface="Tahoma"/>
            </a:endParaRPr>
          </a:p>
        </p:txBody>
      </p:sp>
      <p:sp>
        <p:nvSpPr>
          <p:cNvPr id="19" name="object 19"/>
          <p:cNvSpPr txBox="1"/>
          <p:nvPr/>
        </p:nvSpPr>
        <p:spPr>
          <a:xfrm>
            <a:off x="7010781" y="2428781"/>
            <a:ext cx="877824" cy="399487"/>
          </a:xfrm>
          <a:prstGeom prst="rect">
            <a:avLst/>
          </a:prstGeom>
        </p:spPr>
        <p:txBody>
          <a:bodyPr wrap="square" lIns="0" tIns="0" rIns="0" bIns="0" rtlCol="0">
            <a:noAutofit/>
          </a:bodyPr>
          <a:lstStyle/>
          <a:p>
            <a:pPr marL="340098" marR="34087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888605" y="2428781"/>
            <a:ext cx="1219200" cy="399487"/>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7010781" y="2828268"/>
            <a:ext cx="877824" cy="399862"/>
          </a:xfrm>
          <a:prstGeom prst="rect">
            <a:avLst/>
          </a:prstGeom>
        </p:spPr>
        <p:txBody>
          <a:bodyPr wrap="square" lIns="0" tIns="0" rIns="0" bIns="0" rtlCol="0">
            <a:noAutofit/>
          </a:bodyPr>
          <a:lstStyle/>
          <a:p>
            <a:pPr marL="341629" marR="34185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888605" y="2828268"/>
            <a:ext cx="1219200" cy="399862"/>
          </a:xfrm>
          <a:prstGeom prst="rect">
            <a:avLst/>
          </a:prstGeom>
        </p:spPr>
        <p:txBody>
          <a:bodyPr wrap="square" lIns="0" tIns="0" rIns="0" bIns="0" rtlCol="0">
            <a:noAutofit/>
          </a:bodyPr>
          <a:lstStyle/>
          <a:p>
            <a:pPr marL="391830" marR="39268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7010781" y="3228131"/>
            <a:ext cx="877824" cy="399863"/>
          </a:xfrm>
          <a:prstGeom prst="rect">
            <a:avLst/>
          </a:prstGeom>
        </p:spPr>
        <p:txBody>
          <a:bodyPr wrap="square" lIns="0" tIns="0" rIns="0" bIns="0" rtlCol="0">
            <a:noAutofit/>
          </a:bodyPr>
          <a:lstStyle/>
          <a:p>
            <a:pPr marL="340098" marR="34064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888605" y="3228131"/>
            <a:ext cx="1219200" cy="399863"/>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7010781" y="3627994"/>
            <a:ext cx="877824" cy="399487"/>
          </a:xfrm>
          <a:prstGeom prst="rect">
            <a:avLst/>
          </a:prstGeom>
        </p:spPr>
        <p:txBody>
          <a:bodyPr wrap="square" lIns="0" tIns="0" rIns="0" bIns="0" rtlCol="0">
            <a:noAutofit/>
          </a:bodyPr>
          <a:lstStyle/>
          <a:p>
            <a:pPr marL="331724" marR="33141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888605" y="3627994"/>
            <a:ext cx="1219200" cy="399487"/>
          </a:xfrm>
          <a:prstGeom prst="rect">
            <a:avLst/>
          </a:prstGeom>
        </p:spPr>
        <p:txBody>
          <a:bodyPr wrap="square" lIns="0" tIns="0" rIns="0" bIns="0" rtlCol="0">
            <a:noAutofit/>
          </a:bodyPr>
          <a:lstStyle/>
          <a:p>
            <a:pPr marL="391921" marR="392592"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7010781" y="4027481"/>
            <a:ext cx="877824" cy="399862"/>
          </a:xfrm>
          <a:prstGeom prst="rect">
            <a:avLst/>
          </a:prstGeom>
        </p:spPr>
        <p:txBody>
          <a:bodyPr wrap="square" lIns="0" tIns="0" rIns="0" bIns="0" rtlCol="0">
            <a:noAutofit/>
          </a:bodyPr>
          <a:lstStyle/>
          <a:p>
            <a:pPr marL="344677" marR="345211"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888605" y="4027481"/>
            <a:ext cx="1219200" cy="399862"/>
          </a:xfrm>
          <a:prstGeom prst="rect">
            <a:avLst/>
          </a:prstGeom>
        </p:spPr>
        <p:txBody>
          <a:bodyPr wrap="square" lIns="0" tIns="0" rIns="0" bIns="0" rtlCol="0">
            <a:noAutofit/>
          </a:bodyPr>
          <a:lstStyle/>
          <a:p>
            <a:pPr marL="391906" marR="392607"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7010781" y="4427344"/>
            <a:ext cx="877824" cy="399863"/>
          </a:xfrm>
          <a:prstGeom prst="rect">
            <a:avLst/>
          </a:prstGeom>
        </p:spPr>
        <p:txBody>
          <a:bodyPr wrap="square" lIns="0" tIns="0" rIns="0" bIns="0" rtlCol="0">
            <a:noAutofit/>
          </a:bodyPr>
          <a:lstStyle/>
          <a:p>
            <a:pPr marL="349249" marR="349783"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888605" y="4427344"/>
            <a:ext cx="1219200" cy="399863"/>
          </a:xfrm>
          <a:prstGeom prst="rect">
            <a:avLst/>
          </a:prstGeom>
        </p:spPr>
        <p:txBody>
          <a:bodyPr wrap="square" lIns="0" tIns="0" rIns="0" bIns="0" rtlCol="0">
            <a:noAutofit/>
          </a:bodyPr>
          <a:lstStyle/>
          <a:p>
            <a:pPr marL="391815" marR="392699"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7010781" y="4827207"/>
            <a:ext cx="877824" cy="399487"/>
          </a:xfrm>
          <a:prstGeom prst="rect">
            <a:avLst/>
          </a:prstGeom>
        </p:spPr>
        <p:txBody>
          <a:bodyPr wrap="square" lIns="0" tIns="0" rIns="0" bIns="0" rtlCol="0">
            <a:noAutofit/>
          </a:bodyPr>
          <a:lstStyle/>
          <a:p>
            <a:pPr marL="332485" marR="333171"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888605" y="4827207"/>
            <a:ext cx="1219200" cy="399487"/>
          </a:xfrm>
          <a:prstGeom prst="rect">
            <a:avLst/>
          </a:prstGeom>
        </p:spPr>
        <p:txBody>
          <a:bodyPr wrap="square" lIns="0" tIns="0" rIns="0" bIns="0" rtlCol="0">
            <a:noAutofit/>
          </a:bodyPr>
          <a:lstStyle/>
          <a:p>
            <a:pPr marL="391807" marR="392706"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7010781" y="5226694"/>
            <a:ext cx="877824" cy="399862"/>
          </a:xfrm>
          <a:prstGeom prst="rect">
            <a:avLst/>
          </a:prstGeom>
        </p:spPr>
        <p:txBody>
          <a:bodyPr wrap="square" lIns="0" tIns="0" rIns="0" bIns="0" rtlCol="0">
            <a:noAutofit/>
          </a:bodyPr>
          <a:lstStyle/>
          <a:p>
            <a:pPr marL="331731" marR="332097"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888605" y="5226694"/>
            <a:ext cx="1219200" cy="399862"/>
          </a:xfrm>
          <a:prstGeom prst="rect">
            <a:avLst/>
          </a:prstGeom>
        </p:spPr>
        <p:txBody>
          <a:bodyPr wrap="square" lIns="0" tIns="0" rIns="0" bIns="0" rtlCol="0">
            <a:noAutofit/>
          </a:bodyPr>
          <a:lstStyle/>
          <a:p>
            <a:pPr marL="454352" marR="455343"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7010781" y="5626557"/>
            <a:ext cx="877824" cy="399863"/>
          </a:xfrm>
          <a:prstGeom prst="rect">
            <a:avLst/>
          </a:prstGeom>
        </p:spPr>
        <p:txBody>
          <a:bodyPr wrap="square" lIns="0" tIns="0" rIns="0" bIns="0" rtlCol="0">
            <a:noAutofit/>
          </a:bodyPr>
          <a:lstStyle/>
          <a:p>
            <a:pPr marL="353822" marR="353898"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2" name="object 2"/>
          <p:cNvSpPr txBox="1"/>
          <p:nvPr/>
        </p:nvSpPr>
        <p:spPr>
          <a:xfrm>
            <a:off x="7888605" y="5626557"/>
            <a:ext cx="1219200" cy="399863"/>
          </a:xfrm>
          <a:prstGeom prst="rect">
            <a:avLst/>
          </a:prstGeom>
        </p:spPr>
        <p:txBody>
          <a:bodyPr wrap="square" lIns="0" tIns="0" rIns="0" bIns="0" rtlCol="0">
            <a:noAutofit/>
          </a:bodyPr>
          <a:lstStyle/>
          <a:p>
            <a:pPr marL="506222" marR="507669"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object 87"/>
          <p:cNvSpPr txBox="1"/>
          <p:nvPr/>
        </p:nvSpPr>
        <p:spPr>
          <a:xfrm>
            <a:off x="0" y="1880767"/>
            <a:ext cx="9144000" cy="1008586"/>
          </a:xfrm>
          <a:prstGeom prst="rect">
            <a:avLst/>
          </a:prstGeom>
        </p:spPr>
        <p:txBody>
          <a:bodyPr wrap="square" lIns="0" tIns="0" rIns="0" bIns="0" rtlCol="0">
            <a:noAutofit/>
          </a:bodyPr>
          <a:lstStyle/>
          <a:p>
            <a:pPr marR="1526415" algn="r">
              <a:lnSpc>
                <a:spcPts val="1864"/>
              </a:lnSpc>
              <a:spcBef>
                <a:spcPts val="93"/>
              </a:spcBef>
            </a:pPr>
            <a:r>
              <a:rPr sz="1800" b="1" spc="0" dirty="0">
                <a:latin typeface="Tahoma"/>
                <a:cs typeface="Tahoma"/>
              </a:rPr>
              <a:t>St </a:t>
            </a:r>
            <a:r>
              <a:rPr sz="1800" b="1" spc="29" dirty="0">
                <a:latin typeface="Tahoma"/>
                <a:cs typeface="Tahoma"/>
              </a:rPr>
              <a:t> </a:t>
            </a:r>
            <a:r>
              <a:rPr sz="1800" b="1" spc="0" dirty="0">
                <a:latin typeface="Tahoma"/>
                <a:cs typeface="Tahoma"/>
              </a:rPr>
              <a:t>t</a:t>
            </a:r>
            <a:endParaRPr sz="1800">
              <a:latin typeface="Tahoma"/>
              <a:cs typeface="Tahoma"/>
            </a:endParaRPr>
          </a:p>
        </p:txBody>
      </p:sp>
      <p:sp>
        <p:nvSpPr>
          <p:cNvPr id="86" name="object 86"/>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40" name="object 40"/>
          <p:cNvSpPr/>
          <p:nvPr/>
        </p:nvSpPr>
        <p:spPr>
          <a:xfrm>
            <a:off x="78886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41" name="object 41"/>
          <p:cNvSpPr/>
          <p:nvPr/>
        </p:nvSpPr>
        <p:spPr>
          <a:xfrm>
            <a:off x="7010781"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2" name="object 42"/>
          <p:cNvSpPr/>
          <p:nvPr/>
        </p:nvSpPr>
        <p:spPr>
          <a:xfrm>
            <a:off x="91078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43" name="object 43"/>
          <p:cNvSpPr/>
          <p:nvPr/>
        </p:nvSpPr>
        <p:spPr>
          <a:xfrm>
            <a:off x="6996683" y="1799193"/>
            <a:ext cx="2125218" cy="0"/>
          </a:xfrm>
          <a:custGeom>
            <a:avLst/>
            <a:gdLst/>
            <a:ahLst/>
            <a:cxnLst/>
            <a:rect l="l" t="t" r="r" b="b"/>
            <a:pathLst>
              <a:path w="2125218">
                <a:moveTo>
                  <a:pt x="2125218" y="0"/>
                </a:moveTo>
                <a:lnTo>
                  <a:pt x="0" y="0"/>
                </a:lnTo>
              </a:path>
            </a:pathLst>
          </a:custGeom>
          <a:ln w="29463">
            <a:solidFill>
              <a:srgbClr val="000000"/>
            </a:solidFill>
          </a:ln>
        </p:spPr>
        <p:txBody>
          <a:bodyPr wrap="square" lIns="0" tIns="0" rIns="0" bIns="0" rtlCol="0">
            <a:noAutofit/>
          </a:bodyPr>
          <a:lstStyle/>
          <a:p>
            <a:endParaRPr/>
          </a:p>
        </p:txBody>
      </p:sp>
      <p:sp>
        <p:nvSpPr>
          <p:cNvPr id="44" name="object 44"/>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5" name="object 45"/>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6" name="object 46"/>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48" name="object 48"/>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78886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4" name="object 54"/>
          <p:cNvSpPr/>
          <p:nvPr/>
        </p:nvSpPr>
        <p:spPr>
          <a:xfrm>
            <a:off x="6996683" y="2428780"/>
            <a:ext cx="2125218" cy="0"/>
          </a:xfrm>
          <a:custGeom>
            <a:avLst/>
            <a:gdLst/>
            <a:ahLst/>
            <a:cxnLst/>
            <a:rect l="l" t="t" r="r" b="b"/>
            <a:pathLst>
              <a:path w="2125218">
                <a:moveTo>
                  <a:pt x="2125218" y="0"/>
                </a:moveTo>
                <a:lnTo>
                  <a:pt x="0" y="0"/>
                </a:lnTo>
              </a:path>
            </a:pathLst>
          </a:custGeom>
          <a:ln w="14224">
            <a:solidFill>
              <a:srgbClr val="000000"/>
            </a:solidFill>
          </a:ln>
        </p:spPr>
        <p:txBody>
          <a:bodyPr wrap="square" lIns="0" tIns="0" rIns="0" bIns="0" rtlCol="0">
            <a:noAutofit/>
          </a:bodyPr>
          <a:lstStyle/>
          <a:p>
            <a:endParaRPr/>
          </a:p>
        </p:txBody>
      </p:sp>
      <p:sp>
        <p:nvSpPr>
          <p:cNvPr id="55" name="object 55"/>
          <p:cNvSpPr/>
          <p:nvPr/>
        </p:nvSpPr>
        <p:spPr>
          <a:xfrm>
            <a:off x="6996683" y="2828268"/>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56" name="object 56"/>
          <p:cNvSpPr/>
          <p:nvPr/>
        </p:nvSpPr>
        <p:spPr>
          <a:xfrm>
            <a:off x="70107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7" name="object 57"/>
          <p:cNvSpPr/>
          <p:nvPr/>
        </p:nvSpPr>
        <p:spPr>
          <a:xfrm>
            <a:off x="91078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9" name="object 59"/>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78886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6996683" y="3228131"/>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65" name="object 65"/>
          <p:cNvSpPr/>
          <p:nvPr/>
        </p:nvSpPr>
        <p:spPr>
          <a:xfrm>
            <a:off x="6996683" y="3627993"/>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7010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7" name="object 67"/>
          <p:cNvSpPr/>
          <p:nvPr/>
        </p:nvSpPr>
        <p:spPr>
          <a:xfrm>
            <a:off x="91078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9" name="object 69"/>
          <p:cNvSpPr/>
          <p:nvPr/>
        </p:nvSpPr>
        <p:spPr>
          <a:xfrm>
            <a:off x="78886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0" name="object 70"/>
          <p:cNvSpPr/>
          <p:nvPr/>
        </p:nvSpPr>
        <p:spPr>
          <a:xfrm>
            <a:off x="6996683" y="4027481"/>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71" name="object 71"/>
          <p:cNvSpPr/>
          <p:nvPr/>
        </p:nvSpPr>
        <p:spPr>
          <a:xfrm>
            <a:off x="6996683" y="4427344"/>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72" name="object 72"/>
          <p:cNvSpPr/>
          <p:nvPr/>
        </p:nvSpPr>
        <p:spPr>
          <a:xfrm>
            <a:off x="7010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3" name="object 73"/>
          <p:cNvSpPr/>
          <p:nvPr/>
        </p:nvSpPr>
        <p:spPr>
          <a:xfrm>
            <a:off x="91078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4" name="object 74"/>
          <p:cNvSpPr/>
          <p:nvPr/>
        </p:nvSpPr>
        <p:spPr>
          <a:xfrm>
            <a:off x="78886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996683" y="4827207"/>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76" name="object 76"/>
          <p:cNvSpPr/>
          <p:nvPr/>
        </p:nvSpPr>
        <p:spPr>
          <a:xfrm>
            <a:off x="6996683" y="5226694"/>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77" name="object 77"/>
          <p:cNvSpPr/>
          <p:nvPr/>
        </p:nvSpPr>
        <p:spPr>
          <a:xfrm>
            <a:off x="6996683" y="5626557"/>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78" name="object 78"/>
          <p:cNvSpPr/>
          <p:nvPr/>
        </p:nvSpPr>
        <p:spPr>
          <a:xfrm>
            <a:off x="70107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9" name="object 79"/>
          <p:cNvSpPr/>
          <p:nvPr/>
        </p:nvSpPr>
        <p:spPr>
          <a:xfrm>
            <a:off x="91078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0" name="object 80"/>
          <p:cNvSpPr/>
          <p:nvPr/>
        </p:nvSpPr>
        <p:spPr>
          <a:xfrm>
            <a:off x="7888605" y="5777959"/>
            <a:ext cx="0" cy="262328"/>
          </a:xfrm>
          <a:custGeom>
            <a:avLst/>
            <a:gdLst/>
            <a:ahLst/>
            <a:cxnLst/>
            <a:rect l="l" t="t" r="r" b="b"/>
            <a:pathLst>
              <a:path h="266700">
                <a:moveTo>
                  <a:pt x="0" y="762"/>
                </a:moveTo>
                <a:lnTo>
                  <a:pt x="0" y="266700"/>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7010781"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9107805"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6996683" y="6026421"/>
            <a:ext cx="2125218" cy="0"/>
          </a:xfrm>
          <a:custGeom>
            <a:avLst/>
            <a:gdLst/>
            <a:ahLst/>
            <a:cxnLst/>
            <a:rect l="l" t="t" r="r" b="b"/>
            <a:pathLst>
              <a:path w="2125218">
                <a:moveTo>
                  <a:pt x="2125218" y="0"/>
                </a:moveTo>
                <a:lnTo>
                  <a:pt x="0" y="0"/>
                </a:lnTo>
              </a:path>
            </a:pathLst>
          </a:custGeom>
          <a:ln w="29464">
            <a:solidFill>
              <a:srgbClr val="000000"/>
            </a:solidFill>
          </a:ln>
        </p:spPr>
        <p:txBody>
          <a:bodyPr wrap="square" lIns="0" tIns="0" rIns="0" bIns="0" rtlCol="0">
            <a:noAutofit/>
          </a:bodyPr>
          <a:lstStyle/>
          <a:p>
            <a:endParaRPr/>
          </a:p>
        </p:txBody>
      </p:sp>
      <p:sp>
        <p:nvSpPr>
          <p:cNvPr id="38" name="object 38"/>
          <p:cNvSpPr txBox="1"/>
          <p:nvPr/>
        </p:nvSpPr>
        <p:spPr>
          <a:xfrm>
            <a:off x="1492250" y="758939"/>
            <a:ext cx="380340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 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0" baseline="3103" dirty="0">
                <a:latin typeface="Calibri"/>
                <a:cs typeface="Calibri"/>
              </a:rPr>
              <a:t>–</a:t>
            </a:r>
            <a:endParaRPr sz="4400">
              <a:latin typeface="Calibri"/>
              <a:cs typeface="Calibri"/>
            </a:endParaRPr>
          </a:p>
        </p:txBody>
      </p:sp>
      <p:sp>
        <p:nvSpPr>
          <p:cNvPr id="37" name="object 37"/>
          <p:cNvSpPr txBox="1"/>
          <p:nvPr/>
        </p:nvSpPr>
        <p:spPr>
          <a:xfrm>
            <a:off x="5312919"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36" name="object 36"/>
          <p:cNvSpPr txBox="1"/>
          <p:nvPr/>
        </p:nvSpPr>
        <p:spPr>
          <a:xfrm>
            <a:off x="64216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5" name="object 35"/>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34" name="object 34"/>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33" name="object 33"/>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32" name="object 32"/>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1" name="object 31"/>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30" name="object 30"/>
          <p:cNvSpPr txBox="1"/>
          <p:nvPr/>
        </p:nvSpPr>
        <p:spPr>
          <a:xfrm>
            <a:off x="1221740" y="2697729"/>
            <a:ext cx="54744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[329]</a:t>
            </a:r>
            <a:endParaRPr sz="1800">
              <a:latin typeface="Calibri"/>
              <a:cs typeface="Calibri"/>
            </a:endParaRPr>
          </a:p>
        </p:txBody>
      </p:sp>
      <p:sp>
        <p:nvSpPr>
          <p:cNvPr id="29" name="object 29"/>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28" name="object 28"/>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7" name="object 27"/>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26" name="object 26"/>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25" name="object 25"/>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4" name="object 24"/>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3" name="object 23"/>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27</a:t>
            </a:r>
            <a:endParaRPr sz="1200">
              <a:latin typeface="Calibri"/>
              <a:cs typeface="Calibri"/>
            </a:endParaRPr>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7010781" y="1799194"/>
            <a:ext cx="877824" cy="629586"/>
          </a:xfrm>
          <a:prstGeom prst="rect">
            <a:avLst/>
          </a:prstGeom>
        </p:spPr>
        <p:txBody>
          <a:bodyPr wrap="square" lIns="0" tIns="0" rIns="0" bIns="0" rtlCol="0">
            <a:noAutofit/>
          </a:bodyPr>
          <a:lstStyle/>
          <a:p>
            <a:pPr marL="134493">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888605" y="1799194"/>
            <a:ext cx="1219200" cy="629586"/>
          </a:xfrm>
          <a:prstGeom prst="rect">
            <a:avLst/>
          </a:prstGeom>
        </p:spPr>
        <p:txBody>
          <a:bodyPr wrap="square" lIns="0" tIns="0" rIns="0" bIns="0" rtlCol="0">
            <a:noAutofit/>
          </a:bodyPr>
          <a:lstStyle/>
          <a:p>
            <a:pPr marL="65785" marR="66471" algn="ctr">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endParaRPr sz="1800">
              <a:latin typeface="Tahoma"/>
              <a:cs typeface="Tahoma"/>
            </a:endParaRPr>
          </a:p>
          <a:p>
            <a:pPr marL="254761" marR="256278" algn="ctr">
              <a:lnSpc>
                <a:spcPts val="2160"/>
              </a:lnSpc>
              <a:spcBef>
                <a:spcPts val="108"/>
              </a:spcBef>
            </a:pPr>
            <a:r>
              <a:rPr sz="2700" b="1" spc="0" baseline="-1534" dirty="0">
                <a:latin typeface="Tahoma"/>
                <a:cs typeface="Tahoma"/>
              </a:rPr>
              <a:t>:</a:t>
            </a:r>
            <a:r>
              <a:rPr sz="2700" b="1" spc="-9" baseline="-1534" dirty="0">
                <a:latin typeface="Tahoma"/>
                <a:cs typeface="Tahoma"/>
              </a:rPr>
              <a:t> </a:t>
            </a:r>
            <a:r>
              <a:rPr sz="2700" b="1" spc="0" baseline="-1534" dirty="0">
                <a:latin typeface="Tahoma"/>
                <a:cs typeface="Tahoma"/>
              </a:rPr>
              <a:t>h(n)</a:t>
            </a:r>
            <a:endParaRPr sz="1800">
              <a:latin typeface="Tahoma"/>
              <a:cs typeface="Tahoma"/>
            </a:endParaRPr>
          </a:p>
        </p:txBody>
      </p:sp>
      <p:sp>
        <p:nvSpPr>
          <p:cNvPr id="19" name="object 19"/>
          <p:cNvSpPr txBox="1"/>
          <p:nvPr/>
        </p:nvSpPr>
        <p:spPr>
          <a:xfrm>
            <a:off x="7010781" y="2428781"/>
            <a:ext cx="877824" cy="399487"/>
          </a:xfrm>
          <a:prstGeom prst="rect">
            <a:avLst/>
          </a:prstGeom>
        </p:spPr>
        <p:txBody>
          <a:bodyPr wrap="square" lIns="0" tIns="0" rIns="0" bIns="0" rtlCol="0">
            <a:noAutofit/>
          </a:bodyPr>
          <a:lstStyle/>
          <a:p>
            <a:pPr marL="340098" marR="34087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888605" y="2428781"/>
            <a:ext cx="1219200" cy="399487"/>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7010781" y="2828268"/>
            <a:ext cx="877824" cy="399862"/>
          </a:xfrm>
          <a:prstGeom prst="rect">
            <a:avLst/>
          </a:prstGeom>
        </p:spPr>
        <p:txBody>
          <a:bodyPr wrap="square" lIns="0" tIns="0" rIns="0" bIns="0" rtlCol="0">
            <a:noAutofit/>
          </a:bodyPr>
          <a:lstStyle/>
          <a:p>
            <a:pPr marL="341629" marR="34185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888605" y="2828268"/>
            <a:ext cx="1219200" cy="399862"/>
          </a:xfrm>
          <a:prstGeom prst="rect">
            <a:avLst/>
          </a:prstGeom>
        </p:spPr>
        <p:txBody>
          <a:bodyPr wrap="square" lIns="0" tIns="0" rIns="0" bIns="0" rtlCol="0">
            <a:noAutofit/>
          </a:bodyPr>
          <a:lstStyle/>
          <a:p>
            <a:pPr marL="391830" marR="39268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7010781" y="3228131"/>
            <a:ext cx="877824" cy="399863"/>
          </a:xfrm>
          <a:prstGeom prst="rect">
            <a:avLst/>
          </a:prstGeom>
        </p:spPr>
        <p:txBody>
          <a:bodyPr wrap="square" lIns="0" tIns="0" rIns="0" bIns="0" rtlCol="0">
            <a:noAutofit/>
          </a:bodyPr>
          <a:lstStyle/>
          <a:p>
            <a:pPr marL="340098" marR="34064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888605" y="3228131"/>
            <a:ext cx="1219200" cy="399863"/>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7010781" y="3627994"/>
            <a:ext cx="877824" cy="399487"/>
          </a:xfrm>
          <a:prstGeom prst="rect">
            <a:avLst/>
          </a:prstGeom>
        </p:spPr>
        <p:txBody>
          <a:bodyPr wrap="square" lIns="0" tIns="0" rIns="0" bIns="0" rtlCol="0">
            <a:noAutofit/>
          </a:bodyPr>
          <a:lstStyle/>
          <a:p>
            <a:pPr marL="331724" marR="33141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888605" y="3627994"/>
            <a:ext cx="1219200" cy="399487"/>
          </a:xfrm>
          <a:prstGeom prst="rect">
            <a:avLst/>
          </a:prstGeom>
        </p:spPr>
        <p:txBody>
          <a:bodyPr wrap="square" lIns="0" tIns="0" rIns="0" bIns="0" rtlCol="0">
            <a:noAutofit/>
          </a:bodyPr>
          <a:lstStyle/>
          <a:p>
            <a:pPr marL="391921" marR="392592"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7010781" y="4027481"/>
            <a:ext cx="877824" cy="399862"/>
          </a:xfrm>
          <a:prstGeom prst="rect">
            <a:avLst/>
          </a:prstGeom>
        </p:spPr>
        <p:txBody>
          <a:bodyPr wrap="square" lIns="0" tIns="0" rIns="0" bIns="0" rtlCol="0">
            <a:noAutofit/>
          </a:bodyPr>
          <a:lstStyle/>
          <a:p>
            <a:pPr marL="344677" marR="345211"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888605" y="4027481"/>
            <a:ext cx="1219200" cy="399862"/>
          </a:xfrm>
          <a:prstGeom prst="rect">
            <a:avLst/>
          </a:prstGeom>
        </p:spPr>
        <p:txBody>
          <a:bodyPr wrap="square" lIns="0" tIns="0" rIns="0" bIns="0" rtlCol="0">
            <a:noAutofit/>
          </a:bodyPr>
          <a:lstStyle/>
          <a:p>
            <a:pPr marL="391906" marR="392607"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7010781" y="4427344"/>
            <a:ext cx="877824" cy="399863"/>
          </a:xfrm>
          <a:prstGeom prst="rect">
            <a:avLst/>
          </a:prstGeom>
        </p:spPr>
        <p:txBody>
          <a:bodyPr wrap="square" lIns="0" tIns="0" rIns="0" bIns="0" rtlCol="0">
            <a:noAutofit/>
          </a:bodyPr>
          <a:lstStyle/>
          <a:p>
            <a:pPr marL="349249" marR="349783"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888605" y="4427344"/>
            <a:ext cx="1219200" cy="399863"/>
          </a:xfrm>
          <a:prstGeom prst="rect">
            <a:avLst/>
          </a:prstGeom>
        </p:spPr>
        <p:txBody>
          <a:bodyPr wrap="square" lIns="0" tIns="0" rIns="0" bIns="0" rtlCol="0">
            <a:noAutofit/>
          </a:bodyPr>
          <a:lstStyle/>
          <a:p>
            <a:pPr marL="391815" marR="392699"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7010781" y="4827207"/>
            <a:ext cx="877824" cy="399487"/>
          </a:xfrm>
          <a:prstGeom prst="rect">
            <a:avLst/>
          </a:prstGeom>
        </p:spPr>
        <p:txBody>
          <a:bodyPr wrap="square" lIns="0" tIns="0" rIns="0" bIns="0" rtlCol="0">
            <a:noAutofit/>
          </a:bodyPr>
          <a:lstStyle/>
          <a:p>
            <a:pPr marL="332485" marR="333171"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888605" y="4827207"/>
            <a:ext cx="1219200" cy="399487"/>
          </a:xfrm>
          <a:prstGeom prst="rect">
            <a:avLst/>
          </a:prstGeom>
        </p:spPr>
        <p:txBody>
          <a:bodyPr wrap="square" lIns="0" tIns="0" rIns="0" bIns="0" rtlCol="0">
            <a:noAutofit/>
          </a:bodyPr>
          <a:lstStyle/>
          <a:p>
            <a:pPr marL="391807" marR="392706"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7010781" y="5226694"/>
            <a:ext cx="877824" cy="399862"/>
          </a:xfrm>
          <a:prstGeom prst="rect">
            <a:avLst/>
          </a:prstGeom>
        </p:spPr>
        <p:txBody>
          <a:bodyPr wrap="square" lIns="0" tIns="0" rIns="0" bIns="0" rtlCol="0">
            <a:noAutofit/>
          </a:bodyPr>
          <a:lstStyle/>
          <a:p>
            <a:pPr marL="331731" marR="332097"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888605" y="5226694"/>
            <a:ext cx="1219200" cy="399862"/>
          </a:xfrm>
          <a:prstGeom prst="rect">
            <a:avLst/>
          </a:prstGeom>
        </p:spPr>
        <p:txBody>
          <a:bodyPr wrap="square" lIns="0" tIns="0" rIns="0" bIns="0" rtlCol="0">
            <a:noAutofit/>
          </a:bodyPr>
          <a:lstStyle/>
          <a:p>
            <a:pPr marL="454352" marR="455343"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7010781" y="5626557"/>
            <a:ext cx="877824" cy="399863"/>
          </a:xfrm>
          <a:prstGeom prst="rect">
            <a:avLst/>
          </a:prstGeom>
        </p:spPr>
        <p:txBody>
          <a:bodyPr wrap="square" lIns="0" tIns="0" rIns="0" bIns="0" rtlCol="0">
            <a:noAutofit/>
          </a:bodyPr>
          <a:lstStyle/>
          <a:p>
            <a:pPr marL="353822" marR="353898"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2" name="object 2"/>
          <p:cNvSpPr txBox="1"/>
          <p:nvPr/>
        </p:nvSpPr>
        <p:spPr>
          <a:xfrm>
            <a:off x="7888605" y="5626557"/>
            <a:ext cx="1219200" cy="399863"/>
          </a:xfrm>
          <a:prstGeom prst="rect">
            <a:avLst/>
          </a:prstGeom>
        </p:spPr>
        <p:txBody>
          <a:bodyPr wrap="square" lIns="0" tIns="0" rIns="0" bIns="0" rtlCol="0">
            <a:noAutofit/>
          </a:bodyPr>
          <a:lstStyle/>
          <a:p>
            <a:pPr marL="506222" marR="507669"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object 107"/>
          <p:cNvSpPr txBox="1"/>
          <p:nvPr/>
        </p:nvSpPr>
        <p:spPr>
          <a:xfrm>
            <a:off x="0" y="1880767"/>
            <a:ext cx="9144000" cy="1008586"/>
          </a:xfrm>
          <a:prstGeom prst="rect">
            <a:avLst/>
          </a:prstGeom>
        </p:spPr>
        <p:txBody>
          <a:bodyPr wrap="square" lIns="0" tIns="0" rIns="0" bIns="0" rtlCol="0">
            <a:noAutofit/>
          </a:bodyPr>
          <a:lstStyle/>
          <a:p>
            <a:pPr marR="1526415" algn="r">
              <a:lnSpc>
                <a:spcPts val="1864"/>
              </a:lnSpc>
              <a:spcBef>
                <a:spcPts val="93"/>
              </a:spcBef>
            </a:pPr>
            <a:r>
              <a:rPr sz="1800" b="1" spc="0" dirty="0">
                <a:latin typeface="Tahoma"/>
                <a:cs typeface="Tahoma"/>
              </a:rPr>
              <a:t>St </a:t>
            </a:r>
            <a:r>
              <a:rPr sz="1800" b="1" spc="29" dirty="0">
                <a:latin typeface="Tahoma"/>
                <a:cs typeface="Tahoma"/>
              </a:rPr>
              <a:t> </a:t>
            </a:r>
            <a:r>
              <a:rPr sz="1800" b="1" spc="0" dirty="0">
                <a:latin typeface="Tahoma"/>
                <a:cs typeface="Tahoma"/>
              </a:rPr>
              <a:t>t</a:t>
            </a:r>
            <a:endParaRPr sz="1800">
              <a:latin typeface="Tahoma"/>
              <a:cs typeface="Tahoma"/>
            </a:endParaRPr>
          </a:p>
        </p:txBody>
      </p:sp>
      <p:sp>
        <p:nvSpPr>
          <p:cNvPr id="106" name="object 106"/>
          <p:cNvSpPr txBox="1"/>
          <p:nvPr/>
        </p:nvSpPr>
        <p:spPr>
          <a:xfrm>
            <a:off x="0" y="2785171"/>
            <a:ext cx="9144000" cy="1067300"/>
          </a:xfrm>
          <a:prstGeom prst="rect">
            <a:avLst/>
          </a:prstGeom>
        </p:spPr>
        <p:txBody>
          <a:bodyPr wrap="square" lIns="0" tIns="0" rIns="0" bIns="0" rtlCol="0">
            <a:noAutofit/>
          </a:bodyPr>
          <a:lstStyle/>
          <a:p>
            <a:pPr marL="1767839">
              <a:lnSpc>
                <a:spcPts val="1835"/>
              </a:lnSpc>
              <a:spcBef>
                <a:spcPts val="91"/>
              </a:spcBef>
            </a:pPr>
            <a:r>
              <a:rPr sz="2700" spc="0" baseline="3034" dirty="0">
                <a:latin typeface="Calibri"/>
                <a:cs typeface="Calibri"/>
              </a:rPr>
              <a:t>C</a:t>
            </a:r>
            <a:endParaRPr sz="1800">
              <a:latin typeface="Calibri"/>
              <a:cs typeface="Calibri"/>
            </a:endParaRPr>
          </a:p>
        </p:txBody>
      </p:sp>
      <p:sp>
        <p:nvSpPr>
          <p:cNvPr id="49" name="object 49"/>
          <p:cNvSpPr/>
          <p:nvPr/>
        </p:nvSpPr>
        <p:spPr>
          <a:xfrm>
            <a:off x="78886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7010781"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91078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6996683" y="1799193"/>
            <a:ext cx="2125218" cy="0"/>
          </a:xfrm>
          <a:custGeom>
            <a:avLst/>
            <a:gdLst/>
            <a:ahLst/>
            <a:cxnLst/>
            <a:rect l="l" t="t" r="r" b="b"/>
            <a:pathLst>
              <a:path w="2125218">
                <a:moveTo>
                  <a:pt x="2125218" y="0"/>
                </a:moveTo>
                <a:lnTo>
                  <a:pt x="0" y="0"/>
                </a:lnTo>
              </a:path>
            </a:pathLst>
          </a:custGeom>
          <a:ln w="29463">
            <a:solidFill>
              <a:srgbClr val="000000"/>
            </a:solidFill>
          </a:ln>
        </p:spPr>
        <p:txBody>
          <a:bodyPr wrap="square" lIns="0" tIns="0" rIns="0" bIns="0" rtlCol="0">
            <a:noAutofit/>
          </a:bodyPr>
          <a:lstStyle/>
          <a:p>
            <a:endParaRPr/>
          </a:p>
        </p:txBody>
      </p:sp>
      <p:sp>
        <p:nvSpPr>
          <p:cNvPr id="53" name="object 5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38100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38039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38862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55565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6" y="428239"/>
                </a:moveTo>
                <a:lnTo>
                  <a:pt x="102230" y="413159"/>
                </a:lnTo>
                <a:lnTo>
                  <a:pt x="78305" y="392461"/>
                </a:lnTo>
                <a:lnTo>
                  <a:pt x="57149"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6"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42988"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15941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40386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40325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8288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78886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3" name="object 63"/>
          <p:cNvSpPr/>
          <p:nvPr/>
        </p:nvSpPr>
        <p:spPr>
          <a:xfrm>
            <a:off x="6996683" y="2428780"/>
            <a:ext cx="2125218" cy="0"/>
          </a:xfrm>
          <a:custGeom>
            <a:avLst/>
            <a:gdLst/>
            <a:ahLst/>
            <a:cxnLst/>
            <a:rect l="l" t="t" r="r" b="b"/>
            <a:pathLst>
              <a:path w="2125218">
                <a:moveTo>
                  <a:pt x="2125218" y="0"/>
                </a:moveTo>
                <a:lnTo>
                  <a:pt x="0" y="0"/>
                </a:lnTo>
              </a:path>
            </a:pathLst>
          </a:custGeom>
          <a:ln w="14224">
            <a:solidFill>
              <a:srgbClr val="000000"/>
            </a:solidFill>
          </a:ln>
        </p:spPr>
        <p:txBody>
          <a:bodyPr wrap="square" lIns="0" tIns="0" rIns="0" bIns="0" rtlCol="0">
            <a:noAutofit/>
          </a:bodyPr>
          <a:lstStyle/>
          <a:p>
            <a:endParaRPr/>
          </a:p>
        </p:txBody>
      </p:sp>
      <p:sp>
        <p:nvSpPr>
          <p:cNvPr id="64" name="object 64"/>
          <p:cNvSpPr/>
          <p:nvPr/>
        </p:nvSpPr>
        <p:spPr>
          <a:xfrm>
            <a:off x="6996683" y="2828268"/>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70107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6" name="object 66"/>
          <p:cNvSpPr/>
          <p:nvPr/>
        </p:nvSpPr>
        <p:spPr>
          <a:xfrm>
            <a:off x="91078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7" name="object 6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8" name="object 68"/>
          <p:cNvSpPr/>
          <p:nvPr/>
        </p:nvSpPr>
        <p:spPr>
          <a:xfrm>
            <a:off x="55565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88" y="428239"/>
                </a:lnTo>
                <a:lnTo>
                  <a:pt x="333989" y="433403"/>
                </a:lnTo>
                <a:lnTo>
                  <a:pt x="305710" y="444771"/>
                </a:lnTo>
                <a:lnTo>
                  <a:pt x="276244" y="452218"/>
                </a:lnTo>
                <a:lnTo>
                  <a:pt x="246087" y="455718"/>
                </a:lnTo>
                <a:lnTo>
                  <a:pt x="215733" y="455248"/>
                </a:lnTo>
                <a:lnTo>
                  <a:pt x="185676" y="450782"/>
                </a:lnTo>
                <a:lnTo>
                  <a:pt x="156410" y="442295"/>
                </a:lnTo>
                <a:lnTo>
                  <a:pt x="128430" y="429762"/>
                </a:lnTo>
                <a:lnTo>
                  <a:pt x="126026"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15941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3886200" y="3072984"/>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71" name="object 71"/>
          <p:cNvSpPr/>
          <p:nvPr/>
        </p:nvSpPr>
        <p:spPr>
          <a:xfrm>
            <a:off x="38801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3962400" y="314793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73" name="object 73"/>
          <p:cNvSpPr/>
          <p:nvPr/>
        </p:nvSpPr>
        <p:spPr>
          <a:xfrm>
            <a:off x="4113276" y="3516693"/>
            <a:ext cx="1756410" cy="462446"/>
          </a:xfrm>
          <a:custGeom>
            <a:avLst/>
            <a:gdLst/>
            <a:ahLst/>
            <a:cxnLst/>
            <a:rect l="l" t="t" r="r" b="b"/>
            <a:pathLst>
              <a:path w="1756410" h="470153">
                <a:moveTo>
                  <a:pt x="1312417" y="341375"/>
                </a:moveTo>
                <a:lnTo>
                  <a:pt x="3810" y="0"/>
                </a:lnTo>
                <a:lnTo>
                  <a:pt x="0" y="12954"/>
                </a:lnTo>
                <a:lnTo>
                  <a:pt x="1258950" y="341375"/>
                </a:lnTo>
                <a:lnTo>
                  <a:pt x="1312417" y="341375"/>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828038" y="3516692"/>
            <a:ext cx="2288286" cy="462447"/>
          </a:xfrm>
          <a:custGeom>
            <a:avLst/>
            <a:gdLst/>
            <a:ahLst/>
            <a:cxnLst/>
            <a:rect l="l" t="t" r="r" b="b"/>
            <a:pathLst>
              <a:path w="2288286" h="470154">
                <a:moveTo>
                  <a:pt x="646176" y="341375"/>
                </a:moveTo>
                <a:lnTo>
                  <a:pt x="2288286" y="12953"/>
                </a:lnTo>
                <a:lnTo>
                  <a:pt x="2286000" y="0"/>
                </a:lnTo>
                <a:lnTo>
                  <a:pt x="579120" y="341375"/>
                </a:lnTo>
                <a:lnTo>
                  <a:pt x="646176" y="341375"/>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40325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4108704" y="3522688"/>
            <a:ext cx="89154" cy="675307"/>
          </a:xfrm>
          <a:custGeom>
            <a:avLst/>
            <a:gdLst/>
            <a:ahLst/>
            <a:cxnLst/>
            <a:rect l="l" t="t" r="r" b="b"/>
            <a:pathLst>
              <a:path w="89153" h="686562">
                <a:moveTo>
                  <a:pt x="50207" y="335279"/>
                </a:moveTo>
                <a:lnTo>
                  <a:pt x="12953" y="0"/>
                </a:lnTo>
                <a:lnTo>
                  <a:pt x="0" y="762"/>
                </a:lnTo>
                <a:lnTo>
                  <a:pt x="37168" y="335279"/>
                </a:lnTo>
                <a:lnTo>
                  <a:pt x="50207" y="33527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78886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8" name="object 78"/>
          <p:cNvSpPr/>
          <p:nvPr/>
        </p:nvSpPr>
        <p:spPr>
          <a:xfrm>
            <a:off x="6996683" y="3228131"/>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79" name="object 79"/>
          <p:cNvSpPr/>
          <p:nvPr/>
        </p:nvSpPr>
        <p:spPr>
          <a:xfrm>
            <a:off x="6996683" y="3627993"/>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7010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1" name="object 81"/>
          <p:cNvSpPr/>
          <p:nvPr/>
        </p:nvSpPr>
        <p:spPr>
          <a:xfrm>
            <a:off x="91078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3" name="object 83"/>
          <p:cNvSpPr/>
          <p:nvPr/>
        </p:nvSpPr>
        <p:spPr>
          <a:xfrm>
            <a:off x="56327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4113276" y="3516693"/>
            <a:ext cx="1756410" cy="462446"/>
          </a:xfrm>
          <a:custGeom>
            <a:avLst/>
            <a:gdLst/>
            <a:ahLst/>
            <a:cxnLst/>
            <a:rect l="l" t="t" r="r" b="b"/>
            <a:pathLst>
              <a:path w="1756410" h="470153">
                <a:moveTo>
                  <a:pt x="1756410" y="457199"/>
                </a:moveTo>
                <a:lnTo>
                  <a:pt x="1312417" y="341375"/>
                </a:lnTo>
                <a:lnTo>
                  <a:pt x="1258950" y="341375"/>
                </a:lnTo>
                <a:lnTo>
                  <a:pt x="1752600" y="470153"/>
                </a:lnTo>
                <a:lnTo>
                  <a:pt x="1756410" y="45719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16703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3956305" y="4192004"/>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828038" y="3516692"/>
            <a:ext cx="2288286" cy="462447"/>
          </a:xfrm>
          <a:custGeom>
            <a:avLst/>
            <a:gdLst/>
            <a:ahLst/>
            <a:cxnLst/>
            <a:rect l="l" t="t" r="r" b="b"/>
            <a:pathLst>
              <a:path w="2288286" h="470154">
                <a:moveTo>
                  <a:pt x="646176" y="341375"/>
                </a:moveTo>
                <a:lnTo>
                  <a:pt x="579120" y="341375"/>
                </a:lnTo>
                <a:lnTo>
                  <a:pt x="0" y="457199"/>
                </a:lnTo>
                <a:lnTo>
                  <a:pt x="2286" y="470153"/>
                </a:lnTo>
                <a:lnTo>
                  <a:pt x="646176" y="341375"/>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4108704" y="3522688"/>
            <a:ext cx="89154" cy="675307"/>
          </a:xfrm>
          <a:custGeom>
            <a:avLst/>
            <a:gdLst/>
            <a:ahLst/>
            <a:cxnLst/>
            <a:rect l="l" t="t" r="r" b="b"/>
            <a:pathLst>
              <a:path w="89153" h="686562">
                <a:moveTo>
                  <a:pt x="89153" y="685800"/>
                </a:moveTo>
                <a:lnTo>
                  <a:pt x="50207" y="335279"/>
                </a:lnTo>
                <a:lnTo>
                  <a:pt x="37168" y="33527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78886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996683" y="4027481"/>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91" name="object 91"/>
          <p:cNvSpPr/>
          <p:nvPr/>
        </p:nvSpPr>
        <p:spPr>
          <a:xfrm>
            <a:off x="6996683" y="4427344"/>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92" name="object 92"/>
          <p:cNvSpPr/>
          <p:nvPr/>
        </p:nvSpPr>
        <p:spPr>
          <a:xfrm>
            <a:off x="7010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91078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78886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6996683" y="4827207"/>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6996683" y="5226694"/>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97" name="object 97"/>
          <p:cNvSpPr/>
          <p:nvPr/>
        </p:nvSpPr>
        <p:spPr>
          <a:xfrm>
            <a:off x="6996683" y="5626557"/>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98" name="object 98"/>
          <p:cNvSpPr/>
          <p:nvPr/>
        </p:nvSpPr>
        <p:spPr>
          <a:xfrm>
            <a:off x="70107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9" name="object 99"/>
          <p:cNvSpPr/>
          <p:nvPr/>
        </p:nvSpPr>
        <p:spPr>
          <a:xfrm>
            <a:off x="91078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0" name="object 100"/>
          <p:cNvSpPr/>
          <p:nvPr/>
        </p:nvSpPr>
        <p:spPr>
          <a:xfrm>
            <a:off x="7888605" y="5777959"/>
            <a:ext cx="0" cy="262328"/>
          </a:xfrm>
          <a:custGeom>
            <a:avLst/>
            <a:gdLst/>
            <a:ahLst/>
            <a:cxnLst/>
            <a:rect l="l" t="t" r="r" b="b"/>
            <a:pathLst>
              <a:path h="266700">
                <a:moveTo>
                  <a:pt x="0" y="762"/>
                </a:moveTo>
                <a:lnTo>
                  <a:pt x="0" y="266700"/>
                </a:lnTo>
              </a:path>
            </a:pathLst>
          </a:custGeom>
          <a:ln w="14223">
            <a:solidFill>
              <a:srgbClr val="000000"/>
            </a:solidFill>
          </a:ln>
        </p:spPr>
        <p:txBody>
          <a:bodyPr wrap="square" lIns="0" tIns="0" rIns="0" bIns="0" rtlCol="0">
            <a:noAutofit/>
          </a:bodyPr>
          <a:lstStyle/>
          <a:p>
            <a:endParaRPr/>
          </a:p>
        </p:txBody>
      </p:sp>
      <p:sp>
        <p:nvSpPr>
          <p:cNvPr id="101" name="object 101"/>
          <p:cNvSpPr/>
          <p:nvPr/>
        </p:nvSpPr>
        <p:spPr>
          <a:xfrm>
            <a:off x="7010781"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02" name="object 102"/>
          <p:cNvSpPr/>
          <p:nvPr/>
        </p:nvSpPr>
        <p:spPr>
          <a:xfrm>
            <a:off x="9107805"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03" name="object 103"/>
          <p:cNvSpPr/>
          <p:nvPr/>
        </p:nvSpPr>
        <p:spPr>
          <a:xfrm>
            <a:off x="6996683" y="6026421"/>
            <a:ext cx="2125218" cy="0"/>
          </a:xfrm>
          <a:custGeom>
            <a:avLst/>
            <a:gdLst/>
            <a:ahLst/>
            <a:cxnLst/>
            <a:rect l="l" t="t" r="r" b="b"/>
            <a:pathLst>
              <a:path w="2125218">
                <a:moveTo>
                  <a:pt x="2125218" y="0"/>
                </a:moveTo>
                <a:lnTo>
                  <a:pt x="0" y="0"/>
                </a:lnTo>
              </a:path>
            </a:pathLst>
          </a:custGeom>
          <a:ln w="29464">
            <a:solidFill>
              <a:srgbClr val="000000"/>
            </a:solidFill>
          </a:ln>
        </p:spPr>
        <p:txBody>
          <a:bodyPr wrap="square" lIns="0" tIns="0" rIns="0" bIns="0" rtlCol="0">
            <a:noAutofit/>
          </a:bodyPr>
          <a:lstStyle/>
          <a:p>
            <a:endParaRPr/>
          </a:p>
        </p:txBody>
      </p:sp>
      <p:sp>
        <p:nvSpPr>
          <p:cNvPr id="47" name="object 47"/>
          <p:cNvSpPr txBox="1"/>
          <p:nvPr/>
        </p:nvSpPr>
        <p:spPr>
          <a:xfrm>
            <a:off x="1492250"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6" name="object 46"/>
          <p:cNvSpPr txBox="1"/>
          <p:nvPr/>
        </p:nvSpPr>
        <p:spPr>
          <a:xfrm>
            <a:off x="3260853"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5" name="object 45"/>
          <p:cNvSpPr txBox="1"/>
          <p:nvPr/>
        </p:nvSpPr>
        <p:spPr>
          <a:xfrm>
            <a:off x="4908297" y="758939"/>
            <a:ext cx="1494587"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t>
            </a:r>
            <a:r>
              <a:rPr sz="6600" spc="-21"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4" name="object 44"/>
          <p:cNvSpPr txBox="1"/>
          <p:nvPr/>
        </p:nvSpPr>
        <p:spPr>
          <a:xfrm>
            <a:off x="64216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43459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42" name="object 42"/>
          <p:cNvSpPr txBox="1"/>
          <p:nvPr/>
        </p:nvSpPr>
        <p:spPr>
          <a:xfrm>
            <a:off x="45745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41" name="object 41"/>
          <p:cNvSpPr txBox="1"/>
          <p:nvPr/>
        </p:nvSpPr>
        <p:spPr>
          <a:xfrm>
            <a:off x="26695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0" name="object 40"/>
          <p:cNvSpPr txBox="1"/>
          <p:nvPr/>
        </p:nvSpPr>
        <p:spPr>
          <a:xfrm>
            <a:off x="57175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49555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38" name="object 38"/>
          <p:cNvSpPr txBox="1"/>
          <p:nvPr/>
        </p:nvSpPr>
        <p:spPr>
          <a:xfrm>
            <a:off x="9169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[329]</a:t>
            </a:r>
            <a:endParaRPr sz="1800">
              <a:latin typeface="Calibri"/>
              <a:cs typeface="Calibri"/>
            </a:endParaRPr>
          </a:p>
        </p:txBody>
      </p:sp>
      <p:sp>
        <p:nvSpPr>
          <p:cNvPr id="37" name="object 37"/>
          <p:cNvSpPr txBox="1"/>
          <p:nvPr/>
        </p:nvSpPr>
        <p:spPr>
          <a:xfrm>
            <a:off x="41173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36" name="object 36"/>
          <p:cNvSpPr txBox="1"/>
          <p:nvPr/>
        </p:nvSpPr>
        <p:spPr>
          <a:xfrm>
            <a:off x="17551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5" name="object 35"/>
          <p:cNvSpPr txBox="1"/>
          <p:nvPr/>
        </p:nvSpPr>
        <p:spPr>
          <a:xfrm>
            <a:off x="32791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4" name="object 34"/>
          <p:cNvSpPr txBox="1"/>
          <p:nvPr/>
        </p:nvSpPr>
        <p:spPr>
          <a:xfrm>
            <a:off x="4726941" y="3447237"/>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99</a:t>
            </a:r>
            <a:endParaRPr sz="1800">
              <a:latin typeface="Calibri"/>
              <a:cs typeface="Calibri"/>
            </a:endParaRPr>
          </a:p>
        </p:txBody>
      </p:sp>
      <p:sp>
        <p:nvSpPr>
          <p:cNvPr id="33" name="object 33"/>
          <p:cNvSpPr txBox="1"/>
          <p:nvPr/>
        </p:nvSpPr>
        <p:spPr>
          <a:xfrm>
            <a:off x="2821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80</a:t>
            </a:r>
            <a:endParaRPr sz="1800">
              <a:latin typeface="Calibri"/>
              <a:cs typeface="Calibri"/>
            </a:endParaRPr>
          </a:p>
        </p:txBody>
      </p:sp>
      <p:sp>
        <p:nvSpPr>
          <p:cNvPr id="32" name="object 32"/>
          <p:cNvSpPr txBox="1"/>
          <p:nvPr/>
        </p:nvSpPr>
        <p:spPr>
          <a:xfrm>
            <a:off x="10693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[193]</a:t>
            </a:r>
            <a:endParaRPr sz="1800">
              <a:latin typeface="Calibri"/>
              <a:cs typeface="Calibri"/>
            </a:endParaRPr>
          </a:p>
        </p:txBody>
      </p:sp>
      <p:sp>
        <p:nvSpPr>
          <p:cNvPr id="31" name="object 31"/>
          <p:cNvSpPr txBox="1"/>
          <p:nvPr/>
        </p:nvSpPr>
        <p:spPr>
          <a:xfrm>
            <a:off x="6174733" y="4046837"/>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[178]</a:t>
            </a:r>
            <a:endParaRPr sz="1800">
              <a:latin typeface="Calibri"/>
              <a:cs typeface="Calibri"/>
            </a:endParaRPr>
          </a:p>
        </p:txBody>
      </p:sp>
      <p:sp>
        <p:nvSpPr>
          <p:cNvPr id="30" name="object 30"/>
          <p:cNvSpPr txBox="1"/>
          <p:nvPr/>
        </p:nvSpPr>
        <p:spPr>
          <a:xfrm>
            <a:off x="18313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29" name="object 29"/>
          <p:cNvSpPr txBox="1"/>
          <p:nvPr/>
        </p:nvSpPr>
        <p:spPr>
          <a:xfrm>
            <a:off x="57937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28" name="object 28"/>
          <p:cNvSpPr txBox="1"/>
          <p:nvPr/>
        </p:nvSpPr>
        <p:spPr>
          <a:xfrm>
            <a:off x="4117340" y="4346648"/>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7" name="object 27"/>
          <p:cNvSpPr txBox="1"/>
          <p:nvPr/>
        </p:nvSpPr>
        <p:spPr>
          <a:xfrm>
            <a:off x="3355341" y="4360889"/>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[366]</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28</a:t>
            </a:r>
            <a:endParaRPr sz="1200">
              <a:latin typeface="Calibri"/>
              <a:cs typeface="Calibri"/>
            </a:endParaRPr>
          </a:p>
        </p:txBody>
      </p:sp>
      <p:sp>
        <p:nvSpPr>
          <p:cNvPr id="23" name="object 23"/>
          <p:cNvSpPr txBox="1"/>
          <p:nvPr/>
        </p:nvSpPr>
        <p:spPr>
          <a:xfrm>
            <a:off x="3962400" y="314793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8862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7010781" y="1799194"/>
            <a:ext cx="877824" cy="629586"/>
          </a:xfrm>
          <a:prstGeom prst="rect">
            <a:avLst/>
          </a:prstGeom>
        </p:spPr>
        <p:txBody>
          <a:bodyPr wrap="square" lIns="0" tIns="0" rIns="0" bIns="0" rtlCol="0">
            <a:noAutofit/>
          </a:bodyPr>
          <a:lstStyle/>
          <a:p>
            <a:pPr marL="134493">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888605" y="1799194"/>
            <a:ext cx="1219200" cy="629586"/>
          </a:xfrm>
          <a:prstGeom prst="rect">
            <a:avLst/>
          </a:prstGeom>
        </p:spPr>
        <p:txBody>
          <a:bodyPr wrap="square" lIns="0" tIns="0" rIns="0" bIns="0" rtlCol="0">
            <a:noAutofit/>
          </a:bodyPr>
          <a:lstStyle/>
          <a:p>
            <a:pPr marL="65785" marR="66471" algn="ctr">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endParaRPr sz="1800">
              <a:latin typeface="Tahoma"/>
              <a:cs typeface="Tahoma"/>
            </a:endParaRPr>
          </a:p>
          <a:p>
            <a:pPr marL="254761" marR="256278" algn="ctr">
              <a:lnSpc>
                <a:spcPts val="2160"/>
              </a:lnSpc>
              <a:spcBef>
                <a:spcPts val="108"/>
              </a:spcBef>
            </a:pPr>
            <a:r>
              <a:rPr sz="2700" b="1" spc="0" baseline="-1534" dirty="0">
                <a:latin typeface="Tahoma"/>
                <a:cs typeface="Tahoma"/>
              </a:rPr>
              <a:t>:</a:t>
            </a:r>
            <a:r>
              <a:rPr sz="2700" b="1" spc="-9" baseline="-1534" dirty="0">
                <a:latin typeface="Tahoma"/>
                <a:cs typeface="Tahoma"/>
              </a:rPr>
              <a:t> </a:t>
            </a:r>
            <a:r>
              <a:rPr sz="2700" b="1" spc="0" baseline="-1534" dirty="0">
                <a:latin typeface="Tahoma"/>
                <a:cs typeface="Tahoma"/>
              </a:rPr>
              <a:t>h(n)</a:t>
            </a:r>
            <a:endParaRPr sz="1800">
              <a:latin typeface="Tahoma"/>
              <a:cs typeface="Tahoma"/>
            </a:endParaRPr>
          </a:p>
        </p:txBody>
      </p:sp>
      <p:sp>
        <p:nvSpPr>
          <p:cNvPr id="19" name="object 19"/>
          <p:cNvSpPr txBox="1"/>
          <p:nvPr/>
        </p:nvSpPr>
        <p:spPr>
          <a:xfrm>
            <a:off x="7010781" y="2428781"/>
            <a:ext cx="877824" cy="399487"/>
          </a:xfrm>
          <a:prstGeom prst="rect">
            <a:avLst/>
          </a:prstGeom>
        </p:spPr>
        <p:txBody>
          <a:bodyPr wrap="square" lIns="0" tIns="0" rIns="0" bIns="0" rtlCol="0">
            <a:noAutofit/>
          </a:bodyPr>
          <a:lstStyle/>
          <a:p>
            <a:pPr marL="340098" marR="34087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888605" y="2428781"/>
            <a:ext cx="1219200" cy="399487"/>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7010781" y="2828268"/>
            <a:ext cx="877824" cy="399862"/>
          </a:xfrm>
          <a:prstGeom prst="rect">
            <a:avLst/>
          </a:prstGeom>
        </p:spPr>
        <p:txBody>
          <a:bodyPr wrap="square" lIns="0" tIns="0" rIns="0" bIns="0" rtlCol="0">
            <a:noAutofit/>
          </a:bodyPr>
          <a:lstStyle/>
          <a:p>
            <a:pPr marL="341629" marR="34185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888605" y="2828268"/>
            <a:ext cx="1219200" cy="399862"/>
          </a:xfrm>
          <a:prstGeom prst="rect">
            <a:avLst/>
          </a:prstGeom>
        </p:spPr>
        <p:txBody>
          <a:bodyPr wrap="square" lIns="0" tIns="0" rIns="0" bIns="0" rtlCol="0">
            <a:noAutofit/>
          </a:bodyPr>
          <a:lstStyle/>
          <a:p>
            <a:pPr marL="391830" marR="39268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7010781" y="3228131"/>
            <a:ext cx="877824" cy="399863"/>
          </a:xfrm>
          <a:prstGeom prst="rect">
            <a:avLst/>
          </a:prstGeom>
        </p:spPr>
        <p:txBody>
          <a:bodyPr wrap="square" lIns="0" tIns="0" rIns="0" bIns="0" rtlCol="0">
            <a:noAutofit/>
          </a:bodyPr>
          <a:lstStyle/>
          <a:p>
            <a:pPr marL="340098" marR="34064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888605" y="3228131"/>
            <a:ext cx="1219200" cy="399863"/>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7010781" y="3627994"/>
            <a:ext cx="877824" cy="399487"/>
          </a:xfrm>
          <a:prstGeom prst="rect">
            <a:avLst/>
          </a:prstGeom>
        </p:spPr>
        <p:txBody>
          <a:bodyPr wrap="square" lIns="0" tIns="0" rIns="0" bIns="0" rtlCol="0">
            <a:noAutofit/>
          </a:bodyPr>
          <a:lstStyle/>
          <a:p>
            <a:pPr marL="331724" marR="33141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888605" y="3627994"/>
            <a:ext cx="1219200" cy="399487"/>
          </a:xfrm>
          <a:prstGeom prst="rect">
            <a:avLst/>
          </a:prstGeom>
        </p:spPr>
        <p:txBody>
          <a:bodyPr wrap="square" lIns="0" tIns="0" rIns="0" bIns="0" rtlCol="0">
            <a:noAutofit/>
          </a:bodyPr>
          <a:lstStyle/>
          <a:p>
            <a:pPr marL="391921" marR="392592"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7010781" y="4027481"/>
            <a:ext cx="877824" cy="399862"/>
          </a:xfrm>
          <a:prstGeom prst="rect">
            <a:avLst/>
          </a:prstGeom>
        </p:spPr>
        <p:txBody>
          <a:bodyPr wrap="square" lIns="0" tIns="0" rIns="0" bIns="0" rtlCol="0">
            <a:noAutofit/>
          </a:bodyPr>
          <a:lstStyle/>
          <a:p>
            <a:pPr marL="344677" marR="345211"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888605" y="4027481"/>
            <a:ext cx="1219200" cy="399862"/>
          </a:xfrm>
          <a:prstGeom prst="rect">
            <a:avLst/>
          </a:prstGeom>
        </p:spPr>
        <p:txBody>
          <a:bodyPr wrap="square" lIns="0" tIns="0" rIns="0" bIns="0" rtlCol="0">
            <a:noAutofit/>
          </a:bodyPr>
          <a:lstStyle/>
          <a:p>
            <a:pPr marL="391906" marR="392607"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7010781" y="4427344"/>
            <a:ext cx="877824" cy="399863"/>
          </a:xfrm>
          <a:prstGeom prst="rect">
            <a:avLst/>
          </a:prstGeom>
        </p:spPr>
        <p:txBody>
          <a:bodyPr wrap="square" lIns="0" tIns="0" rIns="0" bIns="0" rtlCol="0">
            <a:noAutofit/>
          </a:bodyPr>
          <a:lstStyle/>
          <a:p>
            <a:pPr marL="349249" marR="349783"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888605" y="4427344"/>
            <a:ext cx="1219200" cy="399863"/>
          </a:xfrm>
          <a:prstGeom prst="rect">
            <a:avLst/>
          </a:prstGeom>
        </p:spPr>
        <p:txBody>
          <a:bodyPr wrap="square" lIns="0" tIns="0" rIns="0" bIns="0" rtlCol="0">
            <a:noAutofit/>
          </a:bodyPr>
          <a:lstStyle/>
          <a:p>
            <a:pPr marL="391815" marR="392699"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7010781" y="4827207"/>
            <a:ext cx="877824" cy="399487"/>
          </a:xfrm>
          <a:prstGeom prst="rect">
            <a:avLst/>
          </a:prstGeom>
        </p:spPr>
        <p:txBody>
          <a:bodyPr wrap="square" lIns="0" tIns="0" rIns="0" bIns="0" rtlCol="0">
            <a:noAutofit/>
          </a:bodyPr>
          <a:lstStyle/>
          <a:p>
            <a:pPr marL="332485" marR="333171"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888605" y="4827207"/>
            <a:ext cx="1219200" cy="399487"/>
          </a:xfrm>
          <a:prstGeom prst="rect">
            <a:avLst/>
          </a:prstGeom>
        </p:spPr>
        <p:txBody>
          <a:bodyPr wrap="square" lIns="0" tIns="0" rIns="0" bIns="0" rtlCol="0">
            <a:noAutofit/>
          </a:bodyPr>
          <a:lstStyle/>
          <a:p>
            <a:pPr marL="391807" marR="392706"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7010781" y="5226694"/>
            <a:ext cx="877824" cy="399862"/>
          </a:xfrm>
          <a:prstGeom prst="rect">
            <a:avLst/>
          </a:prstGeom>
        </p:spPr>
        <p:txBody>
          <a:bodyPr wrap="square" lIns="0" tIns="0" rIns="0" bIns="0" rtlCol="0">
            <a:noAutofit/>
          </a:bodyPr>
          <a:lstStyle/>
          <a:p>
            <a:pPr marL="331731" marR="332097"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888605" y="5226694"/>
            <a:ext cx="1219200" cy="399862"/>
          </a:xfrm>
          <a:prstGeom prst="rect">
            <a:avLst/>
          </a:prstGeom>
        </p:spPr>
        <p:txBody>
          <a:bodyPr wrap="square" lIns="0" tIns="0" rIns="0" bIns="0" rtlCol="0">
            <a:noAutofit/>
          </a:bodyPr>
          <a:lstStyle/>
          <a:p>
            <a:pPr marL="454352" marR="455343"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7010781" y="5626557"/>
            <a:ext cx="877824" cy="399863"/>
          </a:xfrm>
          <a:prstGeom prst="rect">
            <a:avLst/>
          </a:prstGeom>
        </p:spPr>
        <p:txBody>
          <a:bodyPr wrap="square" lIns="0" tIns="0" rIns="0" bIns="0" rtlCol="0">
            <a:noAutofit/>
          </a:bodyPr>
          <a:lstStyle/>
          <a:p>
            <a:pPr marL="353822" marR="353898"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2" name="object 2"/>
          <p:cNvSpPr txBox="1"/>
          <p:nvPr/>
        </p:nvSpPr>
        <p:spPr>
          <a:xfrm>
            <a:off x="7888605" y="5626557"/>
            <a:ext cx="1219200" cy="399863"/>
          </a:xfrm>
          <a:prstGeom prst="rect">
            <a:avLst/>
          </a:prstGeom>
        </p:spPr>
        <p:txBody>
          <a:bodyPr wrap="square" lIns="0" tIns="0" rIns="0" bIns="0" rtlCol="0">
            <a:noAutofit/>
          </a:bodyPr>
          <a:lstStyle/>
          <a:p>
            <a:pPr marL="506222" marR="507669"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object 120"/>
          <p:cNvSpPr txBox="1"/>
          <p:nvPr/>
        </p:nvSpPr>
        <p:spPr>
          <a:xfrm>
            <a:off x="0" y="1880767"/>
            <a:ext cx="9144000" cy="1008586"/>
          </a:xfrm>
          <a:prstGeom prst="rect">
            <a:avLst/>
          </a:prstGeom>
        </p:spPr>
        <p:txBody>
          <a:bodyPr wrap="square" lIns="0" tIns="0" rIns="0" bIns="0" rtlCol="0">
            <a:noAutofit/>
          </a:bodyPr>
          <a:lstStyle/>
          <a:p>
            <a:pPr marR="1526415" algn="r">
              <a:lnSpc>
                <a:spcPts val="1864"/>
              </a:lnSpc>
              <a:spcBef>
                <a:spcPts val="93"/>
              </a:spcBef>
            </a:pPr>
            <a:r>
              <a:rPr sz="1800" b="1" spc="0" dirty="0">
                <a:latin typeface="Tahoma"/>
                <a:cs typeface="Tahoma"/>
              </a:rPr>
              <a:t>St </a:t>
            </a:r>
            <a:r>
              <a:rPr sz="1800" b="1" spc="29" dirty="0">
                <a:latin typeface="Tahoma"/>
                <a:cs typeface="Tahoma"/>
              </a:rPr>
              <a:t> </a:t>
            </a:r>
            <a:r>
              <a:rPr sz="1800" b="1" spc="0" dirty="0">
                <a:latin typeface="Tahoma"/>
                <a:cs typeface="Tahoma"/>
              </a:rPr>
              <a:t>t</a:t>
            </a:r>
            <a:endParaRPr sz="1800">
              <a:latin typeface="Tahoma"/>
              <a:cs typeface="Tahoma"/>
            </a:endParaRPr>
          </a:p>
        </p:txBody>
      </p:sp>
      <p:sp>
        <p:nvSpPr>
          <p:cNvPr id="119" name="object 119"/>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7" name="object 117"/>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3" name="object 53"/>
          <p:cNvSpPr/>
          <p:nvPr/>
        </p:nvSpPr>
        <p:spPr>
          <a:xfrm>
            <a:off x="78886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54" name="object 54"/>
          <p:cNvSpPr/>
          <p:nvPr/>
        </p:nvSpPr>
        <p:spPr>
          <a:xfrm>
            <a:off x="7010781"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91078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56" name="object 56"/>
          <p:cNvSpPr/>
          <p:nvPr/>
        </p:nvSpPr>
        <p:spPr>
          <a:xfrm>
            <a:off x="6996683" y="1799193"/>
            <a:ext cx="2125218" cy="0"/>
          </a:xfrm>
          <a:custGeom>
            <a:avLst/>
            <a:gdLst/>
            <a:ahLst/>
            <a:cxnLst/>
            <a:rect l="l" t="t" r="r" b="b"/>
            <a:pathLst>
              <a:path w="2125218">
                <a:moveTo>
                  <a:pt x="2125218" y="0"/>
                </a:moveTo>
                <a:lnTo>
                  <a:pt x="0" y="0"/>
                </a:lnTo>
              </a:path>
            </a:pathLst>
          </a:custGeom>
          <a:ln w="29463">
            <a:solidFill>
              <a:srgbClr val="000000"/>
            </a:solidFill>
          </a:ln>
        </p:spPr>
        <p:txBody>
          <a:bodyPr wrap="square" lIns="0" tIns="0" rIns="0" bIns="0" rtlCol="0">
            <a:noAutofit/>
          </a:bodyPr>
          <a:lstStyle/>
          <a:p>
            <a:endParaRPr/>
          </a:p>
        </p:txBody>
      </p:sp>
      <p:sp>
        <p:nvSpPr>
          <p:cNvPr id="57" name="object 57"/>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8" name="object 58"/>
          <p:cNvSpPr/>
          <p:nvPr/>
        </p:nvSpPr>
        <p:spPr>
          <a:xfrm>
            <a:off x="3276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9" name="object 59"/>
          <p:cNvSpPr/>
          <p:nvPr/>
        </p:nvSpPr>
        <p:spPr>
          <a:xfrm>
            <a:off x="3270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33528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61" name="object 61"/>
          <p:cNvSpPr/>
          <p:nvPr/>
        </p:nvSpPr>
        <p:spPr>
          <a:xfrm>
            <a:off x="50231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6" y="428239"/>
                </a:moveTo>
                <a:lnTo>
                  <a:pt x="102230" y="413159"/>
                </a:lnTo>
                <a:lnTo>
                  <a:pt x="78305" y="392461"/>
                </a:lnTo>
                <a:lnTo>
                  <a:pt x="57149"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6"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42988" y="428239"/>
                </a:lnTo>
                <a:lnTo>
                  <a:pt x="367477" y="428239"/>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35052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34991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12954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78886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7" name="object 67"/>
          <p:cNvSpPr/>
          <p:nvPr/>
        </p:nvSpPr>
        <p:spPr>
          <a:xfrm>
            <a:off x="6996683" y="2428780"/>
            <a:ext cx="2125218" cy="0"/>
          </a:xfrm>
          <a:custGeom>
            <a:avLst/>
            <a:gdLst/>
            <a:ahLst/>
            <a:cxnLst/>
            <a:rect l="l" t="t" r="r" b="b"/>
            <a:pathLst>
              <a:path w="2125218">
                <a:moveTo>
                  <a:pt x="2125218" y="0"/>
                </a:moveTo>
                <a:lnTo>
                  <a:pt x="0" y="0"/>
                </a:lnTo>
              </a:path>
            </a:pathLst>
          </a:custGeom>
          <a:ln w="14224">
            <a:solidFill>
              <a:srgbClr val="000000"/>
            </a:solidFill>
          </a:ln>
        </p:spPr>
        <p:txBody>
          <a:bodyPr wrap="square" lIns="0" tIns="0" rIns="0" bIns="0" rtlCol="0">
            <a:noAutofit/>
          </a:bodyPr>
          <a:lstStyle/>
          <a:p>
            <a:endParaRPr/>
          </a:p>
        </p:txBody>
      </p:sp>
      <p:sp>
        <p:nvSpPr>
          <p:cNvPr id="68" name="object 68"/>
          <p:cNvSpPr/>
          <p:nvPr/>
        </p:nvSpPr>
        <p:spPr>
          <a:xfrm>
            <a:off x="6996683" y="2828268"/>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69" name="object 69"/>
          <p:cNvSpPr/>
          <p:nvPr/>
        </p:nvSpPr>
        <p:spPr>
          <a:xfrm>
            <a:off x="70107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0" name="object 70"/>
          <p:cNvSpPr/>
          <p:nvPr/>
        </p:nvSpPr>
        <p:spPr>
          <a:xfrm>
            <a:off x="91078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1" name="object 71"/>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2" name="object 72"/>
          <p:cNvSpPr/>
          <p:nvPr/>
        </p:nvSpPr>
        <p:spPr>
          <a:xfrm>
            <a:off x="50231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88" y="428239"/>
                </a:lnTo>
                <a:lnTo>
                  <a:pt x="333989" y="433403"/>
                </a:lnTo>
                <a:lnTo>
                  <a:pt x="305710" y="444771"/>
                </a:lnTo>
                <a:lnTo>
                  <a:pt x="276244" y="452218"/>
                </a:lnTo>
                <a:lnTo>
                  <a:pt x="246087" y="455718"/>
                </a:lnTo>
                <a:lnTo>
                  <a:pt x="215733" y="455248"/>
                </a:lnTo>
                <a:lnTo>
                  <a:pt x="185676" y="450782"/>
                </a:lnTo>
                <a:lnTo>
                  <a:pt x="156410" y="442295"/>
                </a:lnTo>
                <a:lnTo>
                  <a:pt x="128430" y="429762"/>
                </a:lnTo>
                <a:lnTo>
                  <a:pt x="126026"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3352800" y="3072984"/>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75" name="object 75"/>
          <p:cNvSpPr/>
          <p:nvPr/>
        </p:nvSpPr>
        <p:spPr>
          <a:xfrm>
            <a:off x="3346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3429000" y="314793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77" name="object 77"/>
          <p:cNvSpPr/>
          <p:nvPr/>
        </p:nvSpPr>
        <p:spPr>
          <a:xfrm>
            <a:off x="3579876" y="3516693"/>
            <a:ext cx="1756410" cy="462446"/>
          </a:xfrm>
          <a:custGeom>
            <a:avLst/>
            <a:gdLst/>
            <a:ahLst/>
            <a:cxnLst/>
            <a:rect l="l" t="t" r="r" b="b"/>
            <a:pathLst>
              <a:path w="1756410" h="470153">
                <a:moveTo>
                  <a:pt x="1312417" y="341375"/>
                </a:moveTo>
                <a:lnTo>
                  <a:pt x="3810" y="0"/>
                </a:lnTo>
                <a:lnTo>
                  <a:pt x="0" y="12954"/>
                </a:lnTo>
                <a:lnTo>
                  <a:pt x="1258950" y="341375"/>
                </a:lnTo>
                <a:lnTo>
                  <a:pt x="1312417" y="341375"/>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1294638" y="3516692"/>
            <a:ext cx="2288286" cy="462447"/>
          </a:xfrm>
          <a:custGeom>
            <a:avLst/>
            <a:gdLst/>
            <a:ahLst/>
            <a:cxnLst/>
            <a:rect l="l" t="t" r="r" b="b"/>
            <a:pathLst>
              <a:path w="2288286" h="470154">
                <a:moveTo>
                  <a:pt x="646176" y="341375"/>
                </a:moveTo>
                <a:lnTo>
                  <a:pt x="2288286" y="12953"/>
                </a:lnTo>
                <a:lnTo>
                  <a:pt x="2286000" y="0"/>
                </a:lnTo>
                <a:lnTo>
                  <a:pt x="579120" y="341375"/>
                </a:lnTo>
                <a:lnTo>
                  <a:pt x="646176" y="341375"/>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34991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3575304" y="3522688"/>
            <a:ext cx="89154" cy="675307"/>
          </a:xfrm>
          <a:custGeom>
            <a:avLst/>
            <a:gdLst/>
            <a:ahLst/>
            <a:cxnLst/>
            <a:rect l="l" t="t" r="r" b="b"/>
            <a:pathLst>
              <a:path w="89153" h="686562">
                <a:moveTo>
                  <a:pt x="50207" y="335279"/>
                </a:moveTo>
                <a:lnTo>
                  <a:pt x="12953" y="0"/>
                </a:lnTo>
                <a:lnTo>
                  <a:pt x="0" y="762"/>
                </a:lnTo>
                <a:lnTo>
                  <a:pt x="37168" y="335279"/>
                </a:lnTo>
                <a:lnTo>
                  <a:pt x="50207" y="335279"/>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78886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6996683" y="3228131"/>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83" name="object 83"/>
          <p:cNvSpPr/>
          <p:nvPr/>
        </p:nvSpPr>
        <p:spPr>
          <a:xfrm>
            <a:off x="6996683" y="3627993"/>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84" name="object 84"/>
          <p:cNvSpPr/>
          <p:nvPr/>
        </p:nvSpPr>
        <p:spPr>
          <a:xfrm>
            <a:off x="7010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5" name="object 85"/>
          <p:cNvSpPr/>
          <p:nvPr/>
        </p:nvSpPr>
        <p:spPr>
          <a:xfrm>
            <a:off x="91078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6" name="object 86"/>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7" name="object 87"/>
          <p:cNvSpPr/>
          <p:nvPr/>
        </p:nvSpPr>
        <p:spPr>
          <a:xfrm>
            <a:off x="5105400" y="397239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88" name="object 88"/>
          <p:cNvSpPr/>
          <p:nvPr/>
        </p:nvSpPr>
        <p:spPr>
          <a:xfrm>
            <a:off x="50993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5181600" y="4047343"/>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90" name="object 90"/>
          <p:cNvSpPr/>
          <p:nvPr/>
        </p:nvSpPr>
        <p:spPr>
          <a:xfrm>
            <a:off x="3579876" y="3516693"/>
            <a:ext cx="1756410" cy="462446"/>
          </a:xfrm>
          <a:custGeom>
            <a:avLst/>
            <a:gdLst/>
            <a:ahLst/>
            <a:cxnLst/>
            <a:rect l="l" t="t" r="r" b="b"/>
            <a:pathLst>
              <a:path w="1756410" h="470153">
                <a:moveTo>
                  <a:pt x="1756410" y="457199"/>
                </a:moveTo>
                <a:lnTo>
                  <a:pt x="1312417" y="341375"/>
                </a:lnTo>
                <a:lnTo>
                  <a:pt x="1258950" y="341375"/>
                </a:lnTo>
                <a:lnTo>
                  <a:pt x="1752600" y="470153"/>
                </a:lnTo>
                <a:lnTo>
                  <a:pt x="1756410" y="457199"/>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5330190" y="4417602"/>
            <a:ext cx="846582" cy="759251"/>
          </a:xfrm>
          <a:custGeom>
            <a:avLst/>
            <a:gdLst/>
            <a:ahLst/>
            <a:cxnLst/>
            <a:rect l="l" t="t" r="r" b="b"/>
            <a:pathLst>
              <a:path w="846582" h="771905">
                <a:moveTo>
                  <a:pt x="453466" y="404621"/>
                </a:moveTo>
                <a:lnTo>
                  <a:pt x="8382" y="0"/>
                </a:lnTo>
                <a:lnTo>
                  <a:pt x="0" y="9906"/>
                </a:lnTo>
                <a:lnTo>
                  <a:pt x="434187" y="404621"/>
                </a:lnTo>
                <a:lnTo>
                  <a:pt x="453466" y="404621"/>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11369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3" name="object 93"/>
          <p:cNvSpPr/>
          <p:nvPr/>
        </p:nvSpPr>
        <p:spPr>
          <a:xfrm>
            <a:off x="3422905" y="4192004"/>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4" name="object 94"/>
          <p:cNvSpPr/>
          <p:nvPr/>
        </p:nvSpPr>
        <p:spPr>
          <a:xfrm>
            <a:off x="1294638" y="3516692"/>
            <a:ext cx="2288286" cy="462447"/>
          </a:xfrm>
          <a:custGeom>
            <a:avLst/>
            <a:gdLst/>
            <a:ahLst/>
            <a:cxnLst/>
            <a:rect l="l" t="t" r="r" b="b"/>
            <a:pathLst>
              <a:path w="2288286" h="470154">
                <a:moveTo>
                  <a:pt x="646176" y="341375"/>
                </a:moveTo>
                <a:lnTo>
                  <a:pt x="579120" y="341375"/>
                </a:lnTo>
                <a:lnTo>
                  <a:pt x="0" y="457199"/>
                </a:lnTo>
                <a:lnTo>
                  <a:pt x="2286" y="470153"/>
                </a:lnTo>
                <a:lnTo>
                  <a:pt x="646176" y="341375"/>
                </a:lnTo>
                <a:close/>
              </a:path>
            </a:pathLst>
          </a:custGeom>
          <a:solidFill>
            <a:srgbClr val="000000"/>
          </a:solidFill>
        </p:spPr>
        <p:txBody>
          <a:bodyPr wrap="square" lIns="0" tIns="0" rIns="0" bIns="0" rtlCol="0">
            <a:noAutofit/>
          </a:bodyPr>
          <a:lstStyle/>
          <a:p>
            <a:endParaRPr/>
          </a:p>
        </p:txBody>
      </p:sp>
      <p:sp>
        <p:nvSpPr>
          <p:cNvPr id="95" name="object 95"/>
          <p:cNvSpPr/>
          <p:nvPr/>
        </p:nvSpPr>
        <p:spPr>
          <a:xfrm>
            <a:off x="4719066" y="4419100"/>
            <a:ext cx="544068" cy="831205"/>
          </a:xfrm>
          <a:custGeom>
            <a:avLst/>
            <a:gdLst/>
            <a:ahLst/>
            <a:cxnLst/>
            <a:rect l="l" t="t" r="r" b="b"/>
            <a:pathLst>
              <a:path w="544067" h="845058">
                <a:moveTo>
                  <a:pt x="291915" y="403097"/>
                </a:moveTo>
                <a:lnTo>
                  <a:pt x="544067" y="6858"/>
                </a:lnTo>
                <a:lnTo>
                  <a:pt x="533399" y="0"/>
                </a:lnTo>
                <a:lnTo>
                  <a:pt x="276883" y="403097"/>
                </a:lnTo>
                <a:lnTo>
                  <a:pt x="291915" y="403097"/>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3575304" y="3522688"/>
            <a:ext cx="89154" cy="675307"/>
          </a:xfrm>
          <a:custGeom>
            <a:avLst/>
            <a:gdLst/>
            <a:ahLst/>
            <a:cxnLst/>
            <a:rect l="l" t="t" r="r" b="b"/>
            <a:pathLst>
              <a:path w="89153" h="686562">
                <a:moveTo>
                  <a:pt x="89153" y="685800"/>
                </a:moveTo>
                <a:lnTo>
                  <a:pt x="50207" y="335279"/>
                </a:lnTo>
                <a:lnTo>
                  <a:pt x="37168" y="33527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78886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8" name="object 98"/>
          <p:cNvSpPr/>
          <p:nvPr/>
        </p:nvSpPr>
        <p:spPr>
          <a:xfrm>
            <a:off x="6996683" y="4027481"/>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99" name="object 99"/>
          <p:cNvSpPr/>
          <p:nvPr/>
        </p:nvSpPr>
        <p:spPr>
          <a:xfrm>
            <a:off x="6996683" y="4427344"/>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100" name="object 100"/>
          <p:cNvSpPr/>
          <p:nvPr/>
        </p:nvSpPr>
        <p:spPr>
          <a:xfrm>
            <a:off x="7010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1" name="object 101"/>
          <p:cNvSpPr/>
          <p:nvPr/>
        </p:nvSpPr>
        <p:spPr>
          <a:xfrm>
            <a:off x="91078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2" name="object 10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3" name="object 103"/>
          <p:cNvSpPr/>
          <p:nvPr/>
        </p:nvSpPr>
        <p:spPr>
          <a:xfrm>
            <a:off x="5937504" y="516636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5330190" y="4417602"/>
            <a:ext cx="846582" cy="759251"/>
          </a:xfrm>
          <a:custGeom>
            <a:avLst/>
            <a:gdLst/>
            <a:ahLst/>
            <a:cxnLst/>
            <a:rect l="l" t="t" r="r" b="b"/>
            <a:pathLst>
              <a:path w="846582" h="771905">
                <a:moveTo>
                  <a:pt x="846582" y="761999"/>
                </a:moveTo>
                <a:lnTo>
                  <a:pt x="453466" y="404621"/>
                </a:lnTo>
                <a:lnTo>
                  <a:pt x="434187" y="404621"/>
                </a:lnTo>
                <a:lnTo>
                  <a:pt x="838200" y="771905"/>
                </a:lnTo>
                <a:lnTo>
                  <a:pt x="846582" y="761999"/>
                </a:lnTo>
                <a:close/>
              </a:path>
            </a:pathLst>
          </a:custGeom>
          <a:solidFill>
            <a:srgbClr val="000000"/>
          </a:solidFill>
        </p:spPr>
        <p:txBody>
          <a:bodyPr wrap="square" lIns="0" tIns="0" rIns="0" bIns="0" rtlCol="0">
            <a:noAutofit/>
          </a:bodyPr>
          <a:lstStyle/>
          <a:p>
            <a:endParaRPr/>
          </a:p>
        </p:txBody>
      </p:sp>
      <p:sp>
        <p:nvSpPr>
          <p:cNvPr id="105" name="object 105"/>
          <p:cNvSpPr/>
          <p:nvPr/>
        </p:nvSpPr>
        <p:spPr>
          <a:xfrm>
            <a:off x="4719066" y="4419100"/>
            <a:ext cx="544068" cy="831205"/>
          </a:xfrm>
          <a:custGeom>
            <a:avLst/>
            <a:gdLst/>
            <a:ahLst/>
            <a:cxnLst/>
            <a:rect l="l" t="t" r="r" b="b"/>
            <a:pathLst>
              <a:path w="544067" h="845058">
                <a:moveTo>
                  <a:pt x="291915" y="403097"/>
                </a:moveTo>
                <a:lnTo>
                  <a:pt x="276883" y="403097"/>
                </a:lnTo>
                <a:lnTo>
                  <a:pt x="0" y="838200"/>
                </a:lnTo>
                <a:lnTo>
                  <a:pt x="10667" y="845058"/>
                </a:lnTo>
                <a:lnTo>
                  <a:pt x="291915" y="403097"/>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4489705" y="524131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7" name="object 107"/>
          <p:cNvSpPr/>
          <p:nvPr/>
        </p:nvSpPr>
        <p:spPr>
          <a:xfrm>
            <a:off x="78886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6996683" y="4827207"/>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109" name="object 109"/>
          <p:cNvSpPr/>
          <p:nvPr/>
        </p:nvSpPr>
        <p:spPr>
          <a:xfrm>
            <a:off x="6996683" y="5226694"/>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110" name="object 110"/>
          <p:cNvSpPr/>
          <p:nvPr/>
        </p:nvSpPr>
        <p:spPr>
          <a:xfrm>
            <a:off x="6996683" y="5626557"/>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111" name="object 111"/>
          <p:cNvSpPr/>
          <p:nvPr/>
        </p:nvSpPr>
        <p:spPr>
          <a:xfrm>
            <a:off x="70107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2" name="object 112"/>
          <p:cNvSpPr/>
          <p:nvPr/>
        </p:nvSpPr>
        <p:spPr>
          <a:xfrm>
            <a:off x="91078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3" name="object 113"/>
          <p:cNvSpPr/>
          <p:nvPr/>
        </p:nvSpPr>
        <p:spPr>
          <a:xfrm>
            <a:off x="7888605" y="5777959"/>
            <a:ext cx="0" cy="262328"/>
          </a:xfrm>
          <a:custGeom>
            <a:avLst/>
            <a:gdLst/>
            <a:ahLst/>
            <a:cxnLst/>
            <a:rect l="l" t="t" r="r" b="b"/>
            <a:pathLst>
              <a:path h="266700">
                <a:moveTo>
                  <a:pt x="0" y="762"/>
                </a:moveTo>
                <a:lnTo>
                  <a:pt x="0" y="266700"/>
                </a:lnTo>
              </a:path>
            </a:pathLst>
          </a:custGeom>
          <a:ln w="14223">
            <a:solidFill>
              <a:srgbClr val="000000"/>
            </a:solidFill>
          </a:ln>
        </p:spPr>
        <p:txBody>
          <a:bodyPr wrap="square" lIns="0" tIns="0" rIns="0" bIns="0" rtlCol="0">
            <a:noAutofit/>
          </a:bodyPr>
          <a:lstStyle/>
          <a:p>
            <a:endParaRPr/>
          </a:p>
        </p:txBody>
      </p:sp>
      <p:sp>
        <p:nvSpPr>
          <p:cNvPr id="114" name="object 114"/>
          <p:cNvSpPr/>
          <p:nvPr/>
        </p:nvSpPr>
        <p:spPr>
          <a:xfrm>
            <a:off x="7010781"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15" name="object 115"/>
          <p:cNvSpPr/>
          <p:nvPr/>
        </p:nvSpPr>
        <p:spPr>
          <a:xfrm>
            <a:off x="9107805"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16" name="object 116"/>
          <p:cNvSpPr/>
          <p:nvPr/>
        </p:nvSpPr>
        <p:spPr>
          <a:xfrm>
            <a:off x="6996683" y="6026421"/>
            <a:ext cx="2125218" cy="0"/>
          </a:xfrm>
          <a:custGeom>
            <a:avLst/>
            <a:gdLst/>
            <a:ahLst/>
            <a:cxnLst/>
            <a:rect l="l" t="t" r="r" b="b"/>
            <a:pathLst>
              <a:path w="2125218">
                <a:moveTo>
                  <a:pt x="2125218" y="0"/>
                </a:moveTo>
                <a:lnTo>
                  <a:pt x="0" y="0"/>
                </a:lnTo>
              </a:path>
            </a:pathLst>
          </a:custGeom>
          <a:ln w="29464">
            <a:solidFill>
              <a:srgbClr val="000000"/>
            </a:solidFill>
          </a:ln>
        </p:spPr>
        <p:txBody>
          <a:bodyPr wrap="square" lIns="0" tIns="0" rIns="0" bIns="0" rtlCol="0">
            <a:noAutofit/>
          </a:bodyPr>
          <a:lstStyle/>
          <a:p>
            <a:endParaRPr/>
          </a:p>
        </p:txBody>
      </p:sp>
      <p:sp>
        <p:nvSpPr>
          <p:cNvPr id="51" name="object 51"/>
          <p:cNvSpPr txBox="1"/>
          <p:nvPr/>
        </p:nvSpPr>
        <p:spPr>
          <a:xfrm>
            <a:off x="1492250" y="758939"/>
            <a:ext cx="4910633"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 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0" baseline="3103" dirty="0">
                <a:latin typeface="Calibri"/>
                <a:cs typeface="Calibri"/>
              </a:rPr>
              <a:t>–</a:t>
            </a:r>
            <a:r>
              <a:rPr sz="6600" spc="-21"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50" name="object 50"/>
          <p:cNvSpPr txBox="1"/>
          <p:nvPr/>
        </p:nvSpPr>
        <p:spPr>
          <a:xfrm>
            <a:off x="64216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9" name="object 49"/>
          <p:cNvSpPr txBox="1"/>
          <p:nvPr/>
        </p:nvSpPr>
        <p:spPr>
          <a:xfrm>
            <a:off x="3812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48" name="object 48"/>
          <p:cNvSpPr txBox="1"/>
          <p:nvPr/>
        </p:nvSpPr>
        <p:spPr>
          <a:xfrm>
            <a:off x="4041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47" name="object 47"/>
          <p:cNvSpPr txBox="1"/>
          <p:nvPr/>
        </p:nvSpPr>
        <p:spPr>
          <a:xfrm>
            <a:off x="21361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6" name="object 46"/>
          <p:cNvSpPr txBox="1"/>
          <p:nvPr/>
        </p:nvSpPr>
        <p:spPr>
          <a:xfrm>
            <a:off x="51841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5" name="object 45"/>
          <p:cNvSpPr txBox="1"/>
          <p:nvPr/>
        </p:nvSpPr>
        <p:spPr>
          <a:xfrm>
            <a:off x="44221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44" name="object 44"/>
          <p:cNvSpPr txBox="1"/>
          <p:nvPr/>
        </p:nvSpPr>
        <p:spPr>
          <a:xfrm>
            <a:off x="3835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[329]</a:t>
            </a:r>
            <a:endParaRPr sz="1800">
              <a:latin typeface="Calibri"/>
              <a:cs typeface="Calibri"/>
            </a:endParaRPr>
          </a:p>
        </p:txBody>
      </p:sp>
      <p:sp>
        <p:nvSpPr>
          <p:cNvPr id="43" name="object 43"/>
          <p:cNvSpPr txBox="1"/>
          <p:nvPr/>
        </p:nvSpPr>
        <p:spPr>
          <a:xfrm>
            <a:off x="3583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42" name="object 42"/>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1" name="object 41"/>
          <p:cNvSpPr txBox="1"/>
          <p:nvPr/>
        </p:nvSpPr>
        <p:spPr>
          <a:xfrm>
            <a:off x="27457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40" name="object 40"/>
          <p:cNvSpPr txBox="1"/>
          <p:nvPr/>
        </p:nvSpPr>
        <p:spPr>
          <a:xfrm>
            <a:off x="4193541" y="3447237"/>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99</a:t>
            </a:r>
            <a:endParaRPr sz="1800">
              <a:latin typeface="Calibri"/>
              <a:cs typeface="Calibri"/>
            </a:endParaRPr>
          </a:p>
        </p:txBody>
      </p:sp>
      <p:sp>
        <p:nvSpPr>
          <p:cNvPr id="39" name="object 39"/>
          <p:cNvSpPr txBox="1"/>
          <p:nvPr/>
        </p:nvSpPr>
        <p:spPr>
          <a:xfrm>
            <a:off x="22885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80</a:t>
            </a:r>
            <a:endParaRPr sz="1800">
              <a:latin typeface="Calibri"/>
              <a:cs typeface="Calibri"/>
            </a:endParaRPr>
          </a:p>
        </p:txBody>
      </p:sp>
      <p:sp>
        <p:nvSpPr>
          <p:cNvPr id="38" name="object 38"/>
          <p:cNvSpPr txBox="1"/>
          <p:nvPr/>
        </p:nvSpPr>
        <p:spPr>
          <a:xfrm>
            <a:off x="5359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[193]</a:t>
            </a:r>
            <a:endParaRPr sz="1800">
              <a:latin typeface="Calibri"/>
              <a:cs typeface="Calibri"/>
            </a:endParaRPr>
          </a:p>
        </p:txBody>
      </p:sp>
      <p:sp>
        <p:nvSpPr>
          <p:cNvPr id="37" name="object 37"/>
          <p:cNvSpPr txBox="1"/>
          <p:nvPr/>
        </p:nvSpPr>
        <p:spPr>
          <a:xfrm>
            <a:off x="5641333" y="4046837"/>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[178]</a:t>
            </a:r>
            <a:endParaRPr sz="1800">
              <a:latin typeface="Calibri"/>
              <a:cs typeface="Calibri"/>
            </a:endParaRPr>
          </a:p>
        </p:txBody>
      </p:sp>
      <p:sp>
        <p:nvSpPr>
          <p:cNvPr id="36" name="object 36"/>
          <p:cNvSpPr txBox="1"/>
          <p:nvPr/>
        </p:nvSpPr>
        <p:spPr>
          <a:xfrm>
            <a:off x="12979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5" name="object 35"/>
          <p:cNvSpPr txBox="1"/>
          <p:nvPr/>
        </p:nvSpPr>
        <p:spPr>
          <a:xfrm>
            <a:off x="3583940" y="4346648"/>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34" name="object 34"/>
          <p:cNvSpPr txBox="1"/>
          <p:nvPr/>
        </p:nvSpPr>
        <p:spPr>
          <a:xfrm>
            <a:off x="2821941" y="4360889"/>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[366]</a:t>
            </a:r>
            <a:endParaRPr sz="1800">
              <a:latin typeface="Calibri"/>
              <a:cs typeface="Calibri"/>
            </a:endParaRPr>
          </a:p>
        </p:txBody>
      </p:sp>
      <p:sp>
        <p:nvSpPr>
          <p:cNvPr id="33" name="object 33"/>
          <p:cNvSpPr txBox="1"/>
          <p:nvPr/>
        </p:nvSpPr>
        <p:spPr>
          <a:xfrm>
            <a:off x="5717540" y="4571499"/>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211</a:t>
            </a:r>
            <a:endParaRPr sz="1800">
              <a:latin typeface="Calibri"/>
              <a:cs typeface="Calibri"/>
            </a:endParaRPr>
          </a:p>
        </p:txBody>
      </p:sp>
      <p:sp>
        <p:nvSpPr>
          <p:cNvPr id="32" name="object 32"/>
          <p:cNvSpPr txBox="1"/>
          <p:nvPr/>
        </p:nvSpPr>
        <p:spPr>
          <a:xfrm>
            <a:off x="6479540" y="5246050"/>
            <a:ext cx="3156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[0]</a:t>
            </a:r>
            <a:endParaRPr sz="1800">
              <a:latin typeface="Calibri"/>
              <a:cs typeface="Calibri"/>
            </a:endParaRPr>
          </a:p>
        </p:txBody>
      </p:sp>
      <p:sp>
        <p:nvSpPr>
          <p:cNvPr id="31" name="object 31"/>
          <p:cNvSpPr txBox="1"/>
          <p:nvPr/>
        </p:nvSpPr>
        <p:spPr>
          <a:xfrm>
            <a:off x="3888748" y="532099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0" name="object 30"/>
          <p:cNvSpPr txBox="1"/>
          <p:nvPr/>
        </p:nvSpPr>
        <p:spPr>
          <a:xfrm>
            <a:off x="6098540" y="5321008"/>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29" name="object 29"/>
          <p:cNvSpPr txBox="1"/>
          <p:nvPr/>
        </p:nvSpPr>
        <p:spPr>
          <a:xfrm>
            <a:off x="4650741" y="5395959"/>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28" name="object 28"/>
          <p:cNvSpPr txBox="1"/>
          <p:nvPr/>
        </p:nvSpPr>
        <p:spPr>
          <a:xfrm>
            <a:off x="5793741" y="5845664"/>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27" name="object 27"/>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6" name="object 26"/>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5" name="object 25"/>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29</a:t>
            </a:r>
            <a:endParaRPr sz="1200">
              <a:latin typeface="Calibri"/>
              <a:cs typeface="Calibri"/>
            </a:endParaRPr>
          </a:p>
        </p:txBody>
      </p:sp>
      <p:sp>
        <p:nvSpPr>
          <p:cNvPr id="24" name="object 24"/>
          <p:cNvSpPr txBox="1"/>
          <p:nvPr/>
        </p:nvSpPr>
        <p:spPr>
          <a:xfrm>
            <a:off x="5181600" y="4047343"/>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23" name="object 23"/>
          <p:cNvSpPr txBox="1"/>
          <p:nvPr/>
        </p:nvSpPr>
        <p:spPr>
          <a:xfrm>
            <a:off x="3429000" y="314793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3528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7010781" y="1799194"/>
            <a:ext cx="877824" cy="629586"/>
          </a:xfrm>
          <a:prstGeom prst="rect">
            <a:avLst/>
          </a:prstGeom>
        </p:spPr>
        <p:txBody>
          <a:bodyPr wrap="square" lIns="0" tIns="0" rIns="0" bIns="0" rtlCol="0">
            <a:noAutofit/>
          </a:bodyPr>
          <a:lstStyle/>
          <a:p>
            <a:pPr marL="134493">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888605" y="1799194"/>
            <a:ext cx="1219200" cy="629586"/>
          </a:xfrm>
          <a:prstGeom prst="rect">
            <a:avLst/>
          </a:prstGeom>
        </p:spPr>
        <p:txBody>
          <a:bodyPr wrap="square" lIns="0" tIns="0" rIns="0" bIns="0" rtlCol="0">
            <a:noAutofit/>
          </a:bodyPr>
          <a:lstStyle/>
          <a:p>
            <a:pPr marL="65785" marR="66471" algn="ctr">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endParaRPr sz="1800">
              <a:latin typeface="Tahoma"/>
              <a:cs typeface="Tahoma"/>
            </a:endParaRPr>
          </a:p>
          <a:p>
            <a:pPr marL="254761" marR="256278" algn="ctr">
              <a:lnSpc>
                <a:spcPts val="2160"/>
              </a:lnSpc>
              <a:spcBef>
                <a:spcPts val="108"/>
              </a:spcBef>
            </a:pPr>
            <a:r>
              <a:rPr sz="2700" b="1" spc="0" baseline="-1534" dirty="0">
                <a:latin typeface="Tahoma"/>
                <a:cs typeface="Tahoma"/>
              </a:rPr>
              <a:t>:</a:t>
            </a:r>
            <a:r>
              <a:rPr sz="2700" b="1" spc="-9" baseline="-1534" dirty="0">
                <a:latin typeface="Tahoma"/>
                <a:cs typeface="Tahoma"/>
              </a:rPr>
              <a:t> </a:t>
            </a:r>
            <a:r>
              <a:rPr sz="2700" b="1" spc="0" baseline="-1534" dirty="0">
                <a:latin typeface="Tahoma"/>
                <a:cs typeface="Tahoma"/>
              </a:rPr>
              <a:t>h(n)</a:t>
            </a:r>
            <a:endParaRPr sz="1800">
              <a:latin typeface="Tahoma"/>
              <a:cs typeface="Tahoma"/>
            </a:endParaRPr>
          </a:p>
        </p:txBody>
      </p:sp>
      <p:sp>
        <p:nvSpPr>
          <p:cNvPr id="19" name="object 19"/>
          <p:cNvSpPr txBox="1"/>
          <p:nvPr/>
        </p:nvSpPr>
        <p:spPr>
          <a:xfrm>
            <a:off x="7010781" y="2428781"/>
            <a:ext cx="877824" cy="399487"/>
          </a:xfrm>
          <a:prstGeom prst="rect">
            <a:avLst/>
          </a:prstGeom>
        </p:spPr>
        <p:txBody>
          <a:bodyPr wrap="square" lIns="0" tIns="0" rIns="0" bIns="0" rtlCol="0">
            <a:noAutofit/>
          </a:bodyPr>
          <a:lstStyle/>
          <a:p>
            <a:pPr marL="340098" marR="34087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888605" y="2428781"/>
            <a:ext cx="1219200" cy="399487"/>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7010781" y="2828268"/>
            <a:ext cx="877824" cy="399862"/>
          </a:xfrm>
          <a:prstGeom prst="rect">
            <a:avLst/>
          </a:prstGeom>
        </p:spPr>
        <p:txBody>
          <a:bodyPr wrap="square" lIns="0" tIns="0" rIns="0" bIns="0" rtlCol="0">
            <a:noAutofit/>
          </a:bodyPr>
          <a:lstStyle/>
          <a:p>
            <a:pPr marL="341629" marR="34185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888605" y="2828268"/>
            <a:ext cx="1219200" cy="399862"/>
          </a:xfrm>
          <a:prstGeom prst="rect">
            <a:avLst/>
          </a:prstGeom>
        </p:spPr>
        <p:txBody>
          <a:bodyPr wrap="square" lIns="0" tIns="0" rIns="0" bIns="0" rtlCol="0">
            <a:noAutofit/>
          </a:bodyPr>
          <a:lstStyle/>
          <a:p>
            <a:pPr marL="391830" marR="39268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7010781" y="3228131"/>
            <a:ext cx="877824" cy="399863"/>
          </a:xfrm>
          <a:prstGeom prst="rect">
            <a:avLst/>
          </a:prstGeom>
        </p:spPr>
        <p:txBody>
          <a:bodyPr wrap="square" lIns="0" tIns="0" rIns="0" bIns="0" rtlCol="0">
            <a:noAutofit/>
          </a:bodyPr>
          <a:lstStyle/>
          <a:p>
            <a:pPr marL="340098" marR="340647"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888605" y="3228131"/>
            <a:ext cx="1219200" cy="399863"/>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7010781" y="3627994"/>
            <a:ext cx="877824" cy="399487"/>
          </a:xfrm>
          <a:prstGeom prst="rect">
            <a:avLst/>
          </a:prstGeom>
        </p:spPr>
        <p:txBody>
          <a:bodyPr wrap="square" lIns="0" tIns="0" rIns="0" bIns="0" rtlCol="0">
            <a:noAutofit/>
          </a:bodyPr>
          <a:lstStyle/>
          <a:p>
            <a:pPr marL="331724" marR="33141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888605" y="3627994"/>
            <a:ext cx="1219200" cy="399487"/>
          </a:xfrm>
          <a:prstGeom prst="rect">
            <a:avLst/>
          </a:prstGeom>
        </p:spPr>
        <p:txBody>
          <a:bodyPr wrap="square" lIns="0" tIns="0" rIns="0" bIns="0" rtlCol="0">
            <a:noAutofit/>
          </a:bodyPr>
          <a:lstStyle/>
          <a:p>
            <a:pPr marL="391921" marR="392592"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7010781" y="4027481"/>
            <a:ext cx="877824" cy="399862"/>
          </a:xfrm>
          <a:prstGeom prst="rect">
            <a:avLst/>
          </a:prstGeom>
        </p:spPr>
        <p:txBody>
          <a:bodyPr wrap="square" lIns="0" tIns="0" rIns="0" bIns="0" rtlCol="0">
            <a:noAutofit/>
          </a:bodyPr>
          <a:lstStyle/>
          <a:p>
            <a:pPr marL="344677" marR="345211"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888605" y="4027481"/>
            <a:ext cx="1219200" cy="399862"/>
          </a:xfrm>
          <a:prstGeom prst="rect">
            <a:avLst/>
          </a:prstGeom>
        </p:spPr>
        <p:txBody>
          <a:bodyPr wrap="square" lIns="0" tIns="0" rIns="0" bIns="0" rtlCol="0">
            <a:noAutofit/>
          </a:bodyPr>
          <a:lstStyle/>
          <a:p>
            <a:pPr marL="391906" marR="392607"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7010781" y="4427344"/>
            <a:ext cx="877824" cy="399863"/>
          </a:xfrm>
          <a:prstGeom prst="rect">
            <a:avLst/>
          </a:prstGeom>
        </p:spPr>
        <p:txBody>
          <a:bodyPr wrap="square" lIns="0" tIns="0" rIns="0" bIns="0" rtlCol="0">
            <a:noAutofit/>
          </a:bodyPr>
          <a:lstStyle/>
          <a:p>
            <a:pPr marL="349249" marR="349783"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888605" y="4427344"/>
            <a:ext cx="1219200" cy="399863"/>
          </a:xfrm>
          <a:prstGeom prst="rect">
            <a:avLst/>
          </a:prstGeom>
        </p:spPr>
        <p:txBody>
          <a:bodyPr wrap="square" lIns="0" tIns="0" rIns="0" bIns="0" rtlCol="0">
            <a:noAutofit/>
          </a:bodyPr>
          <a:lstStyle/>
          <a:p>
            <a:pPr marL="391815" marR="392699"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7010781" y="4827207"/>
            <a:ext cx="877824" cy="399487"/>
          </a:xfrm>
          <a:prstGeom prst="rect">
            <a:avLst/>
          </a:prstGeom>
        </p:spPr>
        <p:txBody>
          <a:bodyPr wrap="square" lIns="0" tIns="0" rIns="0" bIns="0" rtlCol="0">
            <a:noAutofit/>
          </a:bodyPr>
          <a:lstStyle/>
          <a:p>
            <a:pPr marL="332485" marR="333171"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888605" y="4827207"/>
            <a:ext cx="1219200" cy="399487"/>
          </a:xfrm>
          <a:prstGeom prst="rect">
            <a:avLst/>
          </a:prstGeom>
        </p:spPr>
        <p:txBody>
          <a:bodyPr wrap="square" lIns="0" tIns="0" rIns="0" bIns="0" rtlCol="0">
            <a:noAutofit/>
          </a:bodyPr>
          <a:lstStyle/>
          <a:p>
            <a:pPr marL="391807" marR="392706"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7010781" y="5226694"/>
            <a:ext cx="877824" cy="399862"/>
          </a:xfrm>
          <a:prstGeom prst="rect">
            <a:avLst/>
          </a:prstGeom>
        </p:spPr>
        <p:txBody>
          <a:bodyPr wrap="square" lIns="0" tIns="0" rIns="0" bIns="0" rtlCol="0">
            <a:noAutofit/>
          </a:bodyPr>
          <a:lstStyle/>
          <a:p>
            <a:pPr marL="331731" marR="332097"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888605" y="5226694"/>
            <a:ext cx="1219200" cy="399862"/>
          </a:xfrm>
          <a:prstGeom prst="rect">
            <a:avLst/>
          </a:prstGeom>
        </p:spPr>
        <p:txBody>
          <a:bodyPr wrap="square" lIns="0" tIns="0" rIns="0" bIns="0" rtlCol="0">
            <a:noAutofit/>
          </a:bodyPr>
          <a:lstStyle/>
          <a:p>
            <a:pPr marL="454352" marR="455343"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7010781" y="5626557"/>
            <a:ext cx="877824" cy="399863"/>
          </a:xfrm>
          <a:prstGeom prst="rect">
            <a:avLst/>
          </a:prstGeom>
        </p:spPr>
        <p:txBody>
          <a:bodyPr wrap="square" lIns="0" tIns="0" rIns="0" bIns="0" rtlCol="0">
            <a:noAutofit/>
          </a:bodyPr>
          <a:lstStyle/>
          <a:p>
            <a:pPr marL="353822" marR="353898"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2" name="object 2"/>
          <p:cNvSpPr txBox="1"/>
          <p:nvPr/>
        </p:nvSpPr>
        <p:spPr>
          <a:xfrm>
            <a:off x="7888605" y="5626557"/>
            <a:ext cx="1219200" cy="399863"/>
          </a:xfrm>
          <a:prstGeom prst="rect">
            <a:avLst/>
          </a:prstGeom>
        </p:spPr>
        <p:txBody>
          <a:bodyPr wrap="square" lIns="0" tIns="0" rIns="0" bIns="0" rtlCol="0">
            <a:noAutofit/>
          </a:bodyPr>
          <a:lstStyle/>
          <a:p>
            <a:pPr marL="506222" marR="507669"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object 133"/>
          <p:cNvSpPr txBox="1"/>
          <p:nvPr/>
        </p:nvSpPr>
        <p:spPr>
          <a:xfrm>
            <a:off x="0" y="1880767"/>
            <a:ext cx="9144000" cy="1008586"/>
          </a:xfrm>
          <a:prstGeom prst="rect">
            <a:avLst/>
          </a:prstGeom>
        </p:spPr>
        <p:txBody>
          <a:bodyPr wrap="square" lIns="0" tIns="0" rIns="0" bIns="0" rtlCol="0">
            <a:noAutofit/>
          </a:bodyPr>
          <a:lstStyle/>
          <a:p>
            <a:pPr marR="1526415" algn="r">
              <a:lnSpc>
                <a:spcPts val="1864"/>
              </a:lnSpc>
              <a:spcBef>
                <a:spcPts val="93"/>
              </a:spcBef>
            </a:pPr>
            <a:r>
              <a:rPr sz="1800" b="1" spc="0" dirty="0">
                <a:latin typeface="Tahoma"/>
                <a:cs typeface="Tahoma"/>
              </a:rPr>
              <a:t>St </a:t>
            </a:r>
            <a:r>
              <a:rPr sz="1800" b="1" spc="29" dirty="0">
                <a:latin typeface="Tahoma"/>
                <a:cs typeface="Tahoma"/>
              </a:rPr>
              <a:t> </a:t>
            </a:r>
            <a:r>
              <a:rPr sz="1800" b="1" spc="0" dirty="0">
                <a:latin typeface="Tahoma"/>
                <a:cs typeface="Tahoma"/>
              </a:rPr>
              <a:t>t</a:t>
            </a:r>
            <a:endParaRPr sz="1800">
              <a:latin typeface="Tahoma"/>
              <a:cs typeface="Tahoma"/>
            </a:endParaRPr>
          </a:p>
        </p:txBody>
      </p:sp>
      <p:sp>
        <p:nvSpPr>
          <p:cNvPr id="132" name="object 132"/>
          <p:cNvSpPr txBox="1"/>
          <p:nvPr/>
        </p:nvSpPr>
        <p:spPr>
          <a:xfrm>
            <a:off x="0" y="3759532"/>
            <a:ext cx="9144000" cy="1056057"/>
          </a:xfrm>
          <a:prstGeom prst="rect">
            <a:avLst/>
          </a:prstGeom>
        </p:spPr>
        <p:txBody>
          <a:bodyPr wrap="square" lIns="0" tIns="0" rIns="0" bIns="0" rtlCol="0">
            <a:noAutofit/>
          </a:bodyPr>
          <a:lstStyle/>
          <a:p>
            <a:pPr marL="3642994" marR="5309044" algn="ctr">
              <a:lnSpc>
                <a:spcPts val="1835"/>
              </a:lnSpc>
              <a:spcBef>
                <a:spcPts val="91"/>
              </a:spcBef>
            </a:pPr>
            <a:r>
              <a:rPr sz="2700" spc="0" baseline="3034" dirty="0">
                <a:latin typeface="Calibri"/>
                <a:cs typeface="Calibri"/>
              </a:rPr>
              <a:t>A</a:t>
            </a:r>
            <a:endParaRPr sz="1800">
              <a:latin typeface="Calibri"/>
              <a:cs typeface="Calibri"/>
            </a:endParaRPr>
          </a:p>
        </p:txBody>
      </p:sp>
      <p:sp>
        <p:nvSpPr>
          <p:cNvPr id="131" name="object 131"/>
          <p:cNvSpPr txBox="1"/>
          <p:nvPr/>
        </p:nvSpPr>
        <p:spPr>
          <a:xfrm>
            <a:off x="0" y="4733893"/>
            <a:ext cx="9144000" cy="1044814"/>
          </a:xfrm>
          <a:prstGeom prst="rect">
            <a:avLst/>
          </a:prstGeom>
        </p:spPr>
        <p:txBody>
          <a:bodyPr wrap="square" lIns="0" tIns="0" rIns="0" bIns="0" rtlCol="0">
            <a:noAutofit/>
          </a:bodyPr>
          <a:lstStyle/>
          <a:p>
            <a:pPr marR="2898963" algn="r">
              <a:lnSpc>
                <a:spcPts val="1835"/>
              </a:lnSpc>
              <a:spcBef>
                <a:spcPts val="91"/>
              </a:spcBef>
            </a:pPr>
            <a:r>
              <a:rPr sz="2700" spc="0" baseline="3034" dirty="0">
                <a:latin typeface="Calibri"/>
                <a:cs typeface="Calibri"/>
              </a:rPr>
              <a:t>I</a:t>
            </a:r>
            <a:endParaRPr sz="1800">
              <a:latin typeface="Calibri"/>
              <a:cs typeface="Calibri"/>
            </a:endParaRPr>
          </a:p>
        </p:txBody>
      </p:sp>
      <p:sp>
        <p:nvSpPr>
          <p:cNvPr id="130" name="object 130"/>
          <p:cNvSpPr txBox="1"/>
          <p:nvPr/>
        </p:nvSpPr>
        <p:spPr>
          <a:xfrm>
            <a:off x="0" y="5708255"/>
            <a:ext cx="9144000" cy="1037319"/>
          </a:xfrm>
          <a:prstGeom prst="rect">
            <a:avLst/>
          </a:prstGeom>
        </p:spPr>
        <p:txBody>
          <a:bodyPr wrap="square" lIns="0" tIns="0" rIns="0" bIns="0" rtlCol="0">
            <a:noAutofit/>
          </a:bodyPr>
          <a:lstStyle/>
          <a:p>
            <a:pPr marL="1314450">
              <a:lnSpc>
                <a:spcPts val="1835"/>
              </a:lnSpc>
              <a:spcBef>
                <a:spcPts val="91"/>
              </a:spcBef>
            </a:pPr>
            <a:r>
              <a:rPr sz="2700" b="1" spc="0" baseline="3034" dirty="0">
                <a:latin typeface="Calibri"/>
                <a:cs typeface="Calibri"/>
              </a:rPr>
              <a:t>E   </a:t>
            </a:r>
            <a:r>
              <a:rPr sz="2700" b="1" spc="301" baseline="3034" dirty="0">
                <a:latin typeface="Calibri"/>
                <a:cs typeface="Calibri"/>
              </a:rPr>
              <a:t> </a:t>
            </a:r>
            <a:r>
              <a:rPr sz="2700" b="1" spc="0" baseline="3034" dirty="0">
                <a:latin typeface="Calibri"/>
                <a:cs typeface="Calibri"/>
              </a:rPr>
              <a:t>I)   </a:t>
            </a:r>
            <a:r>
              <a:rPr sz="2700" b="1" spc="74" baseline="3034" dirty="0">
                <a:latin typeface="Calibri"/>
                <a:cs typeface="Calibri"/>
              </a:rPr>
              <a:t> </a:t>
            </a:r>
            <a:r>
              <a:rPr sz="2700" b="1" spc="0" baseline="3034" dirty="0">
                <a:latin typeface="Calibri"/>
                <a:cs typeface="Calibri"/>
              </a:rPr>
              <a:t>253</a:t>
            </a:r>
            <a:r>
              <a:rPr sz="2700" b="1" spc="9"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178</a:t>
            </a:r>
            <a:r>
              <a:rPr sz="2700" b="1" spc="9"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0</a:t>
            </a:r>
            <a:endParaRPr sz="1800">
              <a:latin typeface="Calibri"/>
              <a:cs typeface="Calibri"/>
            </a:endParaRPr>
          </a:p>
        </p:txBody>
      </p:sp>
      <p:sp>
        <p:nvSpPr>
          <p:cNvPr id="55" name="object 55"/>
          <p:cNvSpPr/>
          <p:nvPr/>
        </p:nvSpPr>
        <p:spPr>
          <a:xfrm>
            <a:off x="3352800" y="1349115"/>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6" name="object 56"/>
          <p:cNvSpPr/>
          <p:nvPr/>
        </p:nvSpPr>
        <p:spPr>
          <a:xfrm>
            <a:off x="3346705" y="1343873"/>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429000" y="1424066"/>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5099305" y="186852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98190" y="58669"/>
                </a:moveTo>
                <a:lnTo>
                  <a:pt x="122562" y="42127"/>
                </a:lnTo>
                <a:lnTo>
                  <a:pt x="150587" y="28586"/>
                </a:lnTo>
                <a:lnTo>
                  <a:pt x="180054" y="19179"/>
                </a:lnTo>
                <a:lnTo>
                  <a:pt x="111913" y="33647"/>
                </a:lnTo>
                <a:lnTo>
                  <a:pt x="85115" y="52575"/>
                </a:lnTo>
                <a:lnTo>
                  <a:pt x="78755" y="58669"/>
                </a:lnTo>
                <a:lnTo>
                  <a:pt x="98190" y="58669"/>
                </a:lnTo>
                <a:close/>
              </a:path>
              <a:path w="298707" h="468099">
                <a:moveTo>
                  <a:pt x="391319" y="58669"/>
                </a:move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71088" y="58669"/>
                </a:lnTo>
                <a:lnTo>
                  <a:pt x="391319" y="5866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3581400" y="1792823"/>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3575304" y="1798820"/>
            <a:ext cx="89154" cy="675307"/>
          </a:xfrm>
          <a:custGeom>
            <a:avLst/>
            <a:gdLst/>
            <a:ahLst/>
            <a:cxnLst/>
            <a:rect l="l" t="t" r="r" b="b"/>
            <a:pathLst>
              <a:path w="89153" h="686562">
                <a:moveTo>
                  <a:pt x="27347" y="129539"/>
                </a:moveTo>
                <a:lnTo>
                  <a:pt x="12953" y="0"/>
                </a:lnTo>
                <a:lnTo>
                  <a:pt x="0" y="762"/>
                </a:lnTo>
                <a:lnTo>
                  <a:pt x="14308" y="129539"/>
                </a:lnTo>
                <a:lnTo>
                  <a:pt x="27347" y="1295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371600" y="1792823"/>
            <a:ext cx="2210562" cy="237594"/>
          </a:xfrm>
          <a:custGeom>
            <a:avLst/>
            <a:gdLst/>
            <a:ahLst/>
            <a:cxnLst/>
            <a:rect l="l" t="t" r="r" b="b"/>
            <a:pathLst>
              <a:path w="2210562" h="241554">
                <a:moveTo>
                  <a:pt x="1024635" y="135635"/>
                </a:moveTo>
                <a:lnTo>
                  <a:pt x="2210562" y="12953"/>
                </a:lnTo>
                <a:lnTo>
                  <a:pt x="2209800" y="0"/>
                </a:lnTo>
                <a:lnTo>
                  <a:pt x="898651" y="135635"/>
                </a:lnTo>
                <a:lnTo>
                  <a:pt x="1024635" y="135635"/>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7888605" y="1785327"/>
            <a:ext cx="0" cy="140908"/>
          </a:xfrm>
          <a:custGeom>
            <a:avLst/>
            <a:gdLst/>
            <a:ahLst/>
            <a:cxnLst/>
            <a:rect l="l" t="t" r="r" b="b"/>
            <a:pathLst>
              <a:path h="143256">
                <a:moveTo>
                  <a:pt x="0" y="0"/>
                </a:moveTo>
                <a:lnTo>
                  <a:pt x="0" y="143255"/>
                </a:lnTo>
              </a:path>
            </a:pathLst>
          </a:custGeom>
          <a:ln w="14223">
            <a:solidFill>
              <a:srgbClr val="000000"/>
            </a:solidFill>
          </a:ln>
        </p:spPr>
        <p:txBody>
          <a:bodyPr wrap="square" lIns="0" tIns="0" rIns="0" bIns="0" rtlCol="0">
            <a:noAutofit/>
          </a:bodyPr>
          <a:lstStyle/>
          <a:p>
            <a:endParaRPr/>
          </a:p>
        </p:txBody>
      </p:sp>
      <p:sp>
        <p:nvSpPr>
          <p:cNvPr id="63" name="object 63"/>
          <p:cNvSpPr/>
          <p:nvPr/>
        </p:nvSpPr>
        <p:spPr>
          <a:xfrm>
            <a:off x="7010781"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9107805" y="1785327"/>
            <a:ext cx="0" cy="140908"/>
          </a:xfrm>
          <a:custGeom>
            <a:avLst/>
            <a:gdLst/>
            <a:ahLst/>
            <a:cxnLst/>
            <a:rect l="l" t="t" r="r" b="b"/>
            <a:pathLst>
              <a:path h="143256">
                <a:moveTo>
                  <a:pt x="0" y="0"/>
                </a:moveTo>
                <a:lnTo>
                  <a:pt x="0" y="143255"/>
                </a:lnTo>
              </a:path>
            </a:pathLst>
          </a:custGeom>
          <a:ln w="29464">
            <a:solidFill>
              <a:srgbClr val="000000"/>
            </a:solidFill>
          </a:ln>
        </p:spPr>
        <p:txBody>
          <a:bodyPr wrap="square" lIns="0" tIns="0" rIns="0" bIns="0" rtlCol="0">
            <a:noAutofit/>
          </a:bodyPr>
          <a:lstStyle/>
          <a:p>
            <a:endParaRPr/>
          </a:p>
        </p:txBody>
      </p:sp>
      <p:sp>
        <p:nvSpPr>
          <p:cNvPr id="65" name="object 65"/>
          <p:cNvSpPr/>
          <p:nvPr/>
        </p:nvSpPr>
        <p:spPr>
          <a:xfrm>
            <a:off x="6996683" y="1799193"/>
            <a:ext cx="2125218" cy="0"/>
          </a:xfrm>
          <a:custGeom>
            <a:avLst/>
            <a:gdLst/>
            <a:ahLst/>
            <a:cxnLst/>
            <a:rect l="l" t="t" r="r" b="b"/>
            <a:pathLst>
              <a:path w="2125218">
                <a:moveTo>
                  <a:pt x="2125218" y="0"/>
                </a:moveTo>
                <a:lnTo>
                  <a:pt x="0" y="0"/>
                </a:lnTo>
              </a:path>
            </a:pathLst>
          </a:custGeom>
          <a:ln w="29463">
            <a:solidFill>
              <a:srgbClr val="000000"/>
            </a:solidFill>
          </a:ln>
        </p:spPr>
        <p:txBody>
          <a:bodyPr wrap="square" lIns="0" tIns="0" rIns="0" bIns="0" rtlCol="0">
            <a:noAutofit/>
          </a:bodyPr>
          <a:lstStyle/>
          <a:p>
            <a:endParaRPr/>
          </a:p>
        </p:txBody>
      </p:sp>
      <p:sp>
        <p:nvSpPr>
          <p:cNvPr id="66" name="object 6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7" name="object 67"/>
          <p:cNvSpPr/>
          <p:nvPr/>
        </p:nvSpPr>
        <p:spPr>
          <a:xfrm>
            <a:off x="5099305" y="186852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91319" y="58669"/>
                </a:lnTo>
                <a:lnTo>
                  <a:pt x="371088" y="5866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98190" y="58669"/>
                </a:lnTo>
                <a:lnTo>
                  <a:pt x="78755" y="58669"/>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1136905" y="201843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3429000" y="2473377"/>
            <a:ext cx="457200" cy="449705"/>
          </a:xfrm>
          <a:custGeom>
            <a:avLst/>
            <a:gdLst/>
            <a:ahLst/>
            <a:cxnLst/>
            <a:rect l="l" t="t" r="r" b="b"/>
            <a:pathLst>
              <a:path w="457200" h="457200">
                <a:moveTo>
                  <a:pt x="349267" y="422909"/>
                </a:move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270" y="422909"/>
                </a:lnTo>
                <a:lnTo>
                  <a:pt x="349267" y="422909"/>
                </a:lnTo>
                <a:close/>
              </a:path>
            </a:pathLst>
          </a:custGeom>
          <a:solidFill>
            <a:srgbClr val="BF504C"/>
          </a:solidFill>
        </p:spPr>
        <p:txBody>
          <a:bodyPr wrap="square" lIns="0" tIns="0" rIns="0" bIns="0" rtlCol="0">
            <a:noAutofit/>
          </a:bodyPr>
          <a:lstStyle/>
          <a:p>
            <a:endParaRPr/>
          </a:p>
        </p:txBody>
      </p:sp>
      <p:sp>
        <p:nvSpPr>
          <p:cNvPr id="70" name="object 70"/>
          <p:cNvSpPr/>
          <p:nvPr/>
        </p:nvSpPr>
        <p:spPr>
          <a:xfrm>
            <a:off x="34229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3505200" y="2548328"/>
            <a:ext cx="304800" cy="341026"/>
          </a:xfrm>
          <a:custGeom>
            <a:avLst/>
            <a:gdLst/>
            <a:ahLst/>
            <a:cxnLst/>
            <a:rect l="l" t="t" r="r" b="b"/>
            <a:pathLst>
              <a:path w="304800" h="346710">
                <a:moveTo>
                  <a:pt x="304800" y="346709"/>
                </a:moveTo>
                <a:lnTo>
                  <a:pt x="304800" y="0"/>
                </a:lnTo>
                <a:lnTo>
                  <a:pt x="0" y="0"/>
                </a:lnTo>
                <a:lnTo>
                  <a:pt x="0" y="346709"/>
                </a:lnTo>
                <a:lnTo>
                  <a:pt x="304800" y="346709"/>
                </a:lnTo>
                <a:close/>
              </a:path>
            </a:pathLst>
          </a:custGeom>
          <a:solidFill>
            <a:srgbClr val="BF504C"/>
          </a:solidFill>
        </p:spPr>
        <p:txBody>
          <a:bodyPr wrap="square" lIns="0" tIns="0" rIns="0" bIns="0" rtlCol="0">
            <a:noAutofit/>
          </a:bodyPr>
          <a:lstStyle/>
          <a:p>
            <a:endParaRPr/>
          </a:p>
        </p:txBody>
      </p:sp>
      <p:sp>
        <p:nvSpPr>
          <p:cNvPr id="72" name="object 72"/>
          <p:cNvSpPr/>
          <p:nvPr/>
        </p:nvSpPr>
        <p:spPr>
          <a:xfrm>
            <a:off x="3575304" y="1798820"/>
            <a:ext cx="89154" cy="675307"/>
          </a:xfrm>
          <a:custGeom>
            <a:avLst/>
            <a:gdLst/>
            <a:ahLst/>
            <a:cxnLst/>
            <a:rect l="l" t="t" r="r" b="b"/>
            <a:pathLst>
              <a:path w="89153" h="686562">
                <a:moveTo>
                  <a:pt x="89153" y="685800"/>
                </a:moveTo>
                <a:lnTo>
                  <a:pt x="27347" y="129540"/>
                </a:lnTo>
                <a:lnTo>
                  <a:pt x="14308" y="129540"/>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1371600" y="1792823"/>
            <a:ext cx="2210562" cy="237594"/>
          </a:xfrm>
          <a:custGeom>
            <a:avLst/>
            <a:gdLst/>
            <a:ahLst/>
            <a:cxnLst/>
            <a:rect l="l" t="t" r="r" b="b"/>
            <a:pathLst>
              <a:path w="2210562" h="241554">
                <a:moveTo>
                  <a:pt x="1024635" y="135636"/>
                </a:moveTo>
                <a:lnTo>
                  <a:pt x="898651" y="135636"/>
                </a:lnTo>
                <a:lnTo>
                  <a:pt x="0" y="228599"/>
                </a:lnTo>
                <a:lnTo>
                  <a:pt x="762" y="241553"/>
                </a:lnTo>
                <a:lnTo>
                  <a:pt x="1024635" y="135636"/>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78886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996683" y="2428780"/>
            <a:ext cx="2125218" cy="0"/>
          </a:xfrm>
          <a:custGeom>
            <a:avLst/>
            <a:gdLst/>
            <a:ahLst/>
            <a:cxnLst/>
            <a:rect l="l" t="t" r="r" b="b"/>
            <a:pathLst>
              <a:path w="2125218">
                <a:moveTo>
                  <a:pt x="2125218" y="0"/>
                </a:moveTo>
                <a:lnTo>
                  <a:pt x="0" y="0"/>
                </a:lnTo>
              </a:path>
            </a:pathLst>
          </a:custGeom>
          <a:ln w="14224">
            <a:solidFill>
              <a:srgbClr val="000000"/>
            </a:solidFill>
          </a:ln>
        </p:spPr>
        <p:txBody>
          <a:bodyPr wrap="square" lIns="0" tIns="0" rIns="0" bIns="0" rtlCol="0">
            <a:noAutofit/>
          </a:bodyPr>
          <a:lstStyle/>
          <a:p>
            <a:endParaRPr/>
          </a:p>
        </p:txBody>
      </p:sp>
      <p:sp>
        <p:nvSpPr>
          <p:cNvPr id="76" name="object 76"/>
          <p:cNvSpPr/>
          <p:nvPr/>
        </p:nvSpPr>
        <p:spPr>
          <a:xfrm>
            <a:off x="6996683" y="2828268"/>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77" name="object 77"/>
          <p:cNvSpPr/>
          <p:nvPr/>
        </p:nvSpPr>
        <p:spPr>
          <a:xfrm>
            <a:off x="70107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8" name="object 78"/>
          <p:cNvSpPr/>
          <p:nvPr/>
        </p:nvSpPr>
        <p:spPr>
          <a:xfrm>
            <a:off x="91078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9" name="object 79"/>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80" name="object 80"/>
          <p:cNvSpPr/>
          <p:nvPr/>
        </p:nvSpPr>
        <p:spPr>
          <a:xfrm>
            <a:off x="3429000" y="2473377"/>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49267" y="422909"/>
                </a:lnTo>
                <a:lnTo>
                  <a:pt x="108270" y="422909"/>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81" name="object 81"/>
          <p:cNvSpPr/>
          <p:nvPr/>
        </p:nvSpPr>
        <p:spPr>
          <a:xfrm>
            <a:off x="34229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3505200" y="2899098"/>
            <a:ext cx="304800" cy="0"/>
          </a:xfrm>
          <a:custGeom>
            <a:avLst/>
            <a:gdLst/>
            <a:ahLst/>
            <a:cxnLst/>
            <a:rect l="l" t="t" r="r" b="b"/>
            <a:pathLst>
              <a:path w="304800">
                <a:moveTo>
                  <a:pt x="304800" y="0"/>
                </a:moveTo>
                <a:lnTo>
                  <a:pt x="0" y="0"/>
                </a:lnTo>
              </a:path>
            </a:pathLst>
          </a:custGeom>
          <a:ln w="22606">
            <a:solidFill>
              <a:srgbClr val="BF504C"/>
            </a:solidFill>
          </a:ln>
        </p:spPr>
        <p:txBody>
          <a:bodyPr wrap="square" lIns="0" tIns="0" rIns="0" bIns="0" rtlCol="0">
            <a:noAutofit/>
          </a:bodyPr>
          <a:lstStyle/>
          <a:p>
            <a:endParaRPr/>
          </a:p>
        </p:txBody>
      </p:sp>
      <p:sp>
        <p:nvSpPr>
          <p:cNvPr id="83" name="object 83"/>
          <p:cNvSpPr/>
          <p:nvPr/>
        </p:nvSpPr>
        <p:spPr>
          <a:xfrm>
            <a:off x="5181600" y="3372787"/>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84" name="object 84"/>
          <p:cNvSpPr/>
          <p:nvPr/>
        </p:nvSpPr>
        <p:spPr>
          <a:xfrm>
            <a:off x="5175505"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5257800" y="3447737"/>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86" name="object 86"/>
          <p:cNvSpPr/>
          <p:nvPr/>
        </p:nvSpPr>
        <p:spPr>
          <a:xfrm>
            <a:off x="3656076" y="2917086"/>
            <a:ext cx="1756410" cy="462446"/>
          </a:xfrm>
          <a:custGeom>
            <a:avLst/>
            <a:gdLst/>
            <a:ahLst/>
            <a:cxnLst/>
            <a:rect l="l" t="t" r="r" b="b"/>
            <a:pathLst>
              <a:path w="1756410" h="470153">
                <a:moveTo>
                  <a:pt x="3810" y="0"/>
                </a:moveTo>
                <a:lnTo>
                  <a:pt x="0" y="12954"/>
                </a:lnTo>
                <a:lnTo>
                  <a:pt x="1752600" y="470153"/>
                </a:lnTo>
                <a:lnTo>
                  <a:pt x="1756410" y="457199"/>
                </a:lnTo>
                <a:lnTo>
                  <a:pt x="3810" y="0"/>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5406390" y="3817995"/>
            <a:ext cx="846582" cy="759251"/>
          </a:xfrm>
          <a:custGeom>
            <a:avLst/>
            <a:gdLst/>
            <a:ahLst/>
            <a:cxnLst/>
            <a:rect l="l" t="t" r="r" b="b"/>
            <a:pathLst>
              <a:path w="846582" h="771905">
                <a:moveTo>
                  <a:pt x="46939" y="35051"/>
                </a:moveTo>
                <a:lnTo>
                  <a:pt x="8382" y="0"/>
                </a:lnTo>
                <a:lnTo>
                  <a:pt x="0" y="9906"/>
                </a:lnTo>
                <a:lnTo>
                  <a:pt x="27660" y="35051"/>
                </a:lnTo>
                <a:lnTo>
                  <a:pt x="46939" y="35051"/>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213105"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3499105" y="359239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4731" y="264409"/>
                </a:move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2285" y="264409"/>
                </a:lnTo>
                <a:lnTo>
                  <a:pt x="14731" y="264409"/>
                </a:lnTo>
                <a:close/>
              </a:path>
              <a:path w="298707" h="468099">
                <a:moveTo>
                  <a:pt x="466960" y="26440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4258" y="264409"/>
                </a:lnTo>
                <a:lnTo>
                  <a:pt x="466960" y="264409"/>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370838" y="2917086"/>
            <a:ext cx="2288286" cy="462447"/>
          </a:xfrm>
          <a:custGeom>
            <a:avLst/>
            <a:gdLst/>
            <a:ahLst/>
            <a:cxnLst/>
            <a:rect l="l" t="t" r="r" b="b"/>
            <a:pathLst>
              <a:path w="2288286" h="470154">
                <a:moveTo>
                  <a:pt x="2288286" y="12953"/>
                </a:moveTo>
                <a:lnTo>
                  <a:pt x="2286000" y="0"/>
                </a:lnTo>
                <a:lnTo>
                  <a:pt x="0" y="457199"/>
                </a:lnTo>
                <a:lnTo>
                  <a:pt x="2286" y="470153"/>
                </a:lnTo>
                <a:lnTo>
                  <a:pt x="2288286" y="12953"/>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4795266" y="3819494"/>
            <a:ext cx="544068" cy="831205"/>
          </a:xfrm>
          <a:custGeom>
            <a:avLst/>
            <a:gdLst/>
            <a:ahLst/>
            <a:cxnLst/>
            <a:rect l="l" t="t" r="r" b="b"/>
            <a:pathLst>
              <a:path w="544067" h="845058">
                <a:moveTo>
                  <a:pt x="527096" y="33527"/>
                </a:moveTo>
                <a:lnTo>
                  <a:pt x="544067" y="6858"/>
                </a:lnTo>
                <a:lnTo>
                  <a:pt x="533399" y="0"/>
                </a:lnTo>
                <a:lnTo>
                  <a:pt x="512064" y="33527"/>
                </a:lnTo>
                <a:lnTo>
                  <a:pt x="527096" y="33527"/>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3651504" y="2923082"/>
            <a:ext cx="89154" cy="675307"/>
          </a:xfrm>
          <a:custGeom>
            <a:avLst/>
            <a:gdLst/>
            <a:ahLst/>
            <a:cxnLst/>
            <a:rect l="l" t="t" r="r" b="b"/>
            <a:pathLst>
              <a:path w="89153" h="686562">
                <a:moveTo>
                  <a:pt x="12953" y="0"/>
                </a:moveTo>
                <a:lnTo>
                  <a:pt x="0" y="762"/>
                </a:lnTo>
                <a:lnTo>
                  <a:pt x="76199" y="686562"/>
                </a:lnTo>
                <a:lnTo>
                  <a:pt x="89153" y="685800"/>
                </a:lnTo>
                <a:lnTo>
                  <a:pt x="12953" y="0"/>
                </a:lnTo>
                <a:close/>
              </a:path>
            </a:pathLst>
          </a:custGeom>
          <a:solidFill>
            <a:srgbClr val="000000"/>
          </a:solidFill>
        </p:spPr>
        <p:txBody>
          <a:bodyPr wrap="square" lIns="0" tIns="0" rIns="0" bIns="0" rtlCol="0">
            <a:noAutofit/>
          </a:bodyPr>
          <a:lstStyle/>
          <a:p>
            <a:endParaRPr/>
          </a:p>
        </p:txBody>
      </p:sp>
      <p:sp>
        <p:nvSpPr>
          <p:cNvPr id="93" name="object 93"/>
          <p:cNvSpPr/>
          <p:nvPr/>
        </p:nvSpPr>
        <p:spPr>
          <a:xfrm>
            <a:off x="78886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6996683" y="3228131"/>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95" name="object 95"/>
          <p:cNvSpPr/>
          <p:nvPr/>
        </p:nvSpPr>
        <p:spPr>
          <a:xfrm>
            <a:off x="6996683" y="3627993"/>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7010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91078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8" name="object 9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9" name="object 99"/>
          <p:cNvSpPr/>
          <p:nvPr/>
        </p:nvSpPr>
        <p:spPr>
          <a:xfrm>
            <a:off x="6019800" y="4571999"/>
            <a:ext cx="457200" cy="449705"/>
          </a:xfrm>
          <a:custGeom>
            <a:avLst/>
            <a:gdLst/>
            <a:ahLst/>
            <a:cxnLst/>
            <a:rect l="l" t="t" r="r" b="b"/>
            <a:pathLst>
              <a:path w="457200" h="457200">
                <a:moveTo>
                  <a:pt x="456411" y="247650"/>
                </a:move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794" y="247650"/>
                </a:lnTo>
                <a:lnTo>
                  <a:pt x="456411" y="247650"/>
                </a:lnTo>
                <a:close/>
              </a:path>
            </a:pathLst>
          </a:custGeom>
          <a:solidFill>
            <a:srgbClr val="BF504C"/>
          </a:solidFill>
        </p:spPr>
        <p:txBody>
          <a:bodyPr wrap="square" lIns="0" tIns="0" rIns="0" bIns="0" rtlCol="0">
            <a:noAutofit/>
          </a:bodyPr>
          <a:lstStyle/>
          <a:p>
            <a:endParaRPr/>
          </a:p>
        </p:txBody>
      </p:sp>
      <p:sp>
        <p:nvSpPr>
          <p:cNvPr id="100" name="object 100"/>
          <p:cNvSpPr/>
          <p:nvPr/>
        </p:nvSpPr>
        <p:spPr>
          <a:xfrm>
            <a:off x="6013705" y="456675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3462" y="252979"/>
                </a:move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168" y="252979"/>
                </a:lnTo>
                <a:lnTo>
                  <a:pt x="13462" y="252979"/>
                </a:lnTo>
                <a:close/>
              </a:path>
              <a:path w="298707" h="468099">
                <a:moveTo>
                  <a:pt x="468158" y="25297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6097" y="252979"/>
                </a:lnTo>
                <a:lnTo>
                  <a:pt x="468158" y="252979"/>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6096000" y="4646950"/>
            <a:ext cx="304800" cy="168639"/>
          </a:xfrm>
          <a:custGeom>
            <a:avLst/>
            <a:gdLst/>
            <a:ahLst/>
            <a:cxnLst/>
            <a:rect l="l" t="t" r="r" b="b"/>
            <a:pathLst>
              <a:path w="304800" h="171450">
                <a:moveTo>
                  <a:pt x="0" y="0"/>
                </a:moveTo>
                <a:lnTo>
                  <a:pt x="0" y="171450"/>
                </a:lnTo>
                <a:lnTo>
                  <a:pt x="304800" y="171450"/>
                </a:lnTo>
                <a:lnTo>
                  <a:pt x="304800" y="0"/>
                </a:lnTo>
                <a:lnTo>
                  <a:pt x="0" y="0"/>
                </a:lnTo>
                <a:close/>
              </a:path>
            </a:pathLst>
          </a:custGeom>
          <a:solidFill>
            <a:srgbClr val="BF504C"/>
          </a:solidFill>
        </p:spPr>
        <p:txBody>
          <a:bodyPr wrap="square" lIns="0" tIns="0" rIns="0" bIns="0" rtlCol="0">
            <a:noAutofit/>
          </a:bodyPr>
          <a:lstStyle/>
          <a:p>
            <a:endParaRPr/>
          </a:p>
        </p:txBody>
      </p:sp>
      <p:sp>
        <p:nvSpPr>
          <p:cNvPr id="102" name="object 102"/>
          <p:cNvSpPr/>
          <p:nvPr/>
        </p:nvSpPr>
        <p:spPr>
          <a:xfrm>
            <a:off x="5406390" y="3817995"/>
            <a:ext cx="846582" cy="759251"/>
          </a:xfrm>
          <a:custGeom>
            <a:avLst/>
            <a:gdLst/>
            <a:ahLst/>
            <a:cxnLst/>
            <a:rect l="l" t="t" r="r" b="b"/>
            <a:pathLst>
              <a:path w="846582" h="771905">
                <a:moveTo>
                  <a:pt x="846582" y="761999"/>
                </a:moveTo>
                <a:lnTo>
                  <a:pt x="46939" y="35051"/>
                </a:lnTo>
                <a:lnTo>
                  <a:pt x="27660" y="35051"/>
                </a:lnTo>
                <a:lnTo>
                  <a:pt x="838200" y="771905"/>
                </a:lnTo>
                <a:lnTo>
                  <a:pt x="846582" y="761999"/>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3499105" y="359239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6960" y="264409"/>
                </a:lnTo>
                <a:lnTo>
                  <a:pt x="454258" y="26440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4731" y="264409"/>
                </a:lnTo>
                <a:lnTo>
                  <a:pt x="2285" y="26440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4795266" y="3819494"/>
            <a:ext cx="544068" cy="831205"/>
          </a:xfrm>
          <a:custGeom>
            <a:avLst/>
            <a:gdLst/>
            <a:ahLst/>
            <a:cxnLst/>
            <a:rect l="l" t="t" r="r" b="b"/>
            <a:pathLst>
              <a:path w="544067" h="845058">
                <a:moveTo>
                  <a:pt x="527096" y="33527"/>
                </a:moveTo>
                <a:lnTo>
                  <a:pt x="512064" y="33527"/>
                </a:lnTo>
                <a:lnTo>
                  <a:pt x="0" y="838200"/>
                </a:lnTo>
                <a:lnTo>
                  <a:pt x="10667" y="845058"/>
                </a:lnTo>
                <a:lnTo>
                  <a:pt x="527096" y="33527"/>
                </a:lnTo>
                <a:close/>
              </a:path>
            </a:pathLst>
          </a:custGeom>
          <a:solidFill>
            <a:srgbClr val="000000"/>
          </a:solidFill>
        </p:spPr>
        <p:txBody>
          <a:bodyPr wrap="square" lIns="0" tIns="0" rIns="0" bIns="0" rtlCol="0">
            <a:noAutofit/>
          </a:bodyPr>
          <a:lstStyle/>
          <a:p>
            <a:endParaRPr/>
          </a:p>
        </p:txBody>
      </p:sp>
      <p:sp>
        <p:nvSpPr>
          <p:cNvPr id="105" name="object 105"/>
          <p:cNvSpPr/>
          <p:nvPr/>
        </p:nvSpPr>
        <p:spPr>
          <a:xfrm>
            <a:off x="4565905" y="464170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1240" y="17677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8430" y="176779"/>
                </a:lnTo>
                <a:lnTo>
                  <a:pt x="21240" y="176779"/>
                </a:lnTo>
                <a:close/>
              </a:path>
              <a:path w="298707" h="468099">
                <a:moveTo>
                  <a:pt x="461706" y="17677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8551" y="176779"/>
                </a:lnTo>
                <a:lnTo>
                  <a:pt x="461706" y="176779"/>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78886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6996683" y="4027481"/>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6996683" y="4427344"/>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109" name="object 109"/>
          <p:cNvSpPr/>
          <p:nvPr/>
        </p:nvSpPr>
        <p:spPr>
          <a:xfrm>
            <a:off x="7010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0" name="object 110"/>
          <p:cNvSpPr/>
          <p:nvPr/>
        </p:nvSpPr>
        <p:spPr>
          <a:xfrm>
            <a:off x="91078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1" name="object 11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12" name="object 112"/>
          <p:cNvSpPr/>
          <p:nvPr/>
        </p:nvSpPr>
        <p:spPr>
          <a:xfrm>
            <a:off x="6019800" y="457199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11" y="247650"/>
                </a:lnTo>
                <a:lnTo>
                  <a:pt x="794" y="247650"/>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13" name="object 113"/>
          <p:cNvSpPr/>
          <p:nvPr/>
        </p:nvSpPr>
        <p:spPr>
          <a:xfrm>
            <a:off x="6013705" y="456675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8158" y="252979"/>
                </a:lnTo>
                <a:lnTo>
                  <a:pt x="456097" y="25297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3462" y="252979"/>
                </a:lnTo>
                <a:lnTo>
                  <a:pt x="1168" y="252979"/>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4" name="object 114"/>
          <p:cNvSpPr/>
          <p:nvPr/>
        </p:nvSpPr>
        <p:spPr>
          <a:xfrm>
            <a:off x="6096000" y="4814840"/>
            <a:ext cx="304800" cy="193373"/>
          </a:xfrm>
          <a:custGeom>
            <a:avLst/>
            <a:gdLst/>
            <a:ahLst/>
            <a:cxnLst/>
            <a:rect l="l" t="t" r="r" b="b"/>
            <a:pathLst>
              <a:path w="304800" h="196596">
                <a:moveTo>
                  <a:pt x="304800" y="762"/>
                </a:moveTo>
                <a:lnTo>
                  <a:pt x="0" y="762"/>
                </a:lnTo>
                <a:lnTo>
                  <a:pt x="0" y="196596"/>
                </a:lnTo>
                <a:lnTo>
                  <a:pt x="304800" y="196596"/>
                </a:lnTo>
                <a:lnTo>
                  <a:pt x="304800" y="762"/>
                </a:lnTo>
                <a:close/>
              </a:path>
            </a:pathLst>
          </a:custGeom>
          <a:solidFill>
            <a:srgbClr val="BF504C"/>
          </a:solidFill>
        </p:spPr>
        <p:txBody>
          <a:bodyPr wrap="square" lIns="0" tIns="0" rIns="0" bIns="0" rtlCol="0">
            <a:noAutofit/>
          </a:bodyPr>
          <a:lstStyle/>
          <a:p>
            <a:endParaRPr/>
          </a:p>
        </p:txBody>
      </p:sp>
      <p:sp>
        <p:nvSpPr>
          <p:cNvPr id="115" name="object 115"/>
          <p:cNvSpPr/>
          <p:nvPr/>
        </p:nvSpPr>
        <p:spPr>
          <a:xfrm>
            <a:off x="4565905" y="464170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1706" y="176779"/>
                </a:lnTo>
                <a:lnTo>
                  <a:pt x="448551" y="176779"/>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1240" y="176779"/>
                </a:lnTo>
                <a:lnTo>
                  <a:pt x="8430" y="176779"/>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6" name="object 116"/>
          <p:cNvSpPr/>
          <p:nvPr/>
        </p:nvSpPr>
        <p:spPr>
          <a:xfrm>
            <a:off x="788860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17" name="object 117"/>
          <p:cNvSpPr/>
          <p:nvPr/>
        </p:nvSpPr>
        <p:spPr>
          <a:xfrm>
            <a:off x="6996683" y="4827207"/>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118" name="object 118"/>
          <p:cNvSpPr/>
          <p:nvPr/>
        </p:nvSpPr>
        <p:spPr>
          <a:xfrm>
            <a:off x="6996683" y="5226694"/>
            <a:ext cx="2125218" cy="0"/>
          </a:xfrm>
          <a:custGeom>
            <a:avLst/>
            <a:gdLst/>
            <a:ahLst/>
            <a:cxnLst/>
            <a:rect l="l" t="t" r="r" b="b"/>
            <a:pathLst>
              <a:path w="2125218">
                <a:moveTo>
                  <a:pt x="2125218" y="0"/>
                </a:moveTo>
                <a:lnTo>
                  <a:pt x="0" y="0"/>
                </a:lnTo>
              </a:path>
            </a:pathLst>
          </a:custGeom>
          <a:ln w="14223">
            <a:solidFill>
              <a:srgbClr val="000000"/>
            </a:solidFill>
          </a:ln>
        </p:spPr>
        <p:txBody>
          <a:bodyPr wrap="square" lIns="0" tIns="0" rIns="0" bIns="0" rtlCol="0">
            <a:noAutofit/>
          </a:bodyPr>
          <a:lstStyle/>
          <a:p>
            <a:endParaRPr/>
          </a:p>
        </p:txBody>
      </p:sp>
      <p:sp>
        <p:nvSpPr>
          <p:cNvPr id="119" name="object 119"/>
          <p:cNvSpPr/>
          <p:nvPr/>
        </p:nvSpPr>
        <p:spPr>
          <a:xfrm>
            <a:off x="6996683" y="5626557"/>
            <a:ext cx="2125218" cy="0"/>
          </a:xfrm>
          <a:custGeom>
            <a:avLst/>
            <a:gdLst/>
            <a:ahLst/>
            <a:cxnLst/>
            <a:rect l="l" t="t" r="r" b="b"/>
            <a:pathLst>
              <a:path w="2125218">
                <a:moveTo>
                  <a:pt x="2125218" y="0"/>
                </a:moveTo>
                <a:lnTo>
                  <a:pt x="0" y="0"/>
                </a:lnTo>
              </a:path>
            </a:pathLst>
          </a:custGeom>
          <a:ln w="13461">
            <a:solidFill>
              <a:srgbClr val="000000"/>
            </a:solidFill>
          </a:ln>
        </p:spPr>
        <p:txBody>
          <a:bodyPr wrap="square" lIns="0" tIns="0" rIns="0" bIns="0" rtlCol="0">
            <a:noAutofit/>
          </a:bodyPr>
          <a:lstStyle/>
          <a:p>
            <a:endParaRPr/>
          </a:p>
        </p:txBody>
      </p:sp>
      <p:sp>
        <p:nvSpPr>
          <p:cNvPr id="120" name="object 120"/>
          <p:cNvSpPr/>
          <p:nvPr/>
        </p:nvSpPr>
        <p:spPr>
          <a:xfrm>
            <a:off x="70107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1" name="object 121"/>
          <p:cNvSpPr/>
          <p:nvPr/>
        </p:nvSpPr>
        <p:spPr>
          <a:xfrm>
            <a:off x="91078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2" name="object 122"/>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23" name="object 123"/>
          <p:cNvSpPr/>
          <p:nvPr/>
        </p:nvSpPr>
        <p:spPr>
          <a:xfrm>
            <a:off x="0" y="6520722"/>
            <a:ext cx="9144000" cy="224852"/>
          </a:xfrm>
          <a:prstGeom prst="rect">
            <a:avLst/>
          </a:prstGeom>
          <a:blipFill>
            <a:blip r:embed="rId2" cstate="print"/>
            <a:stretch>
              <a:fillRect/>
            </a:stretch>
          </a:blipFill>
        </p:spPr>
        <p:txBody>
          <a:bodyPr wrap="square" lIns="0" tIns="0" rIns="0" bIns="0" rtlCol="0">
            <a:noAutofit/>
          </a:bodyPr>
          <a:lstStyle/>
          <a:p>
            <a:endParaRPr/>
          </a:p>
        </p:txBody>
      </p:sp>
      <p:sp>
        <p:nvSpPr>
          <p:cNvPr id="124" name="object 124"/>
          <p:cNvSpPr/>
          <p:nvPr/>
        </p:nvSpPr>
        <p:spPr>
          <a:xfrm>
            <a:off x="7888605" y="5777959"/>
            <a:ext cx="0" cy="262328"/>
          </a:xfrm>
          <a:custGeom>
            <a:avLst/>
            <a:gdLst/>
            <a:ahLst/>
            <a:cxnLst/>
            <a:rect l="l" t="t" r="r" b="b"/>
            <a:pathLst>
              <a:path h="266700">
                <a:moveTo>
                  <a:pt x="0" y="762"/>
                </a:moveTo>
                <a:lnTo>
                  <a:pt x="0" y="266700"/>
                </a:lnTo>
              </a:path>
            </a:pathLst>
          </a:custGeom>
          <a:ln w="14223">
            <a:solidFill>
              <a:srgbClr val="000000"/>
            </a:solidFill>
          </a:ln>
        </p:spPr>
        <p:txBody>
          <a:bodyPr wrap="square" lIns="0" tIns="0" rIns="0" bIns="0" rtlCol="0">
            <a:noAutofit/>
          </a:bodyPr>
          <a:lstStyle/>
          <a:p>
            <a:endParaRPr/>
          </a:p>
        </p:txBody>
      </p:sp>
      <p:sp>
        <p:nvSpPr>
          <p:cNvPr id="125" name="object 125"/>
          <p:cNvSpPr/>
          <p:nvPr/>
        </p:nvSpPr>
        <p:spPr>
          <a:xfrm>
            <a:off x="7010781"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26" name="object 126"/>
          <p:cNvSpPr/>
          <p:nvPr/>
        </p:nvSpPr>
        <p:spPr>
          <a:xfrm>
            <a:off x="9107805" y="5777959"/>
            <a:ext cx="0" cy="262328"/>
          </a:xfrm>
          <a:custGeom>
            <a:avLst/>
            <a:gdLst/>
            <a:ahLst/>
            <a:cxnLst/>
            <a:rect l="l" t="t" r="r" b="b"/>
            <a:pathLst>
              <a:path h="266700">
                <a:moveTo>
                  <a:pt x="0" y="762"/>
                </a:moveTo>
                <a:lnTo>
                  <a:pt x="0" y="266700"/>
                </a:lnTo>
              </a:path>
            </a:pathLst>
          </a:custGeom>
          <a:ln w="29464">
            <a:solidFill>
              <a:srgbClr val="000000"/>
            </a:solidFill>
          </a:ln>
        </p:spPr>
        <p:txBody>
          <a:bodyPr wrap="square" lIns="0" tIns="0" rIns="0" bIns="0" rtlCol="0">
            <a:noAutofit/>
          </a:bodyPr>
          <a:lstStyle/>
          <a:p>
            <a:endParaRPr/>
          </a:p>
        </p:txBody>
      </p:sp>
      <p:sp>
        <p:nvSpPr>
          <p:cNvPr id="127" name="object 127"/>
          <p:cNvSpPr/>
          <p:nvPr/>
        </p:nvSpPr>
        <p:spPr>
          <a:xfrm>
            <a:off x="6996683" y="6026421"/>
            <a:ext cx="2125218" cy="0"/>
          </a:xfrm>
          <a:custGeom>
            <a:avLst/>
            <a:gdLst/>
            <a:ahLst/>
            <a:cxnLst/>
            <a:rect l="l" t="t" r="r" b="b"/>
            <a:pathLst>
              <a:path w="2125218">
                <a:moveTo>
                  <a:pt x="2125218" y="0"/>
                </a:moveTo>
                <a:lnTo>
                  <a:pt x="0" y="0"/>
                </a:lnTo>
              </a:path>
            </a:pathLst>
          </a:custGeom>
          <a:ln w="29464">
            <a:solidFill>
              <a:srgbClr val="000000"/>
            </a:solidFill>
          </a:ln>
        </p:spPr>
        <p:txBody>
          <a:bodyPr wrap="square" lIns="0" tIns="0" rIns="0" bIns="0" rtlCol="0">
            <a:noAutofit/>
          </a:bodyPr>
          <a:lstStyle/>
          <a:p>
            <a:endParaRPr/>
          </a:p>
        </p:txBody>
      </p:sp>
      <p:sp>
        <p:nvSpPr>
          <p:cNvPr id="54" name="object 54"/>
          <p:cNvSpPr txBox="1"/>
          <p:nvPr/>
        </p:nvSpPr>
        <p:spPr>
          <a:xfrm>
            <a:off x="1492250" y="758939"/>
            <a:ext cx="380340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 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0" baseline="3103" dirty="0">
                <a:latin typeface="Calibri"/>
                <a:cs typeface="Calibri"/>
              </a:rPr>
              <a:t>–</a:t>
            </a:r>
            <a:endParaRPr sz="4400">
              <a:latin typeface="Calibri"/>
              <a:cs typeface="Calibri"/>
            </a:endParaRPr>
          </a:p>
        </p:txBody>
      </p:sp>
      <p:sp>
        <p:nvSpPr>
          <p:cNvPr id="53" name="object 53"/>
          <p:cNvSpPr txBox="1"/>
          <p:nvPr/>
        </p:nvSpPr>
        <p:spPr>
          <a:xfrm>
            <a:off x="5312919"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52" name="object 52"/>
          <p:cNvSpPr txBox="1"/>
          <p:nvPr/>
        </p:nvSpPr>
        <p:spPr>
          <a:xfrm>
            <a:off x="64216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1" name="object 51"/>
          <p:cNvSpPr txBox="1"/>
          <p:nvPr/>
        </p:nvSpPr>
        <p:spPr>
          <a:xfrm>
            <a:off x="3888741" y="1273664"/>
            <a:ext cx="519923" cy="549631"/>
          </a:xfrm>
          <a:prstGeom prst="rect">
            <a:avLst/>
          </a:prstGeom>
        </p:spPr>
        <p:txBody>
          <a:bodyPr wrap="square" lIns="0" tIns="0" rIns="0" bIns="0" rtlCol="0">
            <a:noAutofit/>
          </a:bodyPr>
          <a:lstStyle/>
          <a:p>
            <a:pPr marL="12700" marR="1159">
              <a:lnSpc>
                <a:spcPts val="1935"/>
              </a:lnSpc>
              <a:spcBef>
                <a:spcPts val="96"/>
              </a:spcBef>
            </a:pPr>
            <a:r>
              <a:rPr sz="2700" b="1" spc="0" baseline="3034" dirty="0">
                <a:solidFill>
                  <a:srgbClr val="4E81BD"/>
                </a:solidFill>
                <a:latin typeface="Calibri"/>
                <a:cs typeface="Calibri"/>
              </a:rPr>
              <a:t>S</a:t>
            </a:r>
            <a:r>
              <a:rPr sz="2700" b="1" spc="-14"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a:p>
            <a:pPr marL="241300">
              <a:lnSpc>
                <a:spcPct val="101725"/>
              </a:lnSpc>
              <a:spcBef>
                <a:spcPts val="103"/>
              </a:spcBef>
            </a:pPr>
            <a:r>
              <a:rPr sz="1800" b="1" spc="0" dirty="0">
                <a:solidFill>
                  <a:srgbClr val="BF504C"/>
                </a:solidFill>
                <a:latin typeface="Calibri"/>
                <a:cs typeface="Calibri"/>
              </a:rPr>
              <a:t>75</a:t>
            </a:r>
            <a:endParaRPr sz="1800">
              <a:latin typeface="Calibri"/>
              <a:cs typeface="Calibri"/>
            </a:endParaRPr>
          </a:p>
        </p:txBody>
      </p:sp>
      <p:sp>
        <p:nvSpPr>
          <p:cNvPr id="50" name="object 50"/>
          <p:cNvSpPr txBox="1"/>
          <p:nvPr/>
        </p:nvSpPr>
        <p:spPr>
          <a:xfrm>
            <a:off x="2212347" y="1648403"/>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9" name="object 49"/>
          <p:cNvSpPr txBox="1"/>
          <p:nvPr/>
        </p:nvSpPr>
        <p:spPr>
          <a:xfrm>
            <a:off x="5260341" y="2023172"/>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8" name="object 48"/>
          <p:cNvSpPr txBox="1"/>
          <p:nvPr/>
        </p:nvSpPr>
        <p:spPr>
          <a:xfrm>
            <a:off x="4498348" y="20374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47" name="object 47"/>
          <p:cNvSpPr txBox="1"/>
          <p:nvPr/>
        </p:nvSpPr>
        <p:spPr>
          <a:xfrm>
            <a:off x="459741" y="209813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[329]</a:t>
            </a:r>
            <a:endParaRPr sz="1800">
              <a:latin typeface="Calibri"/>
              <a:cs typeface="Calibri"/>
            </a:endParaRPr>
          </a:p>
        </p:txBody>
      </p:sp>
      <p:sp>
        <p:nvSpPr>
          <p:cNvPr id="46" name="object 46"/>
          <p:cNvSpPr txBox="1"/>
          <p:nvPr/>
        </p:nvSpPr>
        <p:spPr>
          <a:xfrm>
            <a:off x="3660140" y="2112363"/>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45" name="object 45"/>
          <p:cNvSpPr txBox="1"/>
          <p:nvPr/>
        </p:nvSpPr>
        <p:spPr>
          <a:xfrm>
            <a:off x="1297939" y="217307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4" name="object 44"/>
          <p:cNvSpPr txBox="1"/>
          <p:nvPr/>
        </p:nvSpPr>
        <p:spPr>
          <a:xfrm>
            <a:off x="2821933" y="26370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43" name="object 43"/>
          <p:cNvSpPr txBox="1"/>
          <p:nvPr/>
        </p:nvSpPr>
        <p:spPr>
          <a:xfrm>
            <a:off x="4269741" y="2847631"/>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99</a:t>
            </a:r>
            <a:endParaRPr sz="1800">
              <a:latin typeface="Calibri"/>
              <a:cs typeface="Calibri"/>
            </a:endParaRPr>
          </a:p>
        </p:txBody>
      </p:sp>
      <p:sp>
        <p:nvSpPr>
          <p:cNvPr id="42" name="object 42"/>
          <p:cNvSpPr txBox="1"/>
          <p:nvPr/>
        </p:nvSpPr>
        <p:spPr>
          <a:xfrm>
            <a:off x="2364741" y="2922581"/>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80</a:t>
            </a:r>
            <a:endParaRPr sz="1800">
              <a:latin typeface="Calibri"/>
              <a:cs typeface="Calibri"/>
            </a:endParaRPr>
          </a:p>
        </p:txBody>
      </p:sp>
      <p:sp>
        <p:nvSpPr>
          <p:cNvPr id="41" name="object 41"/>
          <p:cNvSpPr txBox="1"/>
          <p:nvPr/>
        </p:nvSpPr>
        <p:spPr>
          <a:xfrm>
            <a:off x="612133" y="33865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[193]</a:t>
            </a:r>
            <a:endParaRPr sz="1800">
              <a:latin typeface="Calibri"/>
              <a:cs typeface="Calibri"/>
            </a:endParaRPr>
          </a:p>
        </p:txBody>
      </p:sp>
      <p:sp>
        <p:nvSpPr>
          <p:cNvPr id="40" name="object 40"/>
          <p:cNvSpPr txBox="1"/>
          <p:nvPr/>
        </p:nvSpPr>
        <p:spPr>
          <a:xfrm>
            <a:off x="5717541" y="3447237"/>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[178]</a:t>
            </a:r>
            <a:endParaRPr sz="1800">
              <a:latin typeface="Calibri"/>
              <a:cs typeface="Calibri"/>
            </a:endParaRPr>
          </a:p>
        </p:txBody>
      </p:sp>
      <p:sp>
        <p:nvSpPr>
          <p:cNvPr id="39" name="object 39"/>
          <p:cNvSpPr txBox="1"/>
          <p:nvPr/>
        </p:nvSpPr>
        <p:spPr>
          <a:xfrm>
            <a:off x="1374140" y="3522188"/>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8" name="object 38"/>
          <p:cNvSpPr txBox="1"/>
          <p:nvPr/>
        </p:nvSpPr>
        <p:spPr>
          <a:xfrm>
            <a:off x="3660140" y="3747040"/>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37" name="object 37"/>
          <p:cNvSpPr txBox="1"/>
          <p:nvPr/>
        </p:nvSpPr>
        <p:spPr>
          <a:xfrm>
            <a:off x="2898141" y="3761282"/>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[366]</a:t>
            </a:r>
            <a:endParaRPr sz="1800">
              <a:latin typeface="Calibri"/>
              <a:cs typeface="Calibri"/>
            </a:endParaRPr>
          </a:p>
        </p:txBody>
      </p:sp>
      <p:sp>
        <p:nvSpPr>
          <p:cNvPr id="36" name="object 36"/>
          <p:cNvSpPr txBox="1"/>
          <p:nvPr/>
        </p:nvSpPr>
        <p:spPr>
          <a:xfrm>
            <a:off x="5793740" y="3971893"/>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211</a:t>
            </a:r>
            <a:endParaRPr sz="1800">
              <a:latin typeface="Calibri"/>
              <a:cs typeface="Calibri"/>
            </a:endParaRPr>
          </a:p>
        </p:txBody>
      </p:sp>
      <p:sp>
        <p:nvSpPr>
          <p:cNvPr id="35" name="object 35"/>
          <p:cNvSpPr txBox="1"/>
          <p:nvPr/>
        </p:nvSpPr>
        <p:spPr>
          <a:xfrm>
            <a:off x="6555740" y="4646450"/>
            <a:ext cx="32346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[0]</a:t>
            </a:r>
            <a:endParaRPr sz="1800">
              <a:latin typeface="Calibri"/>
              <a:cs typeface="Calibri"/>
            </a:endParaRPr>
          </a:p>
        </p:txBody>
      </p:sp>
      <p:sp>
        <p:nvSpPr>
          <p:cNvPr id="34" name="object 34"/>
          <p:cNvSpPr txBox="1"/>
          <p:nvPr/>
        </p:nvSpPr>
        <p:spPr>
          <a:xfrm>
            <a:off x="3964941" y="4721402"/>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3" name="object 33"/>
          <p:cNvSpPr txBox="1"/>
          <p:nvPr/>
        </p:nvSpPr>
        <p:spPr>
          <a:xfrm>
            <a:off x="6174740" y="4721401"/>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2" name="object 32"/>
          <p:cNvSpPr txBox="1"/>
          <p:nvPr/>
        </p:nvSpPr>
        <p:spPr>
          <a:xfrm>
            <a:off x="4726941" y="4796353"/>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1" name="object 31"/>
          <p:cNvSpPr txBox="1"/>
          <p:nvPr/>
        </p:nvSpPr>
        <p:spPr>
          <a:xfrm>
            <a:off x="5869941" y="5246057"/>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30" name="object 30"/>
          <p:cNvSpPr txBox="1"/>
          <p:nvPr/>
        </p:nvSpPr>
        <p:spPr>
          <a:xfrm>
            <a:off x="154940" y="5695763"/>
            <a:ext cx="3726412" cy="654570"/>
          </a:xfrm>
          <a:prstGeom prst="rect">
            <a:avLst/>
          </a:prstGeom>
        </p:spPr>
        <p:txBody>
          <a:bodyPr wrap="square" lIns="0" tIns="0" rIns="0" bIns="0" rtlCol="0">
            <a:noAutofit/>
          </a:bodyPr>
          <a:lstStyle/>
          <a:p>
            <a:pPr marL="12700">
              <a:lnSpc>
                <a:spcPts val="1935"/>
              </a:lnSpc>
              <a:spcBef>
                <a:spcPts val="96"/>
              </a:spcBef>
            </a:pPr>
            <a:r>
              <a:rPr sz="2700" b="1" spc="-34" baseline="3034" dirty="0">
                <a:latin typeface="Calibri"/>
                <a:cs typeface="Calibri"/>
              </a:rPr>
              <a:t>P</a:t>
            </a:r>
            <a:r>
              <a:rPr sz="2700" b="1" spc="-19" baseline="3034" dirty="0">
                <a:latin typeface="Calibri"/>
                <a:cs typeface="Calibri"/>
              </a:rPr>
              <a:t>a</a:t>
            </a:r>
            <a:r>
              <a:rPr sz="2700" b="1" spc="0" baseline="3034" dirty="0">
                <a:latin typeface="Calibri"/>
                <a:cs typeface="Calibri"/>
              </a:rPr>
              <a:t>th </a:t>
            </a:r>
            <a:r>
              <a:rPr sz="2700" b="1" spc="-9" baseline="3034" dirty="0">
                <a:latin typeface="Calibri"/>
                <a:cs typeface="Calibri"/>
              </a:rPr>
              <a:t>cos</a:t>
            </a:r>
            <a:r>
              <a:rPr sz="2700" b="1" spc="0" baseline="3034" dirty="0">
                <a:latin typeface="Calibri"/>
                <a:cs typeface="Calibri"/>
              </a:rPr>
              <a:t>t</a:t>
            </a:r>
            <a:r>
              <a:rPr sz="2700" b="1" spc="-9" baseline="3034" dirty="0">
                <a:latin typeface="Calibri"/>
                <a:cs typeface="Calibri"/>
              </a:rPr>
              <a:t>(</a:t>
            </a:r>
            <a:r>
              <a:rPr sz="2700" b="1" spc="4" baseline="3034" dirty="0">
                <a:latin typeface="Calibri"/>
                <a:cs typeface="Calibri"/>
              </a:rPr>
              <a:t>A</a:t>
            </a:r>
            <a:r>
              <a:rPr sz="2700" b="1" spc="0" baseline="3034" dirty="0">
                <a:latin typeface="Calibri"/>
                <a:cs typeface="Calibri"/>
              </a:rPr>
              <a:t>-E-F-</a:t>
            </a:r>
            <a:r>
              <a:rPr sz="2700" b="1" spc="-4" baseline="3034" dirty="0">
                <a:latin typeface="Calibri"/>
                <a:cs typeface="Calibri"/>
              </a:rPr>
              <a:t>I</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4" baseline="3034" dirty="0">
                <a:latin typeface="Calibri"/>
                <a:cs typeface="Calibri"/>
              </a:rPr>
              <a:t> </a:t>
            </a:r>
            <a:r>
              <a:rPr sz="2700" b="1" spc="0" baseline="3034" dirty="0">
                <a:latin typeface="Calibri"/>
                <a:cs typeface="Calibri"/>
              </a:rPr>
              <a:t>253</a:t>
            </a:r>
            <a:r>
              <a:rPr sz="2700" b="1" spc="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178</a:t>
            </a:r>
            <a:r>
              <a:rPr sz="2700" b="1" spc="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0</a:t>
            </a:r>
            <a:r>
              <a:rPr sz="2700" b="1" spc="4" baseline="3034" dirty="0">
                <a:latin typeface="Calibri"/>
                <a:cs typeface="Calibri"/>
              </a:rPr>
              <a:t> </a:t>
            </a:r>
            <a:r>
              <a:rPr sz="2700" b="1" spc="0" baseline="3034" dirty="0">
                <a:latin typeface="Calibri"/>
                <a:cs typeface="Calibri"/>
              </a:rPr>
              <a:t>=</a:t>
            </a:r>
            <a:r>
              <a:rPr sz="2700" b="1" spc="4" baseline="3034" dirty="0">
                <a:latin typeface="Calibri"/>
                <a:cs typeface="Calibri"/>
              </a:rPr>
              <a:t> </a:t>
            </a:r>
            <a:r>
              <a:rPr sz="2700" b="1" spc="0" baseline="3034" dirty="0">
                <a:solidFill>
                  <a:srgbClr val="0000FF"/>
                </a:solidFill>
                <a:latin typeface="Calibri"/>
                <a:cs typeface="Calibri"/>
              </a:rPr>
              <a:t>431</a:t>
            </a:r>
            <a:endParaRPr sz="1800">
              <a:latin typeface="Calibri"/>
              <a:cs typeface="Calibri"/>
            </a:endParaRPr>
          </a:p>
          <a:p>
            <a:pPr marL="12700" marR="34289">
              <a:lnSpc>
                <a:spcPct val="101725"/>
              </a:lnSpc>
              <a:spcBef>
                <a:spcPts val="945"/>
              </a:spcBef>
            </a:pPr>
            <a:r>
              <a:rPr sz="1800" b="1" spc="0" dirty="0">
                <a:latin typeface="Calibri"/>
                <a:cs typeface="Calibri"/>
              </a:rPr>
              <a:t>di</a:t>
            </a:r>
            <a:r>
              <a:rPr sz="1800" b="1" spc="-14" dirty="0">
                <a:latin typeface="Calibri"/>
                <a:cs typeface="Calibri"/>
              </a:rPr>
              <a:t>s</a:t>
            </a:r>
            <a:r>
              <a:rPr sz="1800" b="1" spc="0" dirty="0">
                <a:latin typeface="Calibri"/>
                <a:cs typeface="Calibri"/>
              </a:rPr>
              <a:t>t(A-E-F-I)</a:t>
            </a:r>
            <a:r>
              <a:rPr sz="1800" b="1" spc="-9" dirty="0">
                <a:latin typeface="Calibri"/>
                <a:cs typeface="Calibri"/>
              </a:rPr>
              <a:t> </a:t>
            </a:r>
            <a:r>
              <a:rPr sz="1800" b="1" spc="0" dirty="0">
                <a:latin typeface="Calibri"/>
                <a:cs typeface="Calibri"/>
              </a:rPr>
              <a:t>=</a:t>
            </a:r>
            <a:r>
              <a:rPr sz="1800" b="1" spc="4" dirty="0">
                <a:latin typeface="Calibri"/>
                <a:cs typeface="Calibri"/>
              </a:rPr>
              <a:t> </a:t>
            </a:r>
            <a:r>
              <a:rPr sz="1800" b="1" spc="0" dirty="0">
                <a:latin typeface="Calibri"/>
                <a:cs typeface="Calibri"/>
              </a:rPr>
              <a:t>140</a:t>
            </a:r>
            <a:r>
              <a:rPr sz="1800" b="1" spc="9" dirty="0">
                <a:latin typeface="Calibri"/>
                <a:cs typeface="Calibri"/>
              </a:rPr>
              <a:t> </a:t>
            </a:r>
            <a:r>
              <a:rPr sz="1800" b="1" spc="0" dirty="0">
                <a:latin typeface="Calibri"/>
                <a:cs typeface="Calibri"/>
              </a:rPr>
              <a:t>+</a:t>
            </a:r>
            <a:r>
              <a:rPr sz="1800" b="1" spc="4" dirty="0">
                <a:latin typeface="Calibri"/>
                <a:cs typeface="Calibri"/>
              </a:rPr>
              <a:t> </a:t>
            </a:r>
            <a:r>
              <a:rPr sz="1800" b="1" spc="0" dirty="0">
                <a:latin typeface="Calibri"/>
                <a:cs typeface="Calibri"/>
              </a:rPr>
              <a:t>99</a:t>
            </a:r>
            <a:r>
              <a:rPr sz="1800" b="1" spc="9" dirty="0">
                <a:latin typeface="Calibri"/>
                <a:cs typeface="Calibri"/>
              </a:rPr>
              <a:t> </a:t>
            </a:r>
            <a:r>
              <a:rPr sz="1800" b="1" spc="0" dirty="0">
                <a:latin typeface="Calibri"/>
                <a:cs typeface="Calibri"/>
              </a:rPr>
              <a:t>+</a:t>
            </a:r>
            <a:r>
              <a:rPr sz="1800" b="1" spc="4" dirty="0">
                <a:latin typeface="Calibri"/>
                <a:cs typeface="Calibri"/>
              </a:rPr>
              <a:t> </a:t>
            </a:r>
            <a:r>
              <a:rPr sz="1800" b="1" spc="0" dirty="0">
                <a:latin typeface="Calibri"/>
                <a:cs typeface="Calibri"/>
              </a:rPr>
              <a:t>211</a:t>
            </a:r>
            <a:r>
              <a:rPr sz="1800" b="1" spc="9" dirty="0">
                <a:latin typeface="Calibri"/>
                <a:cs typeface="Calibri"/>
              </a:rPr>
              <a:t> </a:t>
            </a:r>
            <a:r>
              <a:rPr sz="1800" b="1" spc="0" dirty="0">
                <a:latin typeface="Calibri"/>
                <a:cs typeface="Calibri"/>
              </a:rPr>
              <a:t>=</a:t>
            </a:r>
            <a:r>
              <a:rPr sz="1800" b="1" spc="9" dirty="0">
                <a:latin typeface="Calibri"/>
                <a:cs typeface="Calibri"/>
              </a:rPr>
              <a:t> </a:t>
            </a:r>
            <a:r>
              <a:rPr sz="1800" b="1" spc="0" dirty="0">
                <a:solidFill>
                  <a:srgbClr val="7F007F"/>
                </a:solidFill>
                <a:latin typeface="Calibri"/>
                <a:cs typeface="Calibri"/>
              </a:rPr>
              <a:t>450</a:t>
            </a:r>
            <a:endParaRPr sz="1800">
              <a:latin typeface="Calibri"/>
              <a:cs typeface="Calibri"/>
            </a:endParaRPr>
          </a:p>
        </p:txBody>
      </p:sp>
      <p:sp>
        <p:nvSpPr>
          <p:cNvPr id="29" name="object 29"/>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8" name="object 28"/>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7" name="object 27"/>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30</a:t>
            </a:r>
            <a:endParaRPr sz="1200">
              <a:latin typeface="Calibri"/>
              <a:cs typeface="Calibri"/>
            </a:endParaRPr>
          </a:p>
        </p:txBody>
      </p:sp>
      <p:sp>
        <p:nvSpPr>
          <p:cNvPr id="26" name="object 26"/>
          <p:cNvSpPr txBox="1"/>
          <p:nvPr/>
        </p:nvSpPr>
        <p:spPr>
          <a:xfrm>
            <a:off x="6096000" y="4646950"/>
            <a:ext cx="304800" cy="168639"/>
          </a:xfrm>
          <a:prstGeom prst="rect">
            <a:avLst/>
          </a:prstGeom>
        </p:spPr>
        <p:txBody>
          <a:bodyPr wrap="square" lIns="0" tIns="0" rIns="0" bIns="0" rtlCol="0">
            <a:noAutofit/>
          </a:bodyPr>
          <a:lstStyle/>
          <a:p>
            <a:pPr marL="25400">
              <a:lnSpc>
                <a:spcPts val="1000"/>
              </a:lnSpc>
            </a:pPr>
            <a:endParaRPr sz="1000"/>
          </a:p>
        </p:txBody>
      </p:sp>
      <p:sp>
        <p:nvSpPr>
          <p:cNvPr id="25" name="object 25"/>
          <p:cNvSpPr txBox="1"/>
          <p:nvPr/>
        </p:nvSpPr>
        <p:spPr>
          <a:xfrm>
            <a:off x="6096000" y="4815590"/>
            <a:ext cx="304800" cy="192623"/>
          </a:xfrm>
          <a:prstGeom prst="rect">
            <a:avLst/>
          </a:prstGeom>
        </p:spPr>
        <p:txBody>
          <a:bodyPr wrap="square" lIns="0" tIns="0" rIns="0" bIns="0" rtlCol="0">
            <a:noAutofit/>
          </a:bodyPr>
          <a:lstStyle/>
          <a:p>
            <a:pPr marL="25400">
              <a:lnSpc>
                <a:spcPts val="1000"/>
              </a:lnSpc>
            </a:pPr>
            <a:endParaRPr sz="1000"/>
          </a:p>
        </p:txBody>
      </p:sp>
      <p:sp>
        <p:nvSpPr>
          <p:cNvPr id="24" name="object 24"/>
          <p:cNvSpPr txBox="1"/>
          <p:nvPr/>
        </p:nvSpPr>
        <p:spPr>
          <a:xfrm>
            <a:off x="5257800" y="3447737"/>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23" name="object 23"/>
          <p:cNvSpPr txBox="1"/>
          <p:nvPr/>
        </p:nvSpPr>
        <p:spPr>
          <a:xfrm>
            <a:off x="3505200" y="2548328"/>
            <a:ext cx="304800" cy="351456"/>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7010781" y="1799194"/>
            <a:ext cx="877824" cy="629586"/>
          </a:xfrm>
          <a:prstGeom prst="rect">
            <a:avLst/>
          </a:prstGeom>
        </p:spPr>
        <p:txBody>
          <a:bodyPr wrap="square" lIns="0" tIns="0" rIns="0" bIns="0" rtlCol="0">
            <a:noAutofit/>
          </a:bodyPr>
          <a:lstStyle/>
          <a:p>
            <a:pPr marL="134493">
              <a:lnSpc>
                <a:spcPct val="100585"/>
              </a:lnSpc>
              <a:spcBef>
                <a:spcPts val="345"/>
              </a:spcBef>
            </a:pPr>
            <a:r>
              <a:rPr sz="1800" b="1" spc="0" dirty="0">
                <a:latin typeface="Tahoma"/>
                <a:cs typeface="Tahoma"/>
              </a:rPr>
              <a:t>State</a:t>
            </a:r>
            <a:endParaRPr sz="1800">
              <a:latin typeface="Tahoma"/>
              <a:cs typeface="Tahoma"/>
            </a:endParaRPr>
          </a:p>
        </p:txBody>
      </p:sp>
      <p:sp>
        <p:nvSpPr>
          <p:cNvPr id="21" name="object 21"/>
          <p:cNvSpPr txBox="1"/>
          <p:nvPr/>
        </p:nvSpPr>
        <p:spPr>
          <a:xfrm>
            <a:off x="7888605" y="1799194"/>
            <a:ext cx="1219200" cy="629586"/>
          </a:xfrm>
          <a:prstGeom prst="rect">
            <a:avLst/>
          </a:prstGeom>
        </p:spPr>
        <p:txBody>
          <a:bodyPr wrap="square" lIns="0" tIns="0" rIns="0" bIns="0" rtlCol="0">
            <a:noAutofit/>
          </a:bodyPr>
          <a:lstStyle/>
          <a:p>
            <a:pPr marL="65785" marR="66471" algn="ctr">
              <a:lnSpc>
                <a:spcPct val="100585"/>
              </a:lnSpc>
              <a:spcBef>
                <a:spcPts val="345"/>
              </a:spcBef>
            </a:pPr>
            <a:r>
              <a:rPr sz="1800" b="1" spc="0" dirty="0">
                <a:latin typeface="Tahoma"/>
                <a:cs typeface="Tahoma"/>
              </a:rPr>
              <a:t>Heuri</a:t>
            </a:r>
            <a:r>
              <a:rPr sz="1800" b="1" spc="-4" dirty="0">
                <a:latin typeface="Tahoma"/>
                <a:cs typeface="Tahoma"/>
              </a:rPr>
              <a:t>s</a:t>
            </a:r>
            <a:r>
              <a:rPr sz="1800" b="1" spc="0" dirty="0">
                <a:latin typeface="Tahoma"/>
                <a:cs typeface="Tahoma"/>
              </a:rPr>
              <a:t>tic</a:t>
            </a:r>
            <a:endParaRPr sz="1800">
              <a:latin typeface="Tahoma"/>
              <a:cs typeface="Tahoma"/>
            </a:endParaRPr>
          </a:p>
          <a:p>
            <a:pPr marL="254761" marR="256278" algn="ctr">
              <a:lnSpc>
                <a:spcPts val="2160"/>
              </a:lnSpc>
              <a:spcBef>
                <a:spcPts val="108"/>
              </a:spcBef>
            </a:pPr>
            <a:r>
              <a:rPr sz="2700" b="1" spc="0" baseline="-1534" dirty="0">
                <a:latin typeface="Tahoma"/>
                <a:cs typeface="Tahoma"/>
              </a:rPr>
              <a:t>:</a:t>
            </a:r>
            <a:r>
              <a:rPr sz="2700" b="1" spc="-9" baseline="-1534" dirty="0">
                <a:latin typeface="Tahoma"/>
                <a:cs typeface="Tahoma"/>
              </a:rPr>
              <a:t> </a:t>
            </a:r>
            <a:r>
              <a:rPr sz="2700" b="1" spc="0" baseline="-1534" dirty="0">
                <a:latin typeface="Tahoma"/>
                <a:cs typeface="Tahoma"/>
              </a:rPr>
              <a:t>h(n)</a:t>
            </a:r>
            <a:endParaRPr sz="1800">
              <a:latin typeface="Tahoma"/>
              <a:cs typeface="Tahoma"/>
            </a:endParaRPr>
          </a:p>
        </p:txBody>
      </p:sp>
      <p:sp>
        <p:nvSpPr>
          <p:cNvPr id="20" name="object 20"/>
          <p:cNvSpPr txBox="1"/>
          <p:nvPr/>
        </p:nvSpPr>
        <p:spPr>
          <a:xfrm>
            <a:off x="7010781" y="2428781"/>
            <a:ext cx="877824" cy="399487"/>
          </a:xfrm>
          <a:prstGeom prst="rect">
            <a:avLst/>
          </a:prstGeom>
        </p:spPr>
        <p:txBody>
          <a:bodyPr wrap="square" lIns="0" tIns="0" rIns="0" bIns="0" rtlCol="0">
            <a:noAutofit/>
          </a:bodyPr>
          <a:lstStyle/>
          <a:p>
            <a:pPr marL="340098" marR="340875" algn="ctr">
              <a:lnSpc>
                <a:spcPct val="100585"/>
              </a:lnSpc>
              <a:spcBef>
                <a:spcPts val="345"/>
              </a:spcBef>
            </a:pPr>
            <a:r>
              <a:rPr sz="1800" spc="0" dirty="0">
                <a:latin typeface="Tahoma"/>
                <a:cs typeface="Tahoma"/>
              </a:rPr>
              <a:t>A</a:t>
            </a:r>
            <a:endParaRPr sz="1800">
              <a:latin typeface="Tahoma"/>
              <a:cs typeface="Tahoma"/>
            </a:endParaRPr>
          </a:p>
        </p:txBody>
      </p:sp>
      <p:sp>
        <p:nvSpPr>
          <p:cNvPr id="19" name="object 19"/>
          <p:cNvSpPr txBox="1"/>
          <p:nvPr/>
        </p:nvSpPr>
        <p:spPr>
          <a:xfrm>
            <a:off x="7888605" y="2428781"/>
            <a:ext cx="1219200" cy="399487"/>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366</a:t>
            </a:r>
            <a:endParaRPr sz="1800">
              <a:latin typeface="Tahoma"/>
              <a:cs typeface="Tahoma"/>
            </a:endParaRPr>
          </a:p>
        </p:txBody>
      </p:sp>
      <p:sp>
        <p:nvSpPr>
          <p:cNvPr id="18" name="object 18"/>
          <p:cNvSpPr txBox="1"/>
          <p:nvPr/>
        </p:nvSpPr>
        <p:spPr>
          <a:xfrm>
            <a:off x="7010781" y="2828268"/>
            <a:ext cx="877824" cy="399862"/>
          </a:xfrm>
          <a:prstGeom prst="rect">
            <a:avLst/>
          </a:prstGeom>
        </p:spPr>
        <p:txBody>
          <a:bodyPr wrap="square" lIns="0" tIns="0" rIns="0" bIns="0" rtlCol="0">
            <a:noAutofit/>
          </a:bodyPr>
          <a:lstStyle/>
          <a:p>
            <a:pPr marL="341629" marR="341858" algn="ctr">
              <a:lnSpc>
                <a:spcPct val="100585"/>
              </a:lnSpc>
              <a:spcBef>
                <a:spcPts val="345"/>
              </a:spcBef>
            </a:pPr>
            <a:r>
              <a:rPr sz="1800" spc="0" dirty="0">
                <a:latin typeface="Tahoma"/>
                <a:cs typeface="Tahoma"/>
              </a:rPr>
              <a:t>B</a:t>
            </a:r>
            <a:endParaRPr sz="1800">
              <a:latin typeface="Tahoma"/>
              <a:cs typeface="Tahoma"/>
            </a:endParaRPr>
          </a:p>
        </p:txBody>
      </p:sp>
      <p:sp>
        <p:nvSpPr>
          <p:cNvPr id="17" name="object 17"/>
          <p:cNvSpPr txBox="1"/>
          <p:nvPr/>
        </p:nvSpPr>
        <p:spPr>
          <a:xfrm>
            <a:off x="7888605" y="2828268"/>
            <a:ext cx="1219200" cy="399862"/>
          </a:xfrm>
          <a:prstGeom prst="rect">
            <a:avLst/>
          </a:prstGeom>
        </p:spPr>
        <p:txBody>
          <a:bodyPr wrap="square" lIns="0" tIns="0" rIns="0" bIns="0" rtlCol="0">
            <a:noAutofit/>
          </a:bodyPr>
          <a:lstStyle/>
          <a:p>
            <a:pPr marL="391830" marR="392684" algn="ctr">
              <a:lnSpc>
                <a:spcPct val="100585"/>
              </a:lnSpc>
              <a:spcBef>
                <a:spcPts val="345"/>
              </a:spcBef>
            </a:pPr>
            <a:r>
              <a:rPr sz="1800" spc="0" dirty="0">
                <a:latin typeface="Tahoma"/>
                <a:cs typeface="Tahoma"/>
              </a:rPr>
              <a:t>374</a:t>
            </a:r>
            <a:endParaRPr sz="1800">
              <a:latin typeface="Tahoma"/>
              <a:cs typeface="Tahoma"/>
            </a:endParaRPr>
          </a:p>
        </p:txBody>
      </p:sp>
      <p:sp>
        <p:nvSpPr>
          <p:cNvPr id="16" name="object 16"/>
          <p:cNvSpPr txBox="1"/>
          <p:nvPr/>
        </p:nvSpPr>
        <p:spPr>
          <a:xfrm>
            <a:off x="7010781" y="3228131"/>
            <a:ext cx="877824" cy="399863"/>
          </a:xfrm>
          <a:prstGeom prst="rect">
            <a:avLst/>
          </a:prstGeom>
        </p:spPr>
        <p:txBody>
          <a:bodyPr wrap="square" lIns="0" tIns="0" rIns="0" bIns="0" rtlCol="0">
            <a:noAutofit/>
          </a:bodyPr>
          <a:lstStyle/>
          <a:p>
            <a:pPr marL="340098" marR="340647" algn="ctr">
              <a:lnSpc>
                <a:spcPct val="100585"/>
              </a:lnSpc>
              <a:spcBef>
                <a:spcPts val="345"/>
              </a:spcBef>
            </a:pPr>
            <a:r>
              <a:rPr sz="1800" spc="0" dirty="0">
                <a:latin typeface="Tahoma"/>
                <a:cs typeface="Tahoma"/>
              </a:rPr>
              <a:t>C</a:t>
            </a:r>
            <a:endParaRPr sz="1800">
              <a:latin typeface="Tahoma"/>
              <a:cs typeface="Tahoma"/>
            </a:endParaRPr>
          </a:p>
        </p:txBody>
      </p:sp>
      <p:sp>
        <p:nvSpPr>
          <p:cNvPr id="15" name="object 15"/>
          <p:cNvSpPr txBox="1"/>
          <p:nvPr/>
        </p:nvSpPr>
        <p:spPr>
          <a:xfrm>
            <a:off x="7888605" y="3228131"/>
            <a:ext cx="1219200" cy="399863"/>
          </a:xfrm>
          <a:prstGeom prst="rect">
            <a:avLst/>
          </a:prstGeom>
        </p:spPr>
        <p:txBody>
          <a:bodyPr wrap="square" lIns="0" tIns="0" rIns="0" bIns="0" rtlCol="0">
            <a:noAutofit/>
          </a:bodyPr>
          <a:lstStyle/>
          <a:p>
            <a:pPr marL="392013" marR="392501" algn="ctr">
              <a:lnSpc>
                <a:spcPct val="100585"/>
              </a:lnSpc>
              <a:spcBef>
                <a:spcPts val="345"/>
              </a:spcBef>
            </a:pPr>
            <a:r>
              <a:rPr sz="1800" spc="0" dirty="0">
                <a:latin typeface="Tahoma"/>
                <a:cs typeface="Tahoma"/>
              </a:rPr>
              <a:t>329</a:t>
            </a:r>
            <a:endParaRPr sz="1800">
              <a:latin typeface="Tahoma"/>
              <a:cs typeface="Tahoma"/>
            </a:endParaRPr>
          </a:p>
        </p:txBody>
      </p:sp>
      <p:sp>
        <p:nvSpPr>
          <p:cNvPr id="14" name="object 14"/>
          <p:cNvSpPr txBox="1"/>
          <p:nvPr/>
        </p:nvSpPr>
        <p:spPr>
          <a:xfrm>
            <a:off x="7010781" y="3627994"/>
            <a:ext cx="877824" cy="399487"/>
          </a:xfrm>
          <a:prstGeom prst="rect">
            <a:avLst/>
          </a:prstGeom>
        </p:spPr>
        <p:txBody>
          <a:bodyPr wrap="square" lIns="0" tIns="0" rIns="0" bIns="0" rtlCol="0">
            <a:noAutofit/>
          </a:bodyPr>
          <a:lstStyle/>
          <a:p>
            <a:pPr marL="331724" marR="331419" algn="ctr">
              <a:lnSpc>
                <a:spcPct val="100585"/>
              </a:lnSpc>
              <a:spcBef>
                <a:spcPts val="345"/>
              </a:spcBef>
            </a:pPr>
            <a:r>
              <a:rPr sz="1800" spc="0" dirty="0">
                <a:latin typeface="Tahoma"/>
                <a:cs typeface="Tahoma"/>
              </a:rPr>
              <a:t>D</a:t>
            </a:r>
            <a:endParaRPr sz="1800">
              <a:latin typeface="Tahoma"/>
              <a:cs typeface="Tahoma"/>
            </a:endParaRPr>
          </a:p>
        </p:txBody>
      </p:sp>
      <p:sp>
        <p:nvSpPr>
          <p:cNvPr id="13" name="object 13"/>
          <p:cNvSpPr txBox="1"/>
          <p:nvPr/>
        </p:nvSpPr>
        <p:spPr>
          <a:xfrm>
            <a:off x="7888605" y="3627994"/>
            <a:ext cx="1219200" cy="399487"/>
          </a:xfrm>
          <a:prstGeom prst="rect">
            <a:avLst/>
          </a:prstGeom>
        </p:spPr>
        <p:txBody>
          <a:bodyPr wrap="square" lIns="0" tIns="0" rIns="0" bIns="0" rtlCol="0">
            <a:noAutofit/>
          </a:bodyPr>
          <a:lstStyle/>
          <a:p>
            <a:pPr marL="391921" marR="392592" algn="ctr">
              <a:lnSpc>
                <a:spcPct val="100585"/>
              </a:lnSpc>
              <a:spcBef>
                <a:spcPts val="345"/>
              </a:spcBef>
            </a:pPr>
            <a:r>
              <a:rPr sz="1800" spc="0" dirty="0">
                <a:latin typeface="Tahoma"/>
                <a:cs typeface="Tahoma"/>
              </a:rPr>
              <a:t>244</a:t>
            </a:r>
            <a:endParaRPr sz="1800">
              <a:latin typeface="Tahoma"/>
              <a:cs typeface="Tahoma"/>
            </a:endParaRPr>
          </a:p>
        </p:txBody>
      </p:sp>
      <p:sp>
        <p:nvSpPr>
          <p:cNvPr id="12" name="object 12"/>
          <p:cNvSpPr txBox="1"/>
          <p:nvPr/>
        </p:nvSpPr>
        <p:spPr>
          <a:xfrm>
            <a:off x="7010781" y="4027481"/>
            <a:ext cx="877824" cy="399862"/>
          </a:xfrm>
          <a:prstGeom prst="rect">
            <a:avLst/>
          </a:prstGeom>
        </p:spPr>
        <p:txBody>
          <a:bodyPr wrap="square" lIns="0" tIns="0" rIns="0" bIns="0" rtlCol="0">
            <a:noAutofit/>
          </a:bodyPr>
          <a:lstStyle/>
          <a:p>
            <a:pPr marL="344677" marR="345211" algn="ctr">
              <a:lnSpc>
                <a:spcPct val="100585"/>
              </a:lnSpc>
              <a:spcBef>
                <a:spcPts val="345"/>
              </a:spcBef>
            </a:pPr>
            <a:r>
              <a:rPr sz="1800" spc="0" dirty="0">
                <a:latin typeface="Tahoma"/>
                <a:cs typeface="Tahoma"/>
              </a:rPr>
              <a:t>E</a:t>
            </a:r>
            <a:endParaRPr sz="1800">
              <a:latin typeface="Tahoma"/>
              <a:cs typeface="Tahoma"/>
            </a:endParaRPr>
          </a:p>
        </p:txBody>
      </p:sp>
      <p:sp>
        <p:nvSpPr>
          <p:cNvPr id="11" name="object 11"/>
          <p:cNvSpPr txBox="1"/>
          <p:nvPr/>
        </p:nvSpPr>
        <p:spPr>
          <a:xfrm>
            <a:off x="7888605" y="4027481"/>
            <a:ext cx="1219200" cy="399862"/>
          </a:xfrm>
          <a:prstGeom prst="rect">
            <a:avLst/>
          </a:prstGeom>
        </p:spPr>
        <p:txBody>
          <a:bodyPr wrap="square" lIns="0" tIns="0" rIns="0" bIns="0" rtlCol="0">
            <a:noAutofit/>
          </a:bodyPr>
          <a:lstStyle/>
          <a:p>
            <a:pPr marL="391906" marR="392607" algn="ctr">
              <a:lnSpc>
                <a:spcPct val="100585"/>
              </a:lnSpc>
              <a:spcBef>
                <a:spcPts val="345"/>
              </a:spcBef>
            </a:pPr>
            <a:r>
              <a:rPr sz="1800" spc="0" dirty="0">
                <a:latin typeface="Tahoma"/>
                <a:cs typeface="Tahoma"/>
              </a:rPr>
              <a:t>253</a:t>
            </a:r>
            <a:endParaRPr sz="1800">
              <a:latin typeface="Tahoma"/>
              <a:cs typeface="Tahoma"/>
            </a:endParaRPr>
          </a:p>
        </p:txBody>
      </p:sp>
      <p:sp>
        <p:nvSpPr>
          <p:cNvPr id="10" name="object 10"/>
          <p:cNvSpPr txBox="1"/>
          <p:nvPr/>
        </p:nvSpPr>
        <p:spPr>
          <a:xfrm>
            <a:off x="7010781" y="4427344"/>
            <a:ext cx="877824" cy="399863"/>
          </a:xfrm>
          <a:prstGeom prst="rect">
            <a:avLst/>
          </a:prstGeom>
        </p:spPr>
        <p:txBody>
          <a:bodyPr wrap="square" lIns="0" tIns="0" rIns="0" bIns="0" rtlCol="0">
            <a:noAutofit/>
          </a:bodyPr>
          <a:lstStyle/>
          <a:p>
            <a:pPr marL="349249" marR="349783" algn="ctr">
              <a:lnSpc>
                <a:spcPct val="100585"/>
              </a:lnSpc>
              <a:spcBef>
                <a:spcPts val="345"/>
              </a:spcBef>
            </a:pPr>
            <a:r>
              <a:rPr sz="1800" spc="0" dirty="0">
                <a:latin typeface="Tahoma"/>
                <a:cs typeface="Tahoma"/>
              </a:rPr>
              <a:t>F</a:t>
            </a:r>
            <a:endParaRPr sz="1800">
              <a:latin typeface="Tahoma"/>
              <a:cs typeface="Tahoma"/>
            </a:endParaRPr>
          </a:p>
        </p:txBody>
      </p:sp>
      <p:sp>
        <p:nvSpPr>
          <p:cNvPr id="9" name="object 9"/>
          <p:cNvSpPr txBox="1"/>
          <p:nvPr/>
        </p:nvSpPr>
        <p:spPr>
          <a:xfrm>
            <a:off x="7888605" y="4427344"/>
            <a:ext cx="1219200" cy="399863"/>
          </a:xfrm>
          <a:prstGeom prst="rect">
            <a:avLst/>
          </a:prstGeom>
        </p:spPr>
        <p:txBody>
          <a:bodyPr wrap="square" lIns="0" tIns="0" rIns="0" bIns="0" rtlCol="0">
            <a:noAutofit/>
          </a:bodyPr>
          <a:lstStyle/>
          <a:p>
            <a:pPr marL="391815" marR="392699" algn="ctr">
              <a:lnSpc>
                <a:spcPct val="100585"/>
              </a:lnSpc>
              <a:spcBef>
                <a:spcPts val="345"/>
              </a:spcBef>
            </a:pPr>
            <a:r>
              <a:rPr sz="1800" spc="0" dirty="0">
                <a:latin typeface="Tahoma"/>
                <a:cs typeface="Tahoma"/>
              </a:rPr>
              <a:t>178</a:t>
            </a:r>
            <a:endParaRPr sz="1800">
              <a:latin typeface="Tahoma"/>
              <a:cs typeface="Tahoma"/>
            </a:endParaRPr>
          </a:p>
        </p:txBody>
      </p:sp>
      <p:sp>
        <p:nvSpPr>
          <p:cNvPr id="8" name="object 8"/>
          <p:cNvSpPr txBox="1"/>
          <p:nvPr/>
        </p:nvSpPr>
        <p:spPr>
          <a:xfrm>
            <a:off x="7010781" y="4827207"/>
            <a:ext cx="877824" cy="399487"/>
          </a:xfrm>
          <a:prstGeom prst="rect">
            <a:avLst/>
          </a:prstGeom>
        </p:spPr>
        <p:txBody>
          <a:bodyPr wrap="square" lIns="0" tIns="0" rIns="0" bIns="0" rtlCol="0">
            <a:noAutofit/>
          </a:bodyPr>
          <a:lstStyle/>
          <a:p>
            <a:pPr marL="332485" marR="333171" algn="ctr">
              <a:lnSpc>
                <a:spcPct val="100585"/>
              </a:lnSpc>
              <a:spcBef>
                <a:spcPts val="345"/>
              </a:spcBef>
            </a:pPr>
            <a:r>
              <a:rPr sz="1800" spc="0" dirty="0">
                <a:latin typeface="Tahoma"/>
                <a:cs typeface="Tahoma"/>
              </a:rPr>
              <a:t>G</a:t>
            </a:r>
            <a:endParaRPr sz="1800">
              <a:latin typeface="Tahoma"/>
              <a:cs typeface="Tahoma"/>
            </a:endParaRPr>
          </a:p>
        </p:txBody>
      </p:sp>
      <p:sp>
        <p:nvSpPr>
          <p:cNvPr id="7" name="object 7"/>
          <p:cNvSpPr txBox="1"/>
          <p:nvPr/>
        </p:nvSpPr>
        <p:spPr>
          <a:xfrm>
            <a:off x="7888605" y="4827207"/>
            <a:ext cx="1219200" cy="399487"/>
          </a:xfrm>
          <a:prstGeom prst="rect">
            <a:avLst/>
          </a:prstGeom>
        </p:spPr>
        <p:txBody>
          <a:bodyPr wrap="square" lIns="0" tIns="0" rIns="0" bIns="0" rtlCol="0">
            <a:noAutofit/>
          </a:bodyPr>
          <a:lstStyle/>
          <a:p>
            <a:pPr marL="391807" marR="392706" algn="ctr">
              <a:lnSpc>
                <a:spcPct val="100585"/>
              </a:lnSpc>
              <a:spcBef>
                <a:spcPts val="345"/>
              </a:spcBef>
            </a:pPr>
            <a:r>
              <a:rPr sz="1800" spc="0" dirty="0">
                <a:latin typeface="Tahoma"/>
                <a:cs typeface="Tahoma"/>
              </a:rPr>
              <a:t>193</a:t>
            </a:r>
            <a:endParaRPr sz="1800">
              <a:latin typeface="Tahoma"/>
              <a:cs typeface="Tahoma"/>
            </a:endParaRPr>
          </a:p>
        </p:txBody>
      </p:sp>
      <p:sp>
        <p:nvSpPr>
          <p:cNvPr id="6" name="object 6"/>
          <p:cNvSpPr txBox="1"/>
          <p:nvPr/>
        </p:nvSpPr>
        <p:spPr>
          <a:xfrm>
            <a:off x="7010781" y="5226694"/>
            <a:ext cx="877824" cy="399862"/>
          </a:xfrm>
          <a:prstGeom prst="rect">
            <a:avLst/>
          </a:prstGeom>
        </p:spPr>
        <p:txBody>
          <a:bodyPr wrap="square" lIns="0" tIns="0" rIns="0" bIns="0" rtlCol="0">
            <a:noAutofit/>
          </a:bodyPr>
          <a:lstStyle/>
          <a:p>
            <a:pPr marL="331731" marR="332097" algn="ctr">
              <a:lnSpc>
                <a:spcPct val="100585"/>
              </a:lnSpc>
              <a:spcBef>
                <a:spcPts val="345"/>
              </a:spcBef>
            </a:pPr>
            <a:r>
              <a:rPr sz="1800" spc="0" dirty="0">
                <a:latin typeface="Tahoma"/>
                <a:cs typeface="Tahoma"/>
              </a:rPr>
              <a:t>H</a:t>
            </a:r>
            <a:endParaRPr sz="1800">
              <a:latin typeface="Tahoma"/>
              <a:cs typeface="Tahoma"/>
            </a:endParaRPr>
          </a:p>
        </p:txBody>
      </p:sp>
      <p:sp>
        <p:nvSpPr>
          <p:cNvPr id="5" name="object 5"/>
          <p:cNvSpPr txBox="1"/>
          <p:nvPr/>
        </p:nvSpPr>
        <p:spPr>
          <a:xfrm>
            <a:off x="7888605" y="5226694"/>
            <a:ext cx="1219200" cy="399862"/>
          </a:xfrm>
          <a:prstGeom prst="rect">
            <a:avLst/>
          </a:prstGeom>
        </p:spPr>
        <p:txBody>
          <a:bodyPr wrap="square" lIns="0" tIns="0" rIns="0" bIns="0" rtlCol="0">
            <a:noAutofit/>
          </a:bodyPr>
          <a:lstStyle/>
          <a:p>
            <a:pPr marL="454352" marR="455343" algn="ctr">
              <a:lnSpc>
                <a:spcPct val="100585"/>
              </a:lnSpc>
              <a:spcBef>
                <a:spcPts val="345"/>
              </a:spcBef>
            </a:pPr>
            <a:r>
              <a:rPr sz="1800" spc="0" dirty="0">
                <a:latin typeface="Tahoma"/>
                <a:cs typeface="Tahoma"/>
              </a:rPr>
              <a:t>98</a:t>
            </a:r>
            <a:endParaRPr sz="1800">
              <a:latin typeface="Tahoma"/>
              <a:cs typeface="Tahoma"/>
            </a:endParaRPr>
          </a:p>
        </p:txBody>
      </p:sp>
      <p:sp>
        <p:nvSpPr>
          <p:cNvPr id="4" name="object 4"/>
          <p:cNvSpPr txBox="1"/>
          <p:nvPr/>
        </p:nvSpPr>
        <p:spPr>
          <a:xfrm>
            <a:off x="7010781" y="5626557"/>
            <a:ext cx="877824" cy="399863"/>
          </a:xfrm>
          <a:prstGeom prst="rect">
            <a:avLst/>
          </a:prstGeom>
        </p:spPr>
        <p:txBody>
          <a:bodyPr wrap="square" lIns="0" tIns="0" rIns="0" bIns="0" rtlCol="0">
            <a:noAutofit/>
          </a:bodyPr>
          <a:lstStyle/>
          <a:p>
            <a:pPr marL="353822" marR="353898" algn="ctr">
              <a:lnSpc>
                <a:spcPct val="100585"/>
              </a:lnSpc>
              <a:spcBef>
                <a:spcPts val="345"/>
              </a:spcBef>
            </a:pPr>
            <a:r>
              <a:rPr sz="1800" b="1" spc="0" dirty="0">
                <a:solidFill>
                  <a:srgbClr val="0000FF"/>
                </a:solidFill>
                <a:latin typeface="Tahoma"/>
                <a:cs typeface="Tahoma"/>
              </a:rPr>
              <a:t>I</a:t>
            </a:r>
            <a:endParaRPr sz="1800">
              <a:latin typeface="Tahoma"/>
              <a:cs typeface="Tahoma"/>
            </a:endParaRPr>
          </a:p>
        </p:txBody>
      </p:sp>
      <p:sp>
        <p:nvSpPr>
          <p:cNvPr id="3" name="object 3"/>
          <p:cNvSpPr txBox="1"/>
          <p:nvPr/>
        </p:nvSpPr>
        <p:spPr>
          <a:xfrm>
            <a:off x="7888605" y="5626557"/>
            <a:ext cx="1219200" cy="399863"/>
          </a:xfrm>
          <a:prstGeom prst="rect">
            <a:avLst/>
          </a:prstGeom>
        </p:spPr>
        <p:txBody>
          <a:bodyPr wrap="square" lIns="0" tIns="0" rIns="0" bIns="0" rtlCol="0">
            <a:noAutofit/>
          </a:bodyPr>
          <a:lstStyle/>
          <a:p>
            <a:pPr marL="506222" marR="507669" algn="ctr">
              <a:lnSpc>
                <a:spcPct val="100585"/>
              </a:lnSpc>
              <a:spcBef>
                <a:spcPts val="345"/>
              </a:spcBef>
            </a:pPr>
            <a:r>
              <a:rPr sz="1800" b="1" spc="0" dirty="0">
                <a:solidFill>
                  <a:srgbClr val="0000FF"/>
                </a:solidFill>
                <a:latin typeface="Tahoma"/>
                <a:cs typeface="Tahoma"/>
              </a:rPr>
              <a:t>0</a:t>
            </a:r>
            <a:endParaRPr sz="1800">
              <a:latin typeface="Tahoma"/>
              <a:cs typeface="Tahoma"/>
            </a:endParaRPr>
          </a:p>
        </p:txBody>
      </p:sp>
      <p:sp>
        <p:nvSpPr>
          <p:cNvPr id="2" name="object 2"/>
          <p:cNvSpPr txBox="1"/>
          <p:nvPr/>
        </p:nvSpPr>
        <p:spPr>
          <a:xfrm>
            <a:off x="3429000" y="1424066"/>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bject 124"/>
          <p:cNvSpPr txBox="1"/>
          <p:nvPr/>
        </p:nvSpPr>
        <p:spPr>
          <a:xfrm>
            <a:off x="0" y="1830550"/>
            <a:ext cx="9144000" cy="1058803"/>
          </a:xfrm>
          <a:prstGeom prst="rect">
            <a:avLst/>
          </a:prstGeom>
        </p:spPr>
        <p:txBody>
          <a:bodyPr wrap="square" lIns="0" tIns="0" rIns="0" bIns="0" rtlCol="0">
            <a:noAutofit/>
          </a:bodyPr>
          <a:lstStyle/>
          <a:p>
            <a:pPr marL="2682240">
              <a:lnSpc>
                <a:spcPts val="2275"/>
              </a:lnSpc>
              <a:spcBef>
                <a:spcPts val="113"/>
              </a:spcBef>
            </a:pPr>
            <a:r>
              <a:rPr sz="2700" spc="0" baseline="1517" dirty="0">
                <a:latin typeface="Calibri"/>
                <a:cs typeface="Calibri"/>
              </a:rPr>
              <a:t>St  </a:t>
            </a:r>
            <a:r>
              <a:rPr sz="2700" spc="246" baseline="1517" dirty="0">
                <a:latin typeface="Calibri"/>
                <a:cs typeface="Calibri"/>
              </a:rPr>
              <a:t> </a:t>
            </a:r>
            <a:r>
              <a:rPr sz="2700" spc="0" baseline="1517" dirty="0">
                <a:latin typeface="Calibri"/>
                <a:cs typeface="Calibri"/>
              </a:rPr>
              <a:t>t                                                       </a:t>
            </a:r>
            <a:r>
              <a:rPr sz="2700" spc="69" baseline="1517" dirty="0">
                <a:latin typeface="Calibri"/>
                <a:cs typeface="Calibri"/>
              </a:rPr>
              <a:t> </a:t>
            </a:r>
            <a:r>
              <a:rPr sz="2700" spc="0" baseline="10739" dirty="0">
                <a:latin typeface="Tahoma"/>
                <a:cs typeface="Tahoma"/>
              </a:rPr>
              <a:t>A</a:t>
            </a:r>
            <a:endParaRPr sz="1800">
              <a:latin typeface="Tahoma"/>
              <a:cs typeface="Tahoma"/>
            </a:endParaRPr>
          </a:p>
        </p:txBody>
      </p:sp>
      <p:sp>
        <p:nvSpPr>
          <p:cNvPr id="123" name="object 123"/>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21" name="object 121"/>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1" name="object 51"/>
          <p:cNvSpPr/>
          <p:nvPr/>
        </p:nvSpPr>
        <p:spPr>
          <a:xfrm>
            <a:off x="7050405" y="1335623"/>
            <a:ext cx="0" cy="590612"/>
          </a:xfrm>
          <a:custGeom>
            <a:avLst/>
            <a:gdLst/>
            <a:ahLst/>
            <a:cxnLst/>
            <a:rect l="l" t="t" r="r" b="b"/>
            <a:pathLst>
              <a:path h="600456">
                <a:moveTo>
                  <a:pt x="0" y="0"/>
                </a:moveTo>
                <a:lnTo>
                  <a:pt x="0" y="600455"/>
                </a:lnTo>
              </a:path>
            </a:pathLst>
          </a:custGeom>
          <a:ln w="14223">
            <a:solidFill>
              <a:srgbClr val="000000"/>
            </a:solidFill>
          </a:ln>
        </p:spPr>
        <p:txBody>
          <a:bodyPr wrap="square" lIns="0" tIns="0" rIns="0" bIns="0" rtlCol="0">
            <a:noAutofit/>
          </a:bodyPr>
          <a:lstStyle/>
          <a:p>
            <a:endParaRPr/>
          </a:p>
        </p:txBody>
      </p:sp>
      <p:sp>
        <p:nvSpPr>
          <p:cNvPr id="52" name="object 52"/>
          <p:cNvSpPr/>
          <p:nvPr/>
        </p:nvSpPr>
        <p:spPr>
          <a:xfrm>
            <a:off x="5131309" y="1748976"/>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53" name="object 53"/>
          <p:cNvSpPr/>
          <p:nvPr/>
        </p:nvSpPr>
        <p:spPr>
          <a:xfrm>
            <a:off x="5145405" y="1335623"/>
            <a:ext cx="0" cy="590612"/>
          </a:xfrm>
          <a:custGeom>
            <a:avLst/>
            <a:gdLst/>
            <a:ahLst/>
            <a:cxnLst/>
            <a:rect l="l" t="t" r="r" b="b"/>
            <a:pathLst>
              <a:path h="600456">
                <a:moveTo>
                  <a:pt x="0" y="0"/>
                </a:moveTo>
                <a:lnTo>
                  <a:pt x="0" y="600455"/>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335623"/>
            <a:ext cx="0" cy="590612"/>
          </a:xfrm>
          <a:custGeom>
            <a:avLst/>
            <a:gdLst/>
            <a:ahLst/>
            <a:cxnLst/>
            <a:rect l="l" t="t" r="r" b="b"/>
            <a:pathLst>
              <a:path h="600456">
                <a:moveTo>
                  <a:pt x="0" y="0"/>
                </a:moveTo>
                <a:lnTo>
                  <a:pt x="0" y="600455"/>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5131309" y="1349489"/>
            <a:ext cx="3838193" cy="0"/>
          </a:xfrm>
          <a:custGeom>
            <a:avLst/>
            <a:gdLst/>
            <a:ahLst/>
            <a:cxnLst/>
            <a:rect l="l" t="t" r="r" b="b"/>
            <a:pathLst>
              <a:path w="3838193">
                <a:moveTo>
                  <a:pt x="3838193" y="0"/>
                </a:moveTo>
                <a:lnTo>
                  <a:pt x="0" y="0"/>
                </a:lnTo>
              </a:path>
            </a:pathLst>
          </a:custGeom>
          <a:ln w="29463">
            <a:solidFill>
              <a:srgbClr val="000000"/>
            </a:solidFill>
          </a:ln>
        </p:spPr>
        <p:txBody>
          <a:bodyPr wrap="square" lIns="0" tIns="0" rIns="0" bIns="0" rtlCol="0">
            <a:noAutofit/>
          </a:bodyPr>
          <a:lstStyle/>
          <a:p>
            <a:endParaRPr/>
          </a:p>
        </p:txBody>
      </p:sp>
      <p:sp>
        <p:nvSpPr>
          <p:cNvPr id="56" name="object 5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7" name="object 57"/>
          <p:cNvSpPr/>
          <p:nvPr/>
        </p:nvSpPr>
        <p:spPr>
          <a:xfrm>
            <a:off x="705040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8" name="object 58"/>
          <p:cNvSpPr/>
          <p:nvPr/>
        </p:nvSpPr>
        <p:spPr>
          <a:xfrm>
            <a:off x="5131309" y="2148840"/>
            <a:ext cx="3838193" cy="0"/>
          </a:xfrm>
          <a:custGeom>
            <a:avLst/>
            <a:gdLst/>
            <a:ahLst/>
            <a:cxnLst/>
            <a:rect l="l" t="t" r="r" b="b"/>
            <a:pathLst>
              <a:path w="3838193">
                <a:moveTo>
                  <a:pt x="3838193" y="0"/>
                </a:moveTo>
                <a:lnTo>
                  <a:pt x="0" y="0"/>
                </a:lnTo>
              </a:path>
            </a:pathLst>
          </a:custGeom>
          <a:ln w="13462">
            <a:solidFill>
              <a:srgbClr val="000000"/>
            </a:solidFill>
          </a:ln>
        </p:spPr>
        <p:txBody>
          <a:bodyPr wrap="square" lIns="0" tIns="0" rIns="0" bIns="0" rtlCol="0">
            <a:noAutofit/>
          </a:bodyPr>
          <a:lstStyle/>
          <a:p>
            <a:endParaRPr/>
          </a:p>
        </p:txBody>
      </p:sp>
      <p:sp>
        <p:nvSpPr>
          <p:cNvPr id="59" name="object 59"/>
          <p:cNvSpPr/>
          <p:nvPr/>
        </p:nvSpPr>
        <p:spPr>
          <a:xfrm>
            <a:off x="5131309" y="2548702"/>
            <a:ext cx="3838193" cy="0"/>
          </a:xfrm>
          <a:custGeom>
            <a:avLst/>
            <a:gdLst/>
            <a:ahLst/>
            <a:cxnLst/>
            <a:rect l="l" t="t" r="r" b="b"/>
            <a:pathLst>
              <a:path w="3838193">
                <a:moveTo>
                  <a:pt x="3838193" y="0"/>
                </a:moveTo>
                <a:lnTo>
                  <a:pt x="0" y="0"/>
                </a:lnTo>
              </a:path>
            </a:pathLst>
          </a:custGeom>
          <a:ln w="14224">
            <a:solidFill>
              <a:srgbClr val="000000"/>
            </a:solidFill>
          </a:ln>
        </p:spPr>
        <p:txBody>
          <a:bodyPr wrap="square" lIns="0" tIns="0" rIns="0" bIns="0" rtlCol="0">
            <a:noAutofit/>
          </a:bodyPr>
          <a:lstStyle/>
          <a:p>
            <a:endParaRPr/>
          </a:p>
        </p:txBody>
      </p:sp>
      <p:sp>
        <p:nvSpPr>
          <p:cNvPr id="60" name="object 60"/>
          <p:cNvSpPr/>
          <p:nvPr/>
        </p:nvSpPr>
        <p:spPr>
          <a:xfrm>
            <a:off x="5145405"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1" name="object 61"/>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2" name="object 62"/>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F366DF"/>
          </a:solidFill>
        </p:spPr>
        <p:txBody>
          <a:bodyPr wrap="square" lIns="0" tIns="0" rIns="0" bIns="0" rtlCol="0">
            <a:noAutofit/>
          </a:bodyPr>
          <a:lstStyle/>
          <a:p>
            <a:endParaRPr/>
          </a:p>
        </p:txBody>
      </p:sp>
      <p:sp>
        <p:nvSpPr>
          <p:cNvPr id="63" name="object 63"/>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2209800" y="2023672"/>
            <a:ext cx="304800" cy="361263"/>
          </a:xfrm>
          <a:custGeom>
            <a:avLst/>
            <a:gdLst/>
            <a:ahLst/>
            <a:cxnLst/>
            <a:rect l="l" t="t" r="r" b="b"/>
            <a:pathLst>
              <a:path w="304800" h="367284">
                <a:moveTo>
                  <a:pt x="0" y="0"/>
                </a:moveTo>
                <a:lnTo>
                  <a:pt x="0" y="367284"/>
                </a:lnTo>
                <a:lnTo>
                  <a:pt x="304800" y="367283"/>
                </a:lnTo>
                <a:lnTo>
                  <a:pt x="304800" y="0"/>
                </a:lnTo>
                <a:lnTo>
                  <a:pt x="0" y="0"/>
                </a:lnTo>
                <a:close/>
              </a:path>
            </a:pathLst>
          </a:custGeom>
          <a:solidFill>
            <a:srgbClr val="F366DF"/>
          </a:solidFill>
        </p:spPr>
        <p:txBody>
          <a:bodyPr wrap="square" lIns="0" tIns="0" rIns="0" bIns="0" rtlCol="0">
            <a:noAutofit/>
          </a:bodyPr>
          <a:lstStyle/>
          <a:p>
            <a:endParaRPr/>
          </a:p>
        </p:txBody>
      </p:sp>
      <p:sp>
        <p:nvSpPr>
          <p:cNvPr id="65" name="object 65"/>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1" name="object 71"/>
          <p:cNvSpPr/>
          <p:nvPr/>
        </p:nvSpPr>
        <p:spPr>
          <a:xfrm>
            <a:off x="705040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2" name="object 72"/>
          <p:cNvSpPr/>
          <p:nvPr/>
        </p:nvSpPr>
        <p:spPr>
          <a:xfrm>
            <a:off x="5131309" y="2948190"/>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73" name="object 73"/>
          <p:cNvSpPr/>
          <p:nvPr/>
        </p:nvSpPr>
        <p:spPr>
          <a:xfrm>
            <a:off x="5131309" y="3348052"/>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74" name="object 74"/>
          <p:cNvSpPr/>
          <p:nvPr/>
        </p:nvSpPr>
        <p:spPr>
          <a:xfrm>
            <a:off x="5131309" y="3747915"/>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5145405"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7" name="object 77"/>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2209800" y="3072984"/>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F366DF"/>
          </a:solidFill>
        </p:spPr>
        <p:txBody>
          <a:bodyPr wrap="square" lIns="0" tIns="0" rIns="0" bIns="0" rtlCol="0">
            <a:noAutofit/>
          </a:bodyPr>
          <a:lstStyle/>
          <a:p>
            <a:endParaRPr/>
          </a:p>
        </p:txBody>
      </p:sp>
      <p:sp>
        <p:nvSpPr>
          <p:cNvPr id="81" name="object 81"/>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2286000" y="314793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F366DF"/>
          </a:solidFill>
        </p:spPr>
        <p:txBody>
          <a:bodyPr wrap="square" lIns="0" tIns="0" rIns="0" bIns="0" rtlCol="0">
            <a:noAutofit/>
          </a:bodyPr>
          <a:lstStyle/>
          <a:p>
            <a:endParaRPr/>
          </a:p>
        </p:txBody>
      </p:sp>
      <p:sp>
        <p:nvSpPr>
          <p:cNvPr id="83" name="object 83"/>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8" name="object 88"/>
          <p:cNvSpPr/>
          <p:nvPr/>
        </p:nvSpPr>
        <p:spPr>
          <a:xfrm>
            <a:off x="705040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9" name="object 89"/>
          <p:cNvSpPr/>
          <p:nvPr/>
        </p:nvSpPr>
        <p:spPr>
          <a:xfrm>
            <a:off x="5131309" y="4147403"/>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5131309" y="4547265"/>
            <a:ext cx="3838193" cy="0"/>
          </a:xfrm>
          <a:custGeom>
            <a:avLst/>
            <a:gdLst/>
            <a:ahLst/>
            <a:cxnLst/>
            <a:rect l="l" t="t" r="r" b="b"/>
            <a:pathLst>
              <a:path w="3838193">
                <a:moveTo>
                  <a:pt x="3838193"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5145405"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92" name="object 9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4" name="object 94"/>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95" name="object 95"/>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1371600" y="397239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F366DF"/>
          </a:solidFill>
        </p:spPr>
        <p:txBody>
          <a:bodyPr wrap="square" lIns="0" tIns="0" rIns="0" bIns="0" rtlCol="0">
            <a:noAutofit/>
          </a:bodyPr>
          <a:lstStyle/>
          <a:p>
            <a:endParaRPr/>
          </a:p>
        </p:txBody>
      </p:sp>
      <p:sp>
        <p:nvSpPr>
          <p:cNvPr id="97" name="object 97"/>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1447800" y="404734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F366DF"/>
          </a:solidFill>
        </p:spPr>
        <p:txBody>
          <a:bodyPr wrap="square" lIns="0" tIns="0" rIns="0" bIns="0" rtlCol="0">
            <a:noAutofit/>
          </a:bodyPr>
          <a:lstStyle/>
          <a:p>
            <a:endParaRPr/>
          </a:p>
        </p:txBody>
      </p:sp>
      <p:sp>
        <p:nvSpPr>
          <p:cNvPr id="99" name="object 99"/>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2" name="object 102"/>
          <p:cNvSpPr/>
          <p:nvPr/>
        </p:nvSpPr>
        <p:spPr>
          <a:xfrm>
            <a:off x="7050405" y="4814840"/>
            <a:ext cx="0" cy="546391"/>
          </a:xfrm>
          <a:custGeom>
            <a:avLst/>
            <a:gdLst/>
            <a:ahLst/>
            <a:cxnLst/>
            <a:rect l="l" t="t" r="r" b="b"/>
            <a:pathLst>
              <a:path h="555498">
                <a:moveTo>
                  <a:pt x="0" y="762"/>
                </a:moveTo>
                <a:lnTo>
                  <a:pt x="0" y="555498"/>
                </a:lnTo>
              </a:path>
            </a:pathLst>
          </a:custGeom>
          <a:ln w="14223">
            <a:solidFill>
              <a:srgbClr val="000000"/>
            </a:solidFill>
          </a:ln>
        </p:spPr>
        <p:txBody>
          <a:bodyPr wrap="square" lIns="0" tIns="0" rIns="0" bIns="0" rtlCol="0">
            <a:noAutofit/>
          </a:bodyPr>
          <a:lstStyle/>
          <a:p>
            <a:endParaRPr/>
          </a:p>
        </p:txBody>
      </p:sp>
      <p:sp>
        <p:nvSpPr>
          <p:cNvPr id="103" name="object 103"/>
          <p:cNvSpPr/>
          <p:nvPr/>
        </p:nvSpPr>
        <p:spPr>
          <a:xfrm>
            <a:off x="5131309" y="4947128"/>
            <a:ext cx="3838193" cy="0"/>
          </a:xfrm>
          <a:custGeom>
            <a:avLst/>
            <a:gdLst/>
            <a:ahLst/>
            <a:cxnLst/>
            <a:rect l="l" t="t" r="r" b="b"/>
            <a:pathLst>
              <a:path w="3838193">
                <a:moveTo>
                  <a:pt x="3838193" y="0"/>
                </a:moveTo>
                <a:lnTo>
                  <a:pt x="0" y="0"/>
                </a:lnTo>
              </a:path>
            </a:pathLst>
          </a:custGeom>
          <a:ln w="14223">
            <a:solidFill>
              <a:srgbClr val="000000"/>
            </a:solidFill>
          </a:ln>
        </p:spPr>
        <p:txBody>
          <a:bodyPr wrap="square" lIns="0" tIns="0" rIns="0" bIns="0" rtlCol="0">
            <a:noAutofit/>
          </a:bodyPr>
          <a:lstStyle/>
          <a:p>
            <a:endParaRPr/>
          </a:p>
        </p:txBody>
      </p:sp>
      <p:sp>
        <p:nvSpPr>
          <p:cNvPr id="104" name="object 104"/>
          <p:cNvSpPr/>
          <p:nvPr/>
        </p:nvSpPr>
        <p:spPr>
          <a:xfrm>
            <a:off x="8955405" y="4814840"/>
            <a:ext cx="0" cy="546391"/>
          </a:xfrm>
          <a:custGeom>
            <a:avLst/>
            <a:gdLst/>
            <a:ahLst/>
            <a:cxnLst/>
            <a:rect l="l" t="t" r="r" b="b"/>
            <a:pathLst>
              <a:path h="555498">
                <a:moveTo>
                  <a:pt x="0" y="762"/>
                </a:moveTo>
                <a:lnTo>
                  <a:pt x="0" y="555498"/>
                </a:lnTo>
              </a:path>
            </a:pathLst>
          </a:custGeom>
          <a:ln w="29464">
            <a:solidFill>
              <a:srgbClr val="000000"/>
            </a:solidFill>
          </a:ln>
        </p:spPr>
        <p:txBody>
          <a:bodyPr wrap="square" lIns="0" tIns="0" rIns="0" bIns="0" rtlCol="0">
            <a:noAutofit/>
          </a:bodyPr>
          <a:lstStyle/>
          <a:p>
            <a:endParaRPr/>
          </a:p>
        </p:txBody>
      </p:sp>
      <p:sp>
        <p:nvSpPr>
          <p:cNvPr id="105" name="object 105"/>
          <p:cNvSpPr/>
          <p:nvPr/>
        </p:nvSpPr>
        <p:spPr>
          <a:xfrm>
            <a:off x="5131309" y="5346990"/>
            <a:ext cx="3838193" cy="0"/>
          </a:xfrm>
          <a:custGeom>
            <a:avLst/>
            <a:gdLst/>
            <a:ahLst/>
            <a:cxnLst/>
            <a:rect l="l" t="t" r="r" b="b"/>
            <a:pathLst>
              <a:path w="3838193">
                <a:moveTo>
                  <a:pt x="3838193" y="0"/>
                </a:moveTo>
                <a:lnTo>
                  <a:pt x="0" y="0"/>
                </a:lnTo>
              </a:path>
            </a:pathLst>
          </a:custGeom>
          <a:ln w="30225">
            <a:solidFill>
              <a:srgbClr val="000000"/>
            </a:solidFill>
          </a:ln>
        </p:spPr>
        <p:txBody>
          <a:bodyPr wrap="square" lIns="0" tIns="0" rIns="0" bIns="0" rtlCol="0">
            <a:noAutofit/>
          </a:bodyPr>
          <a:lstStyle/>
          <a:p>
            <a:endParaRPr/>
          </a:p>
        </p:txBody>
      </p:sp>
      <p:sp>
        <p:nvSpPr>
          <p:cNvPr id="106" name="object 10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F366DF"/>
          </a:solidFill>
        </p:spPr>
        <p:txBody>
          <a:bodyPr wrap="square" lIns="0" tIns="0" rIns="0" bIns="0" rtlCol="0">
            <a:noAutofit/>
          </a:bodyPr>
          <a:lstStyle/>
          <a:p>
            <a:endParaRPr/>
          </a:p>
        </p:txBody>
      </p:sp>
      <p:sp>
        <p:nvSpPr>
          <p:cNvPr id="107" name="object 10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08" name="object 10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F366DF"/>
          </a:solidFill>
        </p:spPr>
        <p:txBody>
          <a:bodyPr wrap="square" lIns="0" tIns="0" rIns="0" bIns="0" rtlCol="0">
            <a:noAutofit/>
          </a:bodyPr>
          <a:lstStyle/>
          <a:p>
            <a:endParaRPr/>
          </a:p>
        </p:txBody>
      </p:sp>
      <p:sp>
        <p:nvSpPr>
          <p:cNvPr id="109" name="object 10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10" name="object 110"/>
          <p:cNvSpPr/>
          <p:nvPr/>
        </p:nvSpPr>
        <p:spPr>
          <a:xfrm>
            <a:off x="1143000" y="487180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F366DF"/>
          </a:solidFill>
        </p:spPr>
        <p:txBody>
          <a:bodyPr wrap="square" lIns="0" tIns="0" rIns="0" bIns="0" rtlCol="0">
            <a:noAutofit/>
          </a:bodyPr>
          <a:lstStyle/>
          <a:p>
            <a:endParaRPr/>
          </a:p>
        </p:txBody>
      </p:sp>
      <p:sp>
        <p:nvSpPr>
          <p:cNvPr id="111" name="object 111"/>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12" name="object 112"/>
          <p:cNvSpPr/>
          <p:nvPr/>
        </p:nvSpPr>
        <p:spPr>
          <a:xfrm>
            <a:off x="1219200" y="494675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F366DF"/>
          </a:solidFill>
        </p:spPr>
        <p:txBody>
          <a:bodyPr wrap="square" lIns="0" tIns="0" rIns="0" bIns="0" rtlCol="0">
            <a:noAutofit/>
          </a:bodyPr>
          <a:lstStyle/>
          <a:p>
            <a:endParaRPr/>
          </a:p>
        </p:txBody>
      </p:sp>
      <p:sp>
        <p:nvSpPr>
          <p:cNvPr id="113" name="object 113"/>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14" name="object 114"/>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15" name="object 115"/>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17" name="object 117"/>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366DF"/>
          </a:solidFill>
        </p:spPr>
        <p:txBody>
          <a:bodyPr wrap="square" lIns="0" tIns="0" rIns="0" bIns="0" rtlCol="0">
            <a:noAutofit/>
          </a:bodyPr>
          <a:lstStyle/>
          <a:p>
            <a:endParaRPr/>
          </a:p>
        </p:txBody>
      </p:sp>
      <p:sp>
        <p:nvSpPr>
          <p:cNvPr id="118" name="object 118"/>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9" name="object 119"/>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F366DF"/>
          </a:solidFill>
        </p:spPr>
        <p:txBody>
          <a:bodyPr wrap="square" lIns="0" tIns="0" rIns="0" bIns="0" rtlCol="0">
            <a:noAutofit/>
          </a:bodyPr>
          <a:lstStyle/>
          <a:p>
            <a:endParaRPr/>
          </a:p>
        </p:txBody>
      </p:sp>
      <p:sp>
        <p:nvSpPr>
          <p:cNvPr id="120" name="object 120"/>
          <p:cNvSpPr/>
          <p:nvPr/>
        </p:nvSpPr>
        <p:spPr>
          <a:xfrm>
            <a:off x="7004304" y="5840852"/>
            <a:ext cx="622554" cy="461547"/>
          </a:xfrm>
          <a:custGeom>
            <a:avLst/>
            <a:gdLst/>
            <a:ahLst/>
            <a:cxnLst/>
            <a:rect l="l" t="t" r="r" b="b"/>
            <a:pathLst>
              <a:path w="622553" h="469239">
                <a:moveTo>
                  <a:pt x="3810" y="270576"/>
                </a:moveTo>
                <a:lnTo>
                  <a:pt x="13207" y="301175"/>
                </a:lnTo>
                <a:lnTo>
                  <a:pt x="30919" y="336421"/>
                </a:lnTo>
                <a:lnTo>
                  <a:pt x="54546" y="367537"/>
                </a:lnTo>
                <a:lnTo>
                  <a:pt x="83161" y="394518"/>
                </a:lnTo>
                <a:lnTo>
                  <a:pt x="115841" y="417359"/>
                </a:lnTo>
                <a:lnTo>
                  <a:pt x="151660" y="436052"/>
                </a:lnTo>
                <a:lnTo>
                  <a:pt x="189694" y="450593"/>
                </a:lnTo>
                <a:lnTo>
                  <a:pt x="229017" y="460975"/>
                </a:lnTo>
                <a:lnTo>
                  <a:pt x="268705" y="467192"/>
                </a:lnTo>
                <a:lnTo>
                  <a:pt x="307833" y="469239"/>
                </a:lnTo>
                <a:lnTo>
                  <a:pt x="326898" y="468696"/>
                </a:lnTo>
                <a:lnTo>
                  <a:pt x="358902" y="466410"/>
                </a:lnTo>
                <a:lnTo>
                  <a:pt x="394705" y="460926"/>
                </a:lnTo>
                <a:lnTo>
                  <a:pt x="430678" y="451509"/>
                </a:lnTo>
                <a:lnTo>
                  <a:pt x="465965" y="438257"/>
                </a:lnTo>
                <a:lnTo>
                  <a:pt x="499708" y="421265"/>
                </a:lnTo>
                <a:lnTo>
                  <a:pt x="531052" y="400631"/>
                </a:lnTo>
                <a:lnTo>
                  <a:pt x="559139" y="376450"/>
                </a:lnTo>
                <a:lnTo>
                  <a:pt x="583113" y="348819"/>
                </a:lnTo>
                <a:lnTo>
                  <a:pt x="602117" y="317835"/>
                </a:lnTo>
                <a:lnTo>
                  <a:pt x="615296" y="283594"/>
                </a:lnTo>
                <a:lnTo>
                  <a:pt x="621792" y="246192"/>
                </a:lnTo>
                <a:lnTo>
                  <a:pt x="622554" y="234000"/>
                </a:lnTo>
                <a:lnTo>
                  <a:pt x="621030" y="209616"/>
                </a:lnTo>
                <a:lnTo>
                  <a:pt x="609789" y="169781"/>
                </a:lnTo>
                <a:lnTo>
                  <a:pt x="592305" y="134137"/>
                </a:lnTo>
                <a:lnTo>
                  <a:pt x="569271" y="102686"/>
                </a:lnTo>
                <a:lnTo>
                  <a:pt x="541382" y="75429"/>
                </a:lnTo>
                <a:lnTo>
                  <a:pt x="509332" y="52366"/>
                </a:lnTo>
                <a:lnTo>
                  <a:pt x="473815" y="33498"/>
                </a:lnTo>
                <a:lnTo>
                  <a:pt x="435527" y="18827"/>
                </a:lnTo>
                <a:lnTo>
                  <a:pt x="395162" y="8352"/>
                </a:lnTo>
                <a:lnTo>
                  <a:pt x="353413" y="2076"/>
                </a:lnTo>
                <a:lnTo>
                  <a:pt x="310976" y="0"/>
                </a:lnTo>
                <a:lnTo>
                  <a:pt x="268546" y="2122"/>
                </a:lnTo>
                <a:lnTo>
                  <a:pt x="226815" y="8446"/>
                </a:lnTo>
                <a:lnTo>
                  <a:pt x="186480" y="18972"/>
                </a:lnTo>
                <a:lnTo>
                  <a:pt x="148234" y="33700"/>
                </a:lnTo>
                <a:lnTo>
                  <a:pt x="195803" y="29302"/>
                </a:lnTo>
                <a:lnTo>
                  <a:pt x="235328" y="19662"/>
                </a:lnTo>
                <a:lnTo>
                  <a:pt x="276149" y="14126"/>
                </a:lnTo>
                <a:lnTo>
                  <a:pt x="317563" y="12692"/>
                </a:lnTo>
                <a:lnTo>
                  <a:pt x="358866" y="15355"/>
                </a:lnTo>
                <a:lnTo>
                  <a:pt x="399356" y="22115"/>
                </a:lnTo>
                <a:lnTo>
                  <a:pt x="438328" y="32968"/>
                </a:lnTo>
                <a:lnTo>
                  <a:pt x="475081" y="47911"/>
                </a:lnTo>
                <a:lnTo>
                  <a:pt x="508911" y="66943"/>
                </a:lnTo>
                <a:lnTo>
                  <a:pt x="539114" y="90060"/>
                </a:lnTo>
                <a:lnTo>
                  <a:pt x="564988" y="117260"/>
                </a:lnTo>
                <a:lnTo>
                  <a:pt x="585828" y="148541"/>
                </a:lnTo>
                <a:lnTo>
                  <a:pt x="600934" y="183899"/>
                </a:lnTo>
                <a:lnTo>
                  <a:pt x="609600" y="223332"/>
                </a:lnTo>
                <a:lnTo>
                  <a:pt x="609600" y="246192"/>
                </a:lnTo>
                <a:lnTo>
                  <a:pt x="600818" y="284974"/>
                </a:lnTo>
                <a:lnTo>
                  <a:pt x="585850" y="319814"/>
                </a:lnTo>
                <a:lnTo>
                  <a:pt x="565360" y="350707"/>
                </a:lnTo>
                <a:lnTo>
                  <a:pt x="540012" y="377648"/>
                </a:lnTo>
                <a:lnTo>
                  <a:pt x="510472" y="400632"/>
                </a:lnTo>
                <a:lnTo>
                  <a:pt x="477403" y="419656"/>
                </a:lnTo>
                <a:lnTo>
                  <a:pt x="441470" y="434715"/>
                </a:lnTo>
                <a:lnTo>
                  <a:pt x="403338" y="445803"/>
                </a:lnTo>
                <a:lnTo>
                  <a:pt x="363670" y="452917"/>
                </a:lnTo>
                <a:lnTo>
                  <a:pt x="323130" y="456052"/>
                </a:lnTo>
                <a:lnTo>
                  <a:pt x="282385" y="455203"/>
                </a:lnTo>
                <a:lnTo>
                  <a:pt x="242097" y="450365"/>
                </a:lnTo>
                <a:lnTo>
                  <a:pt x="202931" y="441534"/>
                </a:lnTo>
                <a:lnTo>
                  <a:pt x="165552" y="428706"/>
                </a:lnTo>
                <a:lnTo>
                  <a:pt x="130624" y="411875"/>
                </a:lnTo>
                <a:lnTo>
                  <a:pt x="98811" y="391038"/>
                </a:lnTo>
                <a:lnTo>
                  <a:pt x="70778" y="366189"/>
                </a:lnTo>
                <a:lnTo>
                  <a:pt x="47189" y="337324"/>
                </a:lnTo>
                <a:lnTo>
                  <a:pt x="28709" y="304439"/>
                </a:lnTo>
                <a:lnTo>
                  <a:pt x="16002" y="267528"/>
                </a:lnTo>
                <a:lnTo>
                  <a:pt x="12954" y="245430"/>
                </a:lnTo>
                <a:lnTo>
                  <a:pt x="12954" y="222570"/>
                </a:lnTo>
                <a:lnTo>
                  <a:pt x="0" y="234762"/>
                </a:lnTo>
                <a:lnTo>
                  <a:pt x="762" y="246954"/>
                </a:lnTo>
                <a:lnTo>
                  <a:pt x="1524" y="259146"/>
                </a:lnTo>
                <a:lnTo>
                  <a:pt x="3810" y="270576"/>
                </a:lnTo>
                <a:close/>
              </a:path>
              <a:path w="622553" h="469239">
                <a:moveTo>
                  <a:pt x="158277" y="43048"/>
                </a:moveTo>
                <a:lnTo>
                  <a:pt x="148234" y="33700"/>
                </a:lnTo>
                <a:lnTo>
                  <a:pt x="112771" y="52632"/>
                </a:lnTo>
                <a:lnTo>
                  <a:pt x="80787" y="75769"/>
                </a:lnTo>
                <a:lnTo>
                  <a:pt x="52976" y="103111"/>
                </a:lnTo>
                <a:lnTo>
                  <a:pt x="30032" y="134659"/>
                </a:lnTo>
                <a:lnTo>
                  <a:pt x="12650" y="170414"/>
                </a:lnTo>
                <a:lnTo>
                  <a:pt x="1523" y="210378"/>
                </a:lnTo>
                <a:lnTo>
                  <a:pt x="0" y="234762"/>
                </a:lnTo>
                <a:lnTo>
                  <a:pt x="12954" y="222570"/>
                </a:lnTo>
                <a:lnTo>
                  <a:pt x="14478" y="211902"/>
                </a:lnTo>
                <a:lnTo>
                  <a:pt x="25243" y="173464"/>
                </a:lnTo>
                <a:lnTo>
                  <a:pt x="42226" y="139147"/>
                </a:lnTo>
                <a:lnTo>
                  <a:pt x="64724" y="108950"/>
                </a:lnTo>
                <a:lnTo>
                  <a:pt x="92034" y="82869"/>
                </a:lnTo>
                <a:lnTo>
                  <a:pt x="123453" y="60903"/>
                </a:lnTo>
                <a:lnTo>
                  <a:pt x="158277" y="43048"/>
                </a:lnTo>
                <a:close/>
              </a:path>
            </a:pathLst>
          </a:custGeom>
          <a:solidFill>
            <a:srgbClr val="0000FF"/>
          </a:solidFill>
        </p:spPr>
        <p:txBody>
          <a:bodyPr wrap="square" lIns="0" tIns="0" rIns="0" bIns="0" rtlCol="0">
            <a:noAutofit/>
          </a:bodyPr>
          <a:lstStyle/>
          <a:p>
            <a:endParaRPr/>
          </a:p>
        </p:txBody>
      </p:sp>
      <p:sp>
        <p:nvSpPr>
          <p:cNvPr id="50" name="object 50"/>
          <p:cNvSpPr txBox="1"/>
          <p:nvPr/>
        </p:nvSpPr>
        <p:spPr>
          <a:xfrm>
            <a:off x="1830577"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9" name="object 49"/>
          <p:cNvSpPr txBox="1"/>
          <p:nvPr/>
        </p:nvSpPr>
        <p:spPr>
          <a:xfrm>
            <a:off x="3599179"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8" name="object 48"/>
          <p:cNvSpPr txBox="1"/>
          <p:nvPr/>
        </p:nvSpPr>
        <p:spPr>
          <a:xfrm>
            <a:off x="5395976" y="758939"/>
            <a:ext cx="1927292" cy="574373"/>
          </a:xfrm>
          <a:prstGeom prst="rect">
            <a:avLst/>
          </a:prstGeom>
        </p:spPr>
        <p:txBody>
          <a:bodyPr wrap="square" lIns="0" tIns="0" rIns="0" bIns="0" rtlCol="0">
            <a:noAutofit/>
          </a:bodyPr>
          <a:lstStyle/>
          <a:p>
            <a:pPr marL="12700">
              <a:lnSpc>
                <a:spcPts val="4580"/>
              </a:lnSpc>
              <a:spcBef>
                <a:spcPts val="229"/>
              </a:spcBef>
            </a:pPr>
            <a:r>
              <a:rPr sz="6600" spc="-4" baseline="3103" dirty="0">
                <a:latin typeface="Calibri"/>
                <a:cs typeface="Calibri"/>
              </a:rPr>
              <a:t>Optimal</a:t>
            </a:r>
            <a:endParaRPr sz="4400">
              <a:latin typeface="Calibri"/>
              <a:cs typeface="Calibri"/>
            </a:endParaRPr>
          </a:p>
        </p:txBody>
      </p:sp>
      <p:sp>
        <p:nvSpPr>
          <p:cNvPr id="47" name="object 47"/>
          <p:cNvSpPr txBox="1"/>
          <p:nvPr/>
        </p:nvSpPr>
        <p:spPr>
          <a:xfrm>
            <a:off x="7342887" y="758939"/>
            <a:ext cx="36800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t>
            </a:r>
            <a:endParaRPr sz="4400">
              <a:latin typeface="Calibri"/>
              <a:cs typeface="Calibri"/>
            </a:endParaRPr>
          </a:p>
        </p:txBody>
      </p:sp>
      <p:sp>
        <p:nvSpPr>
          <p:cNvPr id="46" name="object 46"/>
          <p:cNvSpPr txBox="1"/>
          <p:nvPr/>
        </p:nvSpPr>
        <p:spPr>
          <a:xfrm>
            <a:off x="2669540" y="1873270"/>
            <a:ext cx="5043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p:txBody>
      </p:sp>
      <p:sp>
        <p:nvSpPr>
          <p:cNvPr id="45" name="object 45"/>
          <p:cNvSpPr txBox="1"/>
          <p:nvPr/>
        </p:nvSpPr>
        <p:spPr>
          <a:xfrm>
            <a:off x="2898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4" name="object 44"/>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3" name="object 43"/>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2" name="object 42"/>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41" name="object 41"/>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0" name="object 40"/>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9" name="object 39"/>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8" name="object 38"/>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7" name="object 37"/>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6" name="object 36"/>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5" name="object 35"/>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34" name="object 34"/>
          <p:cNvSpPr txBox="1"/>
          <p:nvPr/>
        </p:nvSpPr>
        <p:spPr>
          <a:xfrm>
            <a:off x="1374140" y="5470910"/>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101</a:t>
            </a:r>
            <a:endParaRPr sz="1800">
              <a:latin typeface="Calibri"/>
              <a:cs typeface="Calibri"/>
            </a:endParaRPr>
          </a:p>
        </p:txBody>
      </p:sp>
      <p:sp>
        <p:nvSpPr>
          <p:cNvPr id="33" name="object 33"/>
          <p:cNvSpPr txBox="1"/>
          <p:nvPr/>
        </p:nvSpPr>
        <p:spPr>
          <a:xfrm>
            <a:off x="3507733" y="5545853"/>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32" name="object 32"/>
          <p:cNvSpPr txBox="1"/>
          <p:nvPr/>
        </p:nvSpPr>
        <p:spPr>
          <a:xfrm>
            <a:off x="3507732" y="5950595"/>
            <a:ext cx="4028164"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di</a:t>
            </a:r>
            <a:r>
              <a:rPr sz="2700" b="1" spc="-14" baseline="3034" dirty="0">
                <a:latin typeface="Calibri"/>
                <a:cs typeface="Calibri"/>
              </a:rPr>
              <a:t>s</a:t>
            </a:r>
            <a:r>
              <a:rPr sz="2700" b="1" spc="0" baseline="3034" dirty="0">
                <a:latin typeface="Calibri"/>
                <a:cs typeface="Calibri"/>
              </a:rPr>
              <a:t>t(A-E-G-H-I)</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140</a:t>
            </a:r>
            <a:r>
              <a:rPr sz="2700" b="1" spc="9"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80</a:t>
            </a:r>
            <a:r>
              <a:rPr sz="2700" b="1" spc="9"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0" baseline="3034" dirty="0">
                <a:latin typeface="Calibri"/>
                <a:cs typeface="Calibri"/>
              </a:rPr>
              <a:t>97 +</a:t>
            </a:r>
            <a:r>
              <a:rPr sz="2700" b="1" spc="9" baseline="3034" dirty="0">
                <a:latin typeface="Calibri"/>
                <a:cs typeface="Calibri"/>
              </a:rPr>
              <a:t> </a:t>
            </a:r>
            <a:r>
              <a:rPr sz="2700" b="1" spc="0" baseline="3034" dirty="0">
                <a:latin typeface="Calibri"/>
                <a:cs typeface="Calibri"/>
              </a:rPr>
              <a:t>101</a:t>
            </a:r>
            <a:r>
              <a:rPr sz="2700" b="1" spc="9" baseline="3034" dirty="0">
                <a:latin typeface="Calibri"/>
                <a:cs typeface="Calibri"/>
              </a:rPr>
              <a:t> </a:t>
            </a:r>
            <a:r>
              <a:rPr sz="2700" b="1" spc="0" baseline="3034" dirty="0">
                <a:latin typeface="Calibri"/>
                <a:cs typeface="Calibri"/>
              </a:rPr>
              <a:t>=</a:t>
            </a:r>
            <a:r>
              <a:rPr sz="2700" b="1" spc="14" baseline="3034" dirty="0">
                <a:latin typeface="Calibri"/>
                <a:cs typeface="Calibri"/>
              </a:rPr>
              <a:t> </a:t>
            </a:r>
            <a:r>
              <a:rPr sz="2700" b="1" spc="0" baseline="3034" dirty="0">
                <a:solidFill>
                  <a:srgbClr val="F365DF"/>
                </a:solidFill>
                <a:latin typeface="Calibri"/>
                <a:cs typeface="Calibri"/>
              </a:rPr>
              <a:t>418</a:t>
            </a:r>
            <a:endParaRPr sz="1800">
              <a:latin typeface="Calibri"/>
              <a:cs typeface="Calibri"/>
            </a:endParaRPr>
          </a:p>
        </p:txBody>
      </p:sp>
      <p:sp>
        <p:nvSpPr>
          <p:cNvPr id="31" name="object 31"/>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9" name="object 29"/>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8" name="object 28"/>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31</a:t>
            </a:r>
            <a:endParaRPr sz="1200">
              <a:latin typeface="Calibri"/>
              <a:cs typeface="Calibri"/>
            </a:endParaRPr>
          </a:p>
        </p:txBody>
      </p:sp>
      <p:sp>
        <p:nvSpPr>
          <p:cNvPr id="27" name="object 27"/>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6" name="object 26"/>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5" name="object 25"/>
          <p:cNvSpPr txBox="1"/>
          <p:nvPr/>
        </p:nvSpPr>
        <p:spPr>
          <a:xfrm>
            <a:off x="1219200" y="494675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H</a:t>
            </a:r>
            <a:endParaRPr sz="1800">
              <a:latin typeface="Calibri"/>
              <a:cs typeface="Calibri"/>
            </a:endParaRPr>
          </a:p>
        </p:txBody>
      </p:sp>
      <p:sp>
        <p:nvSpPr>
          <p:cNvPr id="24" name="object 24"/>
          <p:cNvSpPr txBox="1"/>
          <p:nvPr/>
        </p:nvSpPr>
        <p:spPr>
          <a:xfrm>
            <a:off x="1447800" y="404734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2286000" y="314793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2209800" y="2023672"/>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5145405" y="1349488"/>
            <a:ext cx="1905000" cy="399488"/>
          </a:xfrm>
          <a:prstGeom prst="rect">
            <a:avLst/>
          </a:prstGeom>
        </p:spPr>
        <p:txBody>
          <a:bodyPr wrap="square" lIns="0" tIns="0" rIns="0" bIns="0" rtlCol="0">
            <a:noAutofit/>
          </a:bodyPr>
          <a:lstStyle/>
          <a:p>
            <a:pPr marL="618235" marR="619226"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50405" y="1349488"/>
            <a:ext cx="1905000" cy="399488"/>
          </a:xfrm>
          <a:prstGeom prst="rect">
            <a:avLst/>
          </a:prstGeom>
        </p:spPr>
        <p:txBody>
          <a:bodyPr wrap="square" lIns="0" tIns="0" rIns="0" bIns="0" rtlCol="0">
            <a:noAutofit/>
          </a:bodyPr>
          <a:lstStyle/>
          <a:p>
            <a:pPr marL="114315">
              <a:lnSpc>
                <a:spcPct val="100585"/>
              </a:lnSpc>
              <a:spcBef>
                <a:spcPts val="345"/>
              </a:spcBef>
            </a:pPr>
            <a:r>
              <a:rPr sz="1800" b="1" spc="0" dirty="0">
                <a:latin typeface="Tahoma"/>
                <a:cs typeface="Tahoma"/>
              </a:rPr>
              <a:t>Heuristic: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45405" y="1748978"/>
            <a:ext cx="1905000" cy="399863"/>
          </a:xfrm>
          <a:prstGeom prst="rect">
            <a:avLst/>
          </a:prstGeom>
        </p:spPr>
        <p:txBody>
          <a:bodyPr wrap="square" lIns="0" tIns="0" rIns="0" bIns="0" rtlCol="0">
            <a:noAutofit/>
          </a:bodyPr>
          <a:lstStyle/>
          <a:p>
            <a:pPr marL="853693" marR="85445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50405" y="1748978"/>
            <a:ext cx="1905000" cy="399863"/>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45405" y="2148840"/>
            <a:ext cx="1905000" cy="399862"/>
          </a:xfrm>
          <a:prstGeom prst="rect">
            <a:avLst/>
          </a:prstGeom>
        </p:spPr>
        <p:txBody>
          <a:bodyPr wrap="square" lIns="0" tIns="0" rIns="0" bIns="0" rtlCol="0">
            <a:noAutofit/>
          </a:bodyPr>
          <a:lstStyle/>
          <a:p>
            <a:pPr marL="854455" marR="8562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50405" y="2148840"/>
            <a:ext cx="1905000" cy="399862"/>
          </a:xfrm>
          <a:prstGeom prst="rect">
            <a:avLst/>
          </a:prstGeom>
        </p:spPr>
        <p:txBody>
          <a:bodyPr wrap="square" lIns="0" tIns="0" rIns="0" bIns="0" rtlCol="0">
            <a:noAutofit/>
          </a:bodyPr>
          <a:lstStyle/>
          <a:p>
            <a:pPr marL="734730" marR="73558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45405" y="2548702"/>
            <a:ext cx="1905000" cy="399488"/>
          </a:xfrm>
          <a:prstGeom prst="rect">
            <a:avLst/>
          </a:prstGeom>
        </p:spPr>
        <p:txBody>
          <a:bodyPr wrap="square" lIns="0" tIns="0" rIns="0" bIns="0" rtlCol="0">
            <a:noAutofit/>
          </a:bodyPr>
          <a:lstStyle/>
          <a:p>
            <a:pPr marL="853701" marR="854219"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50405" y="2548702"/>
            <a:ext cx="1905000" cy="399488"/>
          </a:xfrm>
          <a:prstGeom prst="rect">
            <a:avLst/>
          </a:prstGeom>
        </p:spPr>
        <p:txBody>
          <a:bodyPr wrap="square" lIns="0" tIns="0" rIns="0" bIns="0" rtlCol="0">
            <a:noAutofit/>
          </a:bodyPr>
          <a:lstStyle/>
          <a:p>
            <a:pPr marL="734913" marR="7354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45405" y="2948190"/>
            <a:ext cx="1905000"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50405" y="2948190"/>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45405" y="3348052"/>
            <a:ext cx="1905000" cy="399863"/>
          </a:xfrm>
          <a:prstGeom prst="rect">
            <a:avLst/>
          </a:prstGeom>
        </p:spPr>
        <p:txBody>
          <a:bodyPr wrap="square" lIns="0" tIns="0" rIns="0" bIns="0" rtlCol="0">
            <a:noAutofit/>
          </a:bodyPr>
          <a:lstStyle/>
          <a:p>
            <a:pPr marL="851408" marR="853313" algn="ctr">
              <a:lnSpc>
                <a:spcPct val="100585"/>
              </a:lnSpc>
              <a:spcBef>
                <a:spcPts val="345"/>
              </a:spcBef>
            </a:pPr>
            <a:r>
              <a:rPr sz="1800" b="1" spc="0" dirty="0">
                <a:solidFill>
                  <a:srgbClr val="F365DF"/>
                </a:solidFill>
                <a:latin typeface="Tahoma"/>
                <a:cs typeface="Tahoma"/>
              </a:rPr>
              <a:t>E</a:t>
            </a:r>
            <a:endParaRPr sz="1800">
              <a:latin typeface="Tahoma"/>
              <a:cs typeface="Tahoma"/>
            </a:endParaRPr>
          </a:p>
        </p:txBody>
      </p:sp>
      <p:sp>
        <p:nvSpPr>
          <p:cNvPr id="10" name="object 10"/>
          <p:cNvSpPr txBox="1"/>
          <p:nvPr/>
        </p:nvSpPr>
        <p:spPr>
          <a:xfrm>
            <a:off x="7050405" y="3348052"/>
            <a:ext cx="1905000" cy="399863"/>
          </a:xfrm>
          <a:prstGeom prst="rect">
            <a:avLst/>
          </a:prstGeom>
        </p:spPr>
        <p:txBody>
          <a:bodyPr wrap="square" lIns="0" tIns="0" rIns="0" bIns="0" rtlCol="0">
            <a:noAutofit/>
          </a:bodyPr>
          <a:lstStyle/>
          <a:p>
            <a:pPr marL="703519" marR="704959" algn="ctr">
              <a:lnSpc>
                <a:spcPct val="100585"/>
              </a:lnSpc>
              <a:spcBef>
                <a:spcPts val="345"/>
              </a:spcBef>
            </a:pPr>
            <a:r>
              <a:rPr sz="1800" b="1" spc="0" dirty="0">
                <a:solidFill>
                  <a:srgbClr val="F365DF"/>
                </a:solidFill>
                <a:latin typeface="Tahoma"/>
                <a:cs typeface="Tahoma"/>
              </a:rPr>
              <a:t>253</a:t>
            </a:r>
            <a:endParaRPr sz="1800">
              <a:latin typeface="Tahoma"/>
              <a:cs typeface="Tahoma"/>
            </a:endParaRPr>
          </a:p>
        </p:txBody>
      </p:sp>
      <p:sp>
        <p:nvSpPr>
          <p:cNvPr id="9" name="object 9"/>
          <p:cNvSpPr txBox="1"/>
          <p:nvPr/>
        </p:nvSpPr>
        <p:spPr>
          <a:xfrm>
            <a:off x="5145405" y="3747915"/>
            <a:ext cx="1905000"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50405" y="3747915"/>
            <a:ext cx="1905000" cy="399488"/>
          </a:xfrm>
          <a:prstGeom prst="rect">
            <a:avLst/>
          </a:prstGeom>
        </p:spPr>
        <p:txBody>
          <a:bodyPr wrap="square" lIns="0" tIns="0" rIns="0" bIns="0" rtlCol="0">
            <a:noAutofit/>
          </a:bodyPr>
          <a:lstStyle/>
          <a:p>
            <a:pPr marL="734821" marR="735492"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45405" y="4147403"/>
            <a:ext cx="1905000" cy="399862"/>
          </a:xfrm>
          <a:prstGeom prst="rect">
            <a:avLst/>
          </a:prstGeom>
        </p:spPr>
        <p:txBody>
          <a:bodyPr wrap="square" lIns="0" tIns="0" rIns="0" bIns="0" rtlCol="0">
            <a:noAutofit/>
          </a:bodyPr>
          <a:lstStyle/>
          <a:p>
            <a:pPr marL="836929" marR="838073" algn="ctr">
              <a:lnSpc>
                <a:spcPct val="100585"/>
              </a:lnSpc>
              <a:spcBef>
                <a:spcPts val="345"/>
              </a:spcBef>
            </a:pPr>
            <a:r>
              <a:rPr sz="1800" b="1" spc="0" dirty="0">
                <a:solidFill>
                  <a:srgbClr val="F365DF"/>
                </a:solidFill>
                <a:latin typeface="Tahoma"/>
                <a:cs typeface="Tahoma"/>
              </a:rPr>
              <a:t>G</a:t>
            </a:r>
            <a:endParaRPr sz="1800">
              <a:latin typeface="Tahoma"/>
              <a:cs typeface="Tahoma"/>
            </a:endParaRPr>
          </a:p>
        </p:txBody>
      </p:sp>
      <p:sp>
        <p:nvSpPr>
          <p:cNvPr id="6" name="object 6"/>
          <p:cNvSpPr txBox="1"/>
          <p:nvPr/>
        </p:nvSpPr>
        <p:spPr>
          <a:xfrm>
            <a:off x="7050405" y="4147403"/>
            <a:ext cx="1905000" cy="399862"/>
          </a:xfrm>
          <a:prstGeom prst="rect">
            <a:avLst/>
          </a:prstGeom>
        </p:spPr>
        <p:txBody>
          <a:bodyPr wrap="square" lIns="0" tIns="0" rIns="0" bIns="0" rtlCol="0">
            <a:noAutofit/>
          </a:bodyPr>
          <a:lstStyle/>
          <a:p>
            <a:pPr marL="703557" marR="704921" algn="ctr">
              <a:lnSpc>
                <a:spcPct val="100585"/>
              </a:lnSpc>
              <a:spcBef>
                <a:spcPts val="345"/>
              </a:spcBef>
            </a:pPr>
            <a:r>
              <a:rPr sz="1800" b="1" spc="0" dirty="0">
                <a:solidFill>
                  <a:srgbClr val="F365DF"/>
                </a:solidFill>
                <a:latin typeface="Tahoma"/>
                <a:cs typeface="Tahoma"/>
              </a:rPr>
              <a:t>193</a:t>
            </a:r>
            <a:endParaRPr sz="1800">
              <a:latin typeface="Tahoma"/>
              <a:cs typeface="Tahoma"/>
            </a:endParaRPr>
          </a:p>
        </p:txBody>
      </p:sp>
      <p:sp>
        <p:nvSpPr>
          <p:cNvPr id="5" name="object 5"/>
          <p:cNvSpPr txBox="1"/>
          <p:nvPr/>
        </p:nvSpPr>
        <p:spPr>
          <a:xfrm>
            <a:off x="5145405" y="4547266"/>
            <a:ext cx="1905000" cy="399863"/>
          </a:xfrm>
          <a:prstGeom prst="rect">
            <a:avLst/>
          </a:prstGeom>
        </p:spPr>
        <p:txBody>
          <a:bodyPr wrap="square" lIns="0" tIns="0" rIns="0" bIns="0" rtlCol="0">
            <a:noAutofit/>
          </a:bodyPr>
          <a:lstStyle/>
          <a:p>
            <a:pPr marL="834643" marR="836015" algn="ctr">
              <a:lnSpc>
                <a:spcPct val="100585"/>
              </a:lnSpc>
              <a:spcBef>
                <a:spcPts val="345"/>
              </a:spcBef>
            </a:pPr>
            <a:r>
              <a:rPr sz="1800" b="1" spc="0" dirty="0">
                <a:solidFill>
                  <a:srgbClr val="F365DF"/>
                </a:solidFill>
                <a:latin typeface="Tahoma"/>
                <a:cs typeface="Tahoma"/>
              </a:rPr>
              <a:t>H</a:t>
            </a:r>
            <a:endParaRPr sz="1800">
              <a:latin typeface="Tahoma"/>
              <a:cs typeface="Tahoma"/>
            </a:endParaRPr>
          </a:p>
        </p:txBody>
      </p:sp>
      <p:sp>
        <p:nvSpPr>
          <p:cNvPr id="4" name="object 4"/>
          <p:cNvSpPr txBox="1"/>
          <p:nvPr/>
        </p:nvSpPr>
        <p:spPr>
          <a:xfrm>
            <a:off x="7050405" y="4547266"/>
            <a:ext cx="1905000" cy="399863"/>
          </a:xfrm>
          <a:prstGeom prst="rect">
            <a:avLst/>
          </a:prstGeom>
        </p:spPr>
        <p:txBody>
          <a:bodyPr wrap="square" lIns="0" tIns="0" rIns="0" bIns="0" rtlCol="0">
            <a:noAutofit/>
          </a:bodyPr>
          <a:lstStyle/>
          <a:p>
            <a:pPr marL="776731" marR="777387" algn="ctr">
              <a:lnSpc>
                <a:spcPct val="100585"/>
              </a:lnSpc>
              <a:spcBef>
                <a:spcPts val="345"/>
              </a:spcBef>
            </a:pPr>
            <a:r>
              <a:rPr sz="1800" b="1" spc="0" dirty="0">
                <a:solidFill>
                  <a:srgbClr val="F365DF"/>
                </a:solidFill>
                <a:latin typeface="Tahoma"/>
                <a:cs typeface="Tahoma"/>
              </a:rPr>
              <a:t>98</a:t>
            </a:r>
            <a:endParaRPr sz="1800">
              <a:latin typeface="Tahoma"/>
              <a:cs typeface="Tahoma"/>
            </a:endParaRPr>
          </a:p>
        </p:txBody>
      </p:sp>
      <p:sp>
        <p:nvSpPr>
          <p:cNvPr id="3" name="object 3"/>
          <p:cNvSpPr txBox="1"/>
          <p:nvPr/>
        </p:nvSpPr>
        <p:spPr>
          <a:xfrm>
            <a:off x="5145405" y="4947129"/>
            <a:ext cx="1905000" cy="399862"/>
          </a:xfrm>
          <a:prstGeom prst="rect">
            <a:avLst/>
          </a:prstGeom>
        </p:spPr>
        <p:txBody>
          <a:bodyPr wrap="square" lIns="0" tIns="0" rIns="0" bIns="0" rtlCol="0">
            <a:noAutofit/>
          </a:bodyPr>
          <a:lstStyle/>
          <a:p>
            <a:pPr marL="879600" marR="880441"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50405" y="4947129"/>
            <a:ext cx="1905000" cy="399862"/>
          </a:xfrm>
          <a:prstGeom prst="rect">
            <a:avLst/>
          </a:prstGeom>
        </p:spPr>
        <p:txBody>
          <a:bodyPr wrap="square" lIns="0" tIns="0" rIns="0" bIns="0" rtlCol="0">
            <a:noAutofit/>
          </a:bodyPr>
          <a:lstStyle/>
          <a:p>
            <a:pPr marL="859773" marR="860720"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object 119"/>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8" name="object 118"/>
          <p:cNvSpPr txBox="1"/>
          <p:nvPr/>
        </p:nvSpPr>
        <p:spPr>
          <a:xfrm>
            <a:off x="0" y="4758878"/>
            <a:ext cx="9144000" cy="1019829"/>
          </a:xfrm>
          <a:prstGeom prst="rect">
            <a:avLst/>
          </a:prstGeom>
        </p:spPr>
        <p:txBody>
          <a:bodyPr wrap="square" lIns="0" tIns="0" rIns="0" bIns="0" rtlCol="0">
            <a:noAutofit/>
          </a:bodyPr>
          <a:lstStyle/>
          <a:p>
            <a:pPr marR="2057323" algn="r">
              <a:lnSpc>
                <a:spcPts val="1864"/>
              </a:lnSpc>
              <a:spcBef>
                <a:spcPts val="93"/>
              </a:spcBef>
            </a:pPr>
            <a:r>
              <a:rPr sz="1800" spc="0" dirty="0">
                <a:latin typeface="Tahoma"/>
                <a:cs typeface="Tahoma"/>
              </a:rPr>
              <a:t>G</a:t>
            </a:r>
            <a:endParaRPr sz="1800">
              <a:latin typeface="Tahoma"/>
              <a:cs typeface="Tahoma"/>
            </a:endParaRPr>
          </a:p>
        </p:txBody>
      </p:sp>
      <p:sp>
        <p:nvSpPr>
          <p:cNvPr id="116" name="object 116"/>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9" name="object 49"/>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53" name="object 5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5" name="object 55"/>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2209800" y="2023672"/>
            <a:ext cx="304800" cy="361263"/>
          </a:xfrm>
          <a:custGeom>
            <a:avLst/>
            <a:gdLst/>
            <a:ahLst/>
            <a:cxnLst/>
            <a:rect l="l" t="t" r="r" b="b"/>
            <a:pathLst>
              <a:path w="304800" h="367284">
                <a:moveTo>
                  <a:pt x="0" y="0"/>
                </a:moveTo>
                <a:lnTo>
                  <a:pt x="0" y="367284"/>
                </a:lnTo>
                <a:lnTo>
                  <a:pt x="304800" y="367283"/>
                </a:lnTo>
                <a:lnTo>
                  <a:pt x="304800" y="0"/>
                </a:lnTo>
                <a:lnTo>
                  <a:pt x="0" y="0"/>
                </a:lnTo>
                <a:close/>
              </a:path>
            </a:pathLst>
          </a:custGeom>
          <a:solidFill>
            <a:srgbClr val="4E80BD"/>
          </a:solidFill>
        </p:spPr>
        <p:txBody>
          <a:bodyPr wrap="square" lIns="0" tIns="0" rIns="0" bIns="0" rtlCol="0">
            <a:noAutofit/>
          </a:bodyPr>
          <a:lstStyle/>
          <a:p>
            <a:endParaRPr/>
          </a:p>
        </p:txBody>
      </p:sp>
      <p:sp>
        <p:nvSpPr>
          <p:cNvPr id="57" name="object 57"/>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3" name="object 63"/>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4" name="object 64"/>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5" name="object 65"/>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6" name="object 66"/>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7" name="object 6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8" name="object 68"/>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7" name="object 77"/>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78" name="object 78"/>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0" name="object 80"/>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1" name="object 8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2" name="object 82"/>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9" name="object 89"/>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6" name="object 96"/>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98" name="object 98"/>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1" name="object 101"/>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3" name="object 103"/>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04" name="object 104"/>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105" name="object 105"/>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6" name="object 106"/>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7" name="object 107"/>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9" name="object 109"/>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10" name="object 110"/>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1" name="object 111"/>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112" name="object 112"/>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113" name="object 113"/>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14" name="object 114"/>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15" name="object 115"/>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48" name="object 48"/>
          <p:cNvSpPr txBox="1"/>
          <p:nvPr/>
        </p:nvSpPr>
        <p:spPr>
          <a:xfrm>
            <a:off x="164236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7" name="object 47"/>
          <p:cNvSpPr txBox="1"/>
          <p:nvPr/>
        </p:nvSpPr>
        <p:spPr>
          <a:xfrm>
            <a:off x="3410967"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6" name="object 46"/>
          <p:cNvSpPr txBox="1"/>
          <p:nvPr/>
        </p:nvSpPr>
        <p:spPr>
          <a:xfrm>
            <a:off x="5207762" y="758939"/>
            <a:ext cx="230351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Compl</a:t>
            </a:r>
            <a:r>
              <a:rPr sz="6600" spc="-25" baseline="3103" dirty="0">
                <a:latin typeface="Calibri"/>
                <a:cs typeface="Calibri"/>
              </a:rPr>
              <a:t>e</a:t>
            </a:r>
            <a:r>
              <a:rPr sz="6600" spc="-44" baseline="3103" dirty="0">
                <a:latin typeface="Calibri"/>
                <a:cs typeface="Calibri"/>
              </a:rPr>
              <a:t>t</a:t>
            </a:r>
            <a:r>
              <a:rPr sz="6600" spc="0" baseline="3103" dirty="0">
                <a:latin typeface="Calibri"/>
                <a:cs typeface="Calibri"/>
              </a:rPr>
              <a:t>e</a:t>
            </a:r>
            <a:endParaRPr sz="4400">
              <a:latin typeface="Calibri"/>
              <a:cs typeface="Calibri"/>
            </a:endParaRPr>
          </a:p>
        </p:txBody>
      </p:sp>
      <p:sp>
        <p:nvSpPr>
          <p:cNvPr id="45" name="object 45"/>
          <p:cNvSpPr txBox="1"/>
          <p:nvPr/>
        </p:nvSpPr>
        <p:spPr>
          <a:xfrm>
            <a:off x="7530339" y="758939"/>
            <a:ext cx="36800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t>
            </a:r>
            <a:endParaRPr sz="4400">
              <a:latin typeface="Calibri"/>
              <a:cs typeface="Calibri"/>
            </a:endParaRPr>
          </a:p>
        </p:txBody>
      </p:sp>
      <p:sp>
        <p:nvSpPr>
          <p:cNvPr id="44" name="object 44"/>
          <p:cNvSpPr txBox="1"/>
          <p:nvPr/>
        </p:nvSpPr>
        <p:spPr>
          <a:xfrm>
            <a:off x="2669540" y="1873270"/>
            <a:ext cx="5043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p:txBody>
      </p:sp>
      <p:sp>
        <p:nvSpPr>
          <p:cNvPr id="43" name="object 43"/>
          <p:cNvSpPr txBox="1"/>
          <p:nvPr/>
        </p:nvSpPr>
        <p:spPr>
          <a:xfrm>
            <a:off x="2898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1" name="object 41"/>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0" name="object 40"/>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9" name="object 39"/>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8" name="object 38"/>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7" name="object 37"/>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6" name="object 36"/>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5" name="object 35"/>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4" name="object 34"/>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3" name="object 33"/>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2" name="object 32"/>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1" name="object 31"/>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30" name="object 30"/>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9" name="object 29"/>
          <p:cNvSpPr txBox="1"/>
          <p:nvPr/>
        </p:nvSpPr>
        <p:spPr>
          <a:xfrm>
            <a:off x="3736333" y="5920622"/>
            <a:ext cx="4115703"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9" baseline="3034" dirty="0">
                <a:latin typeface="Calibri"/>
                <a:cs typeface="Calibri"/>
              </a:rPr>
              <a:t> </a:t>
            </a:r>
            <a:r>
              <a:rPr sz="2700" b="1" i="1" spc="0" baseline="3034" dirty="0">
                <a:latin typeface="Calibri"/>
                <a:cs typeface="Calibri"/>
              </a:rPr>
              <a:t>=</a:t>
            </a:r>
            <a:r>
              <a:rPr sz="2700" b="1" i="1" spc="9"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a:t>
            </a:r>
            <a:r>
              <a:rPr sz="2700" b="1" spc="9" baseline="3034" dirty="0">
                <a:latin typeface="Calibri"/>
                <a:cs typeface="Calibri"/>
              </a:rPr>
              <a:t> </a:t>
            </a:r>
            <a:r>
              <a:rPr sz="2700" b="1" spc="-14" baseline="3034" dirty="0">
                <a:latin typeface="Calibri"/>
                <a:cs typeface="Calibri"/>
              </a:rPr>
              <a:t>s</a:t>
            </a:r>
            <a:r>
              <a:rPr sz="2700" b="1" spc="0" baseline="3034" dirty="0">
                <a:latin typeface="Calibri"/>
                <a:cs typeface="Calibri"/>
              </a:rPr>
              <a:t>t</a:t>
            </a:r>
            <a:r>
              <a:rPr sz="2700" b="1" spc="-39" baseline="3034" dirty="0">
                <a:latin typeface="Calibri"/>
                <a:cs typeface="Calibri"/>
              </a:rPr>
              <a:t>r</a:t>
            </a:r>
            <a:r>
              <a:rPr sz="2700" b="1" spc="0" baseline="3034" dirty="0">
                <a:latin typeface="Calibri"/>
                <a:cs typeface="Calibri"/>
              </a:rPr>
              <a:t>a</a:t>
            </a:r>
            <a:r>
              <a:rPr sz="2700" b="1" spc="-4" baseline="3034" dirty="0">
                <a:latin typeface="Calibri"/>
                <a:cs typeface="Calibri"/>
              </a:rPr>
              <a:t>ig</a:t>
            </a:r>
            <a:r>
              <a:rPr sz="2700" b="1" spc="-14" baseline="3034" dirty="0">
                <a:latin typeface="Calibri"/>
                <a:cs typeface="Calibri"/>
              </a:rPr>
              <a:t>h</a:t>
            </a:r>
            <a:r>
              <a:rPr sz="2700" b="1" spc="0" baseline="3034" dirty="0">
                <a:latin typeface="Calibri"/>
                <a:cs typeface="Calibri"/>
              </a:rPr>
              <a:t>t</a:t>
            </a:r>
            <a:r>
              <a:rPr sz="2700" b="1" spc="-4" baseline="3034" dirty="0">
                <a:latin typeface="Calibri"/>
                <a:cs typeface="Calibri"/>
              </a:rPr>
              <a:t>-lin</a:t>
            </a:r>
            <a:r>
              <a:rPr sz="2700" b="1" spc="0" baseline="3034" dirty="0">
                <a:latin typeface="Calibri"/>
                <a:cs typeface="Calibri"/>
              </a:rPr>
              <a:t>e </a:t>
            </a:r>
            <a:r>
              <a:rPr sz="2700" b="1" spc="-4" baseline="3034" dirty="0">
                <a:latin typeface="Calibri"/>
                <a:cs typeface="Calibri"/>
              </a:rPr>
              <a:t>di</a:t>
            </a:r>
            <a:r>
              <a:rPr sz="2700" b="1" spc="-19" baseline="3034" dirty="0">
                <a:latin typeface="Calibri"/>
                <a:cs typeface="Calibri"/>
              </a:rPr>
              <a:t>s</a:t>
            </a:r>
            <a:r>
              <a:rPr sz="2700" b="1" spc="-14" baseline="3034" dirty="0">
                <a:latin typeface="Calibri"/>
                <a:cs typeface="Calibri"/>
              </a:rPr>
              <a:t>t</a:t>
            </a:r>
            <a:r>
              <a:rPr sz="2700" b="1" spc="-4" baseline="3034" dirty="0">
                <a:latin typeface="Calibri"/>
                <a:cs typeface="Calibri"/>
              </a:rPr>
              <a:t>anc</a:t>
            </a:r>
            <a:r>
              <a:rPr sz="2700" b="1" spc="0" baseline="3034" dirty="0">
                <a:latin typeface="Calibri"/>
                <a:cs typeface="Calibri"/>
              </a:rPr>
              <a:t>e </a:t>
            </a:r>
            <a:r>
              <a:rPr sz="2700" b="1" spc="-4" baseline="3034" dirty="0">
                <a:latin typeface="Calibri"/>
                <a:cs typeface="Calibri"/>
              </a:rPr>
              <a:t>heuri</a:t>
            </a:r>
            <a:r>
              <a:rPr sz="2700" b="1" spc="-25" baseline="3034" dirty="0">
                <a:latin typeface="Calibri"/>
                <a:cs typeface="Calibri"/>
              </a:rPr>
              <a:t>s</a:t>
            </a:r>
            <a:r>
              <a:rPr sz="2700" b="1" spc="-4" baseline="3034" dirty="0">
                <a:latin typeface="Calibri"/>
                <a:cs typeface="Calibri"/>
              </a:rPr>
              <a:t>tic</a:t>
            </a:r>
            <a:endParaRPr sz="1800">
              <a:latin typeface="Calibri"/>
              <a:cs typeface="Calibri"/>
            </a:endParaRPr>
          </a:p>
        </p:txBody>
      </p:sp>
      <p:sp>
        <p:nvSpPr>
          <p:cNvPr id="28" name="object 28"/>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5" name="object 25"/>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32</a:t>
            </a:r>
            <a:endParaRPr sz="1200">
              <a:latin typeface="Calibri"/>
              <a:cs typeface="Calibri"/>
            </a:endParaRPr>
          </a:p>
        </p:txBody>
      </p:sp>
      <p:sp>
        <p:nvSpPr>
          <p:cNvPr id="24" name="object 24"/>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3" name="object 23"/>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2" name="object 22"/>
          <p:cNvSpPr txBox="1"/>
          <p:nvPr/>
        </p:nvSpPr>
        <p:spPr>
          <a:xfrm>
            <a:off x="2209800" y="2023672"/>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object 67"/>
          <p:cNvSpPr txBox="1"/>
          <p:nvPr/>
        </p:nvSpPr>
        <p:spPr>
          <a:xfrm>
            <a:off x="0" y="4758878"/>
            <a:ext cx="9144000" cy="1019829"/>
          </a:xfrm>
          <a:prstGeom prst="rect">
            <a:avLst/>
          </a:prstGeom>
        </p:spPr>
        <p:txBody>
          <a:bodyPr wrap="square" lIns="0" tIns="0" rIns="0" bIns="0" rtlCol="0">
            <a:noAutofit/>
          </a:bodyPr>
          <a:lstStyle/>
          <a:p>
            <a:pPr marR="2057323" algn="r">
              <a:lnSpc>
                <a:spcPts val="1864"/>
              </a:lnSpc>
              <a:spcBef>
                <a:spcPts val="93"/>
              </a:spcBef>
            </a:pPr>
            <a:r>
              <a:rPr sz="1800" spc="0" dirty="0">
                <a:latin typeface="Tahoma"/>
                <a:cs typeface="Tahoma"/>
              </a:rPr>
              <a:t>G</a:t>
            </a:r>
            <a:endParaRPr sz="1800">
              <a:latin typeface="Tahoma"/>
              <a:cs typeface="Tahoma"/>
            </a:endParaRPr>
          </a:p>
        </p:txBody>
      </p:sp>
      <p:sp>
        <p:nvSpPr>
          <p:cNvPr id="65" name="object 6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2" name="object 32"/>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33" name="object 33"/>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34" name="object 34"/>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35" name="object 35"/>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36" name="object 3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7" name="object 37"/>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39" name="object 39"/>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40" name="object 40"/>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41" name="object 41"/>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2" name="object 42"/>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43" name="object 43"/>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4" name="object 44"/>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45" name="object 45"/>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46" name="object 46"/>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47" name="object 47"/>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9" name="object 49"/>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52" name="object 52"/>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53" name="object 53"/>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6" name="object 56"/>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57" name="object 57"/>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58" name="object 58"/>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59" name="object 59"/>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60" name="object 60"/>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61" name="object 61"/>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62" name="object 62"/>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30" name="object 30"/>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29" name="object 29"/>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8" name="object 28"/>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7" name="object 27"/>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6" name="object 26"/>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25" name="object 25"/>
          <p:cNvSpPr txBox="1"/>
          <p:nvPr/>
        </p:nvSpPr>
        <p:spPr>
          <a:xfrm>
            <a:off x="4269740" y="2098122"/>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4" name="object 2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3" name="object 2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2" name="object 2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33</a:t>
            </a:r>
            <a:endParaRPr sz="12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object 88"/>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87" name="object 87"/>
          <p:cNvSpPr txBox="1"/>
          <p:nvPr/>
        </p:nvSpPr>
        <p:spPr>
          <a:xfrm>
            <a:off x="0" y="4758878"/>
            <a:ext cx="9144000" cy="1019829"/>
          </a:xfrm>
          <a:prstGeom prst="rect">
            <a:avLst/>
          </a:prstGeom>
        </p:spPr>
        <p:txBody>
          <a:bodyPr wrap="square" lIns="0" tIns="0" rIns="0" bIns="0" rtlCol="0">
            <a:noAutofit/>
          </a:bodyPr>
          <a:lstStyle/>
          <a:p>
            <a:pPr marR="2057323" algn="r">
              <a:lnSpc>
                <a:spcPts val="1864"/>
              </a:lnSpc>
              <a:spcBef>
                <a:spcPts val="93"/>
              </a:spcBef>
            </a:pPr>
            <a:r>
              <a:rPr sz="1800" spc="0" dirty="0">
                <a:latin typeface="Tahoma"/>
                <a:cs typeface="Tahoma"/>
              </a:rPr>
              <a:t>G</a:t>
            </a:r>
            <a:endParaRPr sz="1800">
              <a:latin typeface="Tahoma"/>
              <a:cs typeface="Tahoma"/>
            </a:endParaRPr>
          </a:p>
        </p:txBody>
      </p:sp>
      <p:sp>
        <p:nvSpPr>
          <p:cNvPr id="85" name="object 8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1" name="object 41"/>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42" name="object 42"/>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43" name="object 43"/>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44" name="object 44"/>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45" name="object 45"/>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6" name="object 46"/>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7" name="object 47"/>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49" name="object 49"/>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5" name="object 55"/>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56" name="object 56"/>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57" name="object 57"/>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9" name="object 59"/>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0" name="object 60"/>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66" name="object 66"/>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67" name="object 67"/>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0" name="object 70"/>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71" name="object 71"/>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72" name="object 72"/>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73" name="object 73"/>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4" name="object 74"/>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5" name="object 7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6" name="object 76"/>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7" name="object 77"/>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78" name="object 78"/>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79" name="object 79"/>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0" name="object 80"/>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1" name="object 81"/>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83" name="object 83"/>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39" name="object 39"/>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38" name="object 38"/>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7" name="object 37"/>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36" name="object 36"/>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5" name="object 35"/>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34" name="object 34"/>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33" name="object 33"/>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32" name="object 32"/>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1" name="object 31"/>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30" name="object 30"/>
          <p:cNvSpPr txBox="1"/>
          <p:nvPr/>
        </p:nvSpPr>
        <p:spPr>
          <a:xfrm>
            <a:off x="1221740" y="2697729"/>
            <a:ext cx="54744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29" name="object 29"/>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28" name="object 28"/>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7" name="object 27"/>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26" name="object 26"/>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25" name="object 25"/>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4" name="object 24"/>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3" name="object 23"/>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34</a:t>
            </a:r>
            <a:endParaRPr sz="1200">
              <a:latin typeface="Calibri"/>
              <a:cs typeface="Calibri"/>
            </a:endParaRPr>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object 101"/>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100" name="object 100"/>
          <p:cNvSpPr txBox="1"/>
          <p:nvPr/>
        </p:nvSpPr>
        <p:spPr>
          <a:xfrm>
            <a:off x="0" y="3773774"/>
            <a:ext cx="9144000" cy="1041815"/>
          </a:xfrm>
          <a:prstGeom prst="rect">
            <a:avLst/>
          </a:prstGeom>
        </p:spPr>
        <p:txBody>
          <a:bodyPr wrap="square" lIns="0" tIns="0" rIns="0" bIns="0" rtlCol="0">
            <a:noAutofit/>
          </a:bodyPr>
          <a:lstStyle/>
          <a:p>
            <a:pPr marL="929640">
              <a:lnSpc>
                <a:spcPts val="2185"/>
              </a:lnSpc>
              <a:spcBef>
                <a:spcPts val="109"/>
              </a:spcBef>
            </a:pPr>
            <a:r>
              <a:rPr sz="2700" spc="0" baseline="12136" dirty="0">
                <a:latin typeface="Calibri"/>
                <a:cs typeface="Calibri"/>
              </a:rPr>
              <a:t>[244]     </a:t>
            </a:r>
            <a:r>
              <a:rPr sz="2700" spc="321" baseline="12136" dirty="0">
                <a:latin typeface="Calibri"/>
                <a:cs typeface="Calibri"/>
              </a:rPr>
              <a:t> </a:t>
            </a:r>
            <a:r>
              <a:rPr sz="1800" spc="0" dirty="0">
                <a:latin typeface="Calibri"/>
                <a:cs typeface="Calibri"/>
              </a:rPr>
              <a:t>D</a:t>
            </a:r>
            <a:endParaRPr sz="1800">
              <a:latin typeface="Calibri"/>
              <a:cs typeface="Calibri"/>
            </a:endParaRPr>
          </a:p>
        </p:txBody>
      </p:sp>
      <p:sp>
        <p:nvSpPr>
          <p:cNvPr id="99" name="object 99"/>
          <p:cNvSpPr txBox="1"/>
          <p:nvPr/>
        </p:nvSpPr>
        <p:spPr>
          <a:xfrm>
            <a:off x="0" y="4758878"/>
            <a:ext cx="9144000" cy="1019829"/>
          </a:xfrm>
          <a:prstGeom prst="rect">
            <a:avLst/>
          </a:prstGeom>
        </p:spPr>
        <p:txBody>
          <a:bodyPr wrap="square" lIns="0" tIns="0" rIns="0" bIns="0" rtlCol="0">
            <a:noAutofit/>
          </a:bodyPr>
          <a:lstStyle/>
          <a:p>
            <a:pPr marR="2057323" algn="r">
              <a:lnSpc>
                <a:spcPts val="1864"/>
              </a:lnSpc>
              <a:spcBef>
                <a:spcPts val="93"/>
              </a:spcBef>
            </a:pPr>
            <a:r>
              <a:rPr sz="1800" spc="0" dirty="0">
                <a:latin typeface="Tahoma"/>
                <a:cs typeface="Tahoma"/>
              </a:rPr>
              <a:t>G</a:t>
            </a:r>
            <a:endParaRPr sz="1800">
              <a:latin typeface="Tahoma"/>
              <a:cs typeface="Tahoma"/>
            </a:endParaRPr>
          </a:p>
        </p:txBody>
      </p:sp>
      <p:sp>
        <p:nvSpPr>
          <p:cNvPr id="45" name="object 45"/>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46" name="object 46"/>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47" name="object 47"/>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49" name="object 49"/>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0" name="object 50"/>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1" name="object 51"/>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53" name="object 53"/>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1905000" y="2623279"/>
            <a:ext cx="457200" cy="449705"/>
          </a:xfrm>
          <a:custGeom>
            <a:avLst/>
            <a:gdLst/>
            <a:ahLst/>
            <a:cxnLst/>
            <a:rect l="l" t="t" r="r" b="b"/>
            <a:pathLst>
              <a:path w="457200" h="457200">
                <a:moveTo>
                  <a:pt x="453241" y="270509"/>
                </a:move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3985" y="270510"/>
                </a:lnTo>
                <a:lnTo>
                  <a:pt x="453241" y="270509"/>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1981200" y="2698229"/>
            <a:ext cx="304800" cy="191125"/>
          </a:xfrm>
          <a:custGeom>
            <a:avLst/>
            <a:gdLst/>
            <a:ahLst/>
            <a:cxnLst/>
            <a:rect l="l" t="t" r="r" b="b"/>
            <a:pathLst>
              <a:path w="304800" h="194310">
                <a:moveTo>
                  <a:pt x="304800" y="194309"/>
                </a:moveTo>
                <a:lnTo>
                  <a:pt x="304800" y="0"/>
                </a:lnTo>
                <a:lnTo>
                  <a:pt x="0" y="0"/>
                </a:lnTo>
                <a:lnTo>
                  <a:pt x="0" y="194310"/>
                </a:lnTo>
                <a:lnTo>
                  <a:pt x="304800" y="194309"/>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1" name="object 61"/>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2" name="object 62"/>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3" name="object 63"/>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5" name="object 65"/>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1905000" y="262327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3241" y="270509"/>
                </a:lnTo>
                <a:lnTo>
                  <a:pt x="3985" y="270509"/>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8" name="object 68"/>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1981200" y="2888605"/>
            <a:ext cx="304800" cy="170888"/>
          </a:xfrm>
          <a:custGeom>
            <a:avLst/>
            <a:gdLst/>
            <a:ahLst/>
            <a:cxnLst/>
            <a:rect l="l" t="t" r="r" b="b"/>
            <a:pathLst>
              <a:path w="304800" h="173736">
                <a:moveTo>
                  <a:pt x="304800" y="761"/>
                </a:moveTo>
                <a:lnTo>
                  <a:pt x="0" y="761"/>
                </a:lnTo>
                <a:lnTo>
                  <a:pt x="0" y="173736"/>
                </a:lnTo>
                <a:lnTo>
                  <a:pt x="304800" y="173736"/>
                </a:lnTo>
                <a:lnTo>
                  <a:pt x="304800" y="761"/>
                </a:lnTo>
                <a:close/>
              </a:path>
            </a:pathLst>
          </a:custGeom>
          <a:solidFill>
            <a:srgbClr val="BF504C"/>
          </a:solidFill>
        </p:spPr>
        <p:txBody>
          <a:bodyPr wrap="square" lIns="0" tIns="0" rIns="0" bIns="0" rtlCol="0">
            <a:noAutofit/>
          </a:bodyPr>
          <a:lstStyle/>
          <a:p>
            <a:endParaRPr/>
          </a:p>
        </p:txBody>
      </p:sp>
      <p:sp>
        <p:nvSpPr>
          <p:cNvPr id="70" name="object 70"/>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594104" y="3653243"/>
            <a:ext cx="470154" cy="460545"/>
          </a:xfrm>
          <a:custGeom>
            <a:avLst/>
            <a:gdLst/>
            <a:ahLst/>
            <a:cxnLst/>
            <a:rect l="l" t="t" r="r" b="b"/>
            <a:pathLst>
              <a:path w="470154" h="468221">
                <a:moveTo>
                  <a:pt x="467033" y="202549"/>
                </a:moveTo>
                <a:lnTo>
                  <a:pt x="460265" y="170254"/>
                </a:lnTo>
                <a:lnTo>
                  <a:pt x="447162" y="134538"/>
                </a:lnTo>
                <a:lnTo>
                  <a:pt x="429848" y="103020"/>
                </a:lnTo>
                <a:lnTo>
                  <a:pt x="408848" y="75701"/>
                </a:lnTo>
                <a:lnTo>
                  <a:pt x="384691" y="52581"/>
                </a:lnTo>
                <a:lnTo>
                  <a:pt x="357902" y="33662"/>
                </a:lnTo>
                <a:lnTo>
                  <a:pt x="329009" y="18943"/>
                </a:lnTo>
                <a:lnTo>
                  <a:pt x="298537" y="8426"/>
                </a:lnTo>
                <a:lnTo>
                  <a:pt x="240849" y="12625"/>
                </a:lnTo>
                <a:lnTo>
                  <a:pt x="271517" y="15460"/>
                </a:lnTo>
                <a:lnTo>
                  <a:pt x="301559" y="22377"/>
                </a:lnTo>
                <a:lnTo>
                  <a:pt x="330458" y="33364"/>
                </a:lnTo>
                <a:lnTo>
                  <a:pt x="357694" y="48407"/>
                </a:lnTo>
                <a:lnTo>
                  <a:pt x="382751" y="67494"/>
                </a:lnTo>
                <a:lnTo>
                  <a:pt x="405109" y="90611"/>
                </a:lnTo>
                <a:lnTo>
                  <a:pt x="424251" y="117746"/>
                </a:lnTo>
                <a:lnTo>
                  <a:pt x="439659" y="148885"/>
                </a:lnTo>
                <a:lnTo>
                  <a:pt x="450814" y="184015"/>
                </a:lnTo>
                <a:lnTo>
                  <a:pt x="453840" y="202549"/>
                </a:lnTo>
                <a:lnTo>
                  <a:pt x="467033" y="202549"/>
                </a:lnTo>
                <a:close/>
              </a:path>
              <a:path w="470154" h="468221">
                <a:moveTo>
                  <a:pt x="15708" y="202549"/>
                </a:moveTo>
                <a:lnTo>
                  <a:pt x="22149" y="172983"/>
                </a:lnTo>
                <a:lnTo>
                  <a:pt x="35138" y="138487"/>
                </a:lnTo>
                <a:lnTo>
                  <a:pt x="52163" y="108191"/>
                </a:lnTo>
                <a:lnTo>
                  <a:pt x="72706" y="82082"/>
                </a:lnTo>
                <a:lnTo>
                  <a:pt x="96251" y="60147"/>
                </a:lnTo>
                <a:lnTo>
                  <a:pt x="122278" y="42373"/>
                </a:lnTo>
                <a:lnTo>
                  <a:pt x="150269" y="28747"/>
                </a:lnTo>
                <a:lnTo>
                  <a:pt x="179707" y="19255"/>
                </a:lnTo>
                <a:lnTo>
                  <a:pt x="210072" y="13886"/>
                </a:lnTo>
                <a:lnTo>
                  <a:pt x="240849" y="12625"/>
                </a:lnTo>
                <a:lnTo>
                  <a:pt x="298537" y="8426"/>
                </a:lnTo>
                <a:lnTo>
                  <a:pt x="267014" y="2112"/>
                </a:lnTo>
                <a:lnTo>
                  <a:pt x="234967" y="0"/>
                </a:lnTo>
                <a:lnTo>
                  <a:pt x="202922" y="2091"/>
                </a:lnTo>
                <a:lnTo>
                  <a:pt x="171406" y="8386"/>
                </a:lnTo>
                <a:lnTo>
                  <a:pt x="140945" y="18886"/>
                </a:lnTo>
                <a:lnTo>
                  <a:pt x="112067" y="33591"/>
                </a:lnTo>
                <a:lnTo>
                  <a:pt x="85298" y="52502"/>
                </a:lnTo>
                <a:lnTo>
                  <a:pt x="61164" y="75620"/>
                </a:lnTo>
                <a:lnTo>
                  <a:pt x="40194" y="102945"/>
                </a:lnTo>
                <a:lnTo>
                  <a:pt x="22912" y="134478"/>
                </a:lnTo>
                <a:lnTo>
                  <a:pt x="9846" y="170219"/>
                </a:lnTo>
                <a:lnTo>
                  <a:pt x="3111" y="202549"/>
                </a:lnTo>
                <a:lnTo>
                  <a:pt x="15708" y="202549"/>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1823467" y="3071485"/>
            <a:ext cx="240029" cy="603354"/>
          </a:xfrm>
          <a:custGeom>
            <a:avLst/>
            <a:gdLst/>
            <a:ahLst/>
            <a:cxnLst/>
            <a:rect l="l" t="t" r="r" b="b"/>
            <a:pathLst>
              <a:path w="240030" h="613410">
                <a:moveTo>
                  <a:pt x="240030" y="3810"/>
                </a:moveTo>
                <a:lnTo>
                  <a:pt x="228600" y="0"/>
                </a:lnTo>
                <a:lnTo>
                  <a:pt x="0" y="609600"/>
                </a:lnTo>
                <a:lnTo>
                  <a:pt x="11430" y="613410"/>
                </a:lnTo>
                <a:lnTo>
                  <a:pt x="240030" y="3810"/>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76" name="object 76"/>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77" name="object 77"/>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8" name="object 7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9" name="object 79"/>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0" name="object 80"/>
          <p:cNvSpPr/>
          <p:nvPr/>
        </p:nvSpPr>
        <p:spPr>
          <a:xfrm>
            <a:off x="1594104" y="3653243"/>
            <a:ext cx="470154" cy="460545"/>
          </a:xfrm>
          <a:custGeom>
            <a:avLst/>
            <a:gdLst/>
            <a:ahLst/>
            <a:cxnLst/>
            <a:rect l="l" t="t" r="r" b="b"/>
            <a:pathLst>
              <a:path w="470154" h="468221">
                <a:moveTo>
                  <a:pt x="253331" y="467863"/>
                </a:moveTo>
                <a:lnTo>
                  <a:pt x="285679" y="463189"/>
                </a:lnTo>
                <a:lnTo>
                  <a:pt x="317137" y="454241"/>
                </a:lnTo>
                <a:lnTo>
                  <a:pt x="347150" y="441061"/>
                </a:lnTo>
                <a:lnTo>
                  <a:pt x="375163" y="423691"/>
                </a:lnTo>
                <a:lnTo>
                  <a:pt x="400620" y="402171"/>
                </a:lnTo>
                <a:lnTo>
                  <a:pt x="422968" y="376543"/>
                </a:lnTo>
                <a:lnTo>
                  <a:pt x="441650" y="346850"/>
                </a:lnTo>
                <a:lnTo>
                  <a:pt x="456112" y="313132"/>
                </a:lnTo>
                <a:lnTo>
                  <a:pt x="465798" y="275432"/>
                </a:lnTo>
                <a:lnTo>
                  <a:pt x="470154" y="233791"/>
                </a:lnTo>
                <a:lnTo>
                  <a:pt x="469392" y="222361"/>
                </a:lnTo>
                <a:lnTo>
                  <a:pt x="468630" y="210169"/>
                </a:lnTo>
                <a:lnTo>
                  <a:pt x="467033" y="202549"/>
                </a:lnTo>
                <a:lnTo>
                  <a:pt x="453840" y="202549"/>
                </a:lnTo>
                <a:lnTo>
                  <a:pt x="457200" y="223123"/>
                </a:lnTo>
                <a:lnTo>
                  <a:pt x="457200" y="245983"/>
                </a:lnTo>
                <a:lnTo>
                  <a:pt x="451117" y="284148"/>
                </a:lnTo>
                <a:lnTo>
                  <a:pt x="440369" y="318557"/>
                </a:lnTo>
                <a:lnTo>
                  <a:pt x="425453" y="349186"/>
                </a:lnTo>
                <a:lnTo>
                  <a:pt x="406866" y="376010"/>
                </a:lnTo>
                <a:lnTo>
                  <a:pt x="385104" y="399006"/>
                </a:lnTo>
                <a:lnTo>
                  <a:pt x="360662" y="418149"/>
                </a:lnTo>
                <a:lnTo>
                  <a:pt x="334039" y="433415"/>
                </a:lnTo>
                <a:lnTo>
                  <a:pt x="305730" y="444779"/>
                </a:lnTo>
                <a:lnTo>
                  <a:pt x="276231" y="452219"/>
                </a:lnTo>
                <a:lnTo>
                  <a:pt x="246040" y="455709"/>
                </a:lnTo>
                <a:lnTo>
                  <a:pt x="215652" y="455225"/>
                </a:lnTo>
                <a:lnTo>
                  <a:pt x="185564" y="450744"/>
                </a:lnTo>
                <a:lnTo>
                  <a:pt x="156273" y="442241"/>
                </a:lnTo>
                <a:lnTo>
                  <a:pt x="128275" y="429692"/>
                </a:lnTo>
                <a:lnTo>
                  <a:pt x="102066" y="413073"/>
                </a:lnTo>
                <a:lnTo>
                  <a:pt x="78143" y="392360"/>
                </a:lnTo>
                <a:lnTo>
                  <a:pt x="57002" y="367528"/>
                </a:lnTo>
                <a:lnTo>
                  <a:pt x="39141" y="338554"/>
                </a:lnTo>
                <a:lnTo>
                  <a:pt x="25054" y="305413"/>
                </a:lnTo>
                <a:lnTo>
                  <a:pt x="15240" y="268081"/>
                </a:lnTo>
                <a:lnTo>
                  <a:pt x="12954" y="245983"/>
                </a:lnTo>
                <a:lnTo>
                  <a:pt x="12954" y="222361"/>
                </a:lnTo>
                <a:lnTo>
                  <a:pt x="0" y="234553"/>
                </a:lnTo>
                <a:lnTo>
                  <a:pt x="762" y="246745"/>
                </a:lnTo>
                <a:lnTo>
                  <a:pt x="1524" y="258175"/>
                </a:lnTo>
                <a:lnTo>
                  <a:pt x="3048" y="270367"/>
                </a:lnTo>
                <a:lnTo>
                  <a:pt x="13761" y="310723"/>
                </a:lnTo>
                <a:lnTo>
                  <a:pt x="29135" y="346390"/>
                </a:lnTo>
                <a:lnTo>
                  <a:pt x="48616" y="377407"/>
                </a:lnTo>
                <a:lnTo>
                  <a:pt x="71648" y="403818"/>
                </a:lnTo>
                <a:lnTo>
                  <a:pt x="97677" y="425663"/>
                </a:lnTo>
                <a:lnTo>
                  <a:pt x="126146" y="442984"/>
                </a:lnTo>
                <a:lnTo>
                  <a:pt x="156501" y="455823"/>
                </a:lnTo>
                <a:lnTo>
                  <a:pt x="188187" y="464221"/>
                </a:lnTo>
                <a:lnTo>
                  <a:pt x="220649" y="468221"/>
                </a:lnTo>
                <a:lnTo>
                  <a:pt x="253331" y="467863"/>
                </a:lnTo>
                <a:close/>
              </a:path>
              <a:path w="470154" h="468221">
                <a:moveTo>
                  <a:pt x="12954" y="222361"/>
                </a:moveTo>
                <a:lnTo>
                  <a:pt x="13716" y="211693"/>
                </a:lnTo>
                <a:lnTo>
                  <a:pt x="15708" y="202549"/>
                </a:lnTo>
                <a:lnTo>
                  <a:pt x="3111" y="202549"/>
                </a:lnTo>
                <a:lnTo>
                  <a:pt x="1523" y="210169"/>
                </a:lnTo>
                <a:lnTo>
                  <a:pt x="0" y="234553"/>
                </a:lnTo>
                <a:lnTo>
                  <a:pt x="12954" y="222361"/>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83" name="object 83"/>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84" name="object 84"/>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85" name="object 85"/>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6" name="object 86"/>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7" name="object 87"/>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8" name="object 88"/>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9" name="object 89"/>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2" name="object 92"/>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95" name="object 95"/>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96" name="object 96"/>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43" name="object 43"/>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2" name="object 42"/>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1" name="object 41"/>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0" name="object 40"/>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9" name="object 39"/>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38" name="object 38"/>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37" name="object 37"/>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36" name="object 36"/>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5" name="object 35"/>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34" name="object 34"/>
          <p:cNvSpPr txBox="1"/>
          <p:nvPr/>
        </p:nvSpPr>
        <p:spPr>
          <a:xfrm>
            <a:off x="12217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33" name="object 33"/>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32" name="object 32"/>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1" name="object 31"/>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0" name="object 30"/>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29" name="object 29"/>
          <p:cNvSpPr txBox="1"/>
          <p:nvPr/>
        </p:nvSpPr>
        <p:spPr>
          <a:xfrm>
            <a:off x="916940" y="3372286"/>
            <a:ext cx="635740" cy="638831"/>
          </a:xfrm>
          <a:prstGeom prst="rect">
            <a:avLst/>
          </a:prstGeom>
        </p:spPr>
        <p:txBody>
          <a:bodyPr wrap="square" lIns="0" tIns="0" rIns="0" bIns="0" rtlCol="0">
            <a:noAutofit/>
          </a:bodyPr>
          <a:lstStyle/>
          <a:p>
            <a:pPr marL="241299">
              <a:lnSpc>
                <a:spcPts val="1935"/>
              </a:lnSpc>
              <a:spcBef>
                <a:spcPts val="96"/>
              </a:spcBef>
            </a:pPr>
            <a:r>
              <a:rPr sz="2700" b="1" spc="0" baseline="3034" dirty="0">
                <a:solidFill>
                  <a:srgbClr val="BF504C"/>
                </a:solidFill>
                <a:latin typeface="Calibri"/>
                <a:cs typeface="Calibri"/>
              </a:rPr>
              <a:t>111</a:t>
            </a:r>
            <a:endParaRPr sz="1800">
              <a:latin typeface="Calibri"/>
              <a:cs typeface="Calibri"/>
            </a:endParaRPr>
          </a:p>
          <a:p>
            <a:pPr marL="12700" marR="34290">
              <a:lnSpc>
                <a:spcPct val="101725"/>
              </a:lnSpc>
              <a:spcBef>
                <a:spcPts val="819"/>
              </a:spcBef>
            </a:pPr>
            <a:r>
              <a:rPr sz="1800" spc="0" dirty="0">
                <a:latin typeface="Calibri"/>
                <a:cs typeface="Calibri"/>
              </a:rPr>
              <a:t>[244]</a:t>
            </a:r>
            <a:endParaRPr sz="1800">
              <a:latin typeface="Calibri"/>
              <a:cs typeface="Calibri"/>
            </a:endParaRPr>
          </a:p>
        </p:txBody>
      </p:sp>
      <p:sp>
        <p:nvSpPr>
          <p:cNvPr id="28" name="object 28"/>
          <p:cNvSpPr txBox="1"/>
          <p:nvPr/>
        </p:nvSpPr>
        <p:spPr>
          <a:xfrm>
            <a:off x="1755140" y="3807752"/>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27" name="object 27"/>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6" name="object 26"/>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5" name="object 25"/>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35</a:t>
            </a:r>
            <a:endParaRPr sz="1200">
              <a:latin typeface="Calibri"/>
              <a:cs typeface="Calibri"/>
            </a:endParaRPr>
          </a:p>
        </p:txBody>
      </p:sp>
      <p:sp>
        <p:nvSpPr>
          <p:cNvPr id="24" name="object 24"/>
          <p:cNvSpPr txBox="1"/>
          <p:nvPr/>
        </p:nvSpPr>
        <p:spPr>
          <a:xfrm>
            <a:off x="1981200" y="2698230"/>
            <a:ext cx="304800" cy="191124"/>
          </a:xfrm>
          <a:prstGeom prst="rect">
            <a:avLst/>
          </a:prstGeom>
        </p:spPr>
        <p:txBody>
          <a:bodyPr wrap="square" lIns="0" tIns="0" rIns="0" bIns="0" rtlCol="0">
            <a:noAutofit/>
          </a:bodyPr>
          <a:lstStyle/>
          <a:p>
            <a:pPr marL="25400">
              <a:lnSpc>
                <a:spcPts val="1000"/>
              </a:lnSpc>
            </a:pPr>
            <a:endParaRPr sz="1000"/>
          </a:p>
        </p:txBody>
      </p:sp>
      <p:sp>
        <p:nvSpPr>
          <p:cNvPr id="23" name="object 23"/>
          <p:cNvSpPr txBox="1"/>
          <p:nvPr/>
        </p:nvSpPr>
        <p:spPr>
          <a:xfrm>
            <a:off x="1981200" y="2889353"/>
            <a:ext cx="304800" cy="170138"/>
          </a:xfrm>
          <a:prstGeom prst="rect">
            <a:avLst/>
          </a:prstGeom>
        </p:spPr>
        <p:txBody>
          <a:bodyPr wrap="square" lIns="0" tIns="0" rIns="0" bIns="0" rtlCol="0">
            <a:noAutofit/>
          </a:bodyPr>
          <a:lstStyle/>
          <a:p>
            <a:pPr marL="25400">
              <a:lnSpc>
                <a:spcPts val="1000"/>
              </a:lnSpc>
            </a:pPr>
            <a:endParaRPr sz="1000"/>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111" name="object 111"/>
          <p:cNvSpPr txBox="1"/>
          <p:nvPr/>
        </p:nvSpPr>
        <p:spPr>
          <a:xfrm>
            <a:off x="0" y="3773774"/>
            <a:ext cx="9144000" cy="1041815"/>
          </a:xfrm>
          <a:prstGeom prst="rect">
            <a:avLst/>
          </a:prstGeom>
        </p:spPr>
        <p:txBody>
          <a:bodyPr wrap="square" lIns="0" tIns="0" rIns="0" bIns="0" rtlCol="0">
            <a:noAutofit/>
          </a:bodyPr>
          <a:lstStyle/>
          <a:p>
            <a:pPr marL="929640">
              <a:lnSpc>
                <a:spcPts val="2185"/>
              </a:lnSpc>
              <a:spcBef>
                <a:spcPts val="109"/>
              </a:spcBef>
            </a:pPr>
            <a:r>
              <a:rPr sz="2700" spc="0" baseline="12136" dirty="0">
                <a:latin typeface="Calibri"/>
                <a:cs typeface="Calibri"/>
              </a:rPr>
              <a:t>[244]     </a:t>
            </a:r>
            <a:r>
              <a:rPr sz="2700" spc="321" baseline="12136" dirty="0">
                <a:latin typeface="Calibri"/>
                <a:cs typeface="Calibri"/>
              </a:rPr>
              <a:t> </a:t>
            </a:r>
            <a:r>
              <a:rPr sz="1800" spc="0" dirty="0">
                <a:latin typeface="Calibri"/>
                <a:cs typeface="Calibri"/>
              </a:rPr>
              <a:t>D</a:t>
            </a:r>
            <a:endParaRPr sz="1800">
              <a:latin typeface="Calibri"/>
              <a:cs typeface="Calibri"/>
            </a:endParaRPr>
          </a:p>
        </p:txBody>
      </p:sp>
      <p:sp>
        <p:nvSpPr>
          <p:cNvPr id="110" name="object 110"/>
          <p:cNvSpPr txBox="1"/>
          <p:nvPr/>
        </p:nvSpPr>
        <p:spPr>
          <a:xfrm>
            <a:off x="0" y="4733894"/>
            <a:ext cx="9144000" cy="1044814"/>
          </a:xfrm>
          <a:prstGeom prst="rect">
            <a:avLst/>
          </a:prstGeom>
        </p:spPr>
        <p:txBody>
          <a:bodyPr wrap="square" lIns="0" tIns="0" rIns="0" bIns="0" rtlCol="0">
            <a:noAutofit/>
          </a:bodyPr>
          <a:lstStyle/>
          <a:p>
            <a:pPr marL="1539239">
              <a:lnSpc>
                <a:spcPts val="2070"/>
              </a:lnSpc>
              <a:spcBef>
                <a:spcPts val="103"/>
              </a:spcBef>
            </a:pPr>
            <a:r>
              <a:rPr sz="2700" spc="0" baseline="9102" dirty="0">
                <a:latin typeface="Calibri"/>
                <a:cs typeface="Calibri"/>
              </a:rPr>
              <a:t>C                                                                                                     </a:t>
            </a:r>
            <a:r>
              <a:rPr sz="2700" spc="24" baseline="9102" dirty="0">
                <a:latin typeface="Calibri"/>
                <a:cs typeface="Calibri"/>
              </a:rPr>
              <a:t> </a:t>
            </a:r>
            <a:r>
              <a:rPr sz="2700" spc="0" baseline="-1534" dirty="0">
                <a:latin typeface="Tahoma"/>
                <a:cs typeface="Tahoma"/>
              </a:rPr>
              <a:t>G</a:t>
            </a:r>
            <a:endParaRPr sz="1800">
              <a:latin typeface="Tahoma"/>
              <a:cs typeface="Tahoma"/>
            </a:endParaRPr>
          </a:p>
        </p:txBody>
      </p:sp>
      <p:sp>
        <p:nvSpPr>
          <p:cNvPr id="49" name="object 49"/>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53" name="object 5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1905000" y="2623279"/>
            <a:ext cx="457200" cy="449705"/>
          </a:xfrm>
          <a:custGeom>
            <a:avLst/>
            <a:gdLst/>
            <a:ahLst/>
            <a:cxnLst/>
            <a:rect l="l" t="t" r="r" b="b"/>
            <a:pathLst>
              <a:path w="457200" h="457200">
                <a:moveTo>
                  <a:pt x="453241" y="270509"/>
                </a:move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3985" y="270510"/>
                </a:lnTo>
                <a:lnTo>
                  <a:pt x="453241" y="270509"/>
                </a:lnTo>
                <a:close/>
              </a:path>
            </a:pathLst>
          </a:custGeom>
          <a:solidFill>
            <a:srgbClr val="BF504C"/>
          </a:solidFill>
        </p:spPr>
        <p:txBody>
          <a:bodyPr wrap="square" lIns="0" tIns="0" rIns="0" bIns="0" rtlCol="0">
            <a:noAutofit/>
          </a:bodyPr>
          <a:lstStyle/>
          <a:p>
            <a:endParaRPr/>
          </a:p>
        </p:txBody>
      </p:sp>
      <p:sp>
        <p:nvSpPr>
          <p:cNvPr id="59" name="object 59"/>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981200" y="2698229"/>
            <a:ext cx="304800" cy="191125"/>
          </a:xfrm>
          <a:custGeom>
            <a:avLst/>
            <a:gdLst/>
            <a:ahLst/>
            <a:cxnLst/>
            <a:rect l="l" t="t" r="r" b="b"/>
            <a:pathLst>
              <a:path w="304800" h="194310">
                <a:moveTo>
                  <a:pt x="304800" y="194309"/>
                </a:moveTo>
                <a:lnTo>
                  <a:pt x="304800" y="0"/>
                </a:lnTo>
                <a:lnTo>
                  <a:pt x="0" y="0"/>
                </a:lnTo>
                <a:lnTo>
                  <a:pt x="0" y="194310"/>
                </a:lnTo>
                <a:lnTo>
                  <a:pt x="304800" y="194309"/>
                </a:lnTo>
                <a:close/>
              </a:path>
            </a:pathLst>
          </a:custGeom>
          <a:solidFill>
            <a:srgbClr val="BF504C"/>
          </a:solidFill>
        </p:spPr>
        <p:txBody>
          <a:bodyPr wrap="square" lIns="0" tIns="0" rIns="0" bIns="0" rtlCol="0">
            <a:noAutofit/>
          </a:bodyPr>
          <a:lstStyle/>
          <a:p>
            <a:endParaRPr/>
          </a:p>
        </p:txBody>
      </p:sp>
      <p:sp>
        <p:nvSpPr>
          <p:cNvPr id="61" name="object 61"/>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5" name="object 65"/>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6" name="object 66"/>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7" name="object 67"/>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0" name="object 70"/>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905000" y="262327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3241" y="270509"/>
                </a:lnTo>
                <a:lnTo>
                  <a:pt x="3985" y="270509"/>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72" name="object 72"/>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1981200" y="2888605"/>
            <a:ext cx="304800" cy="170888"/>
          </a:xfrm>
          <a:custGeom>
            <a:avLst/>
            <a:gdLst/>
            <a:ahLst/>
            <a:cxnLst/>
            <a:rect l="l" t="t" r="r" b="b"/>
            <a:pathLst>
              <a:path w="304800" h="173736">
                <a:moveTo>
                  <a:pt x="304800" y="761"/>
                </a:moveTo>
                <a:lnTo>
                  <a:pt x="0" y="761"/>
                </a:lnTo>
                <a:lnTo>
                  <a:pt x="0" y="173736"/>
                </a:lnTo>
                <a:lnTo>
                  <a:pt x="304800" y="173736"/>
                </a:lnTo>
                <a:lnTo>
                  <a:pt x="304800" y="761"/>
                </a:lnTo>
                <a:close/>
              </a:path>
            </a:pathLst>
          </a:custGeom>
          <a:solidFill>
            <a:srgbClr val="BF504C"/>
          </a:solidFill>
        </p:spPr>
        <p:txBody>
          <a:bodyPr wrap="square" lIns="0" tIns="0" rIns="0" bIns="0" rtlCol="0">
            <a:noAutofit/>
          </a:bodyPr>
          <a:lstStyle/>
          <a:p>
            <a:endParaRPr/>
          </a:p>
        </p:txBody>
      </p:sp>
      <p:sp>
        <p:nvSpPr>
          <p:cNvPr id="74" name="object 74"/>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600200" y="3659099"/>
            <a:ext cx="457200" cy="449705"/>
          </a:xfrm>
          <a:custGeom>
            <a:avLst/>
            <a:gdLst/>
            <a:ahLst/>
            <a:cxnLst/>
            <a:rect l="l" t="t" r="r" b="b"/>
            <a:pathLst>
              <a:path w="457200" h="457200">
                <a:moveTo>
                  <a:pt x="454838" y="196595"/>
                </a:moveTo>
                <a:lnTo>
                  <a:pt x="450570" y="173586"/>
                </a:lnTo>
                <a:lnTo>
                  <a:pt x="445568" y="156252"/>
                </a:lnTo>
                <a:lnTo>
                  <a:pt x="439269" y="139517"/>
                </a:lnTo>
                <a:lnTo>
                  <a:pt x="431729" y="123439"/>
                </a:lnTo>
                <a:lnTo>
                  <a:pt x="423007" y="108076"/>
                </a:lnTo>
                <a:lnTo>
                  <a:pt x="413162" y="93488"/>
                </a:lnTo>
                <a:lnTo>
                  <a:pt x="402251" y="79731"/>
                </a:lnTo>
                <a:lnTo>
                  <a:pt x="390334" y="66865"/>
                </a:lnTo>
                <a:lnTo>
                  <a:pt x="377468" y="54948"/>
                </a:lnTo>
                <a:lnTo>
                  <a:pt x="363711" y="44037"/>
                </a:lnTo>
                <a:lnTo>
                  <a:pt x="349123" y="34192"/>
                </a:lnTo>
                <a:lnTo>
                  <a:pt x="333760" y="25470"/>
                </a:lnTo>
                <a:lnTo>
                  <a:pt x="317682" y="17930"/>
                </a:lnTo>
                <a:lnTo>
                  <a:pt x="300947" y="11631"/>
                </a:lnTo>
                <a:lnTo>
                  <a:pt x="283613" y="6629"/>
                </a:lnTo>
                <a:lnTo>
                  <a:pt x="265738" y="2985"/>
                </a:lnTo>
                <a:lnTo>
                  <a:pt x="247381" y="756"/>
                </a:lnTo>
                <a:lnTo>
                  <a:pt x="228600" y="0"/>
                </a:lnTo>
                <a:lnTo>
                  <a:pt x="209921" y="756"/>
                </a:lnTo>
                <a:lnTo>
                  <a:pt x="191646" y="2985"/>
                </a:lnTo>
                <a:lnTo>
                  <a:pt x="173834" y="6629"/>
                </a:lnTo>
                <a:lnTo>
                  <a:pt x="156545" y="11631"/>
                </a:lnTo>
                <a:lnTo>
                  <a:pt x="139838" y="17930"/>
                </a:lnTo>
                <a:lnTo>
                  <a:pt x="123775" y="25470"/>
                </a:lnTo>
                <a:lnTo>
                  <a:pt x="108414" y="34192"/>
                </a:lnTo>
                <a:lnTo>
                  <a:pt x="93817" y="44037"/>
                </a:lnTo>
                <a:lnTo>
                  <a:pt x="80042" y="54948"/>
                </a:lnTo>
                <a:lnTo>
                  <a:pt x="67151" y="66865"/>
                </a:lnTo>
                <a:lnTo>
                  <a:pt x="55202" y="79731"/>
                </a:lnTo>
                <a:lnTo>
                  <a:pt x="44256" y="93488"/>
                </a:lnTo>
                <a:lnTo>
                  <a:pt x="34374" y="108076"/>
                </a:lnTo>
                <a:lnTo>
                  <a:pt x="25614" y="123439"/>
                </a:lnTo>
                <a:lnTo>
                  <a:pt x="18037" y="139517"/>
                </a:lnTo>
                <a:lnTo>
                  <a:pt x="11704" y="156252"/>
                </a:lnTo>
                <a:lnTo>
                  <a:pt x="6673" y="173586"/>
                </a:lnTo>
                <a:lnTo>
                  <a:pt x="3006" y="191461"/>
                </a:lnTo>
                <a:lnTo>
                  <a:pt x="2378" y="196595"/>
                </a:lnTo>
                <a:lnTo>
                  <a:pt x="454838" y="196595"/>
                </a:lnTo>
                <a:close/>
              </a:path>
            </a:pathLst>
          </a:custGeom>
          <a:solidFill>
            <a:srgbClr val="BF504C"/>
          </a:solidFill>
        </p:spPr>
        <p:txBody>
          <a:bodyPr wrap="square" lIns="0" tIns="0" rIns="0" bIns="0" rtlCol="0">
            <a:noAutofit/>
          </a:bodyPr>
          <a:lstStyle/>
          <a:p>
            <a:endParaRPr/>
          </a:p>
        </p:txBody>
      </p:sp>
      <p:sp>
        <p:nvSpPr>
          <p:cNvPr id="76" name="object 76"/>
          <p:cNvSpPr/>
          <p:nvPr/>
        </p:nvSpPr>
        <p:spPr>
          <a:xfrm>
            <a:off x="1594104" y="3653243"/>
            <a:ext cx="470154" cy="460545"/>
          </a:xfrm>
          <a:custGeom>
            <a:avLst/>
            <a:gdLst/>
            <a:ahLst/>
            <a:cxnLst/>
            <a:rect l="l" t="t" r="r" b="b"/>
            <a:pathLst>
              <a:path w="470154" h="468221">
                <a:moveTo>
                  <a:pt x="467033" y="202549"/>
                </a:moveTo>
                <a:lnTo>
                  <a:pt x="460265" y="170254"/>
                </a:lnTo>
                <a:lnTo>
                  <a:pt x="447162" y="134538"/>
                </a:lnTo>
                <a:lnTo>
                  <a:pt x="429848" y="103020"/>
                </a:lnTo>
                <a:lnTo>
                  <a:pt x="408848" y="75701"/>
                </a:lnTo>
                <a:lnTo>
                  <a:pt x="384691" y="52581"/>
                </a:lnTo>
                <a:lnTo>
                  <a:pt x="357902" y="33662"/>
                </a:lnTo>
                <a:lnTo>
                  <a:pt x="329009" y="18943"/>
                </a:lnTo>
                <a:lnTo>
                  <a:pt x="298537" y="8426"/>
                </a:lnTo>
                <a:lnTo>
                  <a:pt x="240849" y="12625"/>
                </a:lnTo>
                <a:lnTo>
                  <a:pt x="271517" y="15460"/>
                </a:lnTo>
                <a:lnTo>
                  <a:pt x="301559" y="22377"/>
                </a:lnTo>
                <a:lnTo>
                  <a:pt x="330458" y="33364"/>
                </a:lnTo>
                <a:lnTo>
                  <a:pt x="357694" y="48407"/>
                </a:lnTo>
                <a:lnTo>
                  <a:pt x="382751" y="67494"/>
                </a:lnTo>
                <a:lnTo>
                  <a:pt x="405109" y="90611"/>
                </a:lnTo>
                <a:lnTo>
                  <a:pt x="424251" y="117746"/>
                </a:lnTo>
                <a:lnTo>
                  <a:pt x="439659" y="148885"/>
                </a:lnTo>
                <a:lnTo>
                  <a:pt x="450814" y="184015"/>
                </a:lnTo>
                <a:lnTo>
                  <a:pt x="453840" y="202549"/>
                </a:lnTo>
                <a:lnTo>
                  <a:pt x="467033" y="202549"/>
                </a:lnTo>
                <a:close/>
              </a:path>
              <a:path w="470154" h="468221">
                <a:moveTo>
                  <a:pt x="15708" y="202549"/>
                </a:moveTo>
                <a:lnTo>
                  <a:pt x="22149" y="172983"/>
                </a:lnTo>
                <a:lnTo>
                  <a:pt x="35138" y="138487"/>
                </a:lnTo>
                <a:lnTo>
                  <a:pt x="52163" y="108191"/>
                </a:lnTo>
                <a:lnTo>
                  <a:pt x="72706" y="82082"/>
                </a:lnTo>
                <a:lnTo>
                  <a:pt x="96251" y="60147"/>
                </a:lnTo>
                <a:lnTo>
                  <a:pt x="122278" y="42373"/>
                </a:lnTo>
                <a:lnTo>
                  <a:pt x="150269" y="28747"/>
                </a:lnTo>
                <a:lnTo>
                  <a:pt x="179707" y="19255"/>
                </a:lnTo>
                <a:lnTo>
                  <a:pt x="210072" y="13886"/>
                </a:lnTo>
                <a:lnTo>
                  <a:pt x="240849" y="12625"/>
                </a:lnTo>
                <a:lnTo>
                  <a:pt x="298537" y="8426"/>
                </a:lnTo>
                <a:lnTo>
                  <a:pt x="267014" y="2112"/>
                </a:lnTo>
                <a:lnTo>
                  <a:pt x="234967" y="0"/>
                </a:lnTo>
                <a:lnTo>
                  <a:pt x="202922" y="2091"/>
                </a:lnTo>
                <a:lnTo>
                  <a:pt x="171406" y="8386"/>
                </a:lnTo>
                <a:lnTo>
                  <a:pt x="140945" y="18886"/>
                </a:lnTo>
                <a:lnTo>
                  <a:pt x="112067" y="33591"/>
                </a:lnTo>
                <a:lnTo>
                  <a:pt x="85298" y="52502"/>
                </a:lnTo>
                <a:lnTo>
                  <a:pt x="61164" y="75620"/>
                </a:lnTo>
                <a:lnTo>
                  <a:pt x="40194" y="102945"/>
                </a:lnTo>
                <a:lnTo>
                  <a:pt x="22912" y="134478"/>
                </a:lnTo>
                <a:lnTo>
                  <a:pt x="9846" y="170219"/>
                </a:lnTo>
                <a:lnTo>
                  <a:pt x="3111" y="202549"/>
                </a:lnTo>
                <a:lnTo>
                  <a:pt x="15708" y="20254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1676400" y="3734050"/>
            <a:ext cx="304800" cy="118422"/>
          </a:xfrm>
          <a:custGeom>
            <a:avLst/>
            <a:gdLst/>
            <a:ahLst/>
            <a:cxnLst/>
            <a:rect l="l" t="t" r="r" b="b"/>
            <a:pathLst>
              <a:path w="304800" h="120396">
                <a:moveTo>
                  <a:pt x="304800" y="120395"/>
                </a:moveTo>
                <a:lnTo>
                  <a:pt x="304800" y="0"/>
                </a:lnTo>
                <a:lnTo>
                  <a:pt x="0" y="0"/>
                </a:lnTo>
                <a:lnTo>
                  <a:pt x="0" y="120395"/>
                </a:lnTo>
                <a:lnTo>
                  <a:pt x="304800" y="120395"/>
                </a:lnTo>
                <a:close/>
              </a:path>
            </a:pathLst>
          </a:custGeom>
          <a:solidFill>
            <a:srgbClr val="BF504C"/>
          </a:solidFill>
        </p:spPr>
        <p:txBody>
          <a:bodyPr wrap="square" lIns="0" tIns="0" rIns="0" bIns="0" rtlCol="0">
            <a:noAutofit/>
          </a:bodyPr>
          <a:lstStyle/>
          <a:p>
            <a:endParaRPr/>
          </a:p>
        </p:txBody>
      </p:sp>
      <p:sp>
        <p:nvSpPr>
          <p:cNvPr id="78" name="object 78"/>
          <p:cNvSpPr/>
          <p:nvPr/>
        </p:nvSpPr>
        <p:spPr>
          <a:xfrm>
            <a:off x="1823467" y="3071485"/>
            <a:ext cx="240029" cy="603354"/>
          </a:xfrm>
          <a:custGeom>
            <a:avLst/>
            <a:gdLst/>
            <a:ahLst/>
            <a:cxnLst/>
            <a:rect l="l" t="t" r="r" b="b"/>
            <a:pathLst>
              <a:path w="240030" h="613410">
                <a:moveTo>
                  <a:pt x="240030" y="3810"/>
                </a:moveTo>
                <a:lnTo>
                  <a:pt x="228600" y="0"/>
                </a:lnTo>
                <a:lnTo>
                  <a:pt x="0" y="609600"/>
                </a:lnTo>
                <a:lnTo>
                  <a:pt x="11430" y="613410"/>
                </a:lnTo>
                <a:lnTo>
                  <a:pt x="240030" y="3810"/>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82" name="object 82"/>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83" name="object 83"/>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5" name="object 85"/>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6" name="object 86"/>
          <p:cNvSpPr/>
          <p:nvPr/>
        </p:nvSpPr>
        <p:spPr>
          <a:xfrm>
            <a:off x="1600200" y="3659099"/>
            <a:ext cx="457200" cy="449705"/>
          </a:xfrm>
          <a:custGeom>
            <a:avLst/>
            <a:gdLst/>
            <a:ahLst/>
            <a:cxnLst/>
            <a:rect l="l" t="t" r="r" b="b"/>
            <a:pathLst>
              <a:path w="457200" h="457200">
                <a:moveTo>
                  <a:pt x="247381" y="456438"/>
                </a:moveTo>
                <a:lnTo>
                  <a:pt x="265738" y="454193"/>
                </a:lnTo>
                <a:lnTo>
                  <a:pt x="283613" y="450526"/>
                </a:lnTo>
                <a:lnTo>
                  <a:pt x="300947" y="445495"/>
                </a:lnTo>
                <a:lnTo>
                  <a:pt x="317682" y="439162"/>
                </a:lnTo>
                <a:lnTo>
                  <a:pt x="333760" y="431585"/>
                </a:lnTo>
                <a:lnTo>
                  <a:pt x="349123" y="422825"/>
                </a:lnTo>
                <a:lnTo>
                  <a:pt x="363711" y="412943"/>
                </a:lnTo>
                <a:lnTo>
                  <a:pt x="377468" y="401997"/>
                </a:lnTo>
                <a:lnTo>
                  <a:pt x="390334" y="390048"/>
                </a:lnTo>
                <a:lnTo>
                  <a:pt x="402251" y="377157"/>
                </a:lnTo>
                <a:lnTo>
                  <a:pt x="413162" y="363382"/>
                </a:lnTo>
                <a:lnTo>
                  <a:pt x="423007" y="348785"/>
                </a:lnTo>
                <a:lnTo>
                  <a:pt x="431729" y="333424"/>
                </a:lnTo>
                <a:lnTo>
                  <a:pt x="439269" y="317361"/>
                </a:lnTo>
                <a:lnTo>
                  <a:pt x="445568" y="300654"/>
                </a:lnTo>
                <a:lnTo>
                  <a:pt x="450570" y="283365"/>
                </a:lnTo>
                <a:lnTo>
                  <a:pt x="454214" y="265553"/>
                </a:lnTo>
                <a:lnTo>
                  <a:pt x="456443" y="247278"/>
                </a:lnTo>
                <a:lnTo>
                  <a:pt x="457200" y="228599"/>
                </a:lnTo>
                <a:lnTo>
                  <a:pt x="456443" y="209818"/>
                </a:lnTo>
                <a:lnTo>
                  <a:pt x="454838" y="196595"/>
                </a:lnTo>
                <a:lnTo>
                  <a:pt x="2378" y="196595"/>
                </a:lnTo>
                <a:lnTo>
                  <a:pt x="761" y="209818"/>
                </a:lnTo>
                <a:lnTo>
                  <a:pt x="0" y="228600"/>
                </a:lnTo>
                <a:lnTo>
                  <a:pt x="761" y="247278"/>
                </a:lnTo>
                <a:lnTo>
                  <a:pt x="3006" y="265553"/>
                </a:lnTo>
                <a:lnTo>
                  <a:pt x="6673" y="283365"/>
                </a:lnTo>
                <a:lnTo>
                  <a:pt x="11704" y="300654"/>
                </a:lnTo>
                <a:lnTo>
                  <a:pt x="18037" y="317361"/>
                </a:lnTo>
                <a:lnTo>
                  <a:pt x="25614" y="333424"/>
                </a:lnTo>
                <a:lnTo>
                  <a:pt x="34374" y="348785"/>
                </a:lnTo>
                <a:lnTo>
                  <a:pt x="44256" y="363382"/>
                </a:lnTo>
                <a:lnTo>
                  <a:pt x="55202" y="377157"/>
                </a:lnTo>
                <a:lnTo>
                  <a:pt x="67151" y="390048"/>
                </a:lnTo>
                <a:lnTo>
                  <a:pt x="80042" y="401997"/>
                </a:lnTo>
                <a:lnTo>
                  <a:pt x="93817" y="412943"/>
                </a:lnTo>
                <a:lnTo>
                  <a:pt x="108414" y="422825"/>
                </a:lnTo>
                <a:lnTo>
                  <a:pt x="123775" y="431585"/>
                </a:lnTo>
                <a:lnTo>
                  <a:pt x="139838" y="439162"/>
                </a:lnTo>
                <a:lnTo>
                  <a:pt x="156545" y="445495"/>
                </a:lnTo>
                <a:lnTo>
                  <a:pt x="173834" y="450526"/>
                </a:lnTo>
                <a:lnTo>
                  <a:pt x="191646" y="454193"/>
                </a:lnTo>
                <a:lnTo>
                  <a:pt x="209921" y="456438"/>
                </a:lnTo>
                <a:lnTo>
                  <a:pt x="228600" y="457200"/>
                </a:lnTo>
                <a:lnTo>
                  <a:pt x="247381" y="456438"/>
                </a:lnTo>
                <a:close/>
              </a:path>
            </a:pathLst>
          </a:custGeom>
          <a:solidFill>
            <a:srgbClr val="BF504C"/>
          </a:solidFill>
        </p:spPr>
        <p:txBody>
          <a:bodyPr wrap="square" lIns="0" tIns="0" rIns="0" bIns="0" rtlCol="0">
            <a:noAutofit/>
          </a:bodyPr>
          <a:lstStyle/>
          <a:p>
            <a:endParaRPr/>
          </a:p>
        </p:txBody>
      </p:sp>
      <p:sp>
        <p:nvSpPr>
          <p:cNvPr id="87" name="object 87"/>
          <p:cNvSpPr/>
          <p:nvPr/>
        </p:nvSpPr>
        <p:spPr>
          <a:xfrm>
            <a:off x="1594104" y="3653243"/>
            <a:ext cx="470154" cy="460545"/>
          </a:xfrm>
          <a:custGeom>
            <a:avLst/>
            <a:gdLst/>
            <a:ahLst/>
            <a:cxnLst/>
            <a:rect l="l" t="t" r="r" b="b"/>
            <a:pathLst>
              <a:path w="470154" h="468221">
                <a:moveTo>
                  <a:pt x="253331" y="467863"/>
                </a:moveTo>
                <a:lnTo>
                  <a:pt x="285679" y="463189"/>
                </a:lnTo>
                <a:lnTo>
                  <a:pt x="317137" y="454241"/>
                </a:lnTo>
                <a:lnTo>
                  <a:pt x="347150" y="441061"/>
                </a:lnTo>
                <a:lnTo>
                  <a:pt x="375163" y="423691"/>
                </a:lnTo>
                <a:lnTo>
                  <a:pt x="400620" y="402171"/>
                </a:lnTo>
                <a:lnTo>
                  <a:pt x="422968" y="376543"/>
                </a:lnTo>
                <a:lnTo>
                  <a:pt x="441650" y="346850"/>
                </a:lnTo>
                <a:lnTo>
                  <a:pt x="456112" y="313132"/>
                </a:lnTo>
                <a:lnTo>
                  <a:pt x="465798" y="275432"/>
                </a:lnTo>
                <a:lnTo>
                  <a:pt x="470154" y="233791"/>
                </a:lnTo>
                <a:lnTo>
                  <a:pt x="469392" y="222361"/>
                </a:lnTo>
                <a:lnTo>
                  <a:pt x="468630" y="210169"/>
                </a:lnTo>
                <a:lnTo>
                  <a:pt x="467033" y="202549"/>
                </a:lnTo>
                <a:lnTo>
                  <a:pt x="453840" y="202549"/>
                </a:lnTo>
                <a:lnTo>
                  <a:pt x="457200" y="223123"/>
                </a:lnTo>
                <a:lnTo>
                  <a:pt x="457200" y="245983"/>
                </a:lnTo>
                <a:lnTo>
                  <a:pt x="451117" y="284148"/>
                </a:lnTo>
                <a:lnTo>
                  <a:pt x="440369" y="318557"/>
                </a:lnTo>
                <a:lnTo>
                  <a:pt x="425453" y="349186"/>
                </a:lnTo>
                <a:lnTo>
                  <a:pt x="406866" y="376010"/>
                </a:lnTo>
                <a:lnTo>
                  <a:pt x="385104" y="399006"/>
                </a:lnTo>
                <a:lnTo>
                  <a:pt x="360662" y="418149"/>
                </a:lnTo>
                <a:lnTo>
                  <a:pt x="334039" y="433415"/>
                </a:lnTo>
                <a:lnTo>
                  <a:pt x="305730" y="444779"/>
                </a:lnTo>
                <a:lnTo>
                  <a:pt x="276231" y="452219"/>
                </a:lnTo>
                <a:lnTo>
                  <a:pt x="246040" y="455709"/>
                </a:lnTo>
                <a:lnTo>
                  <a:pt x="215652" y="455225"/>
                </a:lnTo>
                <a:lnTo>
                  <a:pt x="185564" y="450744"/>
                </a:lnTo>
                <a:lnTo>
                  <a:pt x="156273" y="442241"/>
                </a:lnTo>
                <a:lnTo>
                  <a:pt x="128275" y="429692"/>
                </a:lnTo>
                <a:lnTo>
                  <a:pt x="102066" y="413073"/>
                </a:lnTo>
                <a:lnTo>
                  <a:pt x="78143" y="392360"/>
                </a:lnTo>
                <a:lnTo>
                  <a:pt x="57002" y="367528"/>
                </a:lnTo>
                <a:lnTo>
                  <a:pt x="39141" y="338554"/>
                </a:lnTo>
                <a:lnTo>
                  <a:pt x="25054" y="305413"/>
                </a:lnTo>
                <a:lnTo>
                  <a:pt x="15240" y="268081"/>
                </a:lnTo>
                <a:lnTo>
                  <a:pt x="12954" y="245983"/>
                </a:lnTo>
                <a:lnTo>
                  <a:pt x="12954" y="222361"/>
                </a:lnTo>
                <a:lnTo>
                  <a:pt x="0" y="234553"/>
                </a:lnTo>
                <a:lnTo>
                  <a:pt x="762" y="246745"/>
                </a:lnTo>
                <a:lnTo>
                  <a:pt x="1524" y="258175"/>
                </a:lnTo>
                <a:lnTo>
                  <a:pt x="3048" y="270367"/>
                </a:lnTo>
                <a:lnTo>
                  <a:pt x="13761" y="310723"/>
                </a:lnTo>
                <a:lnTo>
                  <a:pt x="29135" y="346390"/>
                </a:lnTo>
                <a:lnTo>
                  <a:pt x="48616" y="377407"/>
                </a:lnTo>
                <a:lnTo>
                  <a:pt x="71648" y="403818"/>
                </a:lnTo>
                <a:lnTo>
                  <a:pt x="97677" y="425663"/>
                </a:lnTo>
                <a:lnTo>
                  <a:pt x="126146" y="442984"/>
                </a:lnTo>
                <a:lnTo>
                  <a:pt x="156501" y="455823"/>
                </a:lnTo>
                <a:lnTo>
                  <a:pt x="188187" y="464221"/>
                </a:lnTo>
                <a:lnTo>
                  <a:pt x="220649" y="468221"/>
                </a:lnTo>
                <a:lnTo>
                  <a:pt x="253331" y="467863"/>
                </a:lnTo>
                <a:close/>
              </a:path>
              <a:path w="470154" h="468221">
                <a:moveTo>
                  <a:pt x="12954" y="222361"/>
                </a:moveTo>
                <a:lnTo>
                  <a:pt x="13716" y="211693"/>
                </a:lnTo>
                <a:lnTo>
                  <a:pt x="15708" y="202549"/>
                </a:lnTo>
                <a:lnTo>
                  <a:pt x="3111" y="202549"/>
                </a:lnTo>
                <a:lnTo>
                  <a:pt x="1523" y="210169"/>
                </a:lnTo>
                <a:lnTo>
                  <a:pt x="0" y="234553"/>
                </a:lnTo>
                <a:lnTo>
                  <a:pt x="12954" y="222361"/>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676400" y="3851722"/>
            <a:ext cx="304800" cy="242840"/>
          </a:xfrm>
          <a:custGeom>
            <a:avLst/>
            <a:gdLst/>
            <a:ahLst/>
            <a:cxnLst/>
            <a:rect l="l" t="t" r="r" b="b"/>
            <a:pathLst>
              <a:path w="304800" h="246887">
                <a:moveTo>
                  <a:pt x="304800" y="761"/>
                </a:moveTo>
                <a:lnTo>
                  <a:pt x="0" y="761"/>
                </a:lnTo>
                <a:lnTo>
                  <a:pt x="0" y="246887"/>
                </a:lnTo>
                <a:lnTo>
                  <a:pt x="304800" y="246887"/>
                </a:lnTo>
                <a:lnTo>
                  <a:pt x="304800" y="761"/>
                </a:lnTo>
                <a:close/>
              </a:path>
            </a:pathLst>
          </a:custGeom>
          <a:solidFill>
            <a:srgbClr val="BF504C"/>
          </a:solidFill>
        </p:spPr>
        <p:txBody>
          <a:bodyPr wrap="square" lIns="0" tIns="0" rIns="0" bIns="0" rtlCol="0">
            <a:noAutofit/>
          </a:bodyPr>
          <a:lstStyle/>
          <a:p>
            <a:endParaRPr/>
          </a:p>
        </p:txBody>
      </p:sp>
      <p:sp>
        <p:nvSpPr>
          <p:cNvPr id="89" name="object 89"/>
          <p:cNvSpPr/>
          <p:nvPr/>
        </p:nvSpPr>
        <p:spPr>
          <a:xfrm>
            <a:off x="1365505" y="456675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3461" y="252979"/>
                </a:move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168" y="252979"/>
                </a:lnTo>
                <a:lnTo>
                  <a:pt x="13461" y="252979"/>
                </a:lnTo>
                <a:close/>
              </a:path>
              <a:path w="298707" h="468099">
                <a:moveTo>
                  <a:pt x="468158" y="25297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6096" y="252979"/>
                </a:lnTo>
                <a:lnTo>
                  <a:pt x="468158" y="252979"/>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594867" y="4120797"/>
            <a:ext cx="163829" cy="453451"/>
          </a:xfrm>
          <a:custGeom>
            <a:avLst/>
            <a:gdLst/>
            <a:ahLst/>
            <a:cxnLst/>
            <a:rect l="l" t="t" r="r" b="b"/>
            <a:pathLst>
              <a:path w="163830" h="461010">
                <a:moveTo>
                  <a:pt x="163830" y="3810"/>
                </a:moveTo>
                <a:lnTo>
                  <a:pt x="152400" y="0"/>
                </a:lnTo>
                <a:lnTo>
                  <a:pt x="0" y="457200"/>
                </a:lnTo>
                <a:lnTo>
                  <a:pt x="11430" y="461010"/>
                </a:lnTo>
                <a:lnTo>
                  <a:pt x="163830" y="3810"/>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3" name="object 93"/>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94" name="object 94"/>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6" name="object 96"/>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8" name="object 98"/>
          <p:cNvSpPr/>
          <p:nvPr/>
        </p:nvSpPr>
        <p:spPr>
          <a:xfrm>
            <a:off x="1365505" y="456675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8158" y="252979"/>
                </a:lnTo>
                <a:lnTo>
                  <a:pt x="456096" y="252979"/>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3461" y="252979"/>
                </a:lnTo>
                <a:lnTo>
                  <a:pt x="1168" y="252979"/>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0" name="object 100"/>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01" name="object 101"/>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102" name="object 102"/>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3" name="object 103"/>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4" name="object 104"/>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105" name="object 105"/>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06" name="object 106"/>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07" name="object 107"/>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48" name="object 48"/>
          <p:cNvSpPr/>
          <p:nvPr/>
        </p:nvSpPr>
        <p:spPr>
          <a:xfrm>
            <a:off x="0" y="6520722"/>
            <a:ext cx="9144000" cy="224852"/>
          </a:xfrm>
          <a:prstGeom prst="rect">
            <a:avLst/>
          </a:prstGeom>
          <a:blipFill>
            <a:blip r:embed="rId2" cstate="print"/>
            <a:stretch>
              <a:fillRect/>
            </a:stretch>
          </a:blipFill>
        </p:spPr>
        <p:txBody>
          <a:bodyPr wrap="square" lIns="0" tIns="0" rIns="0" bIns="0" rtlCol="0">
            <a:noAutofit/>
          </a:bodyPr>
          <a:lstStyle/>
          <a:p>
            <a:endParaRPr/>
          </a:p>
        </p:txBody>
      </p:sp>
      <p:sp>
        <p:nvSpPr>
          <p:cNvPr id="47" name="object 47"/>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46" name="object 46"/>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5" name="object 45"/>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4" name="object 44"/>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42" name="object 42"/>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41" name="object 41"/>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0" name="object 40"/>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9" name="object 39"/>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38" name="object 38"/>
          <p:cNvSpPr txBox="1"/>
          <p:nvPr/>
        </p:nvSpPr>
        <p:spPr>
          <a:xfrm>
            <a:off x="12217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37" name="object 37"/>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36" name="object 36"/>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5" name="object 35"/>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4" name="object 34"/>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3" name="object 33"/>
          <p:cNvSpPr txBox="1"/>
          <p:nvPr/>
        </p:nvSpPr>
        <p:spPr>
          <a:xfrm>
            <a:off x="916940" y="3372286"/>
            <a:ext cx="635740" cy="638831"/>
          </a:xfrm>
          <a:prstGeom prst="rect">
            <a:avLst/>
          </a:prstGeom>
        </p:spPr>
        <p:txBody>
          <a:bodyPr wrap="square" lIns="0" tIns="0" rIns="0" bIns="0" rtlCol="0">
            <a:noAutofit/>
          </a:bodyPr>
          <a:lstStyle/>
          <a:p>
            <a:pPr marL="241299">
              <a:lnSpc>
                <a:spcPts val="1935"/>
              </a:lnSpc>
              <a:spcBef>
                <a:spcPts val="96"/>
              </a:spcBef>
            </a:pPr>
            <a:r>
              <a:rPr sz="2700" b="1" spc="0" baseline="3034" dirty="0">
                <a:solidFill>
                  <a:srgbClr val="BF504C"/>
                </a:solidFill>
                <a:latin typeface="Calibri"/>
                <a:cs typeface="Calibri"/>
              </a:rPr>
              <a:t>111</a:t>
            </a:r>
            <a:endParaRPr sz="1800">
              <a:latin typeface="Calibri"/>
              <a:cs typeface="Calibri"/>
            </a:endParaRPr>
          </a:p>
          <a:p>
            <a:pPr marL="12700" marR="34290">
              <a:lnSpc>
                <a:spcPct val="101725"/>
              </a:lnSpc>
              <a:spcBef>
                <a:spcPts val="819"/>
              </a:spcBef>
            </a:pPr>
            <a:r>
              <a:rPr sz="1800" spc="0" dirty="0">
                <a:latin typeface="Calibri"/>
                <a:cs typeface="Calibri"/>
              </a:rPr>
              <a:t>[244]</a:t>
            </a:r>
            <a:endParaRPr sz="1800">
              <a:latin typeface="Calibri"/>
              <a:cs typeface="Calibri"/>
            </a:endParaRPr>
          </a:p>
        </p:txBody>
      </p:sp>
      <p:sp>
        <p:nvSpPr>
          <p:cNvPr id="32" name="object 32"/>
          <p:cNvSpPr txBox="1"/>
          <p:nvPr/>
        </p:nvSpPr>
        <p:spPr>
          <a:xfrm>
            <a:off x="2059940" y="4346648"/>
            <a:ext cx="1573292"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I</a:t>
            </a:r>
            <a:r>
              <a:rPr sz="2700" b="1" spc="-9" baseline="3034" dirty="0">
                <a:solidFill>
                  <a:srgbClr val="0000FF"/>
                </a:solidFill>
                <a:latin typeface="Calibri"/>
                <a:cs typeface="Calibri"/>
              </a:rPr>
              <a:t>n</a:t>
            </a:r>
            <a:r>
              <a:rPr sz="2700" b="1" spc="0" baseline="3034" dirty="0">
                <a:solidFill>
                  <a:srgbClr val="0000FF"/>
                </a:solidFill>
                <a:latin typeface="Calibri"/>
                <a:cs typeface="Calibri"/>
              </a:rPr>
              <a:t>fini</a:t>
            </a:r>
            <a:r>
              <a:rPr sz="2700" b="1" spc="-19" baseline="3034" dirty="0">
                <a:solidFill>
                  <a:srgbClr val="0000FF"/>
                </a:solidFill>
                <a:latin typeface="Calibri"/>
                <a:cs typeface="Calibri"/>
              </a:rPr>
              <a:t>t</a:t>
            </a:r>
            <a:r>
              <a:rPr sz="2700" b="1" spc="0" baseline="3034" dirty="0">
                <a:solidFill>
                  <a:srgbClr val="0000FF"/>
                </a:solidFill>
                <a:latin typeface="Calibri"/>
                <a:cs typeface="Calibri"/>
              </a:rPr>
              <a:t>e</a:t>
            </a:r>
            <a:r>
              <a:rPr sz="2700" b="1" spc="-25" baseline="3034" dirty="0">
                <a:solidFill>
                  <a:srgbClr val="0000FF"/>
                </a:solidFill>
                <a:latin typeface="Calibri"/>
                <a:cs typeface="Calibri"/>
              </a:rPr>
              <a:t> </a:t>
            </a:r>
            <a:r>
              <a:rPr sz="2700" b="1" spc="0" baseline="3034" dirty="0">
                <a:solidFill>
                  <a:srgbClr val="0000FF"/>
                </a:solidFill>
                <a:latin typeface="Calibri"/>
                <a:cs typeface="Calibri"/>
              </a:rPr>
              <a:t>B</a:t>
            </a:r>
            <a:r>
              <a:rPr sz="2700" b="1" spc="-39" baseline="3034" dirty="0">
                <a:solidFill>
                  <a:srgbClr val="0000FF"/>
                </a:solidFill>
                <a:latin typeface="Calibri"/>
                <a:cs typeface="Calibri"/>
              </a:rPr>
              <a:t>r</a:t>
            </a:r>
            <a:r>
              <a:rPr sz="2700" b="1" spc="0" baseline="3034" dirty="0">
                <a:solidFill>
                  <a:srgbClr val="0000FF"/>
                </a:solidFill>
                <a:latin typeface="Calibri"/>
                <a:cs typeface="Calibri"/>
              </a:rPr>
              <a:t>anch !</a:t>
            </a:r>
            <a:endParaRPr sz="1800">
              <a:latin typeface="Calibri"/>
              <a:cs typeface="Calibri"/>
            </a:endParaRPr>
          </a:p>
        </p:txBody>
      </p:sp>
      <p:sp>
        <p:nvSpPr>
          <p:cNvPr id="31" name="object 31"/>
          <p:cNvSpPr txBox="1"/>
          <p:nvPr/>
        </p:nvSpPr>
        <p:spPr>
          <a:xfrm>
            <a:off x="688341" y="464645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30" name="object 30"/>
          <p:cNvSpPr txBox="1"/>
          <p:nvPr/>
        </p:nvSpPr>
        <p:spPr>
          <a:xfrm>
            <a:off x="1526540" y="4721402"/>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9" name="object 29"/>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8" name="object 28"/>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7" name="object 27"/>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36</a:t>
            </a:r>
            <a:endParaRPr sz="1200">
              <a:latin typeface="Calibri"/>
              <a:cs typeface="Calibri"/>
            </a:endParaRPr>
          </a:p>
        </p:txBody>
      </p:sp>
      <p:sp>
        <p:nvSpPr>
          <p:cNvPr id="26" name="object 26"/>
          <p:cNvSpPr txBox="1"/>
          <p:nvPr/>
        </p:nvSpPr>
        <p:spPr>
          <a:xfrm>
            <a:off x="1676400" y="3734050"/>
            <a:ext cx="304800" cy="118421"/>
          </a:xfrm>
          <a:prstGeom prst="rect">
            <a:avLst/>
          </a:prstGeom>
        </p:spPr>
        <p:txBody>
          <a:bodyPr wrap="square" lIns="0" tIns="0" rIns="0" bIns="0" rtlCol="0">
            <a:noAutofit/>
          </a:bodyPr>
          <a:lstStyle/>
          <a:p>
            <a:pPr marL="25400">
              <a:lnSpc>
                <a:spcPts val="900"/>
              </a:lnSpc>
              <a:spcBef>
                <a:spcPts val="47"/>
              </a:spcBef>
            </a:pPr>
            <a:endParaRPr sz="900"/>
          </a:p>
        </p:txBody>
      </p:sp>
      <p:sp>
        <p:nvSpPr>
          <p:cNvPr id="25" name="object 25"/>
          <p:cNvSpPr txBox="1"/>
          <p:nvPr/>
        </p:nvSpPr>
        <p:spPr>
          <a:xfrm>
            <a:off x="1676400" y="3852472"/>
            <a:ext cx="304800" cy="242090"/>
          </a:xfrm>
          <a:prstGeom prst="rect">
            <a:avLst/>
          </a:prstGeom>
        </p:spPr>
        <p:txBody>
          <a:bodyPr wrap="square" lIns="0" tIns="0" rIns="0" bIns="0" rtlCol="0">
            <a:noAutofit/>
          </a:bodyPr>
          <a:lstStyle/>
          <a:p>
            <a:pPr marL="91439">
              <a:lnSpc>
                <a:spcPts val="1575"/>
              </a:lnSpc>
              <a:spcBef>
                <a:spcPts val="78"/>
              </a:spcBef>
            </a:pPr>
            <a:r>
              <a:rPr sz="2700" spc="0" baseline="4551" dirty="0">
                <a:latin typeface="Calibri"/>
                <a:cs typeface="Calibri"/>
              </a:rPr>
              <a:t>D</a:t>
            </a:r>
            <a:endParaRPr sz="1800">
              <a:latin typeface="Calibri"/>
              <a:cs typeface="Calibri"/>
            </a:endParaRPr>
          </a:p>
        </p:txBody>
      </p:sp>
      <p:sp>
        <p:nvSpPr>
          <p:cNvPr id="24" name="object 24"/>
          <p:cNvSpPr txBox="1"/>
          <p:nvPr/>
        </p:nvSpPr>
        <p:spPr>
          <a:xfrm>
            <a:off x="1981200" y="2698230"/>
            <a:ext cx="304800" cy="191124"/>
          </a:xfrm>
          <a:prstGeom prst="rect">
            <a:avLst/>
          </a:prstGeom>
        </p:spPr>
        <p:txBody>
          <a:bodyPr wrap="square" lIns="0" tIns="0" rIns="0" bIns="0" rtlCol="0">
            <a:noAutofit/>
          </a:bodyPr>
          <a:lstStyle/>
          <a:p>
            <a:pPr marL="25400">
              <a:lnSpc>
                <a:spcPts val="1000"/>
              </a:lnSpc>
            </a:pPr>
            <a:endParaRPr sz="1000"/>
          </a:p>
        </p:txBody>
      </p:sp>
      <p:sp>
        <p:nvSpPr>
          <p:cNvPr id="23" name="object 23"/>
          <p:cNvSpPr txBox="1"/>
          <p:nvPr/>
        </p:nvSpPr>
        <p:spPr>
          <a:xfrm>
            <a:off x="1981200" y="2889353"/>
            <a:ext cx="304800" cy="170138"/>
          </a:xfrm>
          <a:prstGeom prst="rect">
            <a:avLst/>
          </a:prstGeom>
        </p:spPr>
        <p:txBody>
          <a:bodyPr wrap="square" lIns="0" tIns="0" rIns="0" bIns="0" rtlCol="0">
            <a:noAutofit/>
          </a:bodyPr>
          <a:lstStyle/>
          <a:p>
            <a:pPr marL="25400">
              <a:lnSpc>
                <a:spcPts val="1000"/>
              </a:lnSpc>
            </a:pPr>
            <a:endParaRPr sz="1000"/>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object 144"/>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143" name="object 143"/>
          <p:cNvSpPr txBox="1"/>
          <p:nvPr/>
        </p:nvSpPr>
        <p:spPr>
          <a:xfrm>
            <a:off x="0" y="3773774"/>
            <a:ext cx="9144000" cy="1041815"/>
          </a:xfrm>
          <a:prstGeom prst="rect">
            <a:avLst/>
          </a:prstGeom>
        </p:spPr>
        <p:txBody>
          <a:bodyPr wrap="square" lIns="0" tIns="0" rIns="0" bIns="0" rtlCol="0">
            <a:noAutofit/>
          </a:bodyPr>
          <a:lstStyle/>
          <a:p>
            <a:pPr marL="929640">
              <a:lnSpc>
                <a:spcPts val="2185"/>
              </a:lnSpc>
              <a:spcBef>
                <a:spcPts val="109"/>
              </a:spcBef>
            </a:pPr>
            <a:r>
              <a:rPr sz="2700" spc="0" baseline="12136" dirty="0">
                <a:latin typeface="Calibri"/>
                <a:cs typeface="Calibri"/>
              </a:rPr>
              <a:t>[244]     </a:t>
            </a:r>
            <a:r>
              <a:rPr sz="2700" spc="321" baseline="12136" dirty="0">
                <a:latin typeface="Calibri"/>
                <a:cs typeface="Calibri"/>
              </a:rPr>
              <a:t> </a:t>
            </a:r>
            <a:r>
              <a:rPr sz="1800" spc="0" dirty="0">
                <a:latin typeface="Calibri"/>
                <a:cs typeface="Calibri"/>
              </a:rPr>
              <a:t>D</a:t>
            </a:r>
            <a:endParaRPr sz="1800">
              <a:latin typeface="Calibri"/>
              <a:cs typeface="Calibri"/>
            </a:endParaRPr>
          </a:p>
        </p:txBody>
      </p:sp>
      <p:sp>
        <p:nvSpPr>
          <p:cNvPr id="142" name="object 142"/>
          <p:cNvSpPr txBox="1"/>
          <p:nvPr/>
        </p:nvSpPr>
        <p:spPr>
          <a:xfrm>
            <a:off x="0" y="4733894"/>
            <a:ext cx="9144000" cy="1044814"/>
          </a:xfrm>
          <a:prstGeom prst="rect">
            <a:avLst/>
          </a:prstGeom>
        </p:spPr>
        <p:txBody>
          <a:bodyPr wrap="square" lIns="0" tIns="0" rIns="0" bIns="0" rtlCol="0">
            <a:noAutofit/>
          </a:bodyPr>
          <a:lstStyle/>
          <a:p>
            <a:pPr marL="1539239">
              <a:lnSpc>
                <a:spcPts val="2070"/>
              </a:lnSpc>
              <a:spcBef>
                <a:spcPts val="103"/>
              </a:spcBef>
            </a:pPr>
            <a:r>
              <a:rPr sz="2700" spc="0" baseline="9102" dirty="0">
                <a:latin typeface="Calibri"/>
                <a:cs typeface="Calibri"/>
              </a:rPr>
              <a:t>C                                                                                                     </a:t>
            </a:r>
            <a:r>
              <a:rPr sz="2700" spc="24" baseline="9102" dirty="0">
                <a:latin typeface="Calibri"/>
                <a:cs typeface="Calibri"/>
              </a:rPr>
              <a:t> </a:t>
            </a:r>
            <a:r>
              <a:rPr sz="2700" spc="0" baseline="-1534" dirty="0">
                <a:latin typeface="Tahoma"/>
                <a:cs typeface="Tahoma"/>
              </a:rPr>
              <a:t>G</a:t>
            </a:r>
            <a:endParaRPr sz="1800">
              <a:latin typeface="Tahoma"/>
              <a:cs typeface="Tahoma"/>
            </a:endParaRPr>
          </a:p>
        </p:txBody>
      </p:sp>
      <p:sp>
        <p:nvSpPr>
          <p:cNvPr id="140" name="object 140"/>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2" name="object 52"/>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53" name="object 53"/>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56" name="object 5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7" name="object 57"/>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905000" y="2623279"/>
            <a:ext cx="457200" cy="449705"/>
          </a:xfrm>
          <a:custGeom>
            <a:avLst/>
            <a:gdLst/>
            <a:ahLst/>
            <a:cxnLst/>
            <a:rect l="l" t="t" r="r" b="b"/>
            <a:pathLst>
              <a:path w="457200" h="457200">
                <a:moveTo>
                  <a:pt x="453241" y="270509"/>
                </a:move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3985" y="270510"/>
                </a:lnTo>
                <a:lnTo>
                  <a:pt x="453241" y="270509"/>
                </a:lnTo>
                <a:close/>
              </a:path>
            </a:pathLst>
          </a:custGeom>
          <a:solidFill>
            <a:srgbClr val="BF504C"/>
          </a:solidFill>
        </p:spPr>
        <p:txBody>
          <a:bodyPr wrap="square" lIns="0" tIns="0" rIns="0" bIns="0" rtlCol="0">
            <a:noAutofit/>
          </a:bodyPr>
          <a:lstStyle/>
          <a:p>
            <a:endParaRPr/>
          </a:p>
        </p:txBody>
      </p:sp>
      <p:sp>
        <p:nvSpPr>
          <p:cNvPr id="62" name="object 62"/>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1981200" y="2698229"/>
            <a:ext cx="304800" cy="191125"/>
          </a:xfrm>
          <a:custGeom>
            <a:avLst/>
            <a:gdLst/>
            <a:ahLst/>
            <a:cxnLst/>
            <a:rect l="l" t="t" r="r" b="b"/>
            <a:pathLst>
              <a:path w="304800" h="194310">
                <a:moveTo>
                  <a:pt x="304800" y="194309"/>
                </a:moveTo>
                <a:lnTo>
                  <a:pt x="304800" y="0"/>
                </a:lnTo>
                <a:lnTo>
                  <a:pt x="0" y="0"/>
                </a:lnTo>
                <a:lnTo>
                  <a:pt x="0" y="194310"/>
                </a:lnTo>
                <a:lnTo>
                  <a:pt x="304800" y="194309"/>
                </a:lnTo>
                <a:close/>
              </a:path>
            </a:pathLst>
          </a:custGeom>
          <a:solidFill>
            <a:srgbClr val="BF504C"/>
          </a:solidFill>
        </p:spPr>
        <p:txBody>
          <a:bodyPr wrap="square" lIns="0" tIns="0" rIns="0" bIns="0" rtlCol="0">
            <a:noAutofit/>
          </a:bodyPr>
          <a:lstStyle/>
          <a:p>
            <a:endParaRPr/>
          </a:p>
        </p:txBody>
      </p:sp>
      <p:sp>
        <p:nvSpPr>
          <p:cNvPr id="64" name="object 64"/>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8" name="object 68"/>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69" name="object 69"/>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70" name="object 70"/>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1" name="object 71"/>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2" name="object 72"/>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3" name="object 73"/>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1905000" y="262327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3241" y="270509"/>
                </a:lnTo>
                <a:lnTo>
                  <a:pt x="3985" y="270509"/>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75" name="object 75"/>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1981200" y="2888605"/>
            <a:ext cx="304800" cy="170888"/>
          </a:xfrm>
          <a:custGeom>
            <a:avLst/>
            <a:gdLst/>
            <a:ahLst/>
            <a:cxnLst/>
            <a:rect l="l" t="t" r="r" b="b"/>
            <a:pathLst>
              <a:path w="304800" h="173736">
                <a:moveTo>
                  <a:pt x="304800" y="761"/>
                </a:moveTo>
                <a:lnTo>
                  <a:pt x="0" y="761"/>
                </a:lnTo>
                <a:lnTo>
                  <a:pt x="0" y="173736"/>
                </a:lnTo>
                <a:lnTo>
                  <a:pt x="304800" y="173736"/>
                </a:lnTo>
                <a:lnTo>
                  <a:pt x="304800" y="761"/>
                </a:lnTo>
                <a:close/>
              </a:path>
            </a:pathLst>
          </a:custGeom>
          <a:solidFill>
            <a:srgbClr val="BF504C"/>
          </a:solidFill>
        </p:spPr>
        <p:txBody>
          <a:bodyPr wrap="square" lIns="0" tIns="0" rIns="0" bIns="0" rtlCol="0">
            <a:noAutofit/>
          </a:bodyPr>
          <a:lstStyle/>
          <a:p>
            <a:endParaRPr/>
          </a:p>
        </p:txBody>
      </p:sp>
      <p:sp>
        <p:nvSpPr>
          <p:cNvPr id="77" name="object 77"/>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1600200" y="3659099"/>
            <a:ext cx="457200" cy="449705"/>
          </a:xfrm>
          <a:custGeom>
            <a:avLst/>
            <a:gdLst/>
            <a:ahLst/>
            <a:cxnLst/>
            <a:rect l="l" t="t" r="r" b="b"/>
            <a:pathLst>
              <a:path w="457200" h="457200">
                <a:moveTo>
                  <a:pt x="454838" y="196595"/>
                </a:moveTo>
                <a:lnTo>
                  <a:pt x="450570" y="173586"/>
                </a:lnTo>
                <a:lnTo>
                  <a:pt x="445568" y="156252"/>
                </a:lnTo>
                <a:lnTo>
                  <a:pt x="439269" y="139517"/>
                </a:lnTo>
                <a:lnTo>
                  <a:pt x="431729" y="123439"/>
                </a:lnTo>
                <a:lnTo>
                  <a:pt x="423007" y="108076"/>
                </a:lnTo>
                <a:lnTo>
                  <a:pt x="413162" y="93488"/>
                </a:lnTo>
                <a:lnTo>
                  <a:pt x="402251" y="79731"/>
                </a:lnTo>
                <a:lnTo>
                  <a:pt x="390334" y="66865"/>
                </a:lnTo>
                <a:lnTo>
                  <a:pt x="377468" y="54948"/>
                </a:lnTo>
                <a:lnTo>
                  <a:pt x="363711" y="44037"/>
                </a:lnTo>
                <a:lnTo>
                  <a:pt x="349123" y="34192"/>
                </a:lnTo>
                <a:lnTo>
                  <a:pt x="333760" y="25470"/>
                </a:lnTo>
                <a:lnTo>
                  <a:pt x="317682" y="17930"/>
                </a:lnTo>
                <a:lnTo>
                  <a:pt x="300947" y="11631"/>
                </a:lnTo>
                <a:lnTo>
                  <a:pt x="283613" y="6629"/>
                </a:lnTo>
                <a:lnTo>
                  <a:pt x="265738" y="2985"/>
                </a:lnTo>
                <a:lnTo>
                  <a:pt x="247381" y="756"/>
                </a:lnTo>
                <a:lnTo>
                  <a:pt x="228600" y="0"/>
                </a:lnTo>
                <a:lnTo>
                  <a:pt x="209921" y="756"/>
                </a:lnTo>
                <a:lnTo>
                  <a:pt x="191646" y="2985"/>
                </a:lnTo>
                <a:lnTo>
                  <a:pt x="173834" y="6629"/>
                </a:lnTo>
                <a:lnTo>
                  <a:pt x="156545" y="11631"/>
                </a:lnTo>
                <a:lnTo>
                  <a:pt x="139838" y="17930"/>
                </a:lnTo>
                <a:lnTo>
                  <a:pt x="123775" y="25470"/>
                </a:lnTo>
                <a:lnTo>
                  <a:pt x="108414" y="34192"/>
                </a:lnTo>
                <a:lnTo>
                  <a:pt x="93817" y="44037"/>
                </a:lnTo>
                <a:lnTo>
                  <a:pt x="80042" y="54948"/>
                </a:lnTo>
                <a:lnTo>
                  <a:pt x="67151" y="66865"/>
                </a:lnTo>
                <a:lnTo>
                  <a:pt x="55202" y="79731"/>
                </a:lnTo>
                <a:lnTo>
                  <a:pt x="44256" y="93488"/>
                </a:lnTo>
                <a:lnTo>
                  <a:pt x="34374" y="108076"/>
                </a:lnTo>
                <a:lnTo>
                  <a:pt x="25614" y="123439"/>
                </a:lnTo>
                <a:lnTo>
                  <a:pt x="18037" y="139517"/>
                </a:lnTo>
                <a:lnTo>
                  <a:pt x="11704" y="156252"/>
                </a:lnTo>
                <a:lnTo>
                  <a:pt x="6673" y="173586"/>
                </a:lnTo>
                <a:lnTo>
                  <a:pt x="3006" y="191461"/>
                </a:lnTo>
                <a:lnTo>
                  <a:pt x="2378" y="196595"/>
                </a:lnTo>
                <a:lnTo>
                  <a:pt x="454838" y="196595"/>
                </a:lnTo>
                <a:close/>
              </a:path>
            </a:pathLst>
          </a:custGeom>
          <a:solidFill>
            <a:srgbClr val="BF504C"/>
          </a:solidFill>
        </p:spPr>
        <p:txBody>
          <a:bodyPr wrap="square" lIns="0" tIns="0" rIns="0" bIns="0" rtlCol="0">
            <a:noAutofit/>
          </a:bodyPr>
          <a:lstStyle/>
          <a:p>
            <a:endParaRPr/>
          </a:p>
        </p:txBody>
      </p:sp>
      <p:sp>
        <p:nvSpPr>
          <p:cNvPr id="79" name="object 79"/>
          <p:cNvSpPr/>
          <p:nvPr/>
        </p:nvSpPr>
        <p:spPr>
          <a:xfrm>
            <a:off x="1594104" y="3653243"/>
            <a:ext cx="470154" cy="460545"/>
          </a:xfrm>
          <a:custGeom>
            <a:avLst/>
            <a:gdLst/>
            <a:ahLst/>
            <a:cxnLst/>
            <a:rect l="l" t="t" r="r" b="b"/>
            <a:pathLst>
              <a:path w="470154" h="468221">
                <a:moveTo>
                  <a:pt x="467033" y="202549"/>
                </a:moveTo>
                <a:lnTo>
                  <a:pt x="460265" y="170254"/>
                </a:lnTo>
                <a:lnTo>
                  <a:pt x="447162" y="134538"/>
                </a:lnTo>
                <a:lnTo>
                  <a:pt x="429848" y="103020"/>
                </a:lnTo>
                <a:lnTo>
                  <a:pt x="408848" y="75701"/>
                </a:lnTo>
                <a:lnTo>
                  <a:pt x="384691" y="52581"/>
                </a:lnTo>
                <a:lnTo>
                  <a:pt x="357902" y="33662"/>
                </a:lnTo>
                <a:lnTo>
                  <a:pt x="329009" y="18943"/>
                </a:lnTo>
                <a:lnTo>
                  <a:pt x="298537" y="8426"/>
                </a:lnTo>
                <a:lnTo>
                  <a:pt x="240849" y="12625"/>
                </a:lnTo>
                <a:lnTo>
                  <a:pt x="271517" y="15460"/>
                </a:lnTo>
                <a:lnTo>
                  <a:pt x="301559" y="22377"/>
                </a:lnTo>
                <a:lnTo>
                  <a:pt x="330458" y="33364"/>
                </a:lnTo>
                <a:lnTo>
                  <a:pt x="357694" y="48407"/>
                </a:lnTo>
                <a:lnTo>
                  <a:pt x="382751" y="67494"/>
                </a:lnTo>
                <a:lnTo>
                  <a:pt x="405109" y="90611"/>
                </a:lnTo>
                <a:lnTo>
                  <a:pt x="424251" y="117746"/>
                </a:lnTo>
                <a:lnTo>
                  <a:pt x="439659" y="148885"/>
                </a:lnTo>
                <a:lnTo>
                  <a:pt x="450814" y="184015"/>
                </a:lnTo>
                <a:lnTo>
                  <a:pt x="453840" y="202549"/>
                </a:lnTo>
                <a:lnTo>
                  <a:pt x="467033" y="202549"/>
                </a:lnTo>
                <a:close/>
              </a:path>
              <a:path w="470154" h="468221">
                <a:moveTo>
                  <a:pt x="15708" y="202549"/>
                </a:moveTo>
                <a:lnTo>
                  <a:pt x="22149" y="172983"/>
                </a:lnTo>
                <a:lnTo>
                  <a:pt x="35138" y="138487"/>
                </a:lnTo>
                <a:lnTo>
                  <a:pt x="52163" y="108191"/>
                </a:lnTo>
                <a:lnTo>
                  <a:pt x="72706" y="82082"/>
                </a:lnTo>
                <a:lnTo>
                  <a:pt x="96251" y="60147"/>
                </a:lnTo>
                <a:lnTo>
                  <a:pt x="122278" y="42373"/>
                </a:lnTo>
                <a:lnTo>
                  <a:pt x="150269" y="28747"/>
                </a:lnTo>
                <a:lnTo>
                  <a:pt x="179707" y="19255"/>
                </a:lnTo>
                <a:lnTo>
                  <a:pt x="210072" y="13886"/>
                </a:lnTo>
                <a:lnTo>
                  <a:pt x="240849" y="12625"/>
                </a:lnTo>
                <a:lnTo>
                  <a:pt x="298537" y="8426"/>
                </a:lnTo>
                <a:lnTo>
                  <a:pt x="267014" y="2112"/>
                </a:lnTo>
                <a:lnTo>
                  <a:pt x="234967" y="0"/>
                </a:lnTo>
                <a:lnTo>
                  <a:pt x="202922" y="2091"/>
                </a:lnTo>
                <a:lnTo>
                  <a:pt x="171406" y="8386"/>
                </a:lnTo>
                <a:lnTo>
                  <a:pt x="140945" y="18886"/>
                </a:lnTo>
                <a:lnTo>
                  <a:pt x="112067" y="33591"/>
                </a:lnTo>
                <a:lnTo>
                  <a:pt x="85298" y="52502"/>
                </a:lnTo>
                <a:lnTo>
                  <a:pt x="61164" y="75620"/>
                </a:lnTo>
                <a:lnTo>
                  <a:pt x="40194" y="102945"/>
                </a:lnTo>
                <a:lnTo>
                  <a:pt x="22912" y="134478"/>
                </a:lnTo>
                <a:lnTo>
                  <a:pt x="9846" y="170219"/>
                </a:lnTo>
                <a:lnTo>
                  <a:pt x="3111" y="202549"/>
                </a:lnTo>
                <a:lnTo>
                  <a:pt x="15708" y="202549"/>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1676400" y="3734050"/>
            <a:ext cx="304800" cy="118422"/>
          </a:xfrm>
          <a:custGeom>
            <a:avLst/>
            <a:gdLst/>
            <a:ahLst/>
            <a:cxnLst/>
            <a:rect l="l" t="t" r="r" b="b"/>
            <a:pathLst>
              <a:path w="304800" h="120396">
                <a:moveTo>
                  <a:pt x="304800" y="120395"/>
                </a:moveTo>
                <a:lnTo>
                  <a:pt x="304800" y="0"/>
                </a:lnTo>
                <a:lnTo>
                  <a:pt x="0" y="0"/>
                </a:lnTo>
                <a:lnTo>
                  <a:pt x="0" y="120395"/>
                </a:lnTo>
                <a:lnTo>
                  <a:pt x="304800" y="120395"/>
                </a:lnTo>
                <a:close/>
              </a:path>
            </a:pathLst>
          </a:custGeom>
          <a:solidFill>
            <a:srgbClr val="BF504C"/>
          </a:solidFill>
        </p:spPr>
        <p:txBody>
          <a:bodyPr wrap="square" lIns="0" tIns="0" rIns="0" bIns="0" rtlCol="0">
            <a:noAutofit/>
          </a:bodyPr>
          <a:lstStyle/>
          <a:p>
            <a:endParaRPr/>
          </a:p>
        </p:txBody>
      </p:sp>
      <p:sp>
        <p:nvSpPr>
          <p:cNvPr id="81" name="object 81"/>
          <p:cNvSpPr/>
          <p:nvPr/>
        </p:nvSpPr>
        <p:spPr>
          <a:xfrm>
            <a:off x="1823467" y="3071485"/>
            <a:ext cx="240029" cy="603354"/>
          </a:xfrm>
          <a:custGeom>
            <a:avLst/>
            <a:gdLst/>
            <a:ahLst/>
            <a:cxnLst/>
            <a:rect l="l" t="t" r="r" b="b"/>
            <a:pathLst>
              <a:path w="240030" h="613410">
                <a:moveTo>
                  <a:pt x="240030" y="3810"/>
                </a:moveTo>
                <a:lnTo>
                  <a:pt x="228600" y="0"/>
                </a:lnTo>
                <a:lnTo>
                  <a:pt x="0" y="609600"/>
                </a:lnTo>
                <a:lnTo>
                  <a:pt x="11430" y="613410"/>
                </a:lnTo>
                <a:lnTo>
                  <a:pt x="240030" y="3810"/>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4" name="object 84"/>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85" name="object 85"/>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86" name="object 86"/>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7" name="object 87"/>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8" name="object 8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9" name="object 89"/>
          <p:cNvSpPr/>
          <p:nvPr/>
        </p:nvSpPr>
        <p:spPr>
          <a:xfrm>
            <a:off x="1600200" y="3659099"/>
            <a:ext cx="457200" cy="449705"/>
          </a:xfrm>
          <a:custGeom>
            <a:avLst/>
            <a:gdLst/>
            <a:ahLst/>
            <a:cxnLst/>
            <a:rect l="l" t="t" r="r" b="b"/>
            <a:pathLst>
              <a:path w="457200" h="457200">
                <a:moveTo>
                  <a:pt x="247381" y="456438"/>
                </a:moveTo>
                <a:lnTo>
                  <a:pt x="265738" y="454193"/>
                </a:lnTo>
                <a:lnTo>
                  <a:pt x="283613" y="450526"/>
                </a:lnTo>
                <a:lnTo>
                  <a:pt x="300947" y="445495"/>
                </a:lnTo>
                <a:lnTo>
                  <a:pt x="317682" y="439162"/>
                </a:lnTo>
                <a:lnTo>
                  <a:pt x="333760" y="431585"/>
                </a:lnTo>
                <a:lnTo>
                  <a:pt x="349123" y="422825"/>
                </a:lnTo>
                <a:lnTo>
                  <a:pt x="363711" y="412943"/>
                </a:lnTo>
                <a:lnTo>
                  <a:pt x="377468" y="401997"/>
                </a:lnTo>
                <a:lnTo>
                  <a:pt x="390334" y="390048"/>
                </a:lnTo>
                <a:lnTo>
                  <a:pt x="402251" y="377157"/>
                </a:lnTo>
                <a:lnTo>
                  <a:pt x="413162" y="363382"/>
                </a:lnTo>
                <a:lnTo>
                  <a:pt x="423007" y="348785"/>
                </a:lnTo>
                <a:lnTo>
                  <a:pt x="431729" y="333424"/>
                </a:lnTo>
                <a:lnTo>
                  <a:pt x="439269" y="317361"/>
                </a:lnTo>
                <a:lnTo>
                  <a:pt x="445568" y="300654"/>
                </a:lnTo>
                <a:lnTo>
                  <a:pt x="450570" y="283365"/>
                </a:lnTo>
                <a:lnTo>
                  <a:pt x="454214" y="265553"/>
                </a:lnTo>
                <a:lnTo>
                  <a:pt x="456443" y="247278"/>
                </a:lnTo>
                <a:lnTo>
                  <a:pt x="457200" y="228599"/>
                </a:lnTo>
                <a:lnTo>
                  <a:pt x="456443" y="209818"/>
                </a:lnTo>
                <a:lnTo>
                  <a:pt x="454838" y="196595"/>
                </a:lnTo>
                <a:lnTo>
                  <a:pt x="2378" y="196595"/>
                </a:lnTo>
                <a:lnTo>
                  <a:pt x="761" y="209818"/>
                </a:lnTo>
                <a:lnTo>
                  <a:pt x="0" y="228600"/>
                </a:lnTo>
                <a:lnTo>
                  <a:pt x="761" y="247278"/>
                </a:lnTo>
                <a:lnTo>
                  <a:pt x="3006" y="265553"/>
                </a:lnTo>
                <a:lnTo>
                  <a:pt x="6673" y="283365"/>
                </a:lnTo>
                <a:lnTo>
                  <a:pt x="11704" y="300654"/>
                </a:lnTo>
                <a:lnTo>
                  <a:pt x="18037" y="317361"/>
                </a:lnTo>
                <a:lnTo>
                  <a:pt x="25614" y="333424"/>
                </a:lnTo>
                <a:lnTo>
                  <a:pt x="34374" y="348785"/>
                </a:lnTo>
                <a:lnTo>
                  <a:pt x="44256" y="363382"/>
                </a:lnTo>
                <a:lnTo>
                  <a:pt x="55202" y="377157"/>
                </a:lnTo>
                <a:lnTo>
                  <a:pt x="67151" y="390048"/>
                </a:lnTo>
                <a:lnTo>
                  <a:pt x="80042" y="401997"/>
                </a:lnTo>
                <a:lnTo>
                  <a:pt x="93817" y="412943"/>
                </a:lnTo>
                <a:lnTo>
                  <a:pt x="108414" y="422825"/>
                </a:lnTo>
                <a:lnTo>
                  <a:pt x="123775" y="431585"/>
                </a:lnTo>
                <a:lnTo>
                  <a:pt x="139838" y="439162"/>
                </a:lnTo>
                <a:lnTo>
                  <a:pt x="156545" y="445495"/>
                </a:lnTo>
                <a:lnTo>
                  <a:pt x="173834" y="450526"/>
                </a:lnTo>
                <a:lnTo>
                  <a:pt x="191646" y="454193"/>
                </a:lnTo>
                <a:lnTo>
                  <a:pt x="209921" y="456438"/>
                </a:lnTo>
                <a:lnTo>
                  <a:pt x="228600" y="457200"/>
                </a:lnTo>
                <a:lnTo>
                  <a:pt x="247381" y="456438"/>
                </a:lnTo>
                <a:close/>
              </a:path>
            </a:pathLst>
          </a:custGeom>
          <a:solidFill>
            <a:srgbClr val="BF504C"/>
          </a:solidFill>
        </p:spPr>
        <p:txBody>
          <a:bodyPr wrap="square" lIns="0" tIns="0" rIns="0" bIns="0" rtlCol="0">
            <a:noAutofit/>
          </a:bodyPr>
          <a:lstStyle/>
          <a:p>
            <a:endParaRPr/>
          </a:p>
        </p:txBody>
      </p:sp>
      <p:sp>
        <p:nvSpPr>
          <p:cNvPr id="90" name="object 90"/>
          <p:cNvSpPr/>
          <p:nvPr/>
        </p:nvSpPr>
        <p:spPr>
          <a:xfrm>
            <a:off x="1594104" y="3653243"/>
            <a:ext cx="470154" cy="460545"/>
          </a:xfrm>
          <a:custGeom>
            <a:avLst/>
            <a:gdLst/>
            <a:ahLst/>
            <a:cxnLst/>
            <a:rect l="l" t="t" r="r" b="b"/>
            <a:pathLst>
              <a:path w="470154" h="468221">
                <a:moveTo>
                  <a:pt x="253331" y="467863"/>
                </a:moveTo>
                <a:lnTo>
                  <a:pt x="285679" y="463189"/>
                </a:lnTo>
                <a:lnTo>
                  <a:pt x="317137" y="454241"/>
                </a:lnTo>
                <a:lnTo>
                  <a:pt x="347150" y="441061"/>
                </a:lnTo>
                <a:lnTo>
                  <a:pt x="375163" y="423691"/>
                </a:lnTo>
                <a:lnTo>
                  <a:pt x="400620" y="402171"/>
                </a:lnTo>
                <a:lnTo>
                  <a:pt x="422968" y="376543"/>
                </a:lnTo>
                <a:lnTo>
                  <a:pt x="441650" y="346850"/>
                </a:lnTo>
                <a:lnTo>
                  <a:pt x="456112" y="313132"/>
                </a:lnTo>
                <a:lnTo>
                  <a:pt x="465798" y="275432"/>
                </a:lnTo>
                <a:lnTo>
                  <a:pt x="470154" y="233791"/>
                </a:lnTo>
                <a:lnTo>
                  <a:pt x="469392" y="222361"/>
                </a:lnTo>
                <a:lnTo>
                  <a:pt x="468630" y="210169"/>
                </a:lnTo>
                <a:lnTo>
                  <a:pt x="467033" y="202549"/>
                </a:lnTo>
                <a:lnTo>
                  <a:pt x="453840" y="202549"/>
                </a:lnTo>
                <a:lnTo>
                  <a:pt x="457200" y="223123"/>
                </a:lnTo>
                <a:lnTo>
                  <a:pt x="457200" y="245983"/>
                </a:lnTo>
                <a:lnTo>
                  <a:pt x="451117" y="284148"/>
                </a:lnTo>
                <a:lnTo>
                  <a:pt x="440369" y="318557"/>
                </a:lnTo>
                <a:lnTo>
                  <a:pt x="425453" y="349186"/>
                </a:lnTo>
                <a:lnTo>
                  <a:pt x="406866" y="376010"/>
                </a:lnTo>
                <a:lnTo>
                  <a:pt x="385104" y="399006"/>
                </a:lnTo>
                <a:lnTo>
                  <a:pt x="360662" y="418149"/>
                </a:lnTo>
                <a:lnTo>
                  <a:pt x="334039" y="433415"/>
                </a:lnTo>
                <a:lnTo>
                  <a:pt x="305730" y="444779"/>
                </a:lnTo>
                <a:lnTo>
                  <a:pt x="276231" y="452219"/>
                </a:lnTo>
                <a:lnTo>
                  <a:pt x="246040" y="455709"/>
                </a:lnTo>
                <a:lnTo>
                  <a:pt x="215652" y="455225"/>
                </a:lnTo>
                <a:lnTo>
                  <a:pt x="185564" y="450744"/>
                </a:lnTo>
                <a:lnTo>
                  <a:pt x="156273" y="442241"/>
                </a:lnTo>
                <a:lnTo>
                  <a:pt x="128275" y="429692"/>
                </a:lnTo>
                <a:lnTo>
                  <a:pt x="102066" y="413073"/>
                </a:lnTo>
                <a:lnTo>
                  <a:pt x="78143" y="392360"/>
                </a:lnTo>
                <a:lnTo>
                  <a:pt x="57002" y="367528"/>
                </a:lnTo>
                <a:lnTo>
                  <a:pt x="39141" y="338554"/>
                </a:lnTo>
                <a:lnTo>
                  <a:pt x="25054" y="305413"/>
                </a:lnTo>
                <a:lnTo>
                  <a:pt x="15240" y="268081"/>
                </a:lnTo>
                <a:lnTo>
                  <a:pt x="12954" y="245983"/>
                </a:lnTo>
                <a:lnTo>
                  <a:pt x="12954" y="222361"/>
                </a:lnTo>
                <a:lnTo>
                  <a:pt x="0" y="234553"/>
                </a:lnTo>
                <a:lnTo>
                  <a:pt x="762" y="246745"/>
                </a:lnTo>
                <a:lnTo>
                  <a:pt x="1524" y="258175"/>
                </a:lnTo>
                <a:lnTo>
                  <a:pt x="3048" y="270367"/>
                </a:lnTo>
                <a:lnTo>
                  <a:pt x="13761" y="310723"/>
                </a:lnTo>
                <a:lnTo>
                  <a:pt x="29135" y="346390"/>
                </a:lnTo>
                <a:lnTo>
                  <a:pt x="48616" y="377407"/>
                </a:lnTo>
                <a:lnTo>
                  <a:pt x="71648" y="403818"/>
                </a:lnTo>
                <a:lnTo>
                  <a:pt x="97677" y="425663"/>
                </a:lnTo>
                <a:lnTo>
                  <a:pt x="126146" y="442984"/>
                </a:lnTo>
                <a:lnTo>
                  <a:pt x="156501" y="455823"/>
                </a:lnTo>
                <a:lnTo>
                  <a:pt x="188187" y="464221"/>
                </a:lnTo>
                <a:lnTo>
                  <a:pt x="220649" y="468221"/>
                </a:lnTo>
                <a:lnTo>
                  <a:pt x="253331" y="467863"/>
                </a:lnTo>
                <a:close/>
              </a:path>
              <a:path w="470154" h="468221">
                <a:moveTo>
                  <a:pt x="12954" y="222361"/>
                </a:moveTo>
                <a:lnTo>
                  <a:pt x="13716" y="211693"/>
                </a:lnTo>
                <a:lnTo>
                  <a:pt x="15708" y="202549"/>
                </a:lnTo>
                <a:lnTo>
                  <a:pt x="3111" y="202549"/>
                </a:lnTo>
                <a:lnTo>
                  <a:pt x="1523" y="210169"/>
                </a:lnTo>
                <a:lnTo>
                  <a:pt x="0" y="234553"/>
                </a:lnTo>
                <a:lnTo>
                  <a:pt x="12954" y="222361"/>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1676400" y="3851722"/>
            <a:ext cx="304800" cy="242840"/>
          </a:xfrm>
          <a:custGeom>
            <a:avLst/>
            <a:gdLst/>
            <a:ahLst/>
            <a:cxnLst/>
            <a:rect l="l" t="t" r="r" b="b"/>
            <a:pathLst>
              <a:path w="304800" h="246887">
                <a:moveTo>
                  <a:pt x="304800" y="761"/>
                </a:moveTo>
                <a:lnTo>
                  <a:pt x="0" y="761"/>
                </a:lnTo>
                <a:lnTo>
                  <a:pt x="0" y="246887"/>
                </a:lnTo>
                <a:lnTo>
                  <a:pt x="304800" y="246887"/>
                </a:lnTo>
                <a:lnTo>
                  <a:pt x="304800" y="761"/>
                </a:lnTo>
                <a:close/>
              </a:path>
            </a:pathLst>
          </a:custGeom>
          <a:solidFill>
            <a:srgbClr val="BF504C"/>
          </a:solidFill>
        </p:spPr>
        <p:txBody>
          <a:bodyPr wrap="square" lIns="0" tIns="0" rIns="0" bIns="0" rtlCol="0">
            <a:noAutofit/>
          </a:bodyPr>
          <a:lstStyle/>
          <a:p>
            <a:endParaRPr/>
          </a:p>
        </p:txBody>
      </p:sp>
      <p:sp>
        <p:nvSpPr>
          <p:cNvPr id="92" name="object 92"/>
          <p:cNvSpPr/>
          <p:nvPr/>
        </p:nvSpPr>
        <p:spPr>
          <a:xfrm>
            <a:off x="1371600" y="4572000"/>
            <a:ext cx="457200" cy="449705"/>
          </a:xfrm>
          <a:custGeom>
            <a:avLst/>
            <a:gdLst/>
            <a:ahLst/>
            <a:cxnLst/>
            <a:rect l="l" t="t" r="r" b="b"/>
            <a:pathLst>
              <a:path w="457200" h="457200">
                <a:moveTo>
                  <a:pt x="456411" y="247649"/>
                </a:move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794" y="247649"/>
                </a:lnTo>
                <a:lnTo>
                  <a:pt x="456411" y="247649"/>
                </a:lnTo>
                <a:close/>
              </a:path>
            </a:pathLst>
          </a:custGeom>
          <a:solidFill>
            <a:srgbClr val="BF504C"/>
          </a:solidFill>
        </p:spPr>
        <p:txBody>
          <a:bodyPr wrap="square" lIns="0" tIns="0" rIns="0" bIns="0" rtlCol="0">
            <a:noAutofit/>
          </a:bodyPr>
          <a:lstStyle/>
          <a:p>
            <a:endParaRPr/>
          </a:p>
        </p:txBody>
      </p:sp>
      <p:sp>
        <p:nvSpPr>
          <p:cNvPr id="93" name="object 93"/>
          <p:cNvSpPr/>
          <p:nvPr/>
        </p:nvSpPr>
        <p:spPr>
          <a:xfrm>
            <a:off x="1365505" y="456675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3461" y="252979"/>
                </a:move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168" y="252979"/>
                </a:lnTo>
                <a:lnTo>
                  <a:pt x="13461" y="252979"/>
                </a:lnTo>
                <a:close/>
              </a:path>
              <a:path w="298707" h="468099">
                <a:moveTo>
                  <a:pt x="468158" y="25297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6096" y="252979"/>
                </a:lnTo>
                <a:lnTo>
                  <a:pt x="468158" y="252979"/>
                </a:lnTo>
                <a:close/>
              </a:path>
            </a:pathLst>
          </a:custGeom>
          <a:solidFill>
            <a:srgbClr val="000000"/>
          </a:solidFill>
        </p:spPr>
        <p:txBody>
          <a:bodyPr wrap="square" lIns="0" tIns="0" rIns="0" bIns="0" rtlCol="0">
            <a:noAutofit/>
          </a:bodyPr>
          <a:lstStyle/>
          <a:p>
            <a:endParaRPr/>
          </a:p>
        </p:txBody>
      </p:sp>
      <p:sp>
        <p:nvSpPr>
          <p:cNvPr id="94" name="object 94"/>
          <p:cNvSpPr/>
          <p:nvPr/>
        </p:nvSpPr>
        <p:spPr>
          <a:xfrm>
            <a:off x="1447800" y="4646951"/>
            <a:ext cx="304800" cy="168639"/>
          </a:xfrm>
          <a:custGeom>
            <a:avLst/>
            <a:gdLst/>
            <a:ahLst/>
            <a:cxnLst/>
            <a:rect l="l" t="t" r="r" b="b"/>
            <a:pathLst>
              <a:path w="304800" h="171450">
                <a:moveTo>
                  <a:pt x="304800" y="171449"/>
                </a:moveTo>
                <a:lnTo>
                  <a:pt x="304800" y="0"/>
                </a:lnTo>
                <a:lnTo>
                  <a:pt x="0" y="0"/>
                </a:lnTo>
                <a:lnTo>
                  <a:pt x="0" y="171449"/>
                </a:lnTo>
                <a:lnTo>
                  <a:pt x="304800" y="171449"/>
                </a:lnTo>
                <a:close/>
              </a:path>
            </a:pathLst>
          </a:custGeom>
          <a:solidFill>
            <a:srgbClr val="BF504C"/>
          </a:solidFill>
        </p:spPr>
        <p:txBody>
          <a:bodyPr wrap="square" lIns="0" tIns="0" rIns="0" bIns="0" rtlCol="0">
            <a:noAutofit/>
          </a:bodyPr>
          <a:lstStyle/>
          <a:p>
            <a:endParaRPr/>
          </a:p>
        </p:txBody>
      </p:sp>
      <p:sp>
        <p:nvSpPr>
          <p:cNvPr id="95" name="object 95"/>
          <p:cNvSpPr/>
          <p:nvPr/>
        </p:nvSpPr>
        <p:spPr>
          <a:xfrm>
            <a:off x="1594867" y="4120797"/>
            <a:ext cx="163829" cy="453451"/>
          </a:xfrm>
          <a:custGeom>
            <a:avLst/>
            <a:gdLst/>
            <a:ahLst/>
            <a:cxnLst/>
            <a:rect l="l" t="t" r="r" b="b"/>
            <a:pathLst>
              <a:path w="163830" h="461010">
                <a:moveTo>
                  <a:pt x="163830" y="3810"/>
                </a:moveTo>
                <a:lnTo>
                  <a:pt x="152400" y="0"/>
                </a:lnTo>
                <a:lnTo>
                  <a:pt x="0" y="457200"/>
                </a:lnTo>
                <a:lnTo>
                  <a:pt x="11430" y="461010"/>
                </a:lnTo>
                <a:lnTo>
                  <a:pt x="163830" y="3810"/>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7" name="object 97"/>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8" name="object 98"/>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99" name="object 99"/>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00" name="object 100"/>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1" name="object 101"/>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2" name="object 10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3" name="object 103"/>
          <p:cNvSpPr/>
          <p:nvPr/>
        </p:nvSpPr>
        <p:spPr>
          <a:xfrm>
            <a:off x="1371600" y="4572000"/>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11" y="247649"/>
                </a:lnTo>
                <a:lnTo>
                  <a:pt x="794" y="247649"/>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04" name="object 104"/>
          <p:cNvSpPr/>
          <p:nvPr/>
        </p:nvSpPr>
        <p:spPr>
          <a:xfrm>
            <a:off x="1365505" y="456675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8158" y="252979"/>
                </a:lnTo>
                <a:lnTo>
                  <a:pt x="456096" y="252979"/>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3461" y="252979"/>
                </a:lnTo>
                <a:lnTo>
                  <a:pt x="1168" y="252979"/>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5" name="object 105"/>
          <p:cNvSpPr/>
          <p:nvPr/>
        </p:nvSpPr>
        <p:spPr>
          <a:xfrm>
            <a:off x="1447800" y="4814841"/>
            <a:ext cx="304800" cy="193373"/>
          </a:xfrm>
          <a:custGeom>
            <a:avLst/>
            <a:gdLst/>
            <a:ahLst/>
            <a:cxnLst/>
            <a:rect l="l" t="t" r="r" b="b"/>
            <a:pathLst>
              <a:path w="304800" h="196596">
                <a:moveTo>
                  <a:pt x="304800" y="761"/>
                </a:moveTo>
                <a:lnTo>
                  <a:pt x="0" y="761"/>
                </a:lnTo>
                <a:lnTo>
                  <a:pt x="0" y="196596"/>
                </a:lnTo>
                <a:lnTo>
                  <a:pt x="304800" y="196596"/>
                </a:lnTo>
                <a:lnTo>
                  <a:pt x="304800" y="761"/>
                </a:lnTo>
                <a:close/>
              </a:path>
            </a:pathLst>
          </a:custGeom>
          <a:solidFill>
            <a:srgbClr val="BF504C"/>
          </a:solidFill>
        </p:spPr>
        <p:txBody>
          <a:bodyPr wrap="square" lIns="0" tIns="0" rIns="0" bIns="0" rtlCol="0">
            <a:noAutofit/>
          </a:bodyPr>
          <a:lstStyle/>
          <a:p>
            <a:endParaRPr/>
          </a:p>
        </p:txBody>
      </p:sp>
      <p:sp>
        <p:nvSpPr>
          <p:cNvPr id="106" name="object 106"/>
          <p:cNvSpPr/>
          <p:nvPr/>
        </p:nvSpPr>
        <p:spPr>
          <a:xfrm>
            <a:off x="10607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07" name="object 107"/>
          <p:cNvSpPr/>
          <p:nvPr/>
        </p:nvSpPr>
        <p:spPr>
          <a:xfrm>
            <a:off x="1290067" y="5020206"/>
            <a:ext cx="240029" cy="603354"/>
          </a:xfrm>
          <a:custGeom>
            <a:avLst/>
            <a:gdLst/>
            <a:ahLst/>
            <a:cxnLst/>
            <a:rect l="l" t="t" r="r" b="b"/>
            <a:pathLst>
              <a:path w="240029" h="613410">
                <a:moveTo>
                  <a:pt x="240029" y="3810"/>
                </a:moveTo>
                <a:lnTo>
                  <a:pt x="228599" y="0"/>
                </a:lnTo>
                <a:lnTo>
                  <a:pt x="0" y="609600"/>
                </a:lnTo>
                <a:lnTo>
                  <a:pt x="11429" y="613410"/>
                </a:lnTo>
                <a:lnTo>
                  <a:pt x="240029" y="3810"/>
                </a:lnTo>
                <a:close/>
              </a:path>
            </a:pathLst>
          </a:custGeom>
          <a:solidFill>
            <a:srgbClr val="000000"/>
          </a:solidFill>
        </p:spPr>
        <p:txBody>
          <a:bodyPr wrap="square" lIns="0" tIns="0" rIns="0" bIns="0" rtlCol="0">
            <a:noAutofit/>
          </a:bodyPr>
          <a:lstStyle/>
          <a:p>
            <a:endParaRPr/>
          </a:p>
        </p:txBody>
      </p:sp>
      <p:sp>
        <p:nvSpPr>
          <p:cNvPr id="108" name="object 108"/>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9" name="object 109"/>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10" name="object 110"/>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111" name="object 111"/>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2" name="object 112"/>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3" name="object 113"/>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15" name="object 115"/>
          <p:cNvSpPr/>
          <p:nvPr/>
        </p:nvSpPr>
        <p:spPr>
          <a:xfrm>
            <a:off x="10607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6" name="object 116"/>
          <p:cNvSpPr/>
          <p:nvPr/>
        </p:nvSpPr>
        <p:spPr>
          <a:xfrm>
            <a:off x="1203198" y="6067269"/>
            <a:ext cx="25146" cy="24734"/>
          </a:xfrm>
          <a:custGeom>
            <a:avLst/>
            <a:gdLst/>
            <a:ahLst/>
            <a:cxnLst/>
            <a:rect l="l" t="t" r="r" b="b"/>
            <a:pathLst>
              <a:path w="25146" h="25146">
                <a:moveTo>
                  <a:pt x="25146" y="8381"/>
                </a:moveTo>
                <a:lnTo>
                  <a:pt x="7620" y="0"/>
                </a:lnTo>
                <a:lnTo>
                  <a:pt x="0" y="17525"/>
                </a:lnTo>
                <a:lnTo>
                  <a:pt x="17526" y="25145"/>
                </a:lnTo>
                <a:lnTo>
                  <a:pt x="25146" y="8381"/>
                </a:lnTo>
                <a:close/>
              </a:path>
            </a:pathLst>
          </a:custGeom>
          <a:solidFill>
            <a:srgbClr val="000000"/>
          </a:solidFill>
        </p:spPr>
        <p:txBody>
          <a:bodyPr wrap="square" lIns="0" tIns="0" rIns="0" bIns="0" rtlCol="0">
            <a:noAutofit/>
          </a:bodyPr>
          <a:lstStyle/>
          <a:p>
            <a:endParaRPr/>
          </a:p>
        </p:txBody>
      </p:sp>
      <p:sp>
        <p:nvSpPr>
          <p:cNvPr id="117" name="object 117"/>
          <p:cNvSpPr/>
          <p:nvPr/>
        </p:nvSpPr>
        <p:spPr>
          <a:xfrm>
            <a:off x="1187958" y="6101746"/>
            <a:ext cx="25146" cy="24734"/>
          </a:xfrm>
          <a:custGeom>
            <a:avLst/>
            <a:gdLst/>
            <a:ahLst/>
            <a:cxnLst/>
            <a:rect l="l" t="t" r="r" b="b"/>
            <a:pathLst>
              <a:path w="25146" h="25146">
                <a:moveTo>
                  <a:pt x="25146" y="7619"/>
                </a:moveTo>
                <a:lnTo>
                  <a:pt x="7620" y="0"/>
                </a:lnTo>
                <a:lnTo>
                  <a:pt x="0" y="17525"/>
                </a:lnTo>
                <a:lnTo>
                  <a:pt x="16764" y="25145"/>
                </a:lnTo>
                <a:lnTo>
                  <a:pt x="25146" y="7619"/>
                </a:lnTo>
                <a:close/>
              </a:path>
            </a:pathLst>
          </a:custGeom>
          <a:solidFill>
            <a:srgbClr val="000000"/>
          </a:solidFill>
        </p:spPr>
        <p:txBody>
          <a:bodyPr wrap="square" lIns="0" tIns="0" rIns="0" bIns="0" rtlCol="0">
            <a:noAutofit/>
          </a:bodyPr>
          <a:lstStyle/>
          <a:p>
            <a:endParaRPr/>
          </a:p>
        </p:txBody>
      </p:sp>
      <p:sp>
        <p:nvSpPr>
          <p:cNvPr id="118" name="object 118"/>
          <p:cNvSpPr/>
          <p:nvPr/>
        </p:nvSpPr>
        <p:spPr>
          <a:xfrm>
            <a:off x="1171956" y="6136224"/>
            <a:ext cx="25146" cy="24733"/>
          </a:xfrm>
          <a:custGeom>
            <a:avLst/>
            <a:gdLst/>
            <a:ahLst/>
            <a:cxnLst/>
            <a:rect l="l" t="t" r="r" b="b"/>
            <a:pathLst>
              <a:path w="25146" h="25146">
                <a:moveTo>
                  <a:pt x="25145" y="7619"/>
                </a:moveTo>
                <a:lnTo>
                  <a:pt x="7619"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19" name="object 119"/>
          <p:cNvSpPr/>
          <p:nvPr/>
        </p:nvSpPr>
        <p:spPr>
          <a:xfrm>
            <a:off x="1156717" y="6169952"/>
            <a:ext cx="25145" cy="24733"/>
          </a:xfrm>
          <a:custGeom>
            <a:avLst/>
            <a:gdLst/>
            <a:ahLst/>
            <a:cxnLst/>
            <a:rect l="l" t="t" r="r" b="b"/>
            <a:pathLst>
              <a:path w="25146" h="25146">
                <a:moveTo>
                  <a:pt x="25146" y="8381"/>
                </a:moveTo>
                <a:lnTo>
                  <a:pt x="7620" y="0"/>
                </a:lnTo>
                <a:lnTo>
                  <a:pt x="0" y="17525"/>
                </a:lnTo>
                <a:lnTo>
                  <a:pt x="17526" y="25145"/>
                </a:lnTo>
                <a:lnTo>
                  <a:pt x="25146" y="8381"/>
                </a:lnTo>
                <a:close/>
              </a:path>
            </a:pathLst>
          </a:custGeom>
          <a:solidFill>
            <a:srgbClr val="000000"/>
          </a:solidFill>
        </p:spPr>
        <p:txBody>
          <a:bodyPr wrap="square" lIns="0" tIns="0" rIns="0" bIns="0" rtlCol="0">
            <a:noAutofit/>
          </a:bodyPr>
          <a:lstStyle/>
          <a:p>
            <a:endParaRPr/>
          </a:p>
        </p:txBody>
      </p:sp>
      <p:sp>
        <p:nvSpPr>
          <p:cNvPr id="120" name="object 120"/>
          <p:cNvSpPr/>
          <p:nvPr/>
        </p:nvSpPr>
        <p:spPr>
          <a:xfrm>
            <a:off x="1141477" y="6204429"/>
            <a:ext cx="25145" cy="24734"/>
          </a:xfrm>
          <a:custGeom>
            <a:avLst/>
            <a:gdLst/>
            <a:ahLst/>
            <a:cxnLst/>
            <a:rect l="l" t="t" r="r" b="b"/>
            <a:pathLst>
              <a:path w="25146" h="25146">
                <a:moveTo>
                  <a:pt x="25146" y="7620"/>
                </a:moveTo>
                <a:lnTo>
                  <a:pt x="7620" y="0"/>
                </a:lnTo>
                <a:lnTo>
                  <a:pt x="0" y="17526"/>
                </a:lnTo>
                <a:lnTo>
                  <a:pt x="17526" y="25146"/>
                </a:lnTo>
                <a:lnTo>
                  <a:pt x="25146" y="7620"/>
                </a:lnTo>
                <a:close/>
              </a:path>
            </a:pathLst>
          </a:custGeom>
          <a:solidFill>
            <a:srgbClr val="000000"/>
          </a:solidFill>
        </p:spPr>
        <p:txBody>
          <a:bodyPr wrap="square" lIns="0" tIns="0" rIns="0" bIns="0" rtlCol="0">
            <a:noAutofit/>
          </a:bodyPr>
          <a:lstStyle/>
          <a:p>
            <a:endParaRPr/>
          </a:p>
        </p:txBody>
      </p:sp>
      <p:sp>
        <p:nvSpPr>
          <p:cNvPr id="121" name="object 121"/>
          <p:cNvSpPr/>
          <p:nvPr/>
        </p:nvSpPr>
        <p:spPr>
          <a:xfrm>
            <a:off x="1125474" y="6238906"/>
            <a:ext cx="25146" cy="24734"/>
          </a:xfrm>
          <a:custGeom>
            <a:avLst/>
            <a:gdLst/>
            <a:ahLst/>
            <a:cxnLst/>
            <a:rect l="l" t="t" r="r" b="b"/>
            <a:pathLst>
              <a:path w="25146" h="25146">
                <a:moveTo>
                  <a:pt x="25145" y="7620"/>
                </a:moveTo>
                <a:lnTo>
                  <a:pt x="8381" y="0"/>
                </a:lnTo>
                <a:lnTo>
                  <a:pt x="0" y="17526"/>
                </a:lnTo>
                <a:lnTo>
                  <a:pt x="17525" y="25146"/>
                </a:lnTo>
                <a:lnTo>
                  <a:pt x="25145" y="7620"/>
                </a:lnTo>
                <a:close/>
              </a:path>
            </a:pathLst>
          </a:custGeom>
          <a:solidFill>
            <a:srgbClr val="000000"/>
          </a:solidFill>
        </p:spPr>
        <p:txBody>
          <a:bodyPr wrap="square" lIns="0" tIns="0" rIns="0" bIns="0" rtlCol="0">
            <a:noAutofit/>
          </a:bodyPr>
          <a:lstStyle/>
          <a:p>
            <a:endParaRPr/>
          </a:p>
        </p:txBody>
      </p:sp>
      <p:sp>
        <p:nvSpPr>
          <p:cNvPr id="122" name="object 122"/>
          <p:cNvSpPr/>
          <p:nvPr/>
        </p:nvSpPr>
        <p:spPr>
          <a:xfrm>
            <a:off x="1110235" y="6273383"/>
            <a:ext cx="25145" cy="24734"/>
          </a:xfrm>
          <a:custGeom>
            <a:avLst/>
            <a:gdLst/>
            <a:ahLst/>
            <a:cxnLst/>
            <a:rect l="l" t="t" r="r" b="b"/>
            <a:pathLst>
              <a:path w="25146" h="25146">
                <a:moveTo>
                  <a:pt x="25145" y="7619"/>
                </a:moveTo>
                <a:lnTo>
                  <a:pt x="7619" y="0"/>
                </a:lnTo>
                <a:lnTo>
                  <a:pt x="0" y="16763"/>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23" name="object 123"/>
          <p:cNvSpPr/>
          <p:nvPr/>
        </p:nvSpPr>
        <p:spPr>
          <a:xfrm>
            <a:off x="1094994" y="6307111"/>
            <a:ext cx="25146" cy="24734"/>
          </a:xfrm>
          <a:custGeom>
            <a:avLst/>
            <a:gdLst/>
            <a:ahLst/>
            <a:cxnLst/>
            <a:rect l="l" t="t" r="r" b="b"/>
            <a:pathLst>
              <a:path w="25146" h="25146">
                <a:moveTo>
                  <a:pt x="25146" y="7619"/>
                </a:moveTo>
                <a:lnTo>
                  <a:pt x="7620" y="0"/>
                </a:lnTo>
                <a:lnTo>
                  <a:pt x="0" y="17525"/>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24" name="object 124"/>
          <p:cNvSpPr/>
          <p:nvPr/>
        </p:nvSpPr>
        <p:spPr>
          <a:xfrm>
            <a:off x="1078992" y="6341589"/>
            <a:ext cx="25146" cy="24734"/>
          </a:xfrm>
          <a:custGeom>
            <a:avLst/>
            <a:gdLst/>
            <a:ahLst/>
            <a:cxnLst/>
            <a:rect l="l" t="t" r="r" b="b"/>
            <a:pathLst>
              <a:path w="25146" h="25146">
                <a:moveTo>
                  <a:pt x="25145" y="7619"/>
                </a:moveTo>
                <a:lnTo>
                  <a:pt x="8381"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25" name="object 125"/>
          <p:cNvSpPr/>
          <p:nvPr/>
        </p:nvSpPr>
        <p:spPr>
          <a:xfrm>
            <a:off x="1063752" y="6376066"/>
            <a:ext cx="25146" cy="24734"/>
          </a:xfrm>
          <a:custGeom>
            <a:avLst/>
            <a:gdLst/>
            <a:ahLst/>
            <a:cxnLst/>
            <a:rect l="l" t="t" r="r" b="b"/>
            <a:pathLst>
              <a:path w="25146" h="25145">
                <a:moveTo>
                  <a:pt x="25145" y="7619"/>
                </a:moveTo>
                <a:lnTo>
                  <a:pt x="7619" y="0"/>
                </a:lnTo>
                <a:lnTo>
                  <a:pt x="0" y="16763"/>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26" name="object 126"/>
          <p:cNvSpPr/>
          <p:nvPr/>
        </p:nvSpPr>
        <p:spPr>
          <a:xfrm>
            <a:off x="1048512" y="6409794"/>
            <a:ext cx="25146" cy="24733"/>
          </a:xfrm>
          <a:custGeom>
            <a:avLst/>
            <a:gdLst/>
            <a:ahLst/>
            <a:cxnLst/>
            <a:rect l="l" t="t" r="r" b="b"/>
            <a:pathLst>
              <a:path w="25146" h="25146">
                <a:moveTo>
                  <a:pt x="25145" y="7620"/>
                </a:moveTo>
                <a:lnTo>
                  <a:pt x="7619" y="0"/>
                </a:lnTo>
                <a:lnTo>
                  <a:pt x="0" y="17526"/>
                </a:lnTo>
                <a:lnTo>
                  <a:pt x="17525" y="25146"/>
                </a:lnTo>
                <a:lnTo>
                  <a:pt x="25145" y="7620"/>
                </a:lnTo>
                <a:close/>
              </a:path>
            </a:pathLst>
          </a:custGeom>
          <a:solidFill>
            <a:srgbClr val="000000"/>
          </a:solidFill>
        </p:spPr>
        <p:txBody>
          <a:bodyPr wrap="square" lIns="0" tIns="0" rIns="0" bIns="0" rtlCol="0">
            <a:noAutofit/>
          </a:bodyPr>
          <a:lstStyle/>
          <a:p>
            <a:endParaRPr/>
          </a:p>
        </p:txBody>
      </p:sp>
      <p:sp>
        <p:nvSpPr>
          <p:cNvPr id="127" name="object 127"/>
          <p:cNvSpPr/>
          <p:nvPr/>
        </p:nvSpPr>
        <p:spPr>
          <a:xfrm>
            <a:off x="1033273" y="6444271"/>
            <a:ext cx="25145" cy="24734"/>
          </a:xfrm>
          <a:custGeom>
            <a:avLst/>
            <a:gdLst/>
            <a:ahLst/>
            <a:cxnLst/>
            <a:rect l="l" t="t" r="r" b="b"/>
            <a:pathLst>
              <a:path w="25146" h="25146">
                <a:moveTo>
                  <a:pt x="25146" y="7620"/>
                </a:moveTo>
                <a:lnTo>
                  <a:pt x="7620" y="0"/>
                </a:lnTo>
                <a:lnTo>
                  <a:pt x="0" y="17526"/>
                </a:lnTo>
                <a:lnTo>
                  <a:pt x="16764" y="25146"/>
                </a:lnTo>
                <a:lnTo>
                  <a:pt x="25146" y="7620"/>
                </a:lnTo>
                <a:close/>
              </a:path>
            </a:pathLst>
          </a:custGeom>
          <a:solidFill>
            <a:srgbClr val="000000"/>
          </a:solidFill>
        </p:spPr>
        <p:txBody>
          <a:bodyPr wrap="square" lIns="0" tIns="0" rIns="0" bIns="0" rtlCol="0">
            <a:noAutofit/>
          </a:bodyPr>
          <a:lstStyle/>
          <a:p>
            <a:endParaRPr/>
          </a:p>
        </p:txBody>
      </p:sp>
      <p:sp>
        <p:nvSpPr>
          <p:cNvPr id="128" name="object 128"/>
          <p:cNvSpPr/>
          <p:nvPr/>
        </p:nvSpPr>
        <p:spPr>
          <a:xfrm>
            <a:off x="1017271" y="6478749"/>
            <a:ext cx="25145" cy="24733"/>
          </a:xfrm>
          <a:custGeom>
            <a:avLst/>
            <a:gdLst/>
            <a:ahLst/>
            <a:cxnLst/>
            <a:rect l="l" t="t" r="r" b="b"/>
            <a:pathLst>
              <a:path w="25146" h="25146">
                <a:moveTo>
                  <a:pt x="25146" y="7620"/>
                </a:moveTo>
                <a:lnTo>
                  <a:pt x="7620" y="0"/>
                </a:lnTo>
                <a:lnTo>
                  <a:pt x="0" y="17526"/>
                </a:lnTo>
                <a:lnTo>
                  <a:pt x="17526" y="25146"/>
                </a:lnTo>
                <a:lnTo>
                  <a:pt x="25146" y="7620"/>
                </a:lnTo>
                <a:close/>
              </a:path>
            </a:pathLst>
          </a:custGeom>
          <a:solidFill>
            <a:srgbClr val="000000"/>
          </a:solidFill>
        </p:spPr>
        <p:txBody>
          <a:bodyPr wrap="square" lIns="0" tIns="0" rIns="0" bIns="0" rtlCol="0">
            <a:noAutofit/>
          </a:bodyPr>
          <a:lstStyle/>
          <a:p>
            <a:endParaRPr/>
          </a:p>
        </p:txBody>
      </p:sp>
      <p:sp>
        <p:nvSpPr>
          <p:cNvPr id="129" name="object 129"/>
          <p:cNvSpPr/>
          <p:nvPr/>
        </p:nvSpPr>
        <p:spPr>
          <a:xfrm>
            <a:off x="1002031" y="6512477"/>
            <a:ext cx="25145" cy="24734"/>
          </a:xfrm>
          <a:custGeom>
            <a:avLst/>
            <a:gdLst/>
            <a:ahLst/>
            <a:cxnLst/>
            <a:rect l="l" t="t" r="r" b="b"/>
            <a:pathLst>
              <a:path w="25146" h="25146">
                <a:moveTo>
                  <a:pt x="25145" y="8381"/>
                </a:moveTo>
                <a:lnTo>
                  <a:pt x="7619" y="0"/>
                </a:lnTo>
                <a:lnTo>
                  <a:pt x="0" y="17525"/>
                </a:lnTo>
                <a:lnTo>
                  <a:pt x="17525" y="25145"/>
                </a:lnTo>
                <a:lnTo>
                  <a:pt x="25145" y="8381"/>
                </a:lnTo>
                <a:close/>
              </a:path>
            </a:pathLst>
          </a:custGeom>
          <a:solidFill>
            <a:srgbClr val="000000"/>
          </a:solidFill>
        </p:spPr>
        <p:txBody>
          <a:bodyPr wrap="square" lIns="0" tIns="0" rIns="0" bIns="0" rtlCol="0">
            <a:noAutofit/>
          </a:bodyPr>
          <a:lstStyle/>
          <a:p>
            <a:endParaRPr/>
          </a:p>
        </p:txBody>
      </p:sp>
      <p:sp>
        <p:nvSpPr>
          <p:cNvPr id="130" name="object 130"/>
          <p:cNvSpPr/>
          <p:nvPr/>
        </p:nvSpPr>
        <p:spPr>
          <a:xfrm>
            <a:off x="986790" y="6546954"/>
            <a:ext cx="25146" cy="24733"/>
          </a:xfrm>
          <a:custGeom>
            <a:avLst/>
            <a:gdLst/>
            <a:ahLst/>
            <a:cxnLst/>
            <a:rect l="l" t="t" r="r" b="b"/>
            <a:pathLst>
              <a:path w="25146" h="25146">
                <a:moveTo>
                  <a:pt x="25146" y="7619"/>
                </a:moveTo>
                <a:lnTo>
                  <a:pt x="7619" y="0"/>
                </a:lnTo>
                <a:lnTo>
                  <a:pt x="0" y="17525"/>
                </a:lnTo>
                <a:lnTo>
                  <a:pt x="16764" y="25145"/>
                </a:lnTo>
                <a:lnTo>
                  <a:pt x="25146" y="7619"/>
                </a:lnTo>
                <a:close/>
              </a:path>
            </a:pathLst>
          </a:custGeom>
          <a:solidFill>
            <a:srgbClr val="000000"/>
          </a:solidFill>
        </p:spPr>
        <p:txBody>
          <a:bodyPr wrap="square" lIns="0" tIns="0" rIns="0" bIns="0" rtlCol="0">
            <a:noAutofit/>
          </a:bodyPr>
          <a:lstStyle/>
          <a:p>
            <a:endParaRPr/>
          </a:p>
        </p:txBody>
      </p:sp>
      <p:sp>
        <p:nvSpPr>
          <p:cNvPr id="131" name="object 131"/>
          <p:cNvSpPr/>
          <p:nvPr/>
        </p:nvSpPr>
        <p:spPr>
          <a:xfrm>
            <a:off x="970788" y="6581432"/>
            <a:ext cx="25146" cy="24733"/>
          </a:xfrm>
          <a:custGeom>
            <a:avLst/>
            <a:gdLst/>
            <a:ahLst/>
            <a:cxnLst/>
            <a:rect l="l" t="t" r="r" b="b"/>
            <a:pathLst>
              <a:path w="25146" h="25146">
                <a:moveTo>
                  <a:pt x="25146" y="7620"/>
                </a:moveTo>
                <a:lnTo>
                  <a:pt x="7620" y="0"/>
                </a:lnTo>
                <a:lnTo>
                  <a:pt x="0" y="17526"/>
                </a:lnTo>
                <a:lnTo>
                  <a:pt x="17526" y="25145"/>
                </a:lnTo>
                <a:lnTo>
                  <a:pt x="25146" y="7620"/>
                </a:lnTo>
                <a:close/>
              </a:path>
            </a:pathLst>
          </a:custGeom>
          <a:solidFill>
            <a:srgbClr val="000000"/>
          </a:solidFill>
        </p:spPr>
        <p:txBody>
          <a:bodyPr wrap="square" lIns="0" tIns="0" rIns="0" bIns="0" rtlCol="0">
            <a:noAutofit/>
          </a:bodyPr>
          <a:lstStyle/>
          <a:p>
            <a:endParaRPr/>
          </a:p>
        </p:txBody>
      </p:sp>
      <p:sp>
        <p:nvSpPr>
          <p:cNvPr id="132" name="object 132"/>
          <p:cNvSpPr/>
          <p:nvPr/>
        </p:nvSpPr>
        <p:spPr>
          <a:xfrm>
            <a:off x="955548" y="6615160"/>
            <a:ext cx="25146" cy="24733"/>
          </a:xfrm>
          <a:custGeom>
            <a:avLst/>
            <a:gdLst/>
            <a:ahLst/>
            <a:cxnLst/>
            <a:rect l="l" t="t" r="r" b="b"/>
            <a:pathLst>
              <a:path w="25146" h="25146">
                <a:moveTo>
                  <a:pt x="25145" y="8381"/>
                </a:moveTo>
                <a:lnTo>
                  <a:pt x="7619" y="0"/>
                </a:lnTo>
                <a:lnTo>
                  <a:pt x="0" y="17525"/>
                </a:lnTo>
                <a:lnTo>
                  <a:pt x="17525" y="25145"/>
                </a:lnTo>
                <a:lnTo>
                  <a:pt x="25145" y="8381"/>
                </a:lnTo>
                <a:close/>
              </a:path>
            </a:pathLst>
          </a:custGeom>
          <a:solidFill>
            <a:srgbClr val="000000"/>
          </a:solidFill>
        </p:spPr>
        <p:txBody>
          <a:bodyPr wrap="square" lIns="0" tIns="0" rIns="0" bIns="0" rtlCol="0">
            <a:noAutofit/>
          </a:bodyPr>
          <a:lstStyle/>
          <a:p>
            <a:endParaRPr/>
          </a:p>
        </p:txBody>
      </p:sp>
      <p:sp>
        <p:nvSpPr>
          <p:cNvPr id="133" name="object 133"/>
          <p:cNvSpPr/>
          <p:nvPr/>
        </p:nvSpPr>
        <p:spPr>
          <a:xfrm>
            <a:off x="940308" y="6649637"/>
            <a:ext cx="25146" cy="24733"/>
          </a:xfrm>
          <a:custGeom>
            <a:avLst/>
            <a:gdLst/>
            <a:ahLst/>
            <a:cxnLst/>
            <a:rect l="l" t="t" r="r" b="b"/>
            <a:pathLst>
              <a:path w="25146" h="25146">
                <a:moveTo>
                  <a:pt x="25145" y="7619"/>
                </a:moveTo>
                <a:lnTo>
                  <a:pt x="7619"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34" name="object 134"/>
          <p:cNvSpPr/>
          <p:nvPr/>
        </p:nvSpPr>
        <p:spPr>
          <a:xfrm>
            <a:off x="924306" y="6684114"/>
            <a:ext cx="25146" cy="24734"/>
          </a:xfrm>
          <a:custGeom>
            <a:avLst/>
            <a:gdLst/>
            <a:ahLst/>
            <a:cxnLst/>
            <a:rect l="l" t="t" r="r" b="b"/>
            <a:pathLst>
              <a:path w="25146" h="25146">
                <a:moveTo>
                  <a:pt x="25146" y="7619"/>
                </a:moveTo>
                <a:lnTo>
                  <a:pt x="8382" y="0"/>
                </a:lnTo>
                <a:lnTo>
                  <a:pt x="0" y="17525"/>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35" name="object 135"/>
          <p:cNvSpPr/>
          <p:nvPr/>
        </p:nvSpPr>
        <p:spPr>
          <a:xfrm>
            <a:off x="909066" y="6718591"/>
            <a:ext cx="25146" cy="24734"/>
          </a:xfrm>
          <a:custGeom>
            <a:avLst/>
            <a:gdLst/>
            <a:ahLst/>
            <a:cxnLst/>
            <a:rect l="l" t="t" r="r" b="b"/>
            <a:pathLst>
              <a:path w="25146" h="25146">
                <a:moveTo>
                  <a:pt x="25146" y="7619"/>
                </a:moveTo>
                <a:lnTo>
                  <a:pt x="7620" y="0"/>
                </a:lnTo>
                <a:lnTo>
                  <a:pt x="0" y="16763"/>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36" name="object 136"/>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137" name="object 137"/>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38" name="object 138"/>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39" name="object 139"/>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51" name="object 51"/>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50" name="object 50"/>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9" name="object 49"/>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8" name="object 48"/>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7" name="object 47"/>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46" name="object 46"/>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45" name="object 45"/>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4" name="object 44"/>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3" name="object 43"/>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42" name="object 42"/>
          <p:cNvSpPr txBox="1"/>
          <p:nvPr/>
        </p:nvSpPr>
        <p:spPr>
          <a:xfrm>
            <a:off x="12217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41" name="object 41"/>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40" name="object 40"/>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9" name="object 39"/>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8" name="object 38"/>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7" name="object 37"/>
          <p:cNvSpPr txBox="1"/>
          <p:nvPr/>
        </p:nvSpPr>
        <p:spPr>
          <a:xfrm>
            <a:off x="916940" y="3372286"/>
            <a:ext cx="635740" cy="638831"/>
          </a:xfrm>
          <a:prstGeom prst="rect">
            <a:avLst/>
          </a:prstGeom>
        </p:spPr>
        <p:txBody>
          <a:bodyPr wrap="square" lIns="0" tIns="0" rIns="0" bIns="0" rtlCol="0">
            <a:noAutofit/>
          </a:bodyPr>
          <a:lstStyle/>
          <a:p>
            <a:pPr marL="241299">
              <a:lnSpc>
                <a:spcPts val="1935"/>
              </a:lnSpc>
              <a:spcBef>
                <a:spcPts val="96"/>
              </a:spcBef>
            </a:pPr>
            <a:r>
              <a:rPr sz="2700" b="1" spc="0" baseline="3034" dirty="0">
                <a:solidFill>
                  <a:srgbClr val="BF504C"/>
                </a:solidFill>
                <a:latin typeface="Calibri"/>
                <a:cs typeface="Calibri"/>
              </a:rPr>
              <a:t>111</a:t>
            </a:r>
            <a:endParaRPr sz="1800">
              <a:latin typeface="Calibri"/>
              <a:cs typeface="Calibri"/>
            </a:endParaRPr>
          </a:p>
          <a:p>
            <a:pPr marL="12700" marR="34290">
              <a:lnSpc>
                <a:spcPct val="101725"/>
              </a:lnSpc>
              <a:spcBef>
                <a:spcPts val="819"/>
              </a:spcBef>
            </a:pPr>
            <a:r>
              <a:rPr sz="1800" spc="0" dirty="0">
                <a:latin typeface="Calibri"/>
                <a:cs typeface="Calibri"/>
              </a:rPr>
              <a:t>[244]</a:t>
            </a:r>
            <a:endParaRPr sz="1800">
              <a:latin typeface="Calibri"/>
              <a:cs typeface="Calibri"/>
            </a:endParaRPr>
          </a:p>
        </p:txBody>
      </p:sp>
      <p:sp>
        <p:nvSpPr>
          <p:cNvPr id="36" name="object 36"/>
          <p:cNvSpPr txBox="1"/>
          <p:nvPr/>
        </p:nvSpPr>
        <p:spPr>
          <a:xfrm>
            <a:off x="2059940" y="4346648"/>
            <a:ext cx="1573292"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I</a:t>
            </a:r>
            <a:r>
              <a:rPr sz="2700" b="1" spc="-9" baseline="3034" dirty="0">
                <a:solidFill>
                  <a:srgbClr val="0000FF"/>
                </a:solidFill>
                <a:latin typeface="Calibri"/>
                <a:cs typeface="Calibri"/>
              </a:rPr>
              <a:t>n</a:t>
            </a:r>
            <a:r>
              <a:rPr sz="2700" b="1" spc="0" baseline="3034" dirty="0">
                <a:solidFill>
                  <a:srgbClr val="0000FF"/>
                </a:solidFill>
                <a:latin typeface="Calibri"/>
                <a:cs typeface="Calibri"/>
              </a:rPr>
              <a:t>fini</a:t>
            </a:r>
            <a:r>
              <a:rPr sz="2700" b="1" spc="-19" baseline="3034" dirty="0">
                <a:solidFill>
                  <a:srgbClr val="0000FF"/>
                </a:solidFill>
                <a:latin typeface="Calibri"/>
                <a:cs typeface="Calibri"/>
              </a:rPr>
              <a:t>t</a:t>
            </a:r>
            <a:r>
              <a:rPr sz="2700" b="1" spc="0" baseline="3034" dirty="0">
                <a:solidFill>
                  <a:srgbClr val="0000FF"/>
                </a:solidFill>
                <a:latin typeface="Calibri"/>
                <a:cs typeface="Calibri"/>
              </a:rPr>
              <a:t>e</a:t>
            </a:r>
            <a:r>
              <a:rPr sz="2700" b="1" spc="-25" baseline="3034" dirty="0">
                <a:solidFill>
                  <a:srgbClr val="0000FF"/>
                </a:solidFill>
                <a:latin typeface="Calibri"/>
                <a:cs typeface="Calibri"/>
              </a:rPr>
              <a:t> </a:t>
            </a:r>
            <a:r>
              <a:rPr sz="2700" b="1" spc="0" baseline="3034" dirty="0">
                <a:solidFill>
                  <a:srgbClr val="0000FF"/>
                </a:solidFill>
                <a:latin typeface="Calibri"/>
                <a:cs typeface="Calibri"/>
              </a:rPr>
              <a:t>B</a:t>
            </a:r>
            <a:r>
              <a:rPr sz="2700" b="1" spc="-39" baseline="3034" dirty="0">
                <a:solidFill>
                  <a:srgbClr val="0000FF"/>
                </a:solidFill>
                <a:latin typeface="Calibri"/>
                <a:cs typeface="Calibri"/>
              </a:rPr>
              <a:t>r</a:t>
            </a:r>
            <a:r>
              <a:rPr sz="2700" b="1" spc="0" baseline="3034" dirty="0">
                <a:solidFill>
                  <a:srgbClr val="0000FF"/>
                </a:solidFill>
                <a:latin typeface="Calibri"/>
                <a:cs typeface="Calibri"/>
              </a:rPr>
              <a:t>anch !</a:t>
            </a:r>
            <a:endParaRPr sz="1800">
              <a:latin typeface="Calibri"/>
              <a:cs typeface="Calibri"/>
            </a:endParaRPr>
          </a:p>
        </p:txBody>
      </p:sp>
      <p:sp>
        <p:nvSpPr>
          <p:cNvPr id="35" name="object 35"/>
          <p:cNvSpPr txBox="1"/>
          <p:nvPr/>
        </p:nvSpPr>
        <p:spPr>
          <a:xfrm>
            <a:off x="688341" y="464645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34" name="object 34"/>
          <p:cNvSpPr txBox="1"/>
          <p:nvPr/>
        </p:nvSpPr>
        <p:spPr>
          <a:xfrm>
            <a:off x="1526540" y="4721402"/>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3" name="object 33"/>
          <p:cNvSpPr txBox="1"/>
          <p:nvPr/>
        </p:nvSpPr>
        <p:spPr>
          <a:xfrm>
            <a:off x="459741" y="571000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[244]</a:t>
            </a:r>
            <a:endParaRPr sz="1800">
              <a:latin typeface="Calibri"/>
              <a:cs typeface="Calibri"/>
            </a:endParaRPr>
          </a:p>
        </p:txBody>
      </p:sp>
      <p:sp>
        <p:nvSpPr>
          <p:cNvPr id="32" name="object 32"/>
          <p:cNvSpPr txBox="1"/>
          <p:nvPr/>
        </p:nvSpPr>
        <p:spPr>
          <a:xfrm>
            <a:off x="1221740" y="5770713"/>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31" name="object 31"/>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0" name="object 30"/>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9" name="object 29"/>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37</a:t>
            </a:r>
            <a:endParaRPr sz="1200">
              <a:latin typeface="Calibri"/>
              <a:cs typeface="Calibri"/>
            </a:endParaRPr>
          </a:p>
        </p:txBody>
      </p:sp>
      <p:sp>
        <p:nvSpPr>
          <p:cNvPr id="28" name="object 28"/>
          <p:cNvSpPr txBox="1"/>
          <p:nvPr/>
        </p:nvSpPr>
        <p:spPr>
          <a:xfrm>
            <a:off x="1447800" y="4646951"/>
            <a:ext cx="304800" cy="168639"/>
          </a:xfrm>
          <a:prstGeom prst="rect">
            <a:avLst/>
          </a:prstGeom>
        </p:spPr>
        <p:txBody>
          <a:bodyPr wrap="square" lIns="0" tIns="0" rIns="0" bIns="0" rtlCol="0">
            <a:noAutofit/>
          </a:bodyPr>
          <a:lstStyle/>
          <a:p>
            <a:pPr marL="25400">
              <a:lnSpc>
                <a:spcPts val="1000"/>
              </a:lnSpc>
            </a:pPr>
            <a:endParaRPr sz="1000"/>
          </a:p>
        </p:txBody>
      </p:sp>
      <p:sp>
        <p:nvSpPr>
          <p:cNvPr id="27" name="object 27"/>
          <p:cNvSpPr txBox="1"/>
          <p:nvPr/>
        </p:nvSpPr>
        <p:spPr>
          <a:xfrm>
            <a:off x="1447800" y="4815590"/>
            <a:ext cx="304800" cy="192624"/>
          </a:xfrm>
          <a:prstGeom prst="rect">
            <a:avLst/>
          </a:prstGeom>
        </p:spPr>
        <p:txBody>
          <a:bodyPr wrap="square" lIns="0" tIns="0" rIns="0" bIns="0" rtlCol="0">
            <a:noAutofit/>
          </a:bodyPr>
          <a:lstStyle/>
          <a:p>
            <a:pPr marL="25400">
              <a:lnSpc>
                <a:spcPts val="1000"/>
              </a:lnSpc>
            </a:pPr>
            <a:endParaRPr sz="1000"/>
          </a:p>
        </p:txBody>
      </p:sp>
      <p:sp>
        <p:nvSpPr>
          <p:cNvPr id="26" name="object 26"/>
          <p:cNvSpPr txBox="1"/>
          <p:nvPr/>
        </p:nvSpPr>
        <p:spPr>
          <a:xfrm>
            <a:off x="1676400" y="3734050"/>
            <a:ext cx="304800" cy="118421"/>
          </a:xfrm>
          <a:prstGeom prst="rect">
            <a:avLst/>
          </a:prstGeom>
        </p:spPr>
        <p:txBody>
          <a:bodyPr wrap="square" lIns="0" tIns="0" rIns="0" bIns="0" rtlCol="0">
            <a:noAutofit/>
          </a:bodyPr>
          <a:lstStyle/>
          <a:p>
            <a:pPr marL="25400">
              <a:lnSpc>
                <a:spcPts val="900"/>
              </a:lnSpc>
              <a:spcBef>
                <a:spcPts val="47"/>
              </a:spcBef>
            </a:pPr>
            <a:endParaRPr sz="900"/>
          </a:p>
        </p:txBody>
      </p:sp>
      <p:sp>
        <p:nvSpPr>
          <p:cNvPr id="25" name="object 25"/>
          <p:cNvSpPr txBox="1"/>
          <p:nvPr/>
        </p:nvSpPr>
        <p:spPr>
          <a:xfrm>
            <a:off x="1676400" y="3852472"/>
            <a:ext cx="304800" cy="242090"/>
          </a:xfrm>
          <a:prstGeom prst="rect">
            <a:avLst/>
          </a:prstGeom>
        </p:spPr>
        <p:txBody>
          <a:bodyPr wrap="square" lIns="0" tIns="0" rIns="0" bIns="0" rtlCol="0">
            <a:noAutofit/>
          </a:bodyPr>
          <a:lstStyle/>
          <a:p>
            <a:pPr marL="91439">
              <a:lnSpc>
                <a:spcPts val="1575"/>
              </a:lnSpc>
              <a:spcBef>
                <a:spcPts val="78"/>
              </a:spcBef>
            </a:pPr>
            <a:r>
              <a:rPr sz="2700" spc="0" baseline="4551" dirty="0">
                <a:latin typeface="Calibri"/>
                <a:cs typeface="Calibri"/>
              </a:rPr>
              <a:t>D</a:t>
            </a:r>
            <a:endParaRPr sz="1800">
              <a:latin typeface="Calibri"/>
              <a:cs typeface="Calibri"/>
            </a:endParaRPr>
          </a:p>
        </p:txBody>
      </p:sp>
      <p:sp>
        <p:nvSpPr>
          <p:cNvPr id="24" name="object 24"/>
          <p:cNvSpPr txBox="1"/>
          <p:nvPr/>
        </p:nvSpPr>
        <p:spPr>
          <a:xfrm>
            <a:off x="1981200" y="2698230"/>
            <a:ext cx="304800" cy="191124"/>
          </a:xfrm>
          <a:prstGeom prst="rect">
            <a:avLst/>
          </a:prstGeom>
        </p:spPr>
        <p:txBody>
          <a:bodyPr wrap="square" lIns="0" tIns="0" rIns="0" bIns="0" rtlCol="0">
            <a:noAutofit/>
          </a:bodyPr>
          <a:lstStyle/>
          <a:p>
            <a:pPr marL="25400">
              <a:lnSpc>
                <a:spcPts val="1000"/>
              </a:lnSpc>
            </a:pPr>
            <a:endParaRPr sz="1000"/>
          </a:p>
        </p:txBody>
      </p:sp>
      <p:sp>
        <p:nvSpPr>
          <p:cNvPr id="23" name="object 23"/>
          <p:cNvSpPr txBox="1"/>
          <p:nvPr/>
        </p:nvSpPr>
        <p:spPr>
          <a:xfrm>
            <a:off x="1981200" y="2889353"/>
            <a:ext cx="304800" cy="170138"/>
          </a:xfrm>
          <a:prstGeom prst="rect">
            <a:avLst/>
          </a:prstGeom>
        </p:spPr>
        <p:txBody>
          <a:bodyPr wrap="square" lIns="0" tIns="0" rIns="0" bIns="0" rtlCol="0">
            <a:noAutofit/>
          </a:bodyPr>
          <a:lstStyle/>
          <a:p>
            <a:pPr marL="25400">
              <a:lnSpc>
                <a:spcPts val="1000"/>
              </a:lnSpc>
            </a:pPr>
            <a:endParaRPr sz="1000"/>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object 149"/>
          <p:cNvSpPr txBox="1"/>
          <p:nvPr/>
        </p:nvSpPr>
        <p:spPr>
          <a:xfrm>
            <a:off x="0" y="2785171"/>
            <a:ext cx="9144000" cy="1067300"/>
          </a:xfrm>
          <a:prstGeom prst="rect">
            <a:avLst/>
          </a:prstGeom>
        </p:spPr>
        <p:txBody>
          <a:bodyPr wrap="square" lIns="0" tIns="0" rIns="0" bIns="0" rtlCol="0">
            <a:noAutofit/>
          </a:bodyPr>
          <a:lstStyle/>
          <a:p>
            <a:pPr marL="2072639">
              <a:lnSpc>
                <a:spcPts val="1835"/>
              </a:lnSpc>
              <a:spcBef>
                <a:spcPts val="91"/>
              </a:spcBef>
            </a:pPr>
            <a:r>
              <a:rPr sz="2700" spc="0" baseline="3034" dirty="0">
                <a:latin typeface="Calibri"/>
                <a:cs typeface="Calibri"/>
              </a:rPr>
              <a:t>C</a:t>
            </a:r>
            <a:endParaRPr sz="1800">
              <a:latin typeface="Calibri"/>
              <a:cs typeface="Calibri"/>
            </a:endParaRPr>
          </a:p>
        </p:txBody>
      </p:sp>
      <p:sp>
        <p:nvSpPr>
          <p:cNvPr id="148" name="object 148"/>
          <p:cNvSpPr txBox="1"/>
          <p:nvPr/>
        </p:nvSpPr>
        <p:spPr>
          <a:xfrm>
            <a:off x="0" y="3773774"/>
            <a:ext cx="9144000" cy="1041815"/>
          </a:xfrm>
          <a:prstGeom prst="rect">
            <a:avLst/>
          </a:prstGeom>
        </p:spPr>
        <p:txBody>
          <a:bodyPr wrap="square" lIns="0" tIns="0" rIns="0" bIns="0" rtlCol="0">
            <a:noAutofit/>
          </a:bodyPr>
          <a:lstStyle/>
          <a:p>
            <a:pPr marL="929640">
              <a:lnSpc>
                <a:spcPts val="2185"/>
              </a:lnSpc>
              <a:spcBef>
                <a:spcPts val="109"/>
              </a:spcBef>
            </a:pPr>
            <a:r>
              <a:rPr sz="2700" spc="0" baseline="12136" dirty="0">
                <a:latin typeface="Calibri"/>
                <a:cs typeface="Calibri"/>
              </a:rPr>
              <a:t>[244]     </a:t>
            </a:r>
            <a:r>
              <a:rPr sz="2700" spc="321" baseline="12136" dirty="0">
                <a:latin typeface="Calibri"/>
                <a:cs typeface="Calibri"/>
              </a:rPr>
              <a:t> </a:t>
            </a:r>
            <a:r>
              <a:rPr sz="1800" spc="0" dirty="0">
                <a:latin typeface="Calibri"/>
                <a:cs typeface="Calibri"/>
              </a:rPr>
              <a:t>D</a:t>
            </a:r>
            <a:endParaRPr sz="1800">
              <a:latin typeface="Calibri"/>
              <a:cs typeface="Calibri"/>
            </a:endParaRPr>
          </a:p>
        </p:txBody>
      </p:sp>
      <p:sp>
        <p:nvSpPr>
          <p:cNvPr id="147" name="object 147"/>
          <p:cNvSpPr txBox="1"/>
          <p:nvPr/>
        </p:nvSpPr>
        <p:spPr>
          <a:xfrm>
            <a:off x="0" y="4733894"/>
            <a:ext cx="9144000" cy="1044814"/>
          </a:xfrm>
          <a:prstGeom prst="rect">
            <a:avLst/>
          </a:prstGeom>
        </p:spPr>
        <p:txBody>
          <a:bodyPr wrap="square" lIns="0" tIns="0" rIns="0" bIns="0" rtlCol="0">
            <a:noAutofit/>
          </a:bodyPr>
          <a:lstStyle/>
          <a:p>
            <a:pPr marL="1539239">
              <a:lnSpc>
                <a:spcPts val="2070"/>
              </a:lnSpc>
              <a:spcBef>
                <a:spcPts val="103"/>
              </a:spcBef>
            </a:pPr>
            <a:r>
              <a:rPr sz="2700" spc="0" baseline="9102" dirty="0">
                <a:latin typeface="Calibri"/>
                <a:cs typeface="Calibri"/>
              </a:rPr>
              <a:t>C                                                                                                     </a:t>
            </a:r>
            <a:r>
              <a:rPr sz="2700" spc="24" baseline="9102" dirty="0">
                <a:latin typeface="Calibri"/>
                <a:cs typeface="Calibri"/>
              </a:rPr>
              <a:t> </a:t>
            </a:r>
            <a:r>
              <a:rPr sz="2700" spc="0" baseline="-1534" dirty="0">
                <a:latin typeface="Tahoma"/>
                <a:cs typeface="Tahoma"/>
              </a:rPr>
              <a:t>G</a:t>
            </a:r>
            <a:endParaRPr sz="1800">
              <a:latin typeface="Tahoma"/>
              <a:cs typeface="Tahoma"/>
            </a:endParaRPr>
          </a:p>
        </p:txBody>
      </p:sp>
      <p:sp>
        <p:nvSpPr>
          <p:cNvPr id="145" name="object 14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3" name="object 53"/>
          <p:cNvSpPr/>
          <p:nvPr/>
        </p:nvSpPr>
        <p:spPr>
          <a:xfrm>
            <a:off x="7544181" y="1635426"/>
            <a:ext cx="0" cy="290809"/>
          </a:xfrm>
          <a:custGeom>
            <a:avLst/>
            <a:gdLst/>
            <a:ahLst/>
            <a:cxnLst/>
            <a:rect l="l" t="t" r="r" b="b"/>
            <a:pathLst>
              <a:path h="295656">
                <a:moveTo>
                  <a:pt x="0" y="0"/>
                </a:moveTo>
                <a:lnTo>
                  <a:pt x="0" y="295655"/>
                </a:lnTo>
              </a:path>
            </a:pathLst>
          </a:custGeom>
          <a:ln w="14223">
            <a:solidFill>
              <a:srgbClr val="000000"/>
            </a:solidFill>
          </a:ln>
        </p:spPr>
        <p:txBody>
          <a:bodyPr wrap="square" lIns="0" tIns="0" rIns="0" bIns="0" rtlCol="0">
            <a:noAutofit/>
          </a:bodyPr>
          <a:lstStyle/>
          <a:p>
            <a:endParaRPr/>
          </a:p>
        </p:txBody>
      </p:sp>
      <p:sp>
        <p:nvSpPr>
          <p:cNvPr id="54" name="object 54"/>
          <p:cNvSpPr/>
          <p:nvPr/>
        </p:nvSpPr>
        <p:spPr>
          <a:xfrm>
            <a:off x="6477381"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8955405" y="1635426"/>
            <a:ext cx="0" cy="290809"/>
          </a:xfrm>
          <a:custGeom>
            <a:avLst/>
            <a:gdLst/>
            <a:ahLst/>
            <a:cxnLst/>
            <a:rect l="l" t="t" r="r" b="b"/>
            <a:pathLst>
              <a:path h="295656">
                <a:moveTo>
                  <a:pt x="0" y="0"/>
                </a:moveTo>
                <a:lnTo>
                  <a:pt x="0" y="295655"/>
                </a:lnTo>
              </a:path>
            </a:pathLst>
          </a:custGeom>
          <a:ln w="29464">
            <a:solidFill>
              <a:srgbClr val="000000"/>
            </a:solidFill>
          </a:ln>
        </p:spPr>
        <p:txBody>
          <a:bodyPr wrap="square" lIns="0" tIns="0" rIns="0" bIns="0" rtlCol="0">
            <a:noAutofit/>
          </a:bodyPr>
          <a:lstStyle/>
          <a:p>
            <a:endParaRPr/>
          </a:p>
        </p:txBody>
      </p:sp>
      <p:sp>
        <p:nvSpPr>
          <p:cNvPr id="56" name="object 56"/>
          <p:cNvSpPr/>
          <p:nvPr/>
        </p:nvSpPr>
        <p:spPr>
          <a:xfrm>
            <a:off x="6463283" y="1649292"/>
            <a:ext cx="2506218" cy="0"/>
          </a:xfrm>
          <a:custGeom>
            <a:avLst/>
            <a:gdLst/>
            <a:ahLst/>
            <a:cxnLst/>
            <a:rect l="l" t="t" r="r" b="b"/>
            <a:pathLst>
              <a:path w="2506218">
                <a:moveTo>
                  <a:pt x="2506218" y="0"/>
                </a:moveTo>
                <a:lnTo>
                  <a:pt x="0" y="0"/>
                </a:lnTo>
              </a:path>
            </a:pathLst>
          </a:custGeom>
          <a:ln w="29463">
            <a:solidFill>
              <a:srgbClr val="000000"/>
            </a:solidFill>
          </a:ln>
        </p:spPr>
        <p:txBody>
          <a:bodyPr wrap="square" lIns="0" tIns="0" rIns="0" bIns="0" rtlCol="0">
            <a:noAutofit/>
          </a:bodyPr>
          <a:lstStyle/>
          <a:p>
            <a:endParaRPr/>
          </a:p>
        </p:txBody>
      </p:sp>
      <p:sp>
        <p:nvSpPr>
          <p:cNvPr id="57" name="object 57"/>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8" name="object 58"/>
          <p:cNvSpPr/>
          <p:nvPr/>
        </p:nvSpPr>
        <p:spPr>
          <a:xfrm>
            <a:off x="41148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9" name="object 59"/>
          <p:cNvSpPr/>
          <p:nvPr/>
        </p:nvSpPr>
        <p:spPr>
          <a:xfrm>
            <a:off x="41087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4191000" y="2023672"/>
            <a:ext cx="304800" cy="361263"/>
          </a:xfrm>
          <a:custGeom>
            <a:avLst/>
            <a:gdLst/>
            <a:ahLst/>
            <a:cxnLst/>
            <a:rect l="l" t="t" r="r" b="b"/>
            <a:pathLst>
              <a:path w="304800" h="367284">
                <a:moveTo>
                  <a:pt x="0" y="0"/>
                </a:moveTo>
                <a:lnTo>
                  <a:pt x="0" y="367283"/>
                </a:lnTo>
                <a:lnTo>
                  <a:pt x="304800" y="367283"/>
                </a:lnTo>
                <a:lnTo>
                  <a:pt x="304800" y="0"/>
                </a:lnTo>
                <a:lnTo>
                  <a:pt x="0" y="0"/>
                </a:lnTo>
                <a:close/>
              </a:path>
            </a:pathLst>
          </a:custGeom>
          <a:solidFill>
            <a:srgbClr val="BF504C"/>
          </a:solidFill>
        </p:spPr>
        <p:txBody>
          <a:bodyPr wrap="square" lIns="0" tIns="0" rIns="0" bIns="0" rtlCol="0">
            <a:noAutofit/>
          </a:bodyPr>
          <a:lstStyle/>
          <a:p>
            <a:endParaRPr/>
          </a:p>
        </p:txBody>
      </p:sp>
      <p:sp>
        <p:nvSpPr>
          <p:cNvPr id="61" name="object 61"/>
          <p:cNvSpPr/>
          <p:nvPr/>
        </p:nvSpPr>
        <p:spPr>
          <a:xfrm>
            <a:off x="5861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905000" y="2623279"/>
            <a:ext cx="457200" cy="449705"/>
          </a:xfrm>
          <a:custGeom>
            <a:avLst/>
            <a:gdLst/>
            <a:ahLst/>
            <a:cxnLst/>
            <a:rect l="l" t="t" r="r" b="b"/>
            <a:pathLst>
              <a:path w="457200" h="457200">
                <a:moveTo>
                  <a:pt x="453241" y="270509"/>
                </a:move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3985" y="270510"/>
                </a:lnTo>
                <a:lnTo>
                  <a:pt x="453241" y="270509"/>
                </a:lnTo>
                <a:close/>
              </a:path>
            </a:pathLst>
          </a:custGeom>
          <a:solidFill>
            <a:srgbClr val="BF504C"/>
          </a:solidFill>
        </p:spPr>
        <p:txBody>
          <a:bodyPr wrap="square" lIns="0" tIns="0" rIns="0" bIns="0" rtlCol="0">
            <a:noAutofit/>
          </a:bodyPr>
          <a:lstStyle/>
          <a:p>
            <a:endParaRPr/>
          </a:p>
        </p:txBody>
      </p:sp>
      <p:sp>
        <p:nvSpPr>
          <p:cNvPr id="63" name="object 63"/>
          <p:cNvSpPr/>
          <p:nvPr/>
        </p:nvSpPr>
        <p:spPr>
          <a:xfrm>
            <a:off x="18989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1981200" y="2698229"/>
            <a:ext cx="304800" cy="191125"/>
          </a:xfrm>
          <a:custGeom>
            <a:avLst/>
            <a:gdLst/>
            <a:ahLst/>
            <a:cxnLst/>
            <a:rect l="l" t="t" r="r" b="b"/>
            <a:pathLst>
              <a:path w="304800" h="194310">
                <a:moveTo>
                  <a:pt x="304800" y="194309"/>
                </a:moveTo>
                <a:lnTo>
                  <a:pt x="304800" y="0"/>
                </a:lnTo>
                <a:lnTo>
                  <a:pt x="0" y="0"/>
                </a:lnTo>
                <a:lnTo>
                  <a:pt x="0" y="194310"/>
                </a:lnTo>
                <a:lnTo>
                  <a:pt x="304800" y="194309"/>
                </a:lnTo>
                <a:close/>
              </a:path>
            </a:pathLst>
          </a:custGeom>
          <a:solidFill>
            <a:srgbClr val="BF504C"/>
          </a:solidFill>
        </p:spPr>
        <p:txBody>
          <a:bodyPr wrap="square" lIns="0" tIns="0" rIns="0" bIns="0" rtlCol="0">
            <a:noAutofit/>
          </a:bodyPr>
          <a:lstStyle/>
          <a:p>
            <a:endParaRPr/>
          </a:p>
        </p:txBody>
      </p:sp>
      <p:sp>
        <p:nvSpPr>
          <p:cNvPr id="65" name="object 65"/>
          <p:cNvSpPr/>
          <p:nvPr/>
        </p:nvSpPr>
        <p:spPr>
          <a:xfrm>
            <a:off x="4343400" y="2392431"/>
            <a:ext cx="1753362" cy="87691"/>
          </a:xfrm>
          <a:custGeom>
            <a:avLst/>
            <a:gdLst/>
            <a:ahLst/>
            <a:cxnLst/>
            <a:rect l="l" t="t" r="r" b="b"/>
            <a:pathLst>
              <a:path w="1753362" h="89153">
                <a:moveTo>
                  <a:pt x="762" y="0"/>
                </a:moveTo>
                <a:lnTo>
                  <a:pt x="0" y="12954"/>
                </a:lnTo>
                <a:lnTo>
                  <a:pt x="1752600" y="89153"/>
                </a:lnTo>
                <a:lnTo>
                  <a:pt x="1753362" y="76199"/>
                </a:lnTo>
                <a:lnTo>
                  <a:pt x="762" y="0"/>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4337304" y="2398426"/>
            <a:ext cx="89154" cy="675307"/>
          </a:xfrm>
          <a:custGeom>
            <a:avLst/>
            <a:gdLst/>
            <a:ahLst/>
            <a:cxnLst/>
            <a:rect l="l" t="t" r="r" b="b"/>
            <a:pathLst>
              <a:path w="89153" h="686562">
                <a:moveTo>
                  <a:pt x="68410" y="499109"/>
                </a:moveTo>
                <a:lnTo>
                  <a:pt x="12953" y="0"/>
                </a:lnTo>
                <a:lnTo>
                  <a:pt x="0" y="762"/>
                </a:lnTo>
                <a:lnTo>
                  <a:pt x="55371" y="499109"/>
                </a:lnTo>
                <a:lnTo>
                  <a:pt x="68410" y="499109"/>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2133600" y="2392430"/>
            <a:ext cx="2210562" cy="237594"/>
          </a:xfrm>
          <a:custGeom>
            <a:avLst/>
            <a:gdLst/>
            <a:ahLst/>
            <a:cxnLst/>
            <a:rect l="l" t="t" r="r" b="b"/>
            <a:pathLst>
              <a:path w="2210562" h="241554">
                <a:moveTo>
                  <a:pt x="2210562" y="12953"/>
                </a:moveTo>
                <a:lnTo>
                  <a:pt x="2209800" y="0"/>
                </a:lnTo>
                <a:lnTo>
                  <a:pt x="0" y="228599"/>
                </a:lnTo>
                <a:lnTo>
                  <a:pt x="762" y="241553"/>
                </a:lnTo>
                <a:lnTo>
                  <a:pt x="2210562" y="12953"/>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75441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9" name="object 69"/>
          <p:cNvSpPr/>
          <p:nvPr/>
        </p:nvSpPr>
        <p:spPr>
          <a:xfrm>
            <a:off x="6463283" y="2278879"/>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70" name="object 70"/>
          <p:cNvSpPr/>
          <p:nvPr/>
        </p:nvSpPr>
        <p:spPr>
          <a:xfrm>
            <a:off x="6463283" y="2678367"/>
            <a:ext cx="2506218" cy="0"/>
          </a:xfrm>
          <a:custGeom>
            <a:avLst/>
            <a:gdLst/>
            <a:ahLst/>
            <a:cxnLst/>
            <a:rect l="l" t="t" r="r" b="b"/>
            <a:pathLst>
              <a:path w="2506218">
                <a:moveTo>
                  <a:pt x="2506218" y="0"/>
                </a:moveTo>
                <a:lnTo>
                  <a:pt x="0" y="0"/>
                </a:lnTo>
              </a:path>
            </a:pathLst>
          </a:custGeom>
          <a:ln w="14224">
            <a:solidFill>
              <a:srgbClr val="000000"/>
            </a:solidFill>
          </a:ln>
        </p:spPr>
        <p:txBody>
          <a:bodyPr wrap="square" lIns="0" tIns="0" rIns="0" bIns="0" rtlCol="0">
            <a:noAutofit/>
          </a:bodyPr>
          <a:lstStyle/>
          <a:p>
            <a:endParaRPr/>
          </a:p>
        </p:txBody>
      </p:sp>
      <p:sp>
        <p:nvSpPr>
          <p:cNvPr id="71" name="object 71"/>
          <p:cNvSpPr/>
          <p:nvPr/>
        </p:nvSpPr>
        <p:spPr>
          <a:xfrm>
            <a:off x="64773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2" name="object 72"/>
          <p:cNvSpPr/>
          <p:nvPr/>
        </p:nvSpPr>
        <p:spPr>
          <a:xfrm>
            <a:off x="8955405"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3" name="object 73"/>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4" name="object 74"/>
          <p:cNvSpPr/>
          <p:nvPr/>
        </p:nvSpPr>
        <p:spPr>
          <a:xfrm>
            <a:off x="5861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905000" y="262327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3241" y="270509"/>
                </a:lnTo>
                <a:lnTo>
                  <a:pt x="3985" y="270509"/>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76" name="object 76"/>
          <p:cNvSpPr/>
          <p:nvPr/>
        </p:nvSpPr>
        <p:spPr>
          <a:xfrm>
            <a:off x="18989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1981200" y="2888605"/>
            <a:ext cx="304800" cy="170888"/>
          </a:xfrm>
          <a:custGeom>
            <a:avLst/>
            <a:gdLst/>
            <a:ahLst/>
            <a:cxnLst/>
            <a:rect l="l" t="t" r="r" b="b"/>
            <a:pathLst>
              <a:path w="304800" h="173736">
                <a:moveTo>
                  <a:pt x="304800" y="761"/>
                </a:moveTo>
                <a:lnTo>
                  <a:pt x="0" y="761"/>
                </a:lnTo>
                <a:lnTo>
                  <a:pt x="0" y="173736"/>
                </a:lnTo>
                <a:lnTo>
                  <a:pt x="304800" y="173736"/>
                </a:lnTo>
                <a:lnTo>
                  <a:pt x="304800" y="761"/>
                </a:lnTo>
                <a:close/>
              </a:path>
            </a:pathLst>
          </a:custGeom>
          <a:solidFill>
            <a:srgbClr val="BF504C"/>
          </a:solidFill>
        </p:spPr>
        <p:txBody>
          <a:bodyPr wrap="square" lIns="0" tIns="0" rIns="0" bIns="0" rtlCol="0">
            <a:noAutofit/>
          </a:bodyPr>
          <a:lstStyle/>
          <a:p>
            <a:endParaRPr/>
          </a:p>
        </p:txBody>
      </p:sp>
      <p:sp>
        <p:nvSpPr>
          <p:cNvPr id="78" name="object 78"/>
          <p:cNvSpPr/>
          <p:nvPr/>
        </p:nvSpPr>
        <p:spPr>
          <a:xfrm>
            <a:off x="41849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600200" y="3659099"/>
            <a:ext cx="457200" cy="449705"/>
          </a:xfrm>
          <a:custGeom>
            <a:avLst/>
            <a:gdLst/>
            <a:ahLst/>
            <a:cxnLst/>
            <a:rect l="l" t="t" r="r" b="b"/>
            <a:pathLst>
              <a:path w="457200" h="457200">
                <a:moveTo>
                  <a:pt x="454838" y="196595"/>
                </a:moveTo>
                <a:lnTo>
                  <a:pt x="450570" y="173586"/>
                </a:lnTo>
                <a:lnTo>
                  <a:pt x="445568" y="156252"/>
                </a:lnTo>
                <a:lnTo>
                  <a:pt x="439269" y="139517"/>
                </a:lnTo>
                <a:lnTo>
                  <a:pt x="431729" y="123439"/>
                </a:lnTo>
                <a:lnTo>
                  <a:pt x="423007" y="108076"/>
                </a:lnTo>
                <a:lnTo>
                  <a:pt x="413162" y="93488"/>
                </a:lnTo>
                <a:lnTo>
                  <a:pt x="402251" y="79731"/>
                </a:lnTo>
                <a:lnTo>
                  <a:pt x="390334" y="66865"/>
                </a:lnTo>
                <a:lnTo>
                  <a:pt x="377468" y="54948"/>
                </a:lnTo>
                <a:lnTo>
                  <a:pt x="363711" y="44037"/>
                </a:lnTo>
                <a:lnTo>
                  <a:pt x="349123" y="34192"/>
                </a:lnTo>
                <a:lnTo>
                  <a:pt x="333760" y="25470"/>
                </a:lnTo>
                <a:lnTo>
                  <a:pt x="317682" y="17930"/>
                </a:lnTo>
                <a:lnTo>
                  <a:pt x="300947" y="11631"/>
                </a:lnTo>
                <a:lnTo>
                  <a:pt x="283613" y="6629"/>
                </a:lnTo>
                <a:lnTo>
                  <a:pt x="265738" y="2985"/>
                </a:lnTo>
                <a:lnTo>
                  <a:pt x="247381" y="756"/>
                </a:lnTo>
                <a:lnTo>
                  <a:pt x="228600" y="0"/>
                </a:lnTo>
                <a:lnTo>
                  <a:pt x="209921" y="756"/>
                </a:lnTo>
                <a:lnTo>
                  <a:pt x="191646" y="2985"/>
                </a:lnTo>
                <a:lnTo>
                  <a:pt x="173834" y="6629"/>
                </a:lnTo>
                <a:lnTo>
                  <a:pt x="156545" y="11631"/>
                </a:lnTo>
                <a:lnTo>
                  <a:pt x="139838" y="17930"/>
                </a:lnTo>
                <a:lnTo>
                  <a:pt x="123775" y="25470"/>
                </a:lnTo>
                <a:lnTo>
                  <a:pt x="108414" y="34192"/>
                </a:lnTo>
                <a:lnTo>
                  <a:pt x="93817" y="44037"/>
                </a:lnTo>
                <a:lnTo>
                  <a:pt x="80042" y="54948"/>
                </a:lnTo>
                <a:lnTo>
                  <a:pt x="67151" y="66865"/>
                </a:lnTo>
                <a:lnTo>
                  <a:pt x="55202" y="79731"/>
                </a:lnTo>
                <a:lnTo>
                  <a:pt x="44256" y="93488"/>
                </a:lnTo>
                <a:lnTo>
                  <a:pt x="34374" y="108076"/>
                </a:lnTo>
                <a:lnTo>
                  <a:pt x="25614" y="123439"/>
                </a:lnTo>
                <a:lnTo>
                  <a:pt x="18037" y="139517"/>
                </a:lnTo>
                <a:lnTo>
                  <a:pt x="11704" y="156252"/>
                </a:lnTo>
                <a:lnTo>
                  <a:pt x="6673" y="173586"/>
                </a:lnTo>
                <a:lnTo>
                  <a:pt x="3006" y="191461"/>
                </a:lnTo>
                <a:lnTo>
                  <a:pt x="2378" y="196595"/>
                </a:lnTo>
                <a:lnTo>
                  <a:pt x="454838" y="196595"/>
                </a:lnTo>
                <a:close/>
              </a:path>
            </a:pathLst>
          </a:custGeom>
          <a:solidFill>
            <a:srgbClr val="BF504C"/>
          </a:solidFill>
        </p:spPr>
        <p:txBody>
          <a:bodyPr wrap="square" lIns="0" tIns="0" rIns="0" bIns="0" rtlCol="0">
            <a:noAutofit/>
          </a:bodyPr>
          <a:lstStyle/>
          <a:p>
            <a:endParaRPr/>
          </a:p>
        </p:txBody>
      </p:sp>
      <p:sp>
        <p:nvSpPr>
          <p:cNvPr id="80" name="object 80"/>
          <p:cNvSpPr/>
          <p:nvPr/>
        </p:nvSpPr>
        <p:spPr>
          <a:xfrm>
            <a:off x="1594104" y="3653243"/>
            <a:ext cx="470154" cy="460545"/>
          </a:xfrm>
          <a:custGeom>
            <a:avLst/>
            <a:gdLst/>
            <a:ahLst/>
            <a:cxnLst/>
            <a:rect l="l" t="t" r="r" b="b"/>
            <a:pathLst>
              <a:path w="470154" h="468221">
                <a:moveTo>
                  <a:pt x="467033" y="202549"/>
                </a:moveTo>
                <a:lnTo>
                  <a:pt x="460265" y="170254"/>
                </a:lnTo>
                <a:lnTo>
                  <a:pt x="447162" y="134538"/>
                </a:lnTo>
                <a:lnTo>
                  <a:pt x="429848" y="103020"/>
                </a:lnTo>
                <a:lnTo>
                  <a:pt x="408848" y="75701"/>
                </a:lnTo>
                <a:lnTo>
                  <a:pt x="384691" y="52581"/>
                </a:lnTo>
                <a:lnTo>
                  <a:pt x="357902" y="33662"/>
                </a:lnTo>
                <a:lnTo>
                  <a:pt x="329009" y="18943"/>
                </a:lnTo>
                <a:lnTo>
                  <a:pt x="298537" y="8426"/>
                </a:lnTo>
                <a:lnTo>
                  <a:pt x="240849" y="12625"/>
                </a:lnTo>
                <a:lnTo>
                  <a:pt x="271517" y="15460"/>
                </a:lnTo>
                <a:lnTo>
                  <a:pt x="301559" y="22377"/>
                </a:lnTo>
                <a:lnTo>
                  <a:pt x="330458" y="33364"/>
                </a:lnTo>
                <a:lnTo>
                  <a:pt x="357694" y="48407"/>
                </a:lnTo>
                <a:lnTo>
                  <a:pt x="382751" y="67494"/>
                </a:lnTo>
                <a:lnTo>
                  <a:pt x="405109" y="90611"/>
                </a:lnTo>
                <a:lnTo>
                  <a:pt x="424251" y="117746"/>
                </a:lnTo>
                <a:lnTo>
                  <a:pt x="439659" y="148885"/>
                </a:lnTo>
                <a:lnTo>
                  <a:pt x="450814" y="184015"/>
                </a:lnTo>
                <a:lnTo>
                  <a:pt x="453840" y="202549"/>
                </a:lnTo>
                <a:lnTo>
                  <a:pt x="467033" y="202549"/>
                </a:lnTo>
                <a:close/>
              </a:path>
              <a:path w="470154" h="468221">
                <a:moveTo>
                  <a:pt x="15708" y="202549"/>
                </a:moveTo>
                <a:lnTo>
                  <a:pt x="22149" y="172983"/>
                </a:lnTo>
                <a:lnTo>
                  <a:pt x="35138" y="138487"/>
                </a:lnTo>
                <a:lnTo>
                  <a:pt x="52163" y="108191"/>
                </a:lnTo>
                <a:lnTo>
                  <a:pt x="72706" y="82082"/>
                </a:lnTo>
                <a:lnTo>
                  <a:pt x="96251" y="60147"/>
                </a:lnTo>
                <a:lnTo>
                  <a:pt x="122278" y="42373"/>
                </a:lnTo>
                <a:lnTo>
                  <a:pt x="150269" y="28747"/>
                </a:lnTo>
                <a:lnTo>
                  <a:pt x="179707" y="19255"/>
                </a:lnTo>
                <a:lnTo>
                  <a:pt x="210072" y="13886"/>
                </a:lnTo>
                <a:lnTo>
                  <a:pt x="240849" y="12625"/>
                </a:lnTo>
                <a:lnTo>
                  <a:pt x="298537" y="8426"/>
                </a:lnTo>
                <a:lnTo>
                  <a:pt x="267014" y="2112"/>
                </a:lnTo>
                <a:lnTo>
                  <a:pt x="234967" y="0"/>
                </a:lnTo>
                <a:lnTo>
                  <a:pt x="202922" y="2091"/>
                </a:lnTo>
                <a:lnTo>
                  <a:pt x="171406" y="8386"/>
                </a:lnTo>
                <a:lnTo>
                  <a:pt x="140945" y="18886"/>
                </a:lnTo>
                <a:lnTo>
                  <a:pt x="112067" y="33591"/>
                </a:lnTo>
                <a:lnTo>
                  <a:pt x="85298" y="52502"/>
                </a:lnTo>
                <a:lnTo>
                  <a:pt x="61164" y="75620"/>
                </a:lnTo>
                <a:lnTo>
                  <a:pt x="40194" y="102945"/>
                </a:lnTo>
                <a:lnTo>
                  <a:pt x="22912" y="134478"/>
                </a:lnTo>
                <a:lnTo>
                  <a:pt x="9846" y="170219"/>
                </a:lnTo>
                <a:lnTo>
                  <a:pt x="3111" y="202549"/>
                </a:lnTo>
                <a:lnTo>
                  <a:pt x="15708" y="202549"/>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1676400" y="3734050"/>
            <a:ext cx="304800" cy="118422"/>
          </a:xfrm>
          <a:custGeom>
            <a:avLst/>
            <a:gdLst/>
            <a:ahLst/>
            <a:cxnLst/>
            <a:rect l="l" t="t" r="r" b="b"/>
            <a:pathLst>
              <a:path w="304800" h="120396">
                <a:moveTo>
                  <a:pt x="304800" y="120395"/>
                </a:moveTo>
                <a:lnTo>
                  <a:pt x="304800" y="0"/>
                </a:lnTo>
                <a:lnTo>
                  <a:pt x="0" y="0"/>
                </a:lnTo>
                <a:lnTo>
                  <a:pt x="0" y="120395"/>
                </a:lnTo>
                <a:lnTo>
                  <a:pt x="304800" y="120395"/>
                </a:lnTo>
                <a:close/>
              </a:path>
            </a:pathLst>
          </a:custGeom>
          <a:solidFill>
            <a:srgbClr val="BF504C"/>
          </a:solidFill>
        </p:spPr>
        <p:txBody>
          <a:bodyPr wrap="square" lIns="0" tIns="0" rIns="0" bIns="0" rtlCol="0">
            <a:noAutofit/>
          </a:bodyPr>
          <a:lstStyle/>
          <a:p>
            <a:endParaRPr/>
          </a:p>
        </p:txBody>
      </p:sp>
      <p:sp>
        <p:nvSpPr>
          <p:cNvPr id="82" name="object 82"/>
          <p:cNvSpPr/>
          <p:nvPr/>
        </p:nvSpPr>
        <p:spPr>
          <a:xfrm>
            <a:off x="1823467" y="3071485"/>
            <a:ext cx="240029" cy="603354"/>
          </a:xfrm>
          <a:custGeom>
            <a:avLst/>
            <a:gdLst/>
            <a:ahLst/>
            <a:cxnLst/>
            <a:rect l="l" t="t" r="r" b="b"/>
            <a:pathLst>
              <a:path w="240030" h="613410">
                <a:moveTo>
                  <a:pt x="240030" y="3810"/>
                </a:moveTo>
                <a:lnTo>
                  <a:pt x="228600" y="0"/>
                </a:lnTo>
                <a:lnTo>
                  <a:pt x="0" y="609600"/>
                </a:lnTo>
                <a:lnTo>
                  <a:pt x="11430" y="613410"/>
                </a:lnTo>
                <a:lnTo>
                  <a:pt x="240030" y="3810"/>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4337304" y="2398426"/>
            <a:ext cx="89154" cy="675307"/>
          </a:xfrm>
          <a:custGeom>
            <a:avLst/>
            <a:gdLst/>
            <a:ahLst/>
            <a:cxnLst/>
            <a:rect l="l" t="t" r="r" b="b"/>
            <a:pathLst>
              <a:path w="89153" h="686562">
                <a:moveTo>
                  <a:pt x="89153" y="685800"/>
                </a:moveTo>
                <a:lnTo>
                  <a:pt x="68410" y="499109"/>
                </a:lnTo>
                <a:lnTo>
                  <a:pt x="55371" y="499109"/>
                </a:lnTo>
                <a:lnTo>
                  <a:pt x="76199" y="686562"/>
                </a:lnTo>
                <a:lnTo>
                  <a:pt x="89153" y="685800"/>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75441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5" name="object 85"/>
          <p:cNvSpPr/>
          <p:nvPr/>
        </p:nvSpPr>
        <p:spPr>
          <a:xfrm>
            <a:off x="6463283" y="3078229"/>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86" name="object 86"/>
          <p:cNvSpPr/>
          <p:nvPr/>
        </p:nvSpPr>
        <p:spPr>
          <a:xfrm>
            <a:off x="6463283" y="3478092"/>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87" name="object 87"/>
          <p:cNvSpPr/>
          <p:nvPr/>
        </p:nvSpPr>
        <p:spPr>
          <a:xfrm>
            <a:off x="64773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8" name="object 88"/>
          <p:cNvSpPr/>
          <p:nvPr/>
        </p:nvSpPr>
        <p:spPr>
          <a:xfrm>
            <a:off x="8955405"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9" name="object 89"/>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0" name="object 90"/>
          <p:cNvSpPr/>
          <p:nvPr/>
        </p:nvSpPr>
        <p:spPr>
          <a:xfrm>
            <a:off x="1600200" y="3659099"/>
            <a:ext cx="457200" cy="449705"/>
          </a:xfrm>
          <a:custGeom>
            <a:avLst/>
            <a:gdLst/>
            <a:ahLst/>
            <a:cxnLst/>
            <a:rect l="l" t="t" r="r" b="b"/>
            <a:pathLst>
              <a:path w="457200" h="457200">
                <a:moveTo>
                  <a:pt x="247381" y="456438"/>
                </a:moveTo>
                <a:lnTo>
                  <a:pt x="265738" y="454193"/>
                </a:lnTo>
                <a:lnTo>
                  <a:pt x="283613" y="450526"/>
                </a:lnTo>
                <a:lnTo>
                  <a:pt x="300947" y="445495"/>
                </a:lnTo>
                <a:lnTo>
                  <a:pt x="317682" y="439162"/>
                </a:lnTo>
                <a:lnTo>
                  <a:pt x="333760" y="431585"/>
                </a:lnTo>
                <a:lnTo>
                  <a:pt x="349123" y="422825"/>
                </a:lnTo>
                <a:lnTo>
                  <a:pt x="363711" y="412943"/>
                </a:lnTo>
                <a:lnTo>
                  <a:pt x="377468" y="401997"/>
                </a:lnTo>
                <a:lnTo>
                  <a:pt x="390334" y="390048"/>
                </a:lnTo>
                <a:lnTo>
                  <a:pt x="402251" y="377157"/>
                </a:lnTo>
                <a:lnTo>
                  <a:pt x="413162" y="363382"/>
                </a:lnTo>
                <a:lnTo>
                  <a:pt x="423007" y="348785"/>
                </a:lnTo>
                <a:lnTo>
                  <a:pt x="431729" y="333424"/>
                </a:lnTo>
                <a:lnTo>
                  <a:pt x="439269" y="317361"/>
                </a:lnTo>
                <a:lnTo>
                  <a:pt x="445568" y="300654"/>
                </a:lnTo>
                <a:lnTo>
                  <a:pt x="450570" y="283365"/>
                </a:lnTo>
                <a:lnTo>
                  <a:pt x="454214" y="265553"/>
                </a:lnTo>
                <a:lnTo>
                  <a:pt x="456443" y="247278"/>
                </a:lnTo>
                <a:lnTo>
                  <a:pt x="457200" y="228599"/>
                </a:lnTo>
                <a:lnTo>
                  <a:pt x="456443" y="209818"/>
                </a:lnTo>
                <a:lnTo>
                  <a:pt x="454838" y="196595"/>
                </a:lnTo>
                <a:lnTo>
                  <a:pt x="2378" y="196595"/>
                </a:lnTo>
                <a:lnTo>
                  <a:pt x="761" y="209818"/>
                </a:lnTo>
                <a:lnTo>
                  <a:pt x="0" y="228600"/>
                </a:lnTo>
                <a:lnTo>
                  <a:pt x="761" y="247278"/>
                </a:lnTo>
                <a:lnTo>
                  <a:pt x="3006" y="265553"/>
                </a:lnTo>
                <a:lnTo>
                  <a:pt x="6673" y="283365"/>
                </a:lnTo>
                <a:lnTo>
                  <a:pt x="11704" y="300654"/>
                </a:lnTo>
                <a:lnTo>
                  <a:pt x="18037" y="317361"/>
                </a:lnTo>
                <a:lnTo>
                  <a:pt x="25614" y="333424"/>
                </a:lnTo>
                <a:lnTo>
                  <a:pt x="34374" y="348785"/>
                </a:lnTo>
                <a:lnTo>
                  <a:pt x="44256" y="363382"/>
                </a:lnTo>
                <a:lnTo>
                  <a:pt x="55202" y="377157"/>
                </a:lnTo>
                <a:lnTo>
                  <a:pt x="67151" y="390048"/>
                </a:lnTo>
                <a:lnTo>
                  <a:pt x="80042" y="401997"/>
                </a:lnTo>
                <a:lnTo>
                  <a:pt x="93817" y="412943"/>
                </a:lnTo>
                <a:lnTo>
                  <a:pt x="108414" y="422825"/>
                </a:lnTo>
                <a:lnTo>
                  <a:pt x="123775" y="431585"/>
                </a:lnTo>
                <a:lnTo>
                  <a:pt x="139838" y="439162"/>
                </a:lnTo>
                <a:lnTo>
                  <a:pt x="156545" y="445495"/>
                </a:lnTo>
                <a:lnTo>
                  <a:pt x="173834" y="450526"/>
                </a:lnTo>
                <a:lnTo>
                  <a:pt x="191646" y="454193"/>
                </a:lnTo>
                <a:lnTo>
                  <a:pt x="209921" y="456438"/>
                </a:lnTo>
                <a:lnTo>
                  <a:pt x="228600" y="457200"/>
                </a:lnTo>
                <a:lnTo>
                  <a:pt x="247381" y="456438"/>
                </a:lnTo>
                <a:close/>
              </a:path>
            </a:pathLst>
          </a:custGeom>
          <a:solidFill>
            <a:srgbClr val="BF504C"/>
          </a:solidFill>
        </p:spPr>
        <p:txBody>
          <a:bodyPr wrap="square" lIns="0" tIns="0" rIns="0" bIns="0" rtlCol="0">
            <a:noAutofit/>
          </a:bodyPr>
          <a:lstStyle/>
          <a:p>
            <a:endParaRPr/>
          </a:p>
        </p:txBody>
      </p:sp>
      <p:sp>
        <p:nvSpPr>
          <p:cNvPr id="91" name="object 91"/>
          <p:cNvSpPr/>
          <p:nvPr/>
        </p:nvSpPr>
        <p:spPr>
          <a:xfrm>
            <a:off x="1594104" y="3653243"/>
            <a:ext cx="470154" cy="460545"/>
          </a:xfrm>
          <a:custGeom>
            <a:avLst/>
            <a:gdLst/>
            <a:ahLst/>
            <a:cxnLst/>
            <a:rect l="l" t="t" r="r" b="b"/>
            <a:pathLst>
              <a:path w="470154" h="468221">
                <a:moveTo>
                  <a:pt x="253331" y="467863"/>
                </a:moveTo>
                <a:lnTo>
                  <a:pt x="285679" y="463189"/>
                </a:lnTo>
                <a:lnTo>
                  <a:pt x="317137" y="454241"/>
                </a:lnTo>
                <a:lnTo>
                  <a:pt x="347150" y="441061"/>
                </a:lnTo>
                <a:lnTo>
                  <a:pt x="375163" y="423691"/>
                </a:lnTo>
                <a:lnTo>
                  <a:pt x="400620" y="402171"/>
                </a:lnTo>
                <a:lnTo>
                  <a:pt x="422968" y="376543"/>
                </a:lnTo>
                <a:lnTo>
                  <a:pt x="441650" y="346850"/>
                </a:lnTo>
                <a:lnTo>
                  <a:pt x="456112" y="313132"/>
                </a:lnTo>
                <a:lnTo>
                  <a:pt x="465798" y="275432"/>
                </a:lnTo>
                <a:lnTo>
                  <a:pt x="470154" y="233791"/>
                </a:lnTo>
                <a:lnTo>
                  <a:pt x="469392" y="222361"/>
                </a:lnTo>
                <a:lnTo>
                  <a:pt x="468630" y="210169"/>
                </a:lnTo>
                <a:lnTo>
                  <a:pt x="467033" y="202549"/>
                </a:lnTo>
                <a:lnTo>
                  <a:pt x="453840" y="202549"/>
                </a:lnTo>
                <a:lnTo>
                  <a:pt x="457200" y="223123"/>
                </a:lnTo>
                <a:lnTo>
                  <a:pt x="457200" y="245983"/>
                </a:lnTo>
                <a:lnTo>
                  <a:pt x="451117" y="284148"/>
                </a:lnTo>
                <a:lnTo>
                  <a:pt x="440369" y="318557"/>
                </a:lnTo>
                <a:lnTo>
                  <a:pt x="425453" y="349186"/>
                </a:lnTo>
                <a:lnTo>
                  <a:pt x="406866" y="376010"/>
                </a:lnTo>
                <a:lnTo>
                  <a:pt x="385104" y="399006"/>
                </a:lnTo>
                <a:lnTo>
                  <a:pt x="360662" y="418149"/>
                </a:lnTo>
                <a:lnTo>
                  <a:pt x="334039" y="433415"/>
                </a:lnTo>
                <a:lnTo>
                  <a:pt x="305730" y="444779"/>
                </a:lnTo>
                <a:lnTo>
                  <a:pt x="276231" y="452219"/>
                </a:lnTo>
                <a:lnTo>
                  <a:pt x="246040" y="455709"/>
                </a:lnTo>
                <a:lnTo>
                  <a:pt x="215652" y="455225"/>
                </a:lnTo>
                <a:lnTo>
                  <a:pt x="185564" y="450744"/>
                </a:lnTo>
                <a:lnTo>
                  <a:pt x="156273" y="442241"/>
                </a:lnTo>
                <a:lnTo>
                  <a:pt x="128275" y="429692"/>
                </a:lnTo>
                <a:lnTo>
                  <a:pt x="102066" y="413073"/>
                </a:lnTo>
                <a:lnTo>
                  <a:pt x="78143" y="392360"/>
                </a:lnTo>
                <a:lnTo>
                  <a:pt x="57002" y="367528"/>
                </a:lnTo>
                <a:lnTo>
                  <a:pt x="39141" y="338554"/>
                </a:lnTo>
                <a:lnTo>
                  <a:pt x="25054" y="305413"/>
                </a:lnTo>
                <a:lnTo>
                  <a:pt x="15240" y="268081"/>
                </a:lnTo>
                <a:lnTo>
                  <a:pt x="12954" y="245983"/>
                </a:lnTo>
                <a:lnTo>
                  <a:pt x="12954" y="222361"/>
                </a:lnTo>
                <a:lnTo>
                  <a:pt x="0" y="234553"/>
                </a:lnTo>
                <a:lnTo>
                  <a:pt x="762" y="246745"/>
                </a:lnTo>
                <a:lnTo>
                  <a:pt x="1524" y="258175"/>
                </a:lnTo>
                <a:lnTo>
                  <a:pt x="3048" y="270367"/>
                </a:lnTo>
                <a:lnTo>
                  <a:pt x="13761" y="310723"/>
                </a:lnTo>
                <a:lnTo>
                  <a:pt x="29135" y="346390"/>
                </a:lnTo>
                <a:lnTo>
                  <a:pt x="48616" y="377407"/>
                </a:lnTo>
                <a:lnTo>
                  <a:pt x="71648" y="403818"/>
                </a:lnTo>
                <a:lnTo>
                  <a:pt x="97677" y="425663"/>
                </a:lnTo>
                <a:lnTo>
                  <a:pt x="126146" y="442984"/>
                </a:lnTo>
                <a:lnTo>
                  <a:pt x="156501" y="455823"/>
                </a:lnTo>
                <a:lnTo>
                  <a:pt x="188187" y="464221"/>
                </a:lnTo>
                <a:lnTo>
                  <a:pt x="220649" y="468221"/>
                </a:lnTo>
                <a:lnTo>
                  <a:pt x="253331" y="467863"/>
                </a:lnTo>
                <a:close/>
              </a:path>
              <a:path w="470154" h="468221">
                <a:moveTo>
                  <a:pt x="12954" y="222361"/>
                </a:moveTo>
                <a:lnTo>
                  <a:pt x="13716" y="211693"/>
                </a:lnTo>
                <a:lnTo>
                  <a:pt x="15708" y="202549"/>
                </a:lnTo>
                <a:lnTo>
                  <a:pt x="3111" y="202549"/>
                </a:lnTo>
                <a:lnTo>
                  <a:pt x="1523" y="210169"/>
                </a:lnTo>
                <a:lnTo>
                  <a:pt x="0" y="234553"/>
                </a:lnTo>
                <a:lnTo>
                  <a:pt x="12954" y="222361"/>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1676400" y="3851722"/>
            <a:ext cx="304800" cy="242840"/>
          </a:xfrm>
          <a:custGeom>
            <a:avLst/>
            <a:gdLst/>
            <a:ahLst/>
            <a:cxnLst/>
            <a:rect l="l" t="t" r="r" b="b"/>
            <a:pathLst>
              <a:path w="304800" h="246887">
                <a:moveTo>
                  <a:pt x="304800" y="761"/>
                </a:moveTo>
                <a:lnTo>
                  <a:pt x="0" y="761"/>
                </a:lnTo>
                <a:lnTo>
                  <a:pt x="0" y="246887"/>
                </a:lnTo>
                <a:lnTo>
                  <a:pt x="304800" y="246887"/>
                </a:lnTo>
                <a:lnTo>
                  <a:pt x="304800" y="761"/>
                </a:lnTo>
                <a:close/>
              </a:path>
            </a:pathLst>
          </a:custGeom>
          <a:solidFill>
            <a:srgbClr val="BF504C"/>
          </a:solidFill>
        </p:spPr>
        <p:txBody>
          <a:bodyPr wrap="square" lIns="0" tIns="0" rIns="0" bIns="0" rtlCol="0">
            <a:noAutofit/>
          </a:bodyPr>
          <a:lstStyle/>
          <a:p>
            <a:endParaRPr/>
          </a:p>
        </p:txBody>
      </p:sp>
      <p:sp>
        <p:nvSpPr>
          <p:cNvPr id="93" name="object 93"/>
          <p:cNvSpPr/>
          <p:nvPr/>
        </p:nvSpPr>
        <p:spPr>
          <a:xfrm>
            <a:off x="1371600" y="4572000"/>
            <a:ext cx="457200" cy="449705"/>
          </a:xfrm>
          <a:custGeom>
            <a:avLst/>
            <a:gdLst/>
            <a:ahLst/>
            <a:cxnLst/>
            <a:rect l="l" t="t" r="r" b="b"/>
            <a:pathLst>
              <a:path w="457200" h="457200">
                <a:moveTo>
                  <a:pt x="456411" y="247649"/>
                </a:move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794" y="247649"/>
                </a:lnTo>
                <a:lnTo>
                  <a:pt x="456411" y="247649"/>
                </a:lnTo>
                <a:close/>
              </a:path>
            </a:pathLst>
          </a:custGeom>
          <a:solidFill>
            <a:srgbClr val="BF504C"/>
          </a:solidFill>
        </p:spPr>
        <p:txBody>
          <a:bodyPr wrap="square" lIns="0" tIns="0" rIns="0" bIns="0" rtlCol="0">
            <a:noAutofit/>
          </a:bodyPr>
          <a:lstStyle/>
          <a:p>
            <a:endParaRPr/>
          </a:p>
        </p:txBody>
      </p:sp>
      <p:sp>
        <p:nvSpPr>
          <p:cNvPr id="94" name="object 94"/>
          <p:cNvSpPr/>
          <p:nvPr/>
        </p:nvSpPr>
        <p:spPr>
          <a:xfrm>
            <a:off x="1365505" y="456675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3461" y="252979"/>
                </a:move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168" y="252979"/>
                </a:lnTo>
                <a:lnTo>
                  <a:pt x="13461" y="252979"/>
                </a:lnTo>
                <a:close/>
              </a:path>
              <a:path w="298707" h="468099">
                <a:moveTo>
                  <a:pt x="468158" y="25297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6096" y="252979"/>
                </a:lnTo>
                <a:lnTo>
                  <a:pt x="468158" y="252979"/>
                </a:lnTo>
                <a:close/>
              </a:path>
            </a:pathLst>
          </a:custGeom>
          <a:solidFill>
            <a:srgbClr val="000000"/>
          </a:solidFill>
        </p:spPr>
        <p:txBody>
          <a:bodyPr wrap="square" lIns="0" tIns="0" rIns="0" bIns="0" rtlCol="0">
            <a:noAutofit/>
          </a:bodyPr>
          <a:lstStyle/>
          <a:p>
            <a:endParaRPr/>
          </a:p>
        </p:txBody>
      </p:sp>
      <p:sp>
        <p:nvSpPr>
          <p:cNvPr id="95" name="object 95"/>
          <p:cNvSpPr/>
          <p:nvPr/>
        </p:nvSpPr>
        <p:spPr>
          <a:xfrm>
            <a:off x="1447800" y="4646951"/>
            <a:ext cx="304800" cy="168639"/>
          </a:xfrm>
          <a:custGeom>
            <a:avLst/>
            <a:gdLst/>
            <a:ahLst/>
            <a:cxnLst/>
            <a:rect l="l" t="t" r="r" b="b"/>
            <a:pathLst>
              <a:path w="304800" h="171450">
                <a:moveTo>
                  <a:pt x="304800" y="171449"/>
                </a:moveTo>
                <a:lnTo>
                  <a:pt x="304800" y="0"/>
                </a:lnTo>
                <a:lnTo>
                  <a:pt x="0" y="0"/>
                </a:lnTo>
                <a:lnTo>
                  <a:pt x="0" y="171449"/>
                </a:lnTo>
                <a:lnTo>
                  <a:pt x="304800" y="171449"/>
                </a:lnTo>
                <a:close/>
              </a:path>
            </a:pathLst>
          </a:custGeom>
          <a:solidFill>
            <a:srgbClr val="BF504C"/>
          </a:solidFill>
        </p:spPr>
        <p:txBody>
          <a:bodyPr wrap="square" lIns="0" tIns="0" rIns="0" bIns="0" rtlCol="0">
            <a:noAutofit/>
          </a:bodyPr>
          <a:lstStyle/>
          <a:p>
            <a:endParaRPr/>
          </a:p>
        </p:txBody>
      </p:sp>
      <p:sp>
        <p:nvSpPr>
          <p:cNvPr id="96" name="object 96"/>
          <p:cNvSpPr/>
          <p:nvPr/>
        </p:nvSpPr>
        <p:spPr>
          <a:xfrm>
            <a:off x="1594867" y="4120797"/>
            <a:ext cx="163829" cy="453451"/>
          </a:xfrm>
          <a:custGeom>
            <a:avLst/>
            <a:gdLst/>
            <a:ahLst/>
            <a:cxnLst/>
            <a:rect l="l" t="t" r="r" b="b"/>
            <a:pathLst>
              <a:path w="163830" h="461010">
                <a:moveTo>
                  <a:pt x="163830" y="3810"/>
                </a:moveTo>
                <a:lnTo>
                  <a:pt x="152400" y="0"/>
                </a:lnTo>
                <a:lnTo>
                  <a:pt x="0" y="457200"/>
                </a:lnTo>
                <a:lnTo>
                  <a:pt x="11430" y="461010"/>
                </a:lnTo>
                <a:lnTo>
                  <a:pt x="163830" y="3810"/>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75441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8" name="object 98"/>
          <p:cNvSpPr/>
          <p:nvPr/>
        </p:nvSpPr>
        <p:spPr>
          <a:xfrm>
            <a:off x="6463283" y="3877580"/>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99" name="object 99"/>
          <p:cNvSpPr/>
          <p:nvPr/>
        </p:nvSpPr>
        <p:spPr>
          <a:xfrm>
            <a:off x="6463283" y="4277442"/>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100" name="object 100"/>
          <p:cNvSpPr/>
          <p:nvPr/>
        </p:nvSpPr>
        <p:spPr>
          <a:xfrm>
            <a:off x="6463283" y="4677305"/>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01" name="object 101"/>
          <p:cNvSpPr/>
          <p:nvPr/>
        </p:nvSpPr>
        <p:spPr>
          <a:xfrm>
            <a:off x="64773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2" name="object 102"/>
          <p:cNvSpPr/>
          <p:nvPr/>
        </p:nvSpPr>
        <p:spPr>
          <a:xfrm>
            <a:off x="8955405"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3" name="object 103"/>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4" name="object 104"/>
          <p:cNvSpPr/>
          <p:nvPr/>
        </p:nvSpPr>
        <p:spPr>
          <a:xfrm>
            <a:off x="1371600" y="4572000"/>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11" y="247649"/>
                </a:lnTo>
                <a:lnTo>
                  <a:pt x="794" y="247649"/>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05" name="object 105"/>
          <p:cNvSpPr/>
          <p:nvPr/>
        </p:nvSpPr>
        <p:spPr>
          <a:xfrm>
            <a:off x="1365505" y="456675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8158" y="252979"/>
                </a:lnTo>
                <a:lnTo>
                  <a:pt x="456096" y="252979"/>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3461" y="252979"/>
                </a:lnTo>
                <a:lnTo>
                  <a:pt x="1168" y="252979"/>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1447800" y="4814841"/>
            <a:ext cx="304800" cy="193373"/>
          </a:xfrm>
          <a:custGeom>
            <a:avLst/>
            <a:gdLst/>
            <a:ahLst/>
            <a:cxnLst/>
            <a:rect l="l" t="t" r="r" b="b"/>
            <a:pathLst>
              <a:path w="304800" h="196596">
                <a:moveTo>
                  <a:pt x="304800" y="761"/>
                </a:moveTo>
                <a:lnTo>
                  <a:pt x="0" y="761"/>
                </a:lnTo>
                <a:lnTo>
                  <a:pt x="0" y="196596"/>
                </a:lnTo>
                <a:lnTo>
                  <a:pt x="304800" y="196596"/>
                </a:lnTo>
                <a:lnTo>
                  <a:pt x="304800" y="761"/>
                </a:lnTo>
                <a:close/>
              </a:path>
            </a:pathLst>
          </a:custGeom>
          <a:solidFill>
            <a:srgbClr val="BF504C"/>
          </a:solidFill>
        </p:spPr>
        <p:txBody>
          <a:bodyPr wrap="square" lIns="0" tIns="0" rIns="0" bIns="0" rtlCol="0">
            <a:noAutofit/>
          </a:bodyPr>
          <a:lstStyle/>
          <a:p>
            <a:endParaRPr/>
          </a:p>
        </p:txBody>
      </p:sp>
      <p:sp>
        <p:nvSpPr>
          <p:cNvPr id="107" name="object 107"/>
          <p:cNvSpPr/>
          <p:nvPr/>
        </p:nvSpPr>
        <p:spPr>
          <a:xfrm>
            <a:off x="10668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BF504C"/>
          </a:solidFill>
        </p:spPr>
        <p:txBody>
          <a:bodyPr wrap="square" lIns="0" tIns="0" rIns="0" bIns="0" rtlCol="0">
            <a:noAutofit/>
          </a:bodyPr>
          <a:lstStyle/>
          <a:p>
            <a:endParaRPr/>
          </a:p>
        </p:txBody>
      </p:sp>
      <p:sp>
        <p:nvSpPr>
          <p:cNvPr id="108" name="object 108"/>
          <p:cNvSpPr/>
          <p:nvPr/>
        </p:nvSpPr>
        <p:spPr>
          <a:xfrm>
            <a:off x="10607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09" name="object 109"/>
          <p:cNvSpPr/>
          <p:nvPr/>
        </p:nvSpPr>
        <p:spPr>
          <a:xfrm>
            <a:off x="11430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BF504C"/>
          </a:solidFill>
        </p:spPr>
        <p:txBody>
          <a:bodyPr wrap="square" lIns="0" tIns="0" rIns="0" bIns="0" rtlCol="0">
            <a:noAutofit/>
          </a:bodyPr>
          <a:lstStyle/>
          <a:p>
            <a:endParaRPr/>
          </a:p>
        </p:txBody>
      </p:sp>
      <p:sp>
        <p:nvSpPr>
          <p:cNvPr id="110" name="object 110"/>
          <p:cNvSpPr/>
          <p:nvPr/>
        </p:nvSpPr>
        <p:spPr>
          <a:xfrm>
            <a:off x="1290067" y="5020206"/>
            <a:ext cx="240029" cy="603354"/>
          </a:xfrm>
          <a:custGeom>
            <a:avLst/>
            <a:gdLst/>
            <a:ahLst/>
            <a:cxnLst/>
            <a:rect l="l" t="t" r="r" b="b"/>
            <a:pathLst>
              <a:path w="240029" h="613410">
                <a:moveTo>
                  <a:pt x="240029" y="3810"/>
                </a:moveTo>
                <a:lnTo>
                  <a:pt x="228599" y="0"/>
                </a:lnTo>
                <a:lnTo>
                  <a:pt x="0" y="609600"/>
                </a:lnTo>
                <a:lnTo>
                  <a:pt x="11429" y="613410"/>
                </a:lnTo>
                <a:lnTo>
                  <a:pt x="240029" y="3810"/>
                </a:lnTo>
                <a:close/>
              </a:path>
            </a:pathLst>
          </a:custGeom>
          <a:solidFill>
            <a:srgbClr val="000000"/>
          </a:solidFill>
        </p:spPr>
        <p:txBody>
          <a:bodyPr wrap="square" lIns="0" tIns="0" rIns="0" bIns="0" rtlCol="0">
            <a:noAutofit/>
          </a:bodyPr>
          <a:lstStyle/>
          <a:p>
            <a:endParaRPr/>
          </a:p>
        </p:txBody>
      </p:sp>
      <p:sp>
        <p:nvSpPr>
          <p:cNvPr id="111" name="object 111"/>
          <p:cNvSpPr/>
          <p:nvPr/>
        </p:nvSpPr>
        <p:spPr>
          <a:xfrm>
            <a:off x="7544181"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12" name="object 112"/>
          <p:cNvSpPr/>
          <p:nvPr/>
        </p:nvSpPr>
        <p:spPr>
          <a:xfrm>
            <a:off x="6463283" y="5076793"/>
            <a:ext cx="2506218" cy="0"/>
          </a:xfrm>
          <a:custGeom>
            <a:avLst/>
            <a:gdLst/>
            <a:ahLst/>
            <a:cxnLst/>
            <a:rect l="l" t="t" r="r" b="b"/>
            <a:pathLst>
              <a:path w="2506218">
                <a:moveTo>
                  <a:pt x="2506218" y="0"/>
                </a:moveTo>
                <a:lnTo>
                  <a:pt x="0" y="0"/>
                </a:lnTo>
              </a:path>
            </a:pathLst>
          </a:custGeom>
          <a:ln w="14223">
            <a:solidFill>
              <a:srgbClr val="000000"/>
            </a:solidFill>
          </a:ln>
        </p:spPr>
        <p:txBody>
          <a:bodyPr wrap="square" lIns="0" tIns="0" rIns="0" bIns="0" rtlCol="0">
            <a:noAutofit/>
          </a:bodyPr>
          <a:lstStyle/>
          <a:p>
            <a:endParaRPr/>
          </a:p>
        </p:txBody>
      </p:sp>
      <p:sp>
        <p:nvSpPr>
          <p:cNvPr id="113" name="object 113"/>
          <p:cNvSpPr/>
          <p:nvPr/>
        </p:nvSpPr>
        <p:spPr>
          <a:xfrm>
            <a:off x="6463283" y="5476655"/>
            <a:ext cx="2506218" cy="0"/>
          </a:xfrm>
          <a:custGeom>
            <a:avLst/>
            <a:gdLst/>
            <a:ahLst/>
            <a:cxnLst/>
            <a:rect l="l" t="t" r="r" b="b"/>
            <a:pathLst>
              <a:path w="2506218">
                <a:moveTo>
                  <a:pt x="2506218" y="0"/>
                </a:moveTo>
                <a:lnTo>
                  <a:pt x="0" y="0"/>
                </a:lnTo>
              </a:path>
            </a:pathLst>
          </a:custGeom>
          <a:ln w="13461">
            <a:solidFill>
              <a:srgbClr val="000000"/>
            </a:solidFill>
          </a:ln>
        </p:spPr>
        <p:txBody>
          <a:bodyPr wrap="square" lIns="0" tIns="0" rIns="0" bIns="0" rtlCol="0">
            <a:noAutofit/>
          </a:bodyPr>
          <a:lstStyle/>
          <a:p>
            <a:endParaRPr/>
          </a:p>
        </p:txBody>
      </p:sp>
      <p:sp>
        <p:nvSpPr>
          <p:cNvPr id="114" name="object 114"/>
          <p:cNvSpPr/>
          <p:nvPr/>
        </p:nvSpPr>
        <p:spPr>
          <a:xfrm>
            <a:off x="64773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5" name="object 115"/>
          <p:cNvSpPr/>
          <p:nvPr/>
        </p:nvSpPr>
        <p:spPr>
          <a:xfrm>
            <a:off x="8955405"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6" name="object 116"/>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18" name="object 118"/>
          <p:cNvSpPr/>
          <p:nvPr/>
        </p:nvSpPr>
        <p:spPr>
          <a:xfrm>
            <a:off x="10668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19" name="object 119"/>
          <p:cNvSpPr/>
          <p:nvPr/>
        </p:nvSpPr>
        <p:spPr>
          <a:xfrm>
            <a:off x="10607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20" name="object 120"/>
          <p:cNvSpPr/>
          <p:nvPr/>
        </p:nvSpPr>
        <p:spPr>
          <a:xfrm>
            <a:off x="11430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BF504C"/>
          </a:solidFill>
        </p:spPr>
        <p:txBody>
          <a:bodyPr wrap="square" lIns="0" tIns="0" rIns="0" bIns="0" rtlCol="0">
            <a:noAutofit/>
          </a:bodyPr>
          <a:lstStyle/>
          <a:p>
            <a:endParaRPr/>
          </a:p>
        </p:txBody>
      </p:sp>
      <p:sp>
        <p:nvSpPr>
          <p:cNvPr id="121" name="object 121"/>
          <p:cNvSpPr/>
          <p:nvPr/>
        </p:nvSpPr>
        <p:spPr>
          <a:xfrm>
            <a:off x="1203198" y="6067269"/>
            <a:ext cx="25146" cy="24734"/>
          </a:xfrm>
          <a:custGeom>
            <a:avLst/>
            <a:gdLst/>
            <a:ahLst/>
            <a:cxnLst/>
            <a:rect l="l" t="t" r="r" b="b"/>
            <a:pathLst>
              <a:path w="25146" h="25146">
                <a:moveTo>
                  <a:pt x="25146" y="8381"/>
                </a:moveTo>
                <a:lnTo>
                  <a:pt x="7620" y="0"/>
                </a:lnTo>
                <a:lnTo>
                  <a:pt x="0" y="17525"/>
                </a:lnTo>
                <a:lnTo>
                  <a:pt x="17526" y="25145"/>
                </a:lnTo>
                <a:lnTo>
                  <a:pt x="25146" y="8381"/>
                </a:lnTo>
                <a:close/>
              </a:path>
            </a:pathLst>
          </a:custGeom>
          <a:solidFill>
            <a:srgbClr val="000000"/>
          </a:solidFill>
        </p:spPr>
        <p:txBody>
          <a:bodyPr wrap="square" lIns="0" tIns="0" rIns="0" bIns="0" rtlCol="0">
            <a:noAutofit/>
          </a:bodyPr>
          <a:lstStyle/>
          <a:p>
            <a:endParaRPr/>
          </a:p>
        </p:txBody>
      </p:sp>
      <p:sp>
        <p:nvSpPr>
          <p:cNvPr id="122" name="object 122"/>
          <p:cNvSpPr/>
          <p:nvPr/>
        </p:nvSpPr>
        <p:spPr>
          <a:xfrm>
            <a:off x="1187958" y="6101746"/>
            <a:ext cx="25146" cy="24734"/>
          </a:xfrm>
          <a:custGeom>
            <a:avLst/>
            <a:gdLst/>
            <a:ahLst/>
            <a:cxnLst/>
            <a:rect l="l" t="t" r="r" b="b"/>
            <a:pathLst>
              <a:path w="25146" h="25146">
                <a:moveTo>
                  <a:pt x="25146" y="7619"/>
                </a:moveTo>
                <a:lnTo>
                  <a:pt x="7620" y="0"/>
                </a:lnTo>
                <a:lnTo>
                  <a:pt x="0" y="17525"/>
                </a:lnTo>
                <a:lnTo>
                  <a:pt x="16764" y="25145"/>
                </a:lnTo>
                <a:lnTo>
                  <a:pt x="25146" y="7619"/>
                </a:lnTo>
                <a:close/>
              </a:path>
            </a:pathLst>
          </a:custGeom>
          <a:solidFill>
            <a:srgbClr val="000000"/>
          </a:solidFill>
        </p:spPr>
        <p:txBody>
          <a:bodyPr wrap="square" lIns="0" tIns="0" rIns="0" bIns="0" rtlCol="0">
            <a:noAutofit/>
          </a:bodyPr>
          <a:lstStyle/>
          <a:p>
            <a:endParaRPr/>
          </a:p>
        </p:txBody>
      </p:sp>
      <p:sp>
        <p:nvSpPr>
          <p:cNvPr id="123" name="object 123"/>
          <p:cNvSpPr/>
          <p:nvPr/>
        </p:nvSpPr>
        <p:spPr>
          <a:xfrm>
            <a:off x="1171956" y="6136224"/>
            <a:ext cx="25146" cy="24733"/>
          </a:xfrm>
          <a:custGeom>
            <a:avLst/>
            <a:gdLst/>
            <a:ahLst/>
            <a:cxnLst/>
            <a:rect l="l" t="t" r="r" b="b"/>
            <a:pathLst>
              <a:path w="25146" h="25146">
                <a:moveTo>
                  <a:pt x="25145" y="7619"/>
                </a:moveTo>
                <a:lnTo>
                  <a:pt x="7619"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24" name="object 124"/>
          <p:cNvSpPr/>
          <p:nvPr/>
        </p:nvSpPr>
        <p:spPr>
          <a:xfrm>
            <a:off x="1156717" y="6169952"/>
            <a:ext cx="25145" cy="24733"/>
          </a:xfrm>
          <a:custGeom>
            <a:avLst/>
            <a:gdLst/>
            <a:ahLst/>
            <a:cxnLst/>
            <a:rect l="l" t="t" r="r" b="b"/>
            <a:pathLst>
              <a:path w="25146" h="25146">
                <a:moveTo>
                  <a:pt x="25146" y="8381"/>
                </a:moveTo>
                <a:lnTo>
                  <a:pt x="7620" y="0"/>
                </a:lnTo>
                <a:lnTo>
                  <a:pt x="0" y="17525"/>
                </a:lnTo>
                <a:lnTo>
                  <a:pt x="17526" y="25145"/>
                </a:lnTo>
                <a:lnTo>
                  <a:pt x="25146" y="8381"/>
                </a:lnTo>
                <a:close/>
              </a:path>
            </a:pathLst>
          </a:custGeom>
          <a:solidFill>
            <a:srgbClr val="000000"/>
          </a:solidFill>
        </p:spPr>
        <p:txBody>
          <a:bodyPr wrap="square" lIns="0" tIns="0" rIns="0" bIns="0" rtlCol="0">
            <a:noAutofit/>
          </a:bodyPr>
          <a:lstStyle/>
          <a:p>
            <a:endParaRPr/>
          </a:p>
        </p:txBody>
      </p:sp>
      <p:sp>
        <p:nvSpPr>
          <p:cNvPr id="125" name="object 125"/>
          <p:cNvSpPr/>
          <p:nvPr/>
        </p:nvSpPr>
        <p:spPr>
          <a:xfrm>
            <a:off x="1141477" y="6204429"/>
            <a:ext cx="25145" cy="24734"/>
          </a:xfrm>
          <a:custGeom>
            <a:avLst/>
            <a:gdLst/>
            <a:ahLst/>
            <a:cxnLst/>
            <a:rect l="l" t="t" r="r" b="b"/>
            <a:pathLst>
              <a:path w="25146" h="25146">
                <a:moveTo>
                  <a:pt x="25146" y="7620"/>
                </a:moveTo>
                <a:lnTo>
                  <a:pt x="7620" y="0"/>
                </a:lnTo>
                <a:lnTo>
                  <a:pt x="0" y="17526"/>
                </a:lnTo>
                <a:lnTo>
                  <a:pt x="17526" y="25146"/>
                </a:lnTo>
                <a:lnTo>
                  <a:pt x="25146" y="7620"/>
                </a:lnTo>
                <a:close/>
              </a:path>
            </a:pathLst>
          </a:custGeom>
          <a:solidFill>
            <a:srgbClr val="000000"/>
          </a:solidFill>
        </p:spPr>
        <p:txBody>
          <a:bodyPr wrap="square" lIns="0" tIns="0" rIns="0" bIns="0" rtlCol="0">
            <a:noAutofit/>
          </a:bodyPr>
          <a:lstStyle/>
          <a:p>
            <a:endParaRPr/>
          </a:p>
        </p:txBody>
      </p:sp>
      <p:sp>
        <p:nvSpPr>
          <p:cNvPr id="126" name="object 126"/>
          <p:cNvSpPr/>
          <p:nvPr/>
        </p:nvSpPr>
        <p:spPr>
          <a:xfrm>
            <a:off x="1125474" y="6238906"/>
            <a:ext cx="25146" cy="24734"/>
          </a:xfrm>
          <a:custGeom>
            <a:avLst/>
            <a:gdLst/>
            <a:ahLst/>
            <a:cxnLst/>
            <a:rect l="l" t="t" r="r" b="b"/>
            <a:pathLst>
              <a:path w="25146" h="25146">
                <a:moveTo>
                  <a:pt x="25145" y="7620"/>
                </a:moveTo>
                <a:lnTo>
                  <a:pt x="8381" y="0"/>
                </a:lnTo>
                <a:lnTo>
                  <a:pt x="0" y="17526"/>
                </a:lnTo>
                <a:lnTo>
                  <a:pt x="17525" y="25146"/>
                </a:lnTo>
                <a:lnTo>
                  <a:pt x="25145" y="7620"/>
                </a:lnTo>
                <a:close/>
              </a:path>
            </a:pathLst>
          </a:custGeom>
          <a:solidFill>
            <a:srgbClr val="000000"/>
          </a:solidFill>
        </p:spPr>
        <p:txBody>
          <a:bodyPr wrap="square" lIns="0" tIns="0" rIns="0" bIns="0" rtlCol="0">
            <a:noAutofit/>
          </a:bodyPr>
          <a:lstStyle/>
          <a:p>
            <a:endParaRPr/>
          </a:p>
        </p:txBody>
      </p:sp>
      <p:sp>
        <p:nvSpPr>
          <p:cNvPr id="127" name="object 127"/>
          <p:cNvSpPr/>
          <p:nvPr/>
        </p:nvSpPr>
        <p:spPr>
          <a:xfrm>
            <a:off x="1110235" y="6273383"/>
            <a:ext cx="25145" cy="24734"/>
          </a:xfrm>
          <a:custGeom>
            <a:avLst/>
            <a:gdLst/>
            <a:ahLst/>
            <a:cxnLst/>
            <a:rect l="l" t="t" r="r" b="b"/>
            <a:pathLst>
              <a:path w="25146" h="25146">
                <a:moveTo>
                  <a:pt x="25145" y="7619"/>
                </a:moveTo>
                <a:lnTo>
                  <a:pt x="7619" y="0"/>
                </a:lnTo>
                <a:lnTo>
                  <a:pt x="0" y="16763"/>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28" name="object 128"/>
          <p:cNvSpPr/>
          <p:nvPr/>
        </p:nvSpPr>
        <p:spPr>
          <a:xfrm>
            <a:off x="1094994" y="6307111"/>
            <a:ext cx="25146" cy="24734"/>
          </a:xfrm>
          <a:custGeom>
            <a:avLst/>
            <a:gdLst/>
            <a:ahLst/>
            <a:cxnLst/>
            <a:rect l="l" t="t" r="r" b="b"/>
            <a:pathLst>
              <a:path w="25146" h="25146">
                <a:moveTo>
                  <a:pt x="25146" y="7619"/>
                </a:moveTo>
                <a:lnTo>
                  <a:pt x="7620" y="0"/>
                </a:lnTo>
                <a:lnTo>
                  <a:pt x="0" y="17525"/>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29" name="object 129"/>
          <p:cNvSpPr/>
          <p:nvPr/>
        </p:nvSpPr>
        <p:spPr>
          <a:xfrm>
            <a:off x="1078992" y="6341589"/>
            <a:ext cx="25146" cy="24734"/>
          </a:xfrm>
          <a:custGeom>
            <a:avLst/>
            <a:gdLst/>
            <a:ahLst/>
            <a:cxnLst/>
            <a:rect l="l" t="t" r="r" b="b"/>
            <a:pathLst>
              <a:path w="25146" h="25146">
                <a:moveTo>
                  <a:pt x="25145" y="7619"/>
                </a:moveTo>
                <a:lnTo>
                  <a:pt x="8381"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30" name="object 130"/>
          <p:cNvSpPr/>
          <p:nvPr/>
        </p:nvSpPr>
        <p:spPr>
          <a:xfrm>
            <a:off x="1063752" y="6376066"/>
            <a:ext cx="25146" cy="24734"/>
          </a:xfrm>
          <a:custGeom>
            <a:avLst/>
            <a:gdLst/>
            <a:ahLst/>
            <a:cxnLst/>
            <a:rect l="l" t="t" r="r" b="b"/>
            <a:pathLst>
              <a:path w="25146" h="25145">
                <a:moveTo>
                  <a:pt x="25145" y="7619"/>
                </a:moveTo>
                <a:lnTo>
                  <a:pt x="7619" y="0"/>
                </a:lnTo>
                <a:lnTo>
                  <a:pt x="0" y="16763"/>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31" name="object 131"/>
          <p:cNvSpPr/>
          <p:nvPr/>
        </p:nvSpPr>
        <p:spPr>
          <a:xfrm>
            <a:off x="1048512" y="6409794"/>
            <a:ext cx="25146" cy="24733"/>
          </a:xfrm>
          <a:custGeom>
            <a:avLst/>
            <a:gdLst/>
            <a:ahLst/>
            <a:cxnLst/>
            <a:rect l="l" t="t" r="r" b="b"/>
            <a:pathLst>
              <a:path w="25146" h="25146">
                <a:moveTo>
                  <a:pt x="25145" y="7620"/>
                </a:moveTo>
                <a:lnTo>
                  <a:pt x="7619" y="0"/>
                </a:lnTo>
                <a:lnTo>
                  <a:pt x="0" y="17526"/>
                </a:lnTo>
                <a:lnTo>
                  <a:pt x="17525" y="25146"/>
                </a:lnTo>
                <a:lnTo>
                  <a:pt x="25145" y="7620"/>
                </a:lnTo>
                <a:close/>
              </a:path>
            </a:pathLst>
          </a:custGeom>
          <a:solidFill>
            <a:srgbClr val="000000"/>
          </a:solidFill>
        </p:spPr>
        <p:txBody>
          <a:bodyPr wrap="square" lIns="0" tIns="0" rIns="0" bIns="0" rtlCol="0">
            <a:noAutofit/>
          </a:bodyPr>
          <a:lstStyle/>
          <a:p>
            <a:endParaRPr/>
          </a:p>
        </p:txBody>
      </p:sp>
      <p:sp>
        <p:nvSpPr>
          <p:cNvPr id="132" name="object 132"/>
          <p:cNvSpPr/>
          <p:nvPr/>
        </p:nvSpPr>
        <p:spPr>
          <a:xfrm>
            <a:off x="1033273" y="6444271"/>
            <a:ext cx="25145" cy="24734"/>
          </a:xfrm>
          <a:custGeom>
            <a:avLst/>
            <a:gdLst/>
            <a:ahLst/>
            <a:cxnLst/>
            <a:rect l="l" t="t" r="r" b="b"/>
            <a:pathLst>
              <a:path w="25146" h="25146">
                <a:moveTo>
                  <a:pt x="25146" y="7620"/>
                </a:moveTo>
                <a:lnTo>
                  <a:pt x="7620" y="0"/>
                </a:lnTo>
                <a:lnTo>
                  <a:pt x="0" y="17526"/>
                </a:lnTo>
                <a:lnTo>
                  <a:pt x="16764" y="25146"/>
                </a:lnTo>
                <a:lnTo>
                  <a:pt x="25146" y="7620"/>
                </a:lnTo>
                <a:close/>
              </a:path>
            </a:pathLst>
          </a:custGeom>
          <a:solidFill>
            <a:srgbClr val="000000"/>
          </a:solidFill>
        </p:spPr>
        <p:txBody>
          <a:bodyPr wrap="square" lIns="0" tIns="0" rIns="0" bIns="0" rtlCol="0">
            <a:noAutofit/>
          </a:bodyPr>
          <a:lstStyle/>
          <a:p>
            <a:endParaRPr/>
          </a:p>
        </p:txBody>
      </p:sp>
      <p:sp>
        <p:nvSpPr>
          <p:cNvPr id="133" name="object 133"/>
          <p:cNvSpPr/>
          <p:nvPr/>
        </p:nvSpPr>
        <p:spPr>
          <a:xfrm>
            <a:off x="1017271" y="6478749"/>
            <a:ext cx="25145" cy="24733"/>
          </a:xfrm>
          <a:custGeom>
            <a:avLst/>
            <a:gdLst/>
            <a:ahLst/>
            <a:cxnLst/>
            <a:rect l="l" t="t" r="r" b="b"/>
            <a:pathLst>
              <a:path w="25146" h="25146">
                <a:moveTo>
                  <a:pt x="25146" y="7620"/>
                </a:moveTo>
                <a:lnTo>
                  <a:pt x="7620" y="0"/>
                </a:lnTo>
                <a:lnTo>
                  <a:pt x="0" y="17526"/>
                </a:lnTo>
                <a:lnTo>
                  <a:pt x="17526" y="25146"/>
                </a:lnTo>
                <a:lnTo>
                  <a:pt x="25146" y="7620"/>
                </a:lnTo>
                <a:close/>
              </a:path>
            </a:pathLst>
          </a:custGeom>
          <a:solidFill>
            <a:srgbClr val="000000"/>
          </a:solidFill>
        </p:spPr>
        <p:txBody>
          <a:bodyPr wrap="square" lIns="0" tIns="0" rIns="0" bIns="0" rtlCol="0">
            <a:noAutofit/>
          </a:bodyPr>
          <a:lstStyle/>
          <a:p>
            <a:endParaRPr/>
          </a:p>
        </p:txBody>
      </p:sp>
      <p:sp>
        <p:nvSpPr>
          <p:cNvPr id="134" name="object 134"/>
          <p:cNvSpPr/>
          <p:nvPr/>
        </p:nvSpPr>
        <p:spPr>
          <a:xfrm>
            <a:off x="1002031" y="6512477"/>
            <a:ext cx="25145" cy="24734"/>
          </a:xfrm>
          <a:custGeom>
            <a:avLst/>
            <a:gdLst/>
            <a:ahLst/>
            <a:cxnLst/>
            <a:rect l="l" t="t" r="r" b="b"/>
            <a:pathLst>
              <a:path w="25146" h="25146">
                <a:moveTo>
                  <a:pt x="25145" y="8381"/>
                </a:moveTo>
                <a:lnTo>
                  <a:pt x="7619" y="0"/>
                </a:lnTo>
                <a:lnTo>
                  <a:pt x="0" y="17525"/>
                </a:lnTo>
                <a:lnTo>
                  <a:pt x="17525" y="25145"/>
                </a:lnTo>
                <a:lnTo>
                  <a:pt x="25145" y="8381"/>
                </a:lnTo>
                <a:close/>
              </a:path>
            </a:pathLst>
          </a:custGeom>
          <a:solidFill>
            <a:srgbClr val="000000"/>
          </a:solidFill>
        </p:spPr>
        <p:txBody>
          <a:bodyPr wrap="square" lIns="0" tIns="0" rIns="0" bIns="0" rtlCol="0">
            <a:noAutofit/>
          </a:bodyPr>
          <a:lstStyle/>
          <a:p>
            <a:endParaRPr/>
          </a:p>
        </p:txBody>
      </p:sp>
      <p:sp>
        <p:nvSpPr>
          <p:cNvPr id="135" name="object 135"/>
          <p:cNvSpPr/>
          <p:nvPr/>
        </p:nvSpPr>
        <p:spPr>
          <a:xfrm>
            <a:off x="986790" y="6546954"/>
            <a:ext cx="25146" cy="24733"/>
          </a:xfrm>
          <a:custGeom>
            <a:avLst/>
            <a:gdLst/>
            <a:ahLst/>
            <a:cxnLst/>
            <a:rect l="l" t="t" r="r" b="b"/>
            <a:pathLst>
              <a:path w="25146" h="25146">
                <a:moveTo>
                  <a:pt x="25146" y="7619"/>
                </a:moveTo>
                <a:lnTo>
                  <a:pt x="7619" y="0"/>
                </a:lnTo>
                <a:lnTo>
                  <a:pt x="0" y="17525"/>
                </a:lnTo>
                <a:lnTo>
                  <a:pt x="16764" y="25145"/>
                </a:lnTo>
                <a:lnTo>
                  <a:pt x="25146" y="7619"/>
                </a:lnTo>
                <a:close/>
              </a:path>
            </a:pathLst>
          </a:custGeom>
          <a:solidFill>
            <a:srgbClr val="000000"/>
          </a:solidFill>
        </p:spPr>
        <p:txBody>
          <a:bodyPr wrap="square" lIns="0" tIns="0" rIns="0" bIns="0" rtlCol="0">
            <a:noAutofit/>
          </a:bodyPr>
          <a:lstStyle/>
          <a:p>
            <a:endParaRPr/>
          </a:p>
        </p:txBody>
      </p:sp>
      <p:sp>
        <p:nvSpPr>
          <p:cNvPr id="136" name="object 136"/>
          <p:cNvSpPr/>
          <p:nvPr/>
        </p:nvSpPr>
        <p:spPr>
          <a:xfrm>
            <a:off x="970788" y="6581432"/>
            <a:ext cx="25146" cy="24733"/>
          </a:xfrm>
          <a:custGeom>
            <a:avLst/>
            <a:gdLst/>
            <a:ahLst/>
            <a:cxnLst/>
            <a:rect l="l" t="t" r="r" b="b"/>
            <a:pathLst>
              <a:path w="25146" h="25146">
                <a:moveTo>
                  <a:pt x="25146" y="7620"/>
                </a:moveTo>
                <a:lnTo>
                  <a:pt x="7620" y="0"/>
                </a:lnTo>
                <a:lnTo>
                  <a:pt x="0" y="17526"/>
                </a:lnTo>
                <a:lnTo>
                  <a:pt x="17526" y="25145"/>
                </a:lnTo>
                <a:lnTo>
                  <a:pt x="25146" y="7620"/>
                </a:lnTo>
                <a:close/>
              </a:path>
            </a:pathLst>
          </a:custGeom>
          <a:solidFill>
            <a:srgbClr val="000000"/>
          </a:solidFill>
        </p:spPr>
        <p:txBody>
          <a:bodyPr wrap="square" lIns="0" tIns="0" rIns="0" bIns="0" rtlCol="0">
            <a:noAutofit/>
          </a:bodyPr>
          <a:lstStyle/>
          <a:p>
            <a:endParaRPr/>
          </a:p>
        </p:txBody>
      </p:sp>
      <p:sp>
        <p:nvSpPr>
          <p:cNvPr id="137" name="object 137"/>
          <p:cNvSpPr/>
          <p:nvPr/>
        </p:nvSpPr>
        <p:spPr>
          <a:xfrm>
            <a:off x="955548" y="6615160"/>
            <a:ext cx="25146" cy="24733"/>
          </a:xfrm>
          <a:custGeom>
            <a:avLst/>
            <a:gdLst/>
            <a:ahLst/>
            <a:cxnLst/>
            <a:rect l="l" t="t" r="r" b="b"/>
            <a:pathLst>
              <a:path w="25146" h="25146">
                <a:moveTo>
                  <a:pt x="25145" y="8381"/>
                </a:moveTo>
                <a:lnTo>
                  <a:pt x="7619" y="0"/>
                </a:lnTo>
                <a:lnTo>
                  <a:pt x="0" y="17525"/>
                </a:lnTo>
                <a:lnTo>
                  <a:pt x="17525" y="25145"/>
                </a:lnTo>
                <a:lnTo>
                  <a:pt x="25145" y="8381"/>
                </a:lnTo>
                <a:close/>
              </a:path>
            </a:pathLst>
          </a:custGeom>
          <a:solidFill>
            <a:srgbClr val="000000"/>
          </a:solidFill>
        </p:spPr>
        <p:txBody>
          <a:bodyPr wrap="square" lIns="0" tIns="0" rIns="0" bIns="0" rtlCol="0">
            <a:noAutofit/>
          </a:bodyPr>
          <a:lstStyle/>
          <a:p>
            <a:endParaRPr/>
          </a:p>
        </p:txBody>
      </p:sp>
      <p:sp>
        <p:nvSpPr>
          <p:cNvPr id="138" name="object 138"/>
          <p:cNvSpPr/>
          <p:nvPr/>
        </p:nvSpPr>
        <p:spPr>
          <a:xfrm>
            <a:off x="940308" y="6649637"/>
            <a:ext cx="25146" cy="24733"/>
          </a:xfrm>
          <a:custGeom>
            <a:avLst/>
            <a:gdLst/>
            <a:ahLst/>
            <a:cxnLst/>
            <a:rect l="l" t="t" r="r" b="b"/>
            <a:pathLst>
              <a:path w="25146" h="25146">
                <a:moveTo>
                  <a:pt x="25145" y="7619"/>
                </a:moveTo>
                <a:lnTo>
                  <a:pt x="7619" y="0"/>
                </a:lnTo>
                <a:lnTo>
                  <a:pt x="0" y="17525"/>
                </a:lnTo>
                <a:lnTo>
                  <a:pt x="17525" y="25145"/>
                </a:lnTo>
                <a:lnTo>
                  <a:pt x="25145" y="7619"/>
                </a:lnTo>
                <a:close/>
              </a:path>
            </a:pathLst>
          </a:custGeom>
          <a:solidFill>
            <a:srgbClr val="000000"/>
          </a:solidFill>
        </p:spPr>
        <p:txBody>
          <a:bodyPr wrap="square" lIns="0" tIns="0" rIns="0" bIns="0" rtlCol="0">
            <a:noAutofit/>
          </a:bodyPr>
          <a:lstStyle/>
          <a:p>
            <a:endParaRPr/>
          </a:p>
        </p:txBody>
      </p:sp>
      <p:sp>
        <p:nvSpPr>
          <p:cNvPr id="139" name="object 139"/>
          <p:cNvSpPr/>
          <p:nvPr/>
        </p:nvSpPr>
        <p:spPr>
          <a:xfrm>
            <a:off x="924306" y="6684114"/>
            <a:ext cx="25146" cy="24734"/>
          </a:xfrm>
          <a:custGeom>
            <a:avLst/>
            <a:gdLst/>
            <a:ahLst/>
            <a:cxnLst/>
            <a:rect l="l" t="t" r="r" b="b"/>
            <a:pathLst>
              <a:path w="25146" h="25146">
                <a:moveTo>
                  <a:pt x="25146" y="7619"/>
                </a:moveTo>
                <a:lnTo>
                  <a:pt x="8382" y="0"/>
                </a:lnTo>
                <a:lnTo>
                  <a:pt x="0" y="17525"/>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40" name="object 140"/>
          <p:cNvSpPr/>
          <p:nvPr/>
        </p:nvSpPr>
        <p:spPr>
          <a:xfrm>
            <a:off x="909066" y="6718591"/>
            <a:ext cx="25146" cy="24734"/>
          </a:xfrm>
          <a:custGeom>
            <a:avLst/>
            <a:gdLst/>
            <a:ahLst/>
            <a:cxnLst/>
            <a:rect l="l" t="t" r="r" b="b"/>
            <a:pathLst>
              <a:path w="25146" h="25146">
                <a:moveTo>
                  <a:pt x="25146" y="7619"/>
                </a:moveTo>
                <a:lnTo>
                  <a:pt x="7620" y="0"/>
                </a:lnTo>
                <a:lnTo>
                  <a:pt x="0" y="16763"/>
                </a:lnTo>
                <a:lnTo>
                  <a:pt x="17526" y="25145"/>
                </a:lnTo>
                <a:lnTo>
                  <a:pt x="25146" y="7619"/>
                </a:lnTo>
                <a:close/>
              </a:path>
            </a:pathLst>
          </a:custGeom>
          <a:solidFill>
            <a:srgbClr val="000000"/>
          </a:solidFill>
        </p:spPr>
        <p:txBody>
          <a:bodyPr wrap="square" lIns="0" tIns="0" rIns="0" bIns="0" rtlCol="0">
            <a:noAutofit/>
          </a:bodyPr>
          <a:lstStyle/>
          <a:p>
            <a:endParaRPr/>
          </a:p>
        </p:txBody>
      </p:sp>
      <p:sp>
        <p:nvSpPr>
          <p:cNvPr id="141" name="object 141"/>
          <p:cNvSpPr/>
          <p:nvPr/>
        </p:nvSpPr>
        <p:spPr>
          <a:xfrm>
            <a:off x="7544181" y="5777959"/>
            <a:ext cx="0" cy="112424"/>
          </a:xfrm>
          <a:custGeom>
            <a:avLst/>
            <a:gdLst/>
            <a:ahLst/>
            <a:cxnLst/>
            <a:rect l="l" t="t" r="r" b="b"/>
            <a:pathLst>
              <a:path h="114298">
                <a:moveTo>
                  <a:pt x="0" y="762"/>
                </a:moveTo>
                <a:lnTo>
                  <a:pt x="0" y="114298"/>
                </a:lnTo>
              </a:path>
            </a:pathLst>
          </a:custGeom>
          <a:ln w="14223">
            <a:solidFill>
              <a:srgbClr val="000000"/>
            </a:solidFill>
          </a:ln>
        </p:spPr>
        <p:txBody>
          <a:bodyPr wrap="square" lIns="0" tIns="0" rIns="0" bIns="0" rtlCol="0">
            <a:noAutofit/>
          </a:bodyPr>
          <a:lstStyle/>
          <a:p>
            <a:endParaRPr/>
          </a:p>
        </p:txBody>
      </p:sp>
      <p:sp>
        <p:nvSpPr>
          <p:cNvPr id="142" name="object 142"/>
          <p:cNvSpPr/>
          <p:nvPr/>
        </p:nvSpPr>
        <p:spPr>
          <a:xfrm>
            <a:off x="6477381"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43" name="object 143"/>
          <p:cNvSpPr/>
          <p:nvPr/>
        </p:nvSpPr>
        <p:spPr>
          <a:xfrm>
            <a:off x="8955405" y="5777959"/>
            <a:ext cx="0" cy="112424"/>
          </a:xfrm>
          <a:custGeom>
            <a:avLst/>
            <a:gdLst/>
            <a:ahLst/>
            <a:cxnLst/>
            <a:rect l="l" t="t" r="r" b="b"/>
            <a:pathLst>
              <a:path h="114298">
                <a:moveTo>
                  <a:pt x="0" y="762"/>
                </a:moveTo>
                <a:lnTo>
                  <a:pt x="0" y="114298"/>
                </a:lnTo>
              </a:path>
            </a:pathLst>
          </a:custGeom>
          <a:ln w="29464">
            <a:solidFill>
              <a:srgbClr val="000000"/>
            </a:solidFill>
          </a:ln>
        </p:spPr>
        <p:txBody>
          <a:bodyPr wrap="square" lIns="0" tIns="0" rIns="0" bIns="0" rtlCol="0">
            <a:noAutofit/>
          </a:bodyPr>
          <a:lstStyle/>
          <a:p>
            <a:endParaRPr/>
          </a:p>
        </p:txBody>
      </p:sp>
      <p:sp>
        <p:nvSpPr>
          <p:cNvPr id="144" name="object 144"/>
          <p:cNvSpPr/>
          <p:nvPr/>
        </p:nvSpPr>
        <p:spPr>
          <a:xfrm>
            <a:off x="6463283" y="5876518"/>
            <a:ext cx="2506218" cy="0"/>
          </a:xfrm>
          <a:custGeom>
            <a:avLst/>
            <a:gdLst/>
            <a:ahLst/>
            <a:cxnLst/>
            <a:rect l="l" t="t" r="r" b="b"/>
            <a:pathLst>
              <a:path w="2506218">
                <a:moveTo>
                  <a:pt x="2506218" y="0"/>
                </a:moveTo>
                <a:lnTo>
                  <a:pt x="0" y="0"/>
                </a:lnTo>
              </a:path>
            </a:pathLst>
          </a:custGeom>
          <a:ln w="29464">
            <a:solidFill>
              <a:srgbClr val="000000"/>
            </a:solidFill>
          </a:ln>
        </p:spPr>
        <p:txBody>
          <a:bodyPr wrap="square" lIns="0" tIns="0" rIns="0" bIns="0" rtlCol="0">
            <a:noAutofit/>
          </a:bodyPr>
          <a:lstStyle/>
          <a:p>
            <a:endParaRPr/>
          </a:p>
        </p:txBody>
      </p:sp>
      <p:sp>
        <p:nvSpPr>
          <p:cNvPr id="52" name="object 52"/>
          <p:cNvSpPr txBox="1"/>
          <p:nvPr/>
        </p:nvSpPr>
        <p:spPr>
          <a:xfrm>
            <a:off x="1619504" y="758939"/>
            <a:ext cx="17511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G</a:t>
            </a:r>
            <a:r>
              <a:rPr sz="6600" spc="-54" baseline="3103" dirty="0">
                <a:latin typeface="Calibri"/>
                <a:cs typeface="Calibri"/>
              </a:rPr>
              <a:t>r</a:t>
            </a:r>
            <a:r>
              <a:rPr sz="6600" spc="0" baseline="3103" dirty="0">
                <a:latin typeface="Calibri"/>
                <a:cs typeface="Calibri"/>
              </a:rPr>
              <a:t>eedy</a:t>
            </a:r>
            <a:endParaRPr sz="4400">
              <a:latin typeface="Calibri"/>
              <a:cs typeface="Calibri"/>
            </a:endParaRPr>
          </a:p>
        </p:txBody>
      </p:sp>
      <p:sp>
        <p:nvSpPr>
          <p:cNvPr id="51" name="object 51"/>
          <p:cNvSpPr txBox="1"/>
          <p:nvPr/>
        </p:nvSpPr>
        <p:spPr>
          <a:xfrm>
            <a:off x="3388105" y="758939"/>
            <a:ext cx="177757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0" name="object 50"/>
          <p:cNvSpPr txBox="1"/>
          <p:nvPr/>
        </p:nvSpPr>
        <p:spPr>
          <a:xfrm>
            <a:off x="5184903"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9" name="object 49"/>
          <p:cNvSpPr txBox="1"/>
          <p:nvPr/>
        </p:nvSpPr>
        <p:spPr>
          <a:xfrm>
            <a:off x="6293614"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8" name="object 48"/>
          <p:cNvSpPr txBox="1"/>
          <p:nvPr/>
        </p:nvSpPr>
        <p:spPr>
          <a:xfrm>
            <a:off x="46507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4E81BD"/>
                </a:solidFill>
                <a:latin typeface="Calibri"/>
                <a:cs typeface="Calibri"/>
              </a:rPr>
              <a:t>S</a:t>
            </a:r>
            <a:r>
              <a:rPr sz="2700" b="1" spc="-19" baseline="3034" dirty="0">
                <a:solidFill>
                  <a:srgbClr val="4E81BD"/>
                </a:solidFill>
                <a:latin typeface="Calibri"/>
                <a:cs typeface="Calibri"/>
              </a:rPr>
              <a:t>t</a:t>
            </a:r>
            <a:r>
              <a:rPr sz="2700" b="1" spc="0" baseline="3034" dirty="0">
                <a:solidFill>
                  <a:srgbClr val="4E81BD"/>
                </a:solidFill>
                <a:latin typeface="Calibri"/>
                <a:cs typeface="Calibri"/>
              </a:rPr>
              <a:t>art</a:t>
            </a:r>
            <a:endParaRPr sz="1800">
              <a:latin typeface="Calibri"/>
              <a:cs typeface="Calibri"/>
            </a:endParaRPr>
          </a:p>
        </p:txBody>
      </p:sp>
      <p:sp>
        <p:nvSpPr>
          <p:cNvPr id="47" name="object 47"/>
          <p:cNvSpPr txBox="1"/>
          <p:nvPr/>
        </p:nvSpPr>
        <p:spPr>
          <a:xfrm>
            <a:off x="48793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75</a:t>
            </a:r>
            <a:endParaRPr sz="1800">
              <a:latin typeface="Calibri"/>
              <a:cs typeface="Calibri"/>
            </a:endParaRPr>
          </a:p>
        </p:txBody>
      </p:sp>
      <p:sp>
        <p:nvSpPr>
          <p:cNvPr id="46" name="object 46"/>
          <p:cNvSpPr txBox="1"/>
          <p:nvPr/>
        </p:nvSpPr>
        <p:spPr>
          <a:xfrm>
            <a:off x="2974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118</a:t>
            </a:r>
            <a:endParaRPr sz="1800">
              <a:latin typeface="Calibri"/>
              <a:cs typeface="Calibri"/>
            </a:endParaRPr>
          </a:p>
        </p:txBody>
      </p:sp>
      <p:sp>
        <p:nvSpPr>
          <p:cNvPr id="45" name="object 45"/>
          <p:cNvSpPr txBox="1"/>
          <p:nvPr/>
        </p:nvSpPr>
        <p:spPr>
          <a:xfrm>
            <a:off x="6022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4" name="object 44"/>
          <p:cNvSpPr txBox="1"/>
          <p:nvPr/>
        </p:nvSpPr>
        <p:spPr>
          <a:xfrm>
            <a:off x="5260341" y="263702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[374]</a:t>
            </a:r>
            <a:endParaRPr sz="1800">
              <a:latin typeface="Calibri"/>
              <a:cs typeface="Calibri"/>
            </a:endParaRPr>
          </a:p>
        </p:txBody>
      </p:sp>
      <p:sp>
        <p:nvSpPr>
          <p:cNvPr id="43" name="object 43"/>
          <p:cNvSpPr txBox="1"/>
          <p:nvPr/>
        </p:nvSpPr>
        <p:spPr>
          <a:xfrm>
            <a:off x="1221740" y="2697729"/>
            <a:ext cx="54736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42" name="object 42"/>
          <p:cNvSpPr txBox="1"/>
          <p:nvPr/>
        </p:nvSpPr>
        <p:spPr>
          <a:xfrm>
            <a:off x="44221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140</a:t>
            </a:r>
            <a:endParaRPr sz="1800">
              <a:latin typeface="Calibri"/>
              <a:cs typeface="Calibri"/>
            </a:endParaRPr>
          </a:p>
        </p:txBody>
      </p:sp>
      <p:sp>
        <p:nvSpPr>
          <p:cNvPr id="41" name="object 41"/>
          <p:cNvSpPr txBox="1"/>
          <p:nvPr/>
        </p:nvSpPr>
        <p:spPr>
          <a:xfrm>
            <a:off x="20599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0" name="object 40"/>
          <p:cNvSpPr txBox="1"/>
          <p:nvPr/>
        </p:nvSpPr>
        <p:spPr>
          <a:xfrm>
            <a:off x="43459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9" name="object 39"/>
          <p:cNvSpPr txBox="1"/>
          <p:nvPr/>
        </p:nvSpPr>
        <p:spPr>
          <a:xfrm>
            <a:off x="3583941" y="323662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[253]</a:t>
            </a:r>
            <a:endParaRPr sz="1800">
              <a:latin typeface="Calibri"/>
              <a:cs typeface="Calibri"/>
            </a:endParaRPr>
          </a:p>
        </p:txBody>
      </p:sp>
      <p:sp>
        <p:nvSpPr>
          <p:cNvPr id="38" name="object 38"/>
          <p:cNvSpPr txBox="1"/>
          <p:nvPr/>
        </p:nvSpPr>
        <p:spPr>
          <a:xfrm>
            <a:off x="916940" y="3372286"/>
            <a:ext cx="635740" cy="638831"/>
          </a:xfrm>
          <a:prstGeom prst="rect">
            <a:avLst/>
          </a:prstGeom>
        </p:spPr>
        <p:txBody>
          <a:bodyPr wrap="square" lIns="0" tIns="0" rIns="0" bIns="0" rtlCol="0">
            <a:noAutofit/>
          </a:bodyPr>
          <a:lstStyle/>
          <a:p>
            <a:pPr marL="241299">
              <a:lnSpc>
                <a:spcPts val="1935"/>
              </a:lnSpc>
              <a:spcBef>
                <a:spcPts val="96"/>
              </a:spcBef>
            </a:pPr>
            <a:r>
              <a:rPr sz="2700" b="1" spc="0" baseline="3034" dirty="0">
                <a:solidFill>
                  <a:srgbClr val="BF504C"/>
                </a:solidFill>
                <a:latin typeface="Calibri"/>
                <a:cs typeface="Calibri"/>
              </a:rPr>
              <a:t>111</a:t>
            </a:r>
            <a:endParaRPr sz="1800">
              <a:latin typeface="Calibri"/>
              <a:cs typeface="Calibri"/>
            </a:endParaRPr>
          </a:p>
          <a:p>
            <a:pPr marL="12700" marR="34290">
              <a:lnSpc>
                <a:spcPct val="101725"/>
              </a:lnSpc>
              <a:spcBef>
                <a:spcPts val="819"/>
              </a:spcBef>
            </a:pPr>
            <a:r>
              <a:rPr sz="1800" spc="0" dirty="0">
                <a:latin typeface="Calibri"/>
                <a:cs typeface="Calibri"/>
              </a:rPr>
              <a:t>[244]</a:t>
            </a:r>
            <a:endParaRPr sz="1800">
              <a:latin typeface="Calibri"/>
              <a:cs typeface="Calibri"/>
            </a:endParaRPr>
          </a:p>
        </p:txBody>
      </p:sp>
      <p:sp>
        <p:nvSpPr>
          <p:cNvPr id="37" name="object 37"/>
          <p:cNvSpPr txBox="1"/>
          <p:nvPr/>
        </p:nvSpPr>
        <p:spPr>
          <a:xfrm>
            <a:off x="2059940" y="4346648"/>
            <a:ext cx="1573292"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I</a:t>
            </a:r>
            <a:r>
              <a:rPr sz="2700" b="1" spc="-9" baseline="3034" dirty="0">
                <a:solidFill>
                  <a:srgbClr val="0000FF"/>
                </a:solidFill>
                <a:latin typeface="Calibri"/>
                <a:cs typeface="Calibri"/>
              </a:rPr>
              <a:t>n</a:t>
            </a:r>
            <a:r>
              <a:rPr sz="2700" b="1" spc="0" baseline="3034" dirty="0">
                <a:solidFill>
                  <a:srgbClr val="0000FF"/>
                </a:solidFill>
                <a:latin typeface="Calibri"/>
                <a:cs typeface="Calibri"/>
              </a:rPr>
              <a:t>fini</a:t>
            </a:r>
            <a:r>
              <a:rPr sz="2700" b="1" spc="-19" baseline="3034" dirty="0">
                <a:solidFill>
                  <a:srgbClr val="0000FF"/>
                </a:solidFill>
                <a:latin typeface="Calibri"/>
                <a:cs typeface="Calibri"/>
              </a:rPr>
              <a:t>t</a:t>
            </a:r>
            <a:r>
              <a:rPr sz="2700" b="1" spc="0" baseline="3034" dirty="0">
                <a:solidFill>
                  <a:srgbClr val="0000FF"/>
                </a:solidFill>
                <a:latin typeface="Calibri"/>
                <a:cs typeface="Calibri"/>
              </a:rPr>
              <a:t>e</a:t>
            </a:r>
            <a:r>
              <a:rPr sz="2700" b="1" spc="-25" baseline="3034" dirty="0">
                <a:solidFill>
                  <a:srgbClr val="0000FF"/>
                </a:solidFill>
                <a:latin typeface="Calibri"/>
                <a:cs typeface="Calibri"/>
              </a:rPr>
              <a:t> </a:t>
            </a:r>
            <a:r>
              <a:rPr sz="2700" b="1" spc="0" baseline="3034" dirty="0">
                <a:solidFill>
                  <a:srgbClr val="0000FF"/>
                </a:solidFill>
                <a:latin typeface="Calibri"/>
                <a:cs typeface="Calibri"/>
              </a:rPr>
              <a:t>B</a:t>
            </a:r>
            <a:r>
              <a:rPr sz="2700" b="1" spc="-39" baseline="3034" dirty="0">
                <a:solidFill>
                  <a:srgbClr val="0000FF"/>
                </a:solidFill>
                <a:latin typeface="Calibri"/>
                <a:cs typeface="Calibri"/>
              </a:rPr>
              <a:t>r</a:t>
            </a:r>
            <a:r>
              <a:rPr sz="2700" b="1" spc="0" baseline="3034" dirty="0">
                <a:solidFill>
                  <a:srgbClr val="0000FF"/>
                </a:solidFill>
                <a:latin typeface="Calibri"/>
                <a:cs typeface="Calibri"/>
              </a:rPr>
              <a:t>anch !</a:t>
            </a:r>
            <a:endParaRPr sz="1800">
              <a:latin typeface="Calibri"/>
              <a:cs typeface="Calibri"/>
            </a:endParaRPr>
          </a:p>
        </p:txBody>
      </p:sp>
      <p:sp>
        <p:nvSpPr>
          <p:cNvPr id="36" name="object 36"/>
          <p:cNvSpPr txBox="1"/>
          <p:nvPr/>
        </p:nvSpPr>
        <p:spPr>
          <a:xfrm>
            <a:off x="688341" y="464645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[250]</a:t>
            </a:r>
            <a:endParaRPr sz="1800">
              <a:latin typeface="Calibri"/>
              <a:cs typeface="Calibri"/>
            </a:endParaRPr>
          </a:p>
        </p:txBody>
      </p:sp>
      <p:sp>
        <p:nvSpPr>
          <p:cNvPr id="35" name="object 35"/>
          <p:cNvSpPr txBox="1"/>
          <p:nvPr/>
        </p:nvSpPr>
        <p:spPr>
          <a:xfrm>
            <a:off x="1526540" y="4721402"/>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4" name="object 34"/>
          <p:cNvSpPr txBox="1"/>
          <p:nvPr/>
        </p:nvSpPr>
        <p:spPr>
          <a:xfrm>
            <a:off x="459741" y="571000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[244]</a:t>
            </a:r>
            <a:endParaRPr sz="1800">
              <a:latin typeface="Calibri"/>
              <a:cs typeface="Calibri"/>
            </a:endParaRPr>
          </a:p>
        </p:txBody>
      </p:sp>
      <p:sp>
        <p:nvSpPr>
          <p:cNvPr id="33" name="object 33"/>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2" name="object 32"/>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31" name="object 31"/>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38</a:t>
            </a:r>
            <a:endParaRPr sz="1200">
              <a:latin typeface="Calibri"/>
              <a:cs typeface="Calibri"/>
            </a:endParaRPr>
          </a:p>
        </p:txBody>
      </p:sp>
      <p:sp>
        <p:nvSpPr>
          <p:cNvPr id="30" name="object 30"/>
          <p:cNvSpPr txBox="1"/>
          <p:nvPr/>
        </p:nvSpPr>
        <p:spPr>
          <a:xfrm>
            <a:off x="11430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9" name="object 29"/>
          <p:cNvSpPr txBox="1"/>
          <p:nvPr/>
        </p:nvSpPr>
        <p:spPr>
          <a:xfrm>
            <a:off x="11430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D</a:t>
            </a:r>
            <a:endParaRPr sz="1800">
              <a:latin typeface="Calibri"/>
              <a:cs typeface="Calibri"/>
            </a:endParaRPr>
          </a:p>
        </p:txBody>
      </p:sp>
      <p:sp>
        <p:nvSpPr>
          <p:cNvPr id="28" name="object 28"/>
          <p:cNvSpPr txBox="1"/>
          <p:nvPr/>
        </p:nvSpPr>
        <p:spPr>
          <a:xfrm>
            <a:off x="1447800" y="4646951"/>
            <a:ext cx="304800" cy="168639"/>
          </a:xfrm>
          <a:prstGeom prst="rect">
            <a:avLst/>
          </a:prstGeom>
        </p:spPr>
        <p:txBody>
          <a:bodyPr wrap="square" lIns="0" tIns="0" rIns="0" bIns="0" rtlCol="0">
            <a:noAutofit/>
          </a:bodyPr>
          <a:lstStyle/>
          <a:p>
            <a:pPr marL="25400">
              <a:lnSpc>
                <a:spcPts val="1000"/>
              </a:lnSpc>
            </a:pPr>
            <a:endParaRPr sz="1000"/>
          </a:p>
        </p:txBody>
      </p:sp>
      <p:sp>
        <p:nvSpPr>
          <p:cNvPr id="27" name="object 27"/>
          <p:cNvSpPr txBox="1"/>
          <p:nvPr/>
        </p:nvSpPr>
        <p:spPr>
          <a:xfrm>
            <a:off x="1447800" y="4815590"/>
            <a:ext cx="304800" cy="192624"/>
          </a:xfrm>
          <a:prstGeom prst="rect">
            <a:avLst/>
          </a:prstGeom>
        </p:spPr>
        <p:txBody>
          <a:bodyPr wrap="square" lIns="0" tIns="0" rIns="0" bIns="0" rtlCol="0">
            <a:noAutofit/>
          </a:bodyPr>
          <a:lstStyle/>
          <a:p>
            <a:pPr marL="25400">
              <a:lnSpc>
                <a:spcPts val="1000"/>
              </a:lnSpc>
            </a:pPr>
            <a:endParaRPr sz="1000"/>
          </a:p>
        </p:txBody>
      </p:sp>
      <p:sp>
        <p:nvSpPr>
          <p:cNvPr id="26" name="object 26"/>
          <p:cNvSpPr txBox="1"/>
          <p:nvPr/>
        </p:nvSpPr>
        <p:spPr>
          <a:xfrm>
            <a:off x="1676400" y="3734050"/>
            <a:ext cx="304800" cy="118421"/>
          </a:xfrm>
          <a:prstGeom prst="rect">
            <a:avLst/>
          </a:prstGeom>
        </p:spPr>
        <p:txBody>
          <a:bodyPr wrap="square" lIns="0" tIns="0" rIns="0" bIns="0" rtlCol="0">
            <a:noAutofit/>
          </a:bodyPr>
          <a:lstStyle/>
          <a:p>
            <a:pPr marL="25400">
              <a:lnSpc>
                <a:spcPts val="900"/>
              </a:lnSpc>
              <a:spcBef>
                <a:spcPts val="47"/>
              </a:spcBef>
            </a:pPr>
            <a:endParaRPr sz="900"/>
          </a:p>
        </p:txBody>
      </p:sp>
      <p:sp>
        <p:nvSpPr>
          <p:cNvPr id="25" name="object 25"/>
          <p:cNvSpPr txBox="1"/>
          <p:nvPr/>
        </p:nvSpPr>
        <p:spPr>
          <a:xfrm>
            <a:off x="1676400" y="3852472"/>
            <a:ext cx="304800" cy="242090"/>
          </a:xfrm>
          <a:prstGeom prst="rect">
            <a:avLst/>
          </a:prstGeom>
        </p:spPr>
        <p:txBody>
          <a:bodyPr wrap="square" lIns="0" tIns="0" rIns="0" bIns="0" rtlCol="0">
            <a:noAutofit/>
          </a:bodyPr>
          <a:lstStyle/>
          <a:p>
            <a:pPr marL="91439">
              <a:lnSpc>
                <a:spcPts val="1575"/>
              </a:lnSpc>
              <a:spcBef>
                <a:spcPts val="78"/>
              </a:spcBef>
            </a:pPr>
            <a:r>
              <a:rPr sz="2700" spc="0" baseline="4551" dirty="0">
                <a:latin typeface="Calibri"/>
                <a:cs typeface="Calibri"/>
              </a:rPr>
              <a:t>D</a:t>
            </a:r>
            <a:endParaRPr sz="1800">
              <a:latin typeface="Calibri"/>
              <a:cs typeface="Calibri"/>
            </a:endParaRPr>
          </a:p>
        </p:txBody>
      </p:sp>
      <p:sp>
        <p:nvSpPr>
          <p:cNvPr id="24" name="object 24"/>
          <p:cNvSpPr txBox="1"/>
          <p:nvPr/>
        </p:nvSpPr>
        <p:spPr>
          <a:xfrm>
            <a:off x="1981200" y="2698230"/>
            <a:ext cx="304800" cy="191124"/>
          </a:xfrm>
          <a:prstGeom prst="rect">
            <a:avLst/>
          </a:prstGeom>
        </p:spPr>
        <p:txBody>
          <a:bodyPr wrap="square" lIns="0" tIns="0" rIns="0" bIns="0" rtlCol="0">
            <a:noAutofit/>
          </a:bodyPr>
          <a:lstStyle/>
          <a:p>
            <a:pPr marL="25400">
              <a:lnSpc>
                <a:spcPts val="1000"/>
              </a:lnSpc>
            </a:pPr>
            <a:endParaRPr sz="1000"/>
          </a:p>
        </p:txBody>
      </p:sp>
      <p:sp>
        <p:nvSpPr>
          <p:cNvPr id="23" name="object 23"/>
          <p:cNvSpPr txBox="1"/>
          <p:nvPr/>
        </p:nvSpPr>
        <p:spPr>
          <a:xfrm>
            <a:off x="1981200" y="2889353"/>
            <a:ext cx="304800" cy="170138"/>
          </a:xfrm>
          <a:prstGeom prst="rect">
            <a:avLst/>
          </a:prstGeom>
        </p:spPr>
        <p:txBody>
          <a:bodyPr wrap="square" lIns="0" tIns="0" rIns="0" bIns="0" rtlCol="0">
            <a:noAutofit/>
          </a:bodyPr>
          <a:lstStyle/>
          <a:p>
            <a:pPr marL="25400">
              <a:lnSpc>
                <a:spcPts val="1000"/>
              </a:lnSpc>
            </a:pPr>
            <a:endParaRPr sz="1000"/>
          </a:p>
        </p:txBody>
      </p:sp>
      <p:sp>
        <p:nvSpPr>
          <p:cNvPr id="22" name="object 22"/>
          <p:cNvSpPr txBox="1"/>
          <p:nvPr/>
        </p:nvSpPr>
        <p:spPr>
          <a:xfrm>
            <a:off x="4191000" y="2023673"/>
            <a:ext cx="304800" cy="361262"/>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A</a:t>
            </a:r>
            <a:endParaRPr sz="1800">
              <a:latin typeface="Calibri"/>
              <a:cs typeface="Calibri"/>
            </a:endParaRPr>
          </a:p>
        </p:txBody>
      </p:sp>
      <p:sp>
        <p:nvSpPr>
          <p:cNvPr id="21" name="object 21"/>
          <p:cNvSpPr txBox="1"/>
          <p:nvPr/>
        </p:nvSpPr>
        <p:spPr>
          <a:xfrm>
            <a:off x="6477381" y="1649292"/>
            <a:ext cx="1066800" cy="629586"/>
          </a:xfrm>
          <a:prstGeom prst="rect">
            <a:avLst/>
          </a:prstGeom>
        </p:spPr>
        <p:txBody>
          <a:bodyPr wrap="square" lIns="0" tIns="0" rIns="0" bIns="0" rtlCol="0">
            <a:noAutofit/>
          </a:bodyPr>
          <a:lstStyle/>
          <a:p>
            <a:pPr marL="228980">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544181" y="1649292"/>
            <a:ext cx="1411224" cy="629586"/>
          </a:xfrm>
          <a:prstGeom prst="rect">
            <a:avLst/>
          </a:prstGeom>
        </p:spPr>
        <p:txBody>
          <a:bodyPr wrap="square" lIns="0" tIns="0" rIns="0" bIns="0" rtlCol="0">
            <a:noAutofit/>
          </a:bodyPr>
          <a:lstStyle/>
          <a:p>
            <a:pPr marL="116909" marR="116574" algn="ctr">
              <a:lnSpc>
                <a:spcPct val="100585"/>
              </a:lnSpc>
              <a:spcBef>
                <a:spcPts val="345"/>
              </a:spcBef>
            </a:pPr>
            <a:r>
              <a:rPr sz="1800" b="1" spc="0" dirty="0">
                <a:latin typeface="Tahoma"/>
                <a:cs typeface="Tahoma"/>
              </a:rPr>
              <a:t>Heuristic:</a:t>
            </a:r>
            <a:endParaRPr sz="1800">
              <a:latin typeface="Tahoma"/>
              <a:cs typeface="Tahoma"/>
            </a:endParaRPr>
          </a:p>
          <a:p>
            <a:pPr marL="425450" marR="426181"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477381" y="2278879"/>
            <a:ext cx="1066800" cy="399488"/>
          </a:xfrm>
          <a:prstGeom prst="rect">
            <a:avLst/>
          </a:prstGeom>
        </p:spPr>
        <p:txBody>
          <a:bodyPr wrap="square" lIns="0" tIns="0" rIns="0" bIns="0" rtlCol="0">
            <a:noAutofit/>
          </a:bodyPr>
          <a:lstStyle/>
          <a:p>
            <a:pPr marL="434586" marR="435363"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44181" y="2278879"/>
            <a:ext cx="1411224" cy="399488"/>
          </a:xfrm>
          <a:prstGeom prst="rect">
            <a:avLst/>
          </a:prstGeom>
        </p:spPr>
        <p:txBody>
          <a:bodyPr wrap="square" lIns="0" tIns="0" rIns="0" bIns="0" rtlCol="0">
            <a:noAutofit/>
          </a:bodyPr>
          <a:lstStyle/>
          <a:p>
            <a:pPr marL="488017" marR="488520"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477381" y="2678366"/>
            <a:ext cx="1066800" cy="399862"/>
          </a:xfrm>
          <a:prstGeom prst="rect">
            <a:avLst/>
          </a:prstGeom>
        </p:spPr>
        <p:txBody>
          <a:bodyPr wrap="square" lIns="0" tIns="0" rIns="0" bIns="0" rtlCol="0">
            <a:noAutofit/>
          </a:bodyPr>
          <a:lstStyle/>
          <a:p>
            <a:pPr marL="435356" marR="4371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44181" y="2678366"/>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477381" y="3078229"/>
            <a:ext cx="1066800" cy="399863"/>
          </a:xfrm>
          <a:prstGeom prst="rect">
            <a:avLst/>
          </a:prstGeom>
        </p:spPr>
        <p:txBody>
          <a:bodyPr wrap="square" lIns="0" tIns="0" rIns="0" bIns="0" rtlCol="0">
            <a:noAutofit/>
          </a:bodyPr>
          <a:lstStyle/>
          <a:p>
            <a:pPr marL="303655">
              <a:lnSpc>
                <a:spcPct val="100585"/>
              </a:lnSpc>
              <a:spcBef>
                <a:spcPts val="345"/>
              </a:spcBef>
            </a:pPr>
            <a:r>
              <a:rPr sz="1800" spc="0" dirty="0">
                <a:solidFill>
                  <a:srgbClr val="0000FF"/>
                </a:solidFill>
                <a:latin typeface="Tahoma"/>
                <a:cs typeface="Tahoma"/>
              </a:rPr>
              <a:t>** </a:t>
            </a:r>
            <a:r>
              <a:rPr sz="1800" spc="0" dirty="0">
                <a:latin typeface="Tahoma"/>
                <a:cs typeface="Tahoma"/>
              </a:rPr>
              <a:t>C</a:t>
            </a:r>
            <a:endParaRPr sz="1800">
              <a:latin typeface="Tahoma"/>
              <a:cs typeface="Tahoma"/>
            </a:endParaRPr>
          </a:p>
        </p:txBody>
      </p:sp>
      <p:sp>
        <p:nvSpPr>
          <p:cNvPr id="14" name="object 14"/>
          <p:cNvSpPr txBox="1"/>
          <p:nvPr/>
        </p:nvSpPr>
        <p:spPr>
          <a:xfrm>
            <a:off x="7544181" y="3078229"/>
            <a:ext cx="1411224" cy="399863"/>
          </a:xfrm>
          <a:prstGeom prst="rect">
            <a:avLst/>
          </a:prstGeom>
        </p:spPr>
        <p:txBody>
          <a:bodyPr wrap="square" lIns="0" tIns="0" rIns="0" bIns="0" rtlCol="0">
            <a:noAutofit/>
          </a:bodyPr>
          <a:lstStyle/>
          <a:p>
            <a:pPr marL="457452" marR="457295" algn="ctr">
              <a:lnSpc>
                <a:spcPct val="100585"/>
              </a:lnSpc>
              <a:spcBef>
                <a:spcPts val="345"/>
              </a:spcBef>
            </a:pPr>
            <a:r>
              <a:rPr sz="1800" b="1" spc="0" dirty="0">
                <a:solidFill>
                  <a:srgbClr val="0000FF"/>
                </a:solidFill>
                <a:latin typeface="Tahoma"/>
                <a:cs typeface="Tahoma"/>
              </a:rPr>
              <a:t>250</a:t>
            </a:r>
            <a:endParaRPr sz="1800">
              <a:latin typeface="Tahoma"/>
              <a:cs typeface="Tahoma"/>
            </a:endParaRPr>
          </a:p>
        </p:txBody>
      </p:sp>
      <p:sp>
        <p:nvSpPr>
          <p:cNvPr id="13" name="object 13"/>
          <p:cNvSpPr txBox="1"/>
          <p:nvPr/>
        </p:nvSpPr>
        <p:spPr>
          <a:xfrm>
            <a:off x="6477381" y="3478092"/>
            <a:ext cx="1066800" cy="399487"/>
          </a:xfrm>
          <a:prstGeom prst="rect">
            <a:avLst/>
          </a:prstGeom>
        </p:spPr>
        <p:txBody>
          <a:bodyPr wrap="square" lIns="0" tIns="0" rIns="0" bIns="0" rtlCol="0">
            <a:noAutofit/>
          </a:bodyPr>
          <a:lstStyle/>
          <a:p>
            <a:pPr marL="425441" marR="426678"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44181" y="3478092"/>
            <a:ext cx="1411224" cy="399487"/>
          </a:xfrm>
          <a:prstGeom prst="rect">
            <a:avLst/>
          </a:prstGeom>
        </p:spPr>
        <p:txBody>
          <a:bodyPr wrap="square" lIns="0" tIns="0" rIns="0" bIns="0" rtlCol="0">
            <a:noAutofit/>
          </a:bodyPr>
          <a:lstStyle/>
          <a:p>
            <a:pPr marL="487879" marR="488659"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477381" y="3877579"/>
            <a:ext cx="1066800" cy="399862"/>
          </a:xfrm>
          <a:prstGeom prst="rect">
            <a:avLst/>
          </a:prstGeom>
        </p:spPr>
        <p:txBody>
          <a:bodyPr wrap="square" lIns="0" tIns="0" rIns="0" bIns="0" rtlCol="0">
            <a:noAutofit/>
          </a:bodyPr>
          <a:lstStyle/>
          <a:p>
            <a:pPr marL="439166" marR="4396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44181" y="3877579"/>
            <a:ext cx="1411224" cy="399862"/>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477381" y="4277443"/>
            <a:ext cx="1066800" cy="399863"/>
          </a:xfrm>
          <a:prstGeom prst="rect">
            <a:avLst/>
          </a:prstGeom>
        </p:spPr>
        <p:txBody>
          <a:bodyPr wrap="square" lIns="0" tIns="0" rIns="0" bIns="0" rtlCol="0">
            <a:noAutofit/>
          </a:bodyPr>
          <a:lstStyle/>
          <a:p>
            <a:pPr marL="443737" marR="4442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44181" y="4277443"/>
            <a:ext cx="1411224" cy="399863"/>
          </a:xfrm>
          <a:prstGeom prst="rect">
            <a:avLst/>
          </a:prstGeom>
        </p:spPr>
        <p:txBody>
          <a:bodyPr wrap="square" lIns="0" tIns="0" rIns="0" bIns="0" rtlCol="0">
            <a:noAutofit/>
          </a:bodyPr>
          <a:lstStyle/>
          <a:p>
            <a:pPr marL="487819" marR="488718"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477381" y="4677305"/>
            <a:ext cx="1066800" cy="399487"/>
          </a:xfrm>
          <a:prstGeom prst="rect">
            <a:avLst/>
          </a:prstGeom>
        </p:spPr>
        <p:txBody>
          <a:bodyPr wrap="square" lIns="0" tIns="0" rIns="0" bIns="0" rtlCol="0">
            <a:noAutofit/>
          </a:bodyPr>
          <a:lstStyle/>
          <a:p>
            <a:pPr marL="426973" marR="4276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44181" y="4677305"/>
            <a:ext cx="1411224" cy="399487"/>
          </a:xfrm>
          <a:prstGeom prst="rect">
            <a:avLst/>
          </a:prstGeom>
        </p:spPr>
        <p:txBody>
          <a:bodyPr wrap="square" lIns="0" tIns="0" rIns="0" bIns="0" rtlCol="0">
            <a:noAutofit/>
          </a:bodyPr>
          <a:lstStyle/>
          <a:p>
            <a:pPr marL="487933" marR="488604"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477381" y="5076793"/>
            <a:ext cx="1066800" cy="399862"/>
          </a:xfrm>
          <a:prstGeom prst="rect">
            <a:avLst/>
          </a:prstGeom>
        </p:spPr>
        <p:txBody>
          <a:bodyPr wrap="square" lIns="0" tIns="0" rIns="0" bIns="0" rtlCol="0">
            <a:noAutofit/>
          </a:bodyPr>
          <a:lstStyle/>
          <a:p>
            <a:pPr marL="425449" marR="427354"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44181" y="5076793"/>
            <a:ext cx="1411224" cy="399862"/>
          </a:xfrm>
          <a:prstGeom prst="rect">
            <a:avLst/>
          </a:prstGeom>
        </p:spPr>
        <p:txBody>
          <a:bodyPr wrap="square" lIns="0" tIns="0" rIns="0" bIns="0" rtlCol="0">
            <a:noAutofit/>
          </a:bodyPr>
          <a:lstStyle/>
          <a:p>
            <a:pPr marL="550341" marR="551378"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477381" y="5476656"/>
            <a:ext cx="1066800" cy="399863"/>
          </a:xfrm>
          <a:prstGeom prst="rect">
            <a:avLst/>
          </a:prstGeom>
        </p:spPr>
        <p:txBody>
          <a:bodyPr wrap="square" lIns="0" tIns="0" rIns="0" bIns="0" rtlCol="0">
            <a:noAutofit/>
          </a:bodyPr>
          <a:lstStyle/>
          <a:p>
            <a:pPr marL="460494" marR="461347"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44181" y="5476656"/>
            <a:ext cx="1411224" cy="399863"/>
          </a:xfrm>
          <a:prstGeom prst="rect">
            <a:avLst/>
          </a:prstGeom>
        </p:spPr>
        <p:txBody>
          <a:bodyPr wrap="square" lIns="0" tIns="0" rIns="0" bIns="0" rtlCol="0">
            <a:noAutofit/>
          </a:bodyPr>
          <a:lstStyle/>
          <a:p>
            <a:pPr marL="612886" marR="613831"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object 70"/>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68" name="object 6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1" name="object 31"/>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2" name="object 32"/>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33" name="object 33"/>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39" name="object 39"/>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0" name="object 40"/>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2" name="object 42"/>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9" name="object 49"/>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6" name="object 5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57" name="object 5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59" name="object 5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66" name="object 66"/>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30" name="object 30"/>
          <p:cNvSpPr txBox="1"/>
          <p:nvPr/>
        </p:nvSpPr>
        <p:spPr>
          <a:xfrm>
            <a:off x="513842" y="738515"/>
            <a:ext cx="1439311"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G</a:t>
            </a:r>
            <a:r>
              <a:rPr sz="5400" spc="-44" baseline="3034" dirty="0">
                <a:latin typeface="Calibri"/>
                <a:cs typeface="Calibri"/>
              </a:rPr>
              <a:t>r</a:t>
            </a:r>
            <a:r>
              <a:rPr sz="5400" spc="0" baseline="3034" dirty="0">
                <a:latin typeface="Calibri"/>
                <a:cs typeface="Calibri"/>
              </a:rPr>
              <a:t>eedy</a:t>
            </a:r>
            <a:endParaRPr sz="3600">
              <a:latin typeface="Calibri"/>
              <a:cs typeface="Calibri"/>
            </a:endParaRPr>
          </a:p>
        </p:txBody>
      </p:sp>
      <p:sp>
        <p:nvSpPr>
          <p:cNvPr id="29" name="object 29"/>
          <p:cNvSpPr txBox="1"/>
          <p:nvPr/>
        </p:nvSpPr>
        <p:spPr>
          <a:xfrm>
            <a:off x="1957832" y="738515"/>
            <a:ext cx="6655712" cy="1233003"/>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Sea</a:t>
            </a:r>
            <a:r>
              <a:rPr sz="5400" spc="-54" baseline="3034" dirty="0">
                <a:latin typeface="Calibri"/>
                <a:cs typeface="Calibri"/>
              </a:rPr>
              <a:t>r</a:t>
            </a:r>
            <a:r>
              <a:rPr sz="5400" spc="0" baseline="3034" dirty="0">
                <a:latin typeface="Calibri"/>
                <a:cs typeface="Calibri"/>
              </a:rPr>
              <a:t>ch:</a:t>
            </a:r>
            <a:r>
              <a:rPr sz="5400" spc="-9" baseline="3034" dirty="0">
                <a:latin typeface="Calibri"/>
                <a:cs typeface="Calibri"/>
              </a:rPr>
              <a:t> </a:t>
            </a:r>
            <a:r>
              <a:rPr sz="5400" spc="0" baseline="3034" dirty="0">
                <a:latin typeface="Calibri"/>
                <a:cs typeface="Calibri"/>
              </a:rPr>
              <a:t>Time and Space</a:t>
            </a:r>
            <a:r>
              <a:rPr sz="5400" spc="-14" baseline="3034" dirty="0">
                <a:latin typeface="Calibri"/>
                <a:cs typeface="Calibri"/>
              </a:rPr>
              <a:t> </a:t>
            </a:r>
            <a:r>
              <a:rPr sz="5400" spc="0" baseline="3034" dirty="0">
                <a:latin typeface="Calibri"/>
                <a:cs typeface="Calibri"/>
              </a:rPr>
              <a:t>Compl</a:t>
            </a:r>
            <a:r>
              <a:rPr sz="5400" spc="-54" baseline="3034" dirty="0">
                <a:latin typeface="Calibri"/>
                <a:cs typeface="Calibri"/>
              </a:rPr>
              <a:t>e</a:t>
            </a:r>
            <a:r>
              <a:rPr sz="5400" spc="0" baseline="3034" dirty="0">
                <a:latin typeface="Calibri"/>
                <a:cs typeface="Calibri"/>
              </a:rPr>
              <a:t>xity</a:t>
            </a:r>
            <a:endParaRPr sz="3600">
              <a:latin typeface="Calibri"/>
              <a:cs typeface="Calibri"/>
            </a:endParaRPr>
          </a:p>
          <a:p>
            <a:pPr marL="1943608" marR="68579">
              <a:lnSpc>
                <a:spcPct val="101725"/>
              </a:lnSpc>
              <a:spcBef>
                <a:spcPts val="2448"/>
              </a:spcBef>
            </a:pPr>
            <a:r>
              <a:rPr sz="2800" spc="0" dirty="0">
                <a:latin typeface="Calibri"/>
                <a:cs typeface="Calibri"/>
              </a:rPr>
              <a:t>• </a:t>
            </a:r>
            <a:r>
              <a:rPr sz="2800" spc="4" dirty="0">
                <a:latin typeface="Calibri"/>
                <a:cs typeface="Calibri"/>
              </a:rPr>
              <a:t>G</a:t>
            </a:r>
            <a:r>
              <a:rPr sz="2800" spc="-34" dirty="0">
                <a:latin typeface="Calibri"/>
                <a:cs typeface="Calibri"/>
              </a:rPr>
              <a:t>r</a:t>
            </a:r>
            <a:r>
              <a:rPr sz="2800" spc="0" dirty="0">
                <a:latin typeface="Calibri"/>
                <a:cs typeface="Calibri"/>
              </a:rPr>
              <a:t>ee</a:t>
            </a:r>
            <a:r>
              <a:rPr sz="2800" spc="-4" dirty="0">
                <a:latin typeface="Calibri"/>
                <a:cs typeface="Calibri"/>
              </a:rPr>
              <a:t>d</a:t>
            </a:r>
            <a:r>
              <a:rPr sz="2800" spc="0" dirty="0">
                <a:latin typeface="Calibri"/>
                <a:cs typeface="Calibri"/>
              </a:rPr>
              <a:t>y</a:t>
            </a:r>
            <a:r>
              <a:rPr sz="2800" spc="-9" dirty="0">
                <a:latin typeface="Calibri"/>
                <a:cs typeface="Calibri"/>
              </a:rPr>
              <a:t> </a:t>
            </a:r>
            <a:r>
              <a:rPr sz="2800" spc="0" dirty="0">
                <a:latin typeface="Calibri"/>
                <a:cs typeface="Calibri"/>
              </a:rPr>
              <a:t>sea</a:t>
            </a:r>
            <a:r>
              <a:rPr sz="2800" spc="-39" dirty="0">
                <a:latin typeface="Calibri"/>
                <a:cs typeface="Calibri"/>
              </a:rPr>
              <a:t>r</a:t>
            </a:r>
            <a:r>
              <a:rPr sz="2800" spc="0" dirty="0">
                <a:latin typeface="Calibri"/>
                <a:cs typeface="Calibri"/>
              </a:rPr>
              <a:t>ch</a:t>
            </a:r>
            <a:r>
              <a:rPr sz="2800" spc="9" dirty="0">
                <a:latin typeface="Calibri"/>
                <a:cs typeface="Calibri"/>
              </a:rPr>
              <a:t> </a:t>
            </a:r>
            <a:r>
              <a:rPr sz="2800" spc="0" dirty="0">
                <a:latin typeface="Calibri"/>
                <a:cs typeface="Calibri"/>
              </a:rPr>
              <a:t>is</a:t>
            </a:r>
            <a:r>
              <a:rPr sz="2800" spc="-9" dirty="0">
                <a:latin typeface="Calibri"/>
                <a:cs typeface="Calibri"/>
              </a:rPr>
              <a:t> </a:t>
            </a:r>
            <a:r>
              <a:rPr sz="2800" spc="0" dirty="0">
                <a:latin typeface="Calibri"/>
                <a:cs typeface="Calibri"/>
              </a:rPr>
              <a:t>not</a:t>
            </a:r>
            <a:r>
              <a:rPr sz="2800" spc="14" dirty="0">
                <a:latin typeface="Calibri"/>
                <a:cs typeface="Calibri"/>
              </a:rPr>
              <a:t> </a:t>
            </a:r>
            <a:r>
              <a:rPr sz="2800" spc="-4" dirty="0">
                <a:latin typeface="Calibri"/>
                <a:cs typeface="Calibri"/>
              </a:rPr>
              <a:t>o</a:t>
            </a:r>
            <a:r>
              <a:rPr sz="2800" spc="-14" dirty="0">
                <a:latin typeface="Calibri"/>
                <a:cs typeface="Calibri"/>
              </a:rPr>
              <a:t>p</a:t>
            </a:r>
            <a:r>
              <a:rPr sz="2800" spc="0" dirty="0">
                <a:latin typeface="Calibri"/>
                <a:cs typeface="Calibri"/>
              </a:rPr>
              <a:t>timal.</a:t>
            </a:r>
            <a:endParaRPr sz="2800">
              <a:latin typeface="Calibri"/>
              <a:cs typeface="Calibri"/>
            </a:endParaRPr>
          </a:p>
        </p:txBody>
      </p:sp>
      <p:sp>
        <p:nvSpPr>
          <p:cNvPr id="28" name="object 28"/>
          <p:cNvSpPr txBox="1"/>
          <p:nvPr/>
        </p:nvSpPr>
        <p:spPr>
          <a:xfrm>
            <a:off x="8621522" y="738514"/>
            <a:ext cx="305836"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a:t>
            </a:r>
            <a:endParaRPr sz="3600">
              <a:latin typeface="Calibri"/>
              <a:cs typeface="Calibri"/>
            </a:endParaRPr>
          </a:p>
        </p:txBody>
      </p:sp>
      <p:sp>
        <p:nvSpPr>
          <p:cNvPr id="27" name="object 27"/>
          <p:cNvSpPr txBox="1"/>
          <p:nvPr/>
        </p:nvSpPr>
        <p:spPr>
          <a:xfrm>
            <a:off x="2669540" y="1873270"/>
            <a:ext cx="5043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p:txBody>
      </p:sp>
      <p:sp>
        <p:nvSpPr>
          <p:cNvPr id="26" name="object 26"/>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5" name="object 25"/>
          <p:cNvSpPr txBox="1"/>
          <p:nvPr/>
        </p:nvSpPr>
        <p:spPr>
          <a:xfrm>
            <a:off x="2898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4" name="object 24"/>
          <p:cNvSpPr txBox="1"/>
          <p:nvPr/>
        </p:nvSpPr>
        <p:spPr>
          <a:xfrm>
            <a:off x="3888740" y="2226101"/>
            <a:ext cx="4532840" cy="794729"/>
          </a:xfrm>
          <a:prstGeom prst="rect">
            <a:avLst/>
          </a:prstGeom>
        </p:spPr>
        <p:txBody>
          <a:bodyPr wrap="square" lIns="0" tIns="0" rIns="0" bIns="0" rtlCol="0">
            <a:noAutofit/>
          </a:bodyPr>
          <a:lstStyle/>
          <a:p>
            <a:pPr marL="12700" marR="53378">
              <a:lnSpc>
                <a:spcPts val="2955"/>
              </a:lnSpc>
              <a:spcBef>
                <a:spcPts val="147"/>
              </a:spcBef>
            </a:pPr>
            <a:r>
              <a:rPr sz="4200" spc="0" baseline="2925" dirty="0">
                <a:latin typeface="Calibri"/>
                <a:cs typeface="Calibri"/>
              </a:rPr>
              <a:t>• </a:t>
            </a:r>
            <a:r>
              <a:rPr sz="4200" spc="4" baseline="2925" dirty="0">
                <a:latin typeface="Calibri"/>
                <a:cs typeface="Calibri"/>
              </a:rPr>
              <a:t>G</a:t>
            </a:r>
            <a:r>
              <a:rPr sz="4200" spc="-34" baseline="2925" dirty="0">
                <a:latin typeface="Calibri"/>
                <a:cs typeface="Calibri"/>
              </a:rPr>
              <a:t>r</a:t>
            </a:r>
            <a:r>
              <a:rPr sz="4200" spc="0" baseline="2925" dirty="0">
                <a:latin typeface="Calibri"/>
                <a:cs typeface="Calibri"/>
              </a:rPr>
              <a:t>eedy</a:t>
            </a:r>
            <a:r>
              <a:rPr sz="4200" spc="-4" baseline="2925" dirty="0">
                <a:latin typeface="Calibri"/>
                <a:cs typeface="Calibri"/>
              </a:rPr>
              <a:t> </a:t>
            </a:r>
            <a:r>
              <a:rPr sz="4200" spc="0" baseline="2925" dirty="0">
                <a:latin typeface="Calibri"/>
                <a:cs typeface="Calibri"/>
              </a:rPr>
              <a:t>sea</a:t>
            </a:r>
            <a:r>
              <a:rPr sz="4200" spc="-39" baseline="2925" dirty="0">
                <a:latin typeface="Calibri"/>
                <a:cs typeface="Calibri"/>
              </a:rPr>
              <a:t>r</a:t>
            </a:r>
            <a:r>
              <a:rPr sz="4200" spc="0" baseline="2925" dirty="0">
                <a:latin typeface="Calibri"/>
                <a:cs typeface="Calibri"/>
              </a:rPr>
              <a:t>ch</a:t>
            </a:r>
            <a:r>
              <a:rPr sz="4200" spc="4" baseline="2925" dirty="0">
                <a:latin typeface="Calibri"/>
                <a:cs typeface="Calibri"/>
              </a:rPr>
              <a:t> </a:t>
            </a:r>
            <a:r>
              <a:rPr sz="4200" spc="0" baseline="2925" dirty="0">
                <a:latin typeface="Calibri"/>
                <a:cs typeface="Calibri"/>
              </a:rPr>
              <a:t>is</a:t>
            </a:r>
            <a:r>
              <a:rPr sz="4200" spc="-9" baseline="2925" dirty="0">
                <a:latin typeface="Calibri"/>
                <a:cs typeface="Calibri"/>
              </a:rPr>
              <a:t> </a:t>
            </a:r>
            <a:r>
              <a:rPr sz="4200" spc="0" baseline="2925" dirty="0">
                <a:latin typeface="Calibri"/>
                <a:cs typeface="Calibri"/>
              </a:rPr>
              <a:t>in</a:t>
            </a:r>
            <a:r>
              <a:rPr sz="4200" spc="-29" baseline="2925" dirty="0">
                <a:latin typeface="Calibri"/>
                <a:cs typeface="Calibri"/>
              </a:rPr>
              <a:t>c</a:t>
            </a:r>
            <a:r>
              <a:rPr sz="4200" spc="-4" baseline="2925" dirty="0">
                <a:latin typeface="Calibri"/>
                <a:cs typeface="Calibri"/>
              </a:rPr>
              <a:t>o</a:t>
            </a:r>
            <a:r>
              <a:rPr sz="4200" spc="0" baseline="2925" dirty="0">
                <a:latin typeface="Calibri"/>
                <a:cs typeface="Calibri"/>
              </a:rPr>
              <a:t>mpl</a:t>
            </a:r>
            <a:r>
              <a:rPr sz="4200" spc="-19" baseline="2925" dirty="0">
                <a:latin typeface="Calibri"/>
                <a:cs typeface="Calibri"/>
              </a:rPr>
              <a:t>e</a:t>
            </a:r>
            <a:r>
              <a:rPr sz="4200" spc="-29" baseline="2925" dirty="0">
                <a:latin typeface="Calibri"/>
                <a:cs typeface="Calibri"/>
              </a:rPr>
              <a:t>t</a:t>
            </a:r>
            <a:r>
              <a:rPr sz="4200" spc="0" baseline="2925" dirty="0">
                <a:latin typeface="Calibri"/>
                <a:cs typeface="Calibri"/>
              </a:rPr>
              <a:t>e</a:t>
            </a:r>
            <a:endParaRPr sz="2800">
              <a:latin typeface="Calibri"/>
              <a:cs typeface="Calibri"/>
            </a:endParaRPr>
          </a:p>
          <a:p>
            <a:pPr marL="12700">
              <a:lnSpc>
                <a:spcPts val="3360"/>
              </a:lnSpc>
              <a:spcBef>
                <a:spcPts val="20"/>
              </a:spcBef>
            </a:pPr>
            <a:r>
              <a:rPr sz="4200" spc="0" baseline="1950" dirty="0">
                <a:solidFill>
                  <a:srgbClr val="0000FF"/>
                </a:solidFill>
                <a:latin typeface="Calibri"/>
                <a:cs typeface="Calibri"/>
              </a:rPr>
              <a:t>without </a:t>
            </a:r>
            <a:r>
              <a:rPr sz="4200" spc="-44" baseline="1950" dirty="0">
                <a:solidFill>
                  <a:srgbClr val="0000FF"/>
                </a:solidFill>
                <a:latin typeface="Calibri"/>
                <a:cs typeface="Calibri"/>
              </a:rPr>
              <a:t>s</a:t>
            </a:r>
            <a:r>
              <a:rPr sz="4200" spc="-25" baseline="1950" dirty="0">
                <a:solidFill>
                  <a:srgbClr val="0000FF"/>
                </a:solidFill>
                <a:latin typeface="Calibri"/>
                <a:cs typeface="Calibri"/>
              </a:rPr>
              <a:t>y</a:t>
            </a:r>
            <a:r>
              <a:rPr sz="4200" spc="-29" baseline="1950" dirty="0">
                <a:solidFill>
                  <a:srgbClr val="0000FF"/>
                </a:solidFill>
                <a:latin typeface="Calibri"/>
                <a:cs typeface="Calibri"/>
              </a:rPr>
              <a:t>st</a:t>
            </a:r>
            <a:r>
              <a:rPr sz="4200" spc="0" baseline="1950" dirty="0">
                <a:solidFill>
                  <a:srgbClr val="0000FF"/>
                </a:solidFill>
                <a:latin typeface="Calibri"/>
                <a:cs typeface="Calibri"/>
              </a:rPr>
              <a:t>em</a:t>
            </a:r>
            <a:r>
              <a:rPr sz="4200" spc="-19" baseline="1950" dirty="0">
                <a:solidFill>
                  <a:srgbClr val="0000FF"/>
                </a:solidFill>
                <a:latin typeface="Calibri"/>
                <a:cs typeface="Calibri"/>
              </a:rPr>
              <a:t>a</a:t>
            </a:r>
            <a:r>
              <a:rPr sz="4200" spc="-4" baseline="1950" dirty="0">
                <a:solidFill>
                  <a:srgbClr val="0000FF"/>
                </a:solidFill>
                <a:latin typeface="Calibri"/>
                <a:cs typeface="Calibri"/>
              </a:rPr>
              <a:t>t</a:t>
            </a:r>
            <a:r>
              <a:rPr sz="4200" spc="0" baseline="1950" dirty="0">
                <a:solidFill>
                  <a:srgbClr val="0000FF"/>
                </a:solidFill>
                <a:latin typeface="Calibri"/>
                <a:cs typeface="Calibri"/>
              </a:rPr>
              <a:t>ic</a:t>
            </a:r>
            <a:r>
              <a:rPr sz="4200" spc="-19" baseline="1950" dirty="0">
                <a:solidFill>
                  <a:srgbClr val="0000FF"/>
                </a:solidFill>
                <a:latin typeface="Calibri"/>
                <a:cs typeface="Calibri"/>
              </a:rPr>
              <a:t> </a:t>
            </a:r>
            <a:r>
              <a:rPr sz="4200" spc="0" baseline="1950" dirty="0">
                <a:solidFill>
                  <a:srgbClr val="0000FF"/>
                </a:solidFill>
                <a:latin typeface="Calibri"/>
                <a:cs typeface="Calibri"/>
              </a:rPr>
              <a:t>checking</a:t>
            </a:r>
            <a:r>
              <a:rPr sz="4200" spc="14" baseline="1950" dirty="0">
                <a:solidFill>
                  <a:srgbClr val="0000FF"/>
                </a:solidFill>
                <a:latin typeface="Calibri"/>
                <a:cs typeface="Calibri"/>
              </a:rPr>
              <a:t> </a:t>
            </a:r>
            <a:r>
              <a:rPr sz="4200" spc="0" baseline="1950" dirty="0">
                <a:solidFill>
                  <a:srgbClr val="0000FF"/>
                </a:solidFill>
                <a:latin typeface="Calibri"/>
                <a:cs typeface="Calibri"/>
              </a:rPr>
              <a:t>of</a:t>
            </a:r>
            <a:endParaRPr sz="2800">
              <a:latin typeface="Calibri"/>
              <a:cs typeface="Calibri"/>
            </a:endParaRPr>
          </a:p>
        </p:txBody>
      </p:sp>
      <p:sp>
        <p:nvSpPr>
          <p:cNvPr id="23" name="object 23"/>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2" name="object 22"/>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21" name="object 21"/>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0" name="object 20"/>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19" name="object 19"/>
          <p:cNvSpPr txBox="1"/>
          <p:nvPr/>
        </p:nvSpPr>
        <p:spPr>
          <a:xfrm>
            <a:off x="3888741" y="3065536"/>
            <a:ext cx="4855199" cy="1004606"/>
          </a:xfrm>
          <a:prstGeom prst="rect">
            <a:avLst/>
          </a:prstGeom>
        </p:spPr>
        <p:txBody>
          <a:bodyPr wrap="square" lIns="0" tIns="0" rIns="0" bIns="0" rtlCol="0">
            <a:noAutofit/>
          </a:bodyPr>
          <a:lstStyle/>
          <a:p>
            <a:pPr marL="12700" marR="53378">
              <a:lnSpc>
                <a:spcPts val="2955"/>
              </a:lnSpc>
              <a:spcBef>
                <a:spcPts val="147"/>
              </a:spcBef>
            </a:pPr>
            <a:r>
              <a:rPr sz="4200" spc="-34" baseline="2925" dirty="0">
                <a:solidFill>
                  <a:srgbClr val="0000FF"/>
                </a:solidFill>
                <a:latin typeface="Calibri"/>
                <a:cs typeface="Calibri"/>
              </a:rPr>
              <a:t>r</a:t>
            </a:r>
            <a:r>
              <a:rPr sz="4200" spc="0" baseline="2925" dirty="0">
                <a:solidFill>
                  <a:srgbClr val="0000FF"/>
                </a:solidFill>
                <a:latin typeface="Calibri"/>
                <a:cs typeface="Calibri"/>
              </a:rPr>
              <a:t>epe</a:t>
            </a:r>
            <a:r>
              <a:rPr sz="4200" spc="-19" baseline="2925" dirty="0">
                <a:solidFill>
                  <a:srgbClr val="0000FF"/>
                </a:solidFill>
                <a:latin typeface="Calibri"/>
                <a:cs typeface="Calibri"/>
              </a:rPr>
              <a:t>a</a:t>
            </a:r>
            <a:r>
              <a:rPr sz="4200" spc="-29" baseline="2925" dirty="0">
                <a:solidFill>
                  <a:srgbClr val="0000FF"/>
                </a:solidFill>
                <a:latin typeface="Calibri"/>
                <a:cs typeface="Calibri"/>
              </a:rPr>
              <a:t>t</a:t>
            </a:r>
            <a:r>
              <a:rPr sz="4200" spc="0" baseline="2925" dirty="0">
                <a:solidFill>
                  <a:srgbClr val="0000FF"/>
                </a:solidFill>
                <a:latin typeface="Calibri"/>
                <a:cs typeface="Calibri"/>
              </a:rPr>
              <a:t>ed</a:t>
            </a:r>
            <a:r>
              <a:rPr sz="4200" spc="-14" baseline="2925" dirty="0">
                <a:solidFill>
                  <a:srgbClr val="0000FF"/>
                </a:solidFill>
                <a:latin typeface="Calibri"/>
                <a:cs typeface="Calibri"/>
              </a:rPr>
              <a:t> </a:t>
            </a:r>
            <a:r>
              <a:rPr sz="4200" spc="-29" baseline="2925" dirty="0">
                <a:solidFill>
                  <a:srgbClr val="0000FF"/>
                </a:solidFill>
                <a:latin typeface="Calibri"/>
                <a:cs typeface="Calibri"/>
              </a:rPr>
              <a:t>s</a:t>
            </a:r>
            <a:r>
              <a:rPr sz="4200" spc="-39" baseline="2925" dirty="0">
                <a:solidFill>
                  <a:srgbClr val="0000FF"/>
                </a:solidFill>
                <a:latin typeface="Calibri"/>
                <a:cs typeface="Calibri"/>
              </a:rPr>
              <a:t>t</a:t>
            </a:r>
            <a:r>
              <a:rPr sz="4200" spc="-19" baseline="2925" dirty="0">
                <a:solidFill>
                  <a:srgbClr val="0000FF"/>
                </a:solidFill>
                <a:latin typeface="Calibri"/>
                <a:cs typeface="Calibri"/>
              </a:rPr>
              <a:t>a</a:t>
            </a:r>
            <a:r>
              <a:rPr sz="4200" spc="-29" baseline="2925" dirty="0">
                <a:solidFill>
                  <a:srgbClr val="0000FF"/>
                </a:solidFill>
                <a:latin typeface="Calibri"/>
                <a:cs typeface="Calibri"/>
              </a:rPr>
              <a:t>t</a:t>
            </a:r>
            <a:r>
              <a:rPr sz="4200" spc="0" baseline="2925" dirty="0">
                <a:solidFill>
                  <a:srgbClr val="0000FF"/>
                </a:solidFill>
                <a:latin typeface="Calibri"/>
                <a:cs typeface="Calibri"/>
              </a:rPr>
              <a:t>es.</a:t>
            </a:r>
            <a:endParaRPr sz="2800">
              <a:latin typeface="Calibri"/>
              <a:cs typeface="Calibri"/>
            </a:endParaRPr>
          </a:p>
          <a:p>
            <a:pPr marL="12700">
              <a:lnSpc>
                <a:spcPct val="101725"/>
              </a:lnSpc>
              <a:spcBef>
                <a:spcPts val="1474"/>
              </a:spcBef>
            </a:pPr>
            <a:r>
              <a:rPr sz="2800" spc="0" dirty="0">
                <a:latin typeface="Calibri"/>
                <a:cs typeface="Calibri"/>
              </a:rPr>
              <a:t>• In </a:t>
            </a:r>
            <a:r>
              <a:rPr sz="2800" spc="-4" dirty="0">
                <a:latin typeface="Calibri"/>
                <a:cs typeface="Calibri"/>
              </a:rPr>
              <a:t>th</a:t>
            </a:r>
            <a:r>
              <a:rPr sz="2800" spc="0" dirty="0">
                <a:latin typeface="Calibri"/>
                <a:cs typeface="Calibri"/>
              </a:rPr>
              <a:t>e</a:t>
            </a:r>
            <a:r>
              <a:rPr sz="2800" spc="4" dirty="0">
                <a:latin typeface="Calibri"/>
                <a:cs typeface="Calibri"/>
              </a:rPr>
              <a:t> </a:t>
            </a:r>
            <a:r>
              <a:rPr sz="2800" spc="-25" dirty="0">
                <a:latin typeface="Calibri"/>
                <a:cs typeface="Calibri"/>
              </a:rPr>
              <a:t>w</a:t>
            </a:r>
            <a:r>
              <a:rPr sz="2800" spc="0" dirty="0">
                <a:latin typeface="Calibri"/>
                <a:cs typeface="Calibri"/>
              </a:rPr>
              <a:t>o</a:t>
            </a:r>
            <a:r>
              <a:rPr sz="2800" spc="-44" dirty="0">
                <a:latin typeface="Calibri"/>
                <a:cs typeface="Calibri"/>
              </a:rPr>
              <a:t>r</a:t>
            </a:r>
            <a:r>
              <a:rPr sz="2800" spc="-29" dirty="0">
                <a:latin typeface="Calibri"/>
                <a:cs typeface="Calibri"/>
              </a:rPr>
              <a:t>s</a:t>
            </a:r>
            <a:r>
              <a:rPr sz="2800" spc="0" dirty="0">
                <a:latin typeface="Calibri"/>
                <a:cs typeface="Calibri"/>
              </a:rPr>
              <a:t>t </a:t>
            </a:r>
            <a:r>
              <a:rPr sz="2800" spc="-25" dirty="0">
                <a:latin typeface="Calibri"/>
                <a:cs typeface="Calibri"/>
              </a:rPr>
              <a:t>c</a:t>
            </a:r>
            <a:r>
              <a:rPr sz="2800" spc="0" dirty="0">
                <a:latin typeface="Calibri"/>
                <a:cs typeface="Calibri"/>
              </a:rPr>
              <a:t>ase, </a:t>
            </a:r>
            <a:r>
              <a:rPr sz="2800" spc="-4" dirty="0">
                <a:latin typeface="Calibri"/>
                <a:cs typeface="Calibri"/>
              </a:rPr>
              <a:t>th</a:t>
            </a:r>
            <a:r>
              <a:rPr sz="2800" spc="0" dirty="0">
                <a:latin typeface="Calibri"/>
                <a:cs typeface="Calibri"/>
              </a:rPr>
              <a:t>e</a:t>
            </a:r>
            <a:r>
              <a:rPr sz="2800" spc="4" dirty="0">
                <a:latin typeface="Calibri"/>
                <a:cs typeface="Calibri"/>
              </a:rPr>
              <a:t> </a:t>
            </a:r>
            <a:r>
              <a:rPr sz="2800" spc="0" dirty="0">
                <a:latin typeface="Calibri"/>
                <a:cs typeface="Calibri"/>
              </a:rPr>
              <a:t>Time</a:t>
            </a:r>
            <a:r>
              <a:rPr sz="2800" spc="-14" dirty="0">
                <a:latin typeface="Calibri"/>
                <a:cs typeface="Calibri"/>
              </a:rPr>
              <a:t> </a:t>
            </a:r>
            <a:r>
              <a:rPr sz="2800" spc="0" dirty="0">
                <a:latin typeface="Calibri"/>
                <a:cs typeface="Calibri"/>
              </a:rPr>
              <a:t>and</a:t>
            </a:r>
            <a:endParaRPr sz="2800">
              <a:latin typeface="Calibri"/>
              <a:cs typeface="Calibri"/>
            </a:endParaRPr>
          </a:p>
        </p:txBody>
      </p:sp>
      <p:sp>
        <p:nvSpPr>
          <p:cNvPr id="18" name="object 18"/>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17" name="object 17"/>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16" name="object 16"/>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5" name="object 15"/>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14" name="object 14"/>
          <p:cNvSpPr txBox="1"/>
          <p:nvPr/>
        </p:nvSpPr>
        <p:spPr>
          <a:xfrm>
            <a:off x="3888755" y="4114848"/>
            <a:ext cx="4121117" cy="794743"/>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Space</a:t>
            </a:r>
            <a:r>
              <a:rPr sz="4200" spc="-9" baseline="2925" dirty="0">
                <a:latin typeface="Calibri"/>
                <a:cs typeface="Calibri"/>
              </a:rPr>
              <a:t> </a:t>
            </a:r>
            <a:r>
              <a:rPr sz="4200" spc="0" baseline="2925" dirty="0">
                <a:latin typeface="Calibri"/>
                <a:cs typeface="Calibri"/>
              </a:rPr>
              <a:t>Compl</a:t>
            </a:r>
            <a:r>
              <a:rPr sz="4200" spc="-44" baseline="2925" dirty="0">
                <a:latin typeface="Calibri"/>
                <a:cs typeface="Calibri"/>
              </a:rPr>
              <a:t>e</a:t>
            </a:r>
            <a:r>
              <a:rPr sz="4200" spc="0" baseline="2925" dirty="0">
                <a:latin typeface="Calibri"/>
                <a:cs typeface="Calibri"/>
              </a:rPr>
              <a:t>xity</a:t>
            </a:r>
            <a:r>
              <a:rPr sz="4200" spc="-9" baseline="2925" dirty="0">
                <a:latin typeface="Calibri"/>
                <a:cs typeface="Calibri"/>
              </a:rPr>
              <a:t> </a:t>
            </a:r>
            <a:r>
              <a:rPr sz="4200" spc="0" baseline="2925" dirty="0">
                <a:latin typeface="Calibri"/>
                <a:cs typeface="Calibri"/>
              </a:rPr>
              <a:t>of</a:t>
            </a:r>
            <a:r>
              <a:rPr sz="4200" spc="-9" baseline="2925" dirty="0">
                <a:latin typeface="Calibri"/>
                <a:cs typeface="Calibri"/>
              </a:rPr>
              <a:t> </a:t>
            </a:r>
            <a:r>
              <a:rPr sz="4200" spc="0" baseline="2925" dirty="0">
                <a:latin typeface="Calibri"/>
                <a:cs typeface="Calibri"/>
              </a:rPr>
              <a:t>G</a:t>
            </a:r>
            <a:r>
              <a:rPr sz="4200" spc="-34" baseline="2925" dirty="0">
                <a:latin typeface="Calibri"/>
                <a:cs typeface="Calibri"/>
              </a:rPr>
              <a:t>r</a:t>
            </a:r>
            <a:r>
              <a:rPr sz="4200" spc="0" baseline="2925" dirty="0">
                <a:latin typeface="Calibri"/>
                <a:cs typeface="Calibri"/>
              </a:rPr>
              <a:t>eedy</a:t>
            </a:r>
            <a:endParaRPr sz="2800">
              <a:latin typeface="Calibri"/>
              <a:cs typeface="Calibri"/>
            </a:endParaRPr>
          </a:p>
          <a:p>
            <a:pPr marL="12700" marR="53378">
              <a:lnSpc>
                <a:spcPts val="3360"/>
              </a:lnSpc>
              <a:spcBef>
                <a:spcPts val="20"/>
              </a:spcBef>
            </a:pPr>
            <a:r>
              <a:rPr sz="4200" spc="0" baseline="1950" dirty="0">
                <a:latin typeface="Calibri"/>
                <a:cs typeface="Calibri"/>
              </a:rPr>
              <a:t>Sea</a:t>
            </a:r>
            <a:r>
              <a:rPr sz="4200" spc="-39" baseline="1950" dirty="0">
                <a:latin typeface="Calibri"/>
                <a:cs typeface="Calibri"/>
              </a:rPr>
              <a:t>r</a:t>
            </a:r>
            <a:r>
              <a:rPr sz="4200" spc="0" baseline="1950" dirty="0">
                <a:latin typeface="Calibri"/>
                <a:cs typeface="Calibri"/>
              </a:rPr>
              <a:t>ch</a:t>
            </a:r>
            <a:r>
              <a:rPr sz="4200" spc="-9" baseline="1950" dirty="0">
                <a:latin typeface="Calibri"/>
                <a:cs typeface="Calibri"/>
              </a:rPr>
              <a:t> </a:t>
            </a:r>
            <a:r>
              <a:rPr sz="4200" spc="0" baseline="1950" dirty="0">
                <a:latin typeface="Calibri"/>
                <a:cs typeface="Calibri"/>
              </a:rPr>
              <a:t>a</a:t>
            </a:r>
            <a:r>
              <a:rPr sz="4200" spc="-34" baseline="1950" dirty="0">
                <a:latin typeface="Calibri"/>
                <a:cs typeface="Calibri"/>
              </a:rPr>
              <a:t>r</a:t>
            </a:r>
            <a:r>
              <a:rPr sz="4200" spc="0" baseline="1950" dirty="0">
                <a:latin typeface="Calibri"/>
                <a:cs typeface="Calibri"/>
              </a:rPr>
              <a:t>e</a:t>
            </a:r>
            <a:r>
              <a:rPr sz="4200" spc="-9" baseline="1950" dirty="0">
                <a:latin typeface="Calibri"/>
                <a:cs typeface="Calibri"/>
              </a:rPr>
              <a:t> </a:t>
            </a:r>
            <a:r>
              <a:rPr sz="4200" spc="0" baseline="1950" dirty="0">
                <a:latin typeface="Calibri"/>
                <a:cs typeface="Calibri"/>
              </a:rPr>
              <a:t>both</a:t>
            </a:r>
            <a:r>
              <a:rPr sz="4200" spc="9" baseline="1950" dirty="0">
                <a:latin typeface="Calibri"/>
                <a:cs typeface="Calibri"/>
              </a:rPr>
              <a:t> </a:t>
            </a:r>
            <a:r>
              <a:rPr sz="4200" spc="-9" baseline="1950" dirty="0">
                <a:latin typeface="Calibri"/>
                <a:cs typeface="Calibri"/>
              </a:rPr>
              <a:t>O</a:t>
            </a:r>
            <a:r>
              <a:rPr sz="4200" spc="0" baseline="1950" dirty="0">
                <a:latin typeface="Calibri"/>
                <a:cs typeface="Calibri"/>
              </a:rPr>
              <a:t>(b</a:t>
            </a:r>
            <a:r>
              <a:rPr sz="2775" spc="-4" baseline="26568" dirty="0">
                <a:latin typeface="Calibri"/>
                <a:cs typeface="Calibri"/>
              </a:rPr>
              <a:t>m</a:t>
            </a:r>
            <a:r>
              <a:rPr sz="4200" spc="0" baseline="1950" dirty="0">
                <a:latin typeface="Calibri"/>
                <a:cs typeface="Calibri"/>
              </a:rPr>
              <a:t>)</a:t>
            </a:r>
            <a:endParaRPr sz="2800">
              <a:latin typeface="Calibri"/>
              <a:cs typeface="Calibri"/>
            </a:endParaRPr>
          </a:p>
        </p:txBody>
      </p:sp>
      <p:sp>
        <p:nvSpPr>
          <p:cNvPr id="13" name="object 13"/>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12" name="object 12"/>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11" name="object 11"/>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0" name="object 10"/>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9" name="object 9"/>
          <p:cNvSpPr txBox="1"/>
          <p:nvPr/>
        </p:nvSpPr>
        <p:spPr>
          <a:xfrm>
            <a:off x="3888740" y="5066175"/>
            <a:ext cx="4973594" cy="519659"/>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Whe</a:t>
            </a:r>
            <a:r>
              <a:rPr sz="2700" spc="-19" baseline="3034" dirty="0">
                <a:latin typeface="Calibri"/>
                <a:cs typeface="Calibri"/>
              </a:rPr>
              <a:t>r</a:t>
            </a:r>
            <a:r>
              <a:rPr sz="2700" spc="0" baseline="3034" dirty="0">
                <a:latin typeface="Calibri"/>
                <a:cs typeface="Calibri"/>
              </a:rPr>
              <a:t>e</a:t>
            </a:r>
            <a:r>
              <a:rPr sz="2700" spc="9" baseline="3034" dirty="0">
                <a:latin typeface="Calibri"/>
                <a:cs typeface="Calibri"/>
              </a:rPr>
              <a:t> </a:t>
            </a:r>
            <a:r>
              <a:rPr sz="2700" spc="0" baseline="3034" dirty="0">
                <a:latin typeface="Calibri"/>
                <a:cs typeface="Calibri"/>
              </a:rPr>
              <a:t>b</a:t>
            </a:r>
            <a:r>
              <a:rPr sz="2700" spc="4" baseline="3034" dirty="0">
                <a:latin typeface="Calibri"/>
                <a:cs typeface="Calibri"/>
              </a:rPr>
              <a:t> </a:t>
            </a:r>
            <a:r>
              <a:rPr sz="2700" spc="0" baseline="3034" dirty="0">
                <a:latin typeface="Calibri"/>
                <a:cs typeface="Calibri"/>
              </a:rPr>
              <a:t>is</a:t>
            </a:r>
            <a:r>
              <a:rPr sz="2700" spc="4" baseline="3034" dirty="0">
                <a:latin typeface="Calibri"/>
                <a:cs typeface="Calibri"/>
              </a:rPr>
              <a:t> </a:t>
            </a:r>
            <a:r>
              <a:rPr sz="2700" spc="0" baseline="3034" dirty="0">
                <a:latin typeface="Calibri"/>
                <a:cs typeface="Calibri"/>
              </a:rPr>
              <a:t>the</a:t>
            </a:r>
            <a:r>
              <a:rPr sz="2700" spc="9" baseline="3034" dirty="0">
                <a:latin typeface="Calibri"/>
                <a:cs typeface="Calibri"/>
              </a:rPr>
              <a:t> </a:t>
            </a:r>
            <a:r>
              <a:rPr sz="2700" spc="0" baseline="3034" dirty="0">
                <a:latin typeface="Calibri"/>
                <a:cs typeface="Calibri"/>
              </a:rPr>
              <a:t>b</a:t>
            </a:r>
            <a:r>
              <a:rPr sz="2700" spc="-34" baseline="3034" dirty="0">
                <a:latin typeface="Calibri"/>
                <a:cs typeface="Calibri"/>
              </a:rPr>
              <a:t>r</a:t>
            </a:r>
            <a:r>
              <a:rPr sz="2700" spc="0" baseline="3034" dirty="0">
                <a:latin typeface="Calibri"/>
                <a:cs typeface="Calibri"/>
              </a:rPr>
              <a:t>anching</a:t>
            </a:r>
            <a:r>
              <a:rPr sz="2700" spc="4" baseline="3034" dirty="0">
                <a:latin typeface="Calibri"/>
                <a:cs typeface="Calibri"/>
              </a:rPr>
              <a:t> </a:t>
            </a:r>
            <a:r>
              <a:rPr sz="2700" spc="-34" baseline="3034" dirty="0">
                <a:latin typeface="Calibri"/>
                <a:cs typeface="Calibri"/>
              </a:rPr>
              <a:t>f</a:t>
            </a:r>
            <a:r>
              <a:rPr sz="2700" spc="0" baseline="3034" dirty="0">
                <a:latin typeface="Calibri"/>
                <a:cs typeface="Calibri"/>
              </a:rPr>
              <a:t>ac</a:t>
            </a:r>
            <a:r>
              <a:rPr sz="2700" spc="-19" baseline="3034" dirty="0">
                <a:latin typeface="Calibri"/>
                <a:cs typeface="Calibri"/>
              </a:rPr>
              <a:t>t</a:t>
            </a:r>
            <a:r>
              <a:rPr sz="2700" spc="0" baseline="3034" dirty="0">
                <a:latin typeface="Calibri"/>
                <a:cs typeface="Calibri"/>
              </a:rPr>
              <a:t>or</a:t>
            </a:r>
            <a:r>
              <a:rPr sz="2700" spc="9" baseline="3034" dirty="0">
                <a:latin typeface="Calibri"/>
                <a:cs typeface="Calibri"/>
              </a:rPr>
              <a:t> </a:t>
            </a:r>
            <a:r>
              <a:rPr sz="2700" spc="0" baseline="3034" dirty="0">
                <a:latin typeface="Calibri"/>
                <a:cs typeface="Calibri"/>
              </a:rPr>
              <a:t>and</a:t>
            </a:r>
            <a:r>
              <a:rPr sz="2700" spc="4" baseline="3034" dirty="0">
                <a:latin typeface="Calibri"/>
                <a:cs typeface="Calibri"/>
              </a:rPr>
              <a:t> </a:t>
            </a:r>
            <a:r>
              <a:rPr sz="2700" spc="0" baseline="3034" dirty="0">
                <a:latin typeface="Calibri"/>
                <a:cs typeface="Calibri"/>
              </a:rPr>
              <a:t>m</a:t>
            </a:r>
            <a:r>
              <a:rPr sz="2700" spc="9" baseline="3034" dirty="0">
                <a:latin typeface="Calibri"/>
                <a:cs typeface="Calibri"/>
              </a:rPr>
              <a:t> </a:t>
            </a:r>
            <a:r>
              <a:rPr sz="2700" spc="0" baseline="3034" dirty="0">
                <a:latin typeface="Calibri"/>
                <a:cs typeface="Calibri"/>
              </a:rPr>
              <a:t>the</a:t>
            </a:r>
            <a:r>
              <a:rPr sz="2700" spc="9" baseline="3034" dirty="0">
                <a:latin typeface="Calibri"/>
                <a:cs typeface="Calibri"/>
              </a:rPr>
              <a:t> </a:t>
            </a:r>
            <a:r>
              <a:rPr sz="2700" spc="0" baseline="3034" dirty="0">
                <a:latin typeface="Calibri"/>
                <a:cs typeface="Calibri"/>
              </a:rPr>
              <a:t>m</a:t>
            </a:r>
            <a:r>
              <a:rPr sz="2700" spc="-14" baseline="3034" dirty="0">
                <a:latin typeface="Calibri"/>
                <a:cs typeface="Calibri"/>
              </a:rPr>
              <a:t>a</a:t>
            </a:r>
            <a:r>
              <a:rPr sz="2700" spc="0" baseline="3034" dirty="0">
                <a:latin typeface="Calibri"/>
                <a:cs typeface="Calibri"/>
              </a:rPr>
              <a:t>ximum</a:t>
            </a:r>
            <a:endParaRPr sz="1800">
              <a:latin typeface="Calibri"/>
              <a:cs typeface="Calibri"/>
            </a:endParaRPr>
          </a:p>
          <a:p>
            <a:pPr marL="12700" marR="34290">
              <a:lnSpc>
                <a:spcPts val="2160"/>
              </a:lnSpc>
              <a:spcBef>
                <a:spcPts val="11"/>
              </a:spcBef>
            </a:pPr>
            <a:r>
              <a:rPr sz="2700" spc="0" baseline="1517" dirty="0">
                <a:latin typeface="Calibri"/>
                <a:cs typeface="Calibri"/>
              </a:rPr>
              <a:t>p</a:t>
            </a:r>
            <a:r>
              <a:rPr sz="2700" spc="-14" baseline="1517" dirty="0">
                <a:latin typeface="Calibri"/>
                <a:cs typeface="Calibri"/>
              </a:rPr>
              <a:t>a</a:t>
            </a:r>
            <a:r>
              <a:rPr sz="2700" spc="0" baseline="1517" dirty="0">
                <a:latin typeface="Calibri"/>
                <a:cs typeface="Calibri"/>
              </a:rPr>
              <a:t>th len</a:t>
            </a:r>
            <a:r>
              <a:rPr sz="2700" spc="-29" baseline="1517" dirty="0">
                <a:latin typeface="Calibri"/>
                <a:cs typeface="Calibri"/>
              </a:rPr>
              <a:t>g</a:t>
            </a:r>
            <a:r>
              <a:rPr sz="2700" spc="0" baseline="1517" dirty="0">
                <a:latin typeface="Calibri"/>
                <a:cs typeface="Calibri"/>
              </a:rPr>
              <a:t>th</a:t>
            </a:r>
            <a:endParaRPr sz="1800">
              <a:latin typeface="Calibri"/>
              <a:cs typeface="Calibri"/>
            </a:endParaRPr>
          </a:p>
        </p:txBody>
      </p:sp>
      <p:sp>
        <p:nvSpPr>
          <p:cNvPr id="8" name="object 8"/>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7" name="object 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6" name="object 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5" name="object 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4" name="object 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39</a:t>
            </a:r>
            <a:endParaRPr sz="1200">
              <a:latin typeface="Calibri"/>
              <a:cs typeface="Calibri"/>
            </a:endParaRPr>
          </a:p>
        </p:txBody>
      </p:sp>
      <p:sp>
        <p:nvSpPr>
          <p:cNvPr id="3" name="object 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 name="object 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3" name="object 1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1" name="object 11"/>
          <p:cNvSpPr txBox="1"/>
          <p:nvPr/>
        </p:nvSpPr>
        <p:spPr>
          <a:xfrm>
            <a:off x="3585464" y="2964555"/>
            <a:ext cx="1964146" cy="474689"/>
          </a:xfrm>
          <a:prstGeom prst="rect">
            <a:avLst/>
          </a:prstGeom>
        </p:spPr>
        <p:txBody>
          <a:bodyPr wrap="square" lIns="0" tIns="0" rIns="0" bIns="0" rtlCol="0">
            <a:noAutofit/>
          </a:bodyPr>
          <a:lstStyle/>
          <a:p>
            <a:pPr marL="12700">
              <a:lnSpc>
                <a:spcPts val="3765"/>
              </a:lnSpc>
              <a:spcBef>
                <a:spcPts val="188"/>
              </a:spcBef>
            </a:pPr>
            <a:r>
              <a:rPr sz="5400" b="1" spc="0" baseline="3034" dirty="0">
                <a:solidFill>
                  <a:srgbClr val="1F487B"/>
                </a:solidFill>
                <a:latin typeface="Calibri"/>
                <a:cs typeface="Calibri"/>
              </a:rPr>
              <a:t>A*</a:t>
            </a:r>
            <a:r>
              <a:rPr sz="5400" b="1" spc="-9" baseline="3034" dirty="0">
                <a:solidFill>
                  <a:srgbClr val="1F487B"/>
                </a:solidFill>
                <a:latin typeface="Calibri"/>
                <a:cs typeface="Calibri"/>
              </a:rPr>
              <a:t> </a:t>
            </a:r>
            <a:r>
              <a:rPr sz="5400" b="1" spc="0" baseline="3034" dirty="0">
                <a:solidFill>
                  <a:srgbClr val="1F487B"/>
                </a:solidFill>
                <a:latin typeface="Calibri"/>
                <a:cs typeface="Calibri"/>
              </a:rPr>
              <a:t>Sea</a:t>
            </a:r>
            <a:r>
              <a:rPr sz="5400" b="1" spc="-54" baseline="3034" dirty="0">
                <a:solidFill>
                  <a:srgbClr val="1F487B"/>
                </a:solidFill>
                <a:latin typeface="Calibri"/>
                <a:cs typeface="Calibri"/>
              </a:rPr>
              <a:t>r</a:t>
            </a:r>
            <a:r>
              <a:rPr sz="5400" b="1" spc="0" baseline="3034" dirty="0">
                <a:solidFill>
                  <a:srgbClr val="1F487B"/>
                </a:solidFill>
                <a:latin typeface="Calibri"/>
                <a:cs typeface="Calibri"/>
              </a:rPr>
              <a:t>ch</a:t>
            </a:r>
            <a:endParaRPr sz="3600">
              <a:latin typeface="Calibri"/>
              <a:cs typeface="Calibri"/>
            </a:endParaRPr>
          </a:p>
        </p:txBody>
      </p:sp>
      <p:sp>
        <p:nvSpPr>
          <p:cNvPr id="10" name="object 10"/>
          <p:cNvSpPr txBox="1"/>
          <p:nvPr/>
        </p:nvSpPr>
        <p:spPr>
          <a:xfrm>
            <a:off x="2266442" y="3504200"/>
            <a:ext cx="1491142" cy="474689"/>
          </a:xfrm>
          <a:prstGeom prst="rect">
            <a:avLst/>
          </a:prstGeom>
        </p:spPr>
        <p:txBody>
          <a:bodyPr wrap="square" lIns="0" tIns="0" rIns="0" bIns="0" rtlCol="0">
            <a:noAutofit/>
          </a:bodyPr>
          <a:lstStyle/>
          <a:p>
            <a:pPr marL="12700">
              <a:lnSpc>
                <a:spcPts val="3765"/>
              </a:lnSpc>
              <a:spcBef>
                <a:spcPts val="188"/>
              </a:spcBef>
            </a:pPr>
            <a:r>
              <a:rPr sz="5400" i="1" spc="-19" baseline="3034" dirty="0">
                <a:solidFill>
                  <a:srgbClr val="1F487B"/>
                </a:solidFill>
                <a:latin typeface="Calibri"/>
                <a:cs typeface="Calibri"/>
              </a:rPr>
              <a:t>e</a:t>
            </a:r>
            <a:r>
              <a:rPr sz="5400" i="1" spc="0" baseline="3034" dirty="0">
                <a:solidFill>
                  <a:srgbClr val="1F487B"/>
                </a:solidFill>
                <a:latin typeface="Calibri"/>
                <a:cs typeface="Calibri"/>
              </a:rPr>
              <a:t>val-f</a:t>
            </a:r>
            <a:r>
              <a:rPr sz="5400" i="1" spc="4" baseline="3034" dirty="0">
                <a:solidFill>
                  <a:srgbClr val="1F487B"/>
                </a:solidFill>
                <a:latin typeface="Calibri"/>
                <a:cs typeface="Calibri"/>
              </a:rPr>
              <a:t>n</a:t>
            </a:r>
            <a:r>
              <a:rPr sz="5400" spc="0" baseline="3034" dirty="0">
                <a:solidFill>
                  <a:srgbClr val="1F487B"/>
                </a:solidFill>
                <a:latin typeface="Calibri"/>
                <a:cs typeface="Calibri"/>
              </a:rPr>
              <a:t>:</a:t>
            </a:r>
            <a:endParaRPr sz="3600">
              <a:latin typeface="Calibri"/>
              <a:cs typeface="Calibri"/>
            </a:endParaRPr>
          </a:p>
        </p:txBody>
      </p:sp>
      <p:sp>
        <p:nvSpPr>
          <p:cNvPr id="9" name="object 9"/>
          <p:cNvSpPr txBox="1"/>
          <p:nvPr/>
        </p:nvSpPr>
        <p:spPr>
          <a:xfrm>
            <a:off x="3764747" y="3504200"/>
            <a:ext cx="750392"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f(</a:t>
            </a:r>
            <a:r>
              <a:rPr sz="5400" spc="-4" baseline="3034" dirty="0">
                <a:solidFill>
                  <a:srgbClr val="1F487B"/>
                </a:solidFill>
                <a:latin typeface="Calibri"/>
                <a:cs typeface="Calibri"/>
              </a:rPr>
              <a:t>n</a:t>
            </a:r>
            <a:r>
              <a:rPr sz="5400" spc="0" baseline="3034" dirty="0">
                <a:solidFill>
                  <a:srgbClr val="1F487B"/>
                </a:solidFill>
                <a:latin typeface="Calibri"/>
                <a:cs typeface="Calibri"/>
              </a:rPr>
              <a:t>)</a:t>
            </a:r>
            <a:endParaRPr sz="3600">
              <a:latin typeface="Calibri"/>
              <a:cs typeface="Calibri"/>
            </a:endParaRPr>
          </a:p>
        </p:txBody>
      </p:sp>
      <p:sp>
        <p:nvSpPr>
          <p:cNvPr id="8" name="object 8"/>
          <p:cNvSpPr txBox="1"/>
          <p:nvPr/>
        </p:nvSpPr>
        <p:spPr>
          <a:xfrm>
            <a:off x="4523487" y="3504200"/>
            <a:ext cx="321687"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a:t>
            </a:r>
            <a:endParaRPr sz="3600">
              <a:latin typeface="Calibri"/>
              <a:cs typeface="Calibri"/>
            </a:endParaRPr>
          </a:p>
        </p:txBody>
      </p:sp>
      <p:sp>
        <p:nvSpPr>
          <p:cNvPr id="7" name="object 7"/>
          <p:cNvSpPr txBox="1"/>
          <p:nvPr/>
        </p:nvSpPr>
        <p:spPr>
          <a:xfrm>
            <a:off x="4853433" y="3504200"/>
            <a:ext cx="825929"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g(n)</a:t>
            </a:r>
            <a:endParaRPr sz="3600">
              <a:latin typeface="Calibri"/>
              <a:cs typeface="Calibri"/>
            </a:endParaRPr>
          </a:p>
        </p:txBody>
      </p:sp>
      <p:sp>
        <p:nvSpPr>
          <p:cNvPr id="6" name="object 6"/>
          <p:cNvSpPr txBox="1"/>
          <p:nvPr/>
        </p:nvSpPr>
        <p:spPr>
          <a:xfrm>
            <a:off x="5688585" y="3504199"/>
            <a:ext cx="321687"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a:t>
            </a:r>
            <a:endParaRPr sz="3600">
              <a:latin typeface="Calibri"/>
              <a:cs typeface="Calibri"/>
            </a:endParaRPr>
          </a:p>
        </p:txBody>
      </p:sp>
      <p:sp>
        <p:nvSpPr>
          <p:cNvPr id="5" name="object 5"/>
          <p:cNvSpPr txBox="1"/>
          <p:nvPr/>
        </p:nvSpPr>
        <p:spPr>
          <a:xfrm>
            <a:off x="6018531" y="3504199"/>
            <a:ext cx="851115" cy="474689"/>
          </a:xfrm>
          <a:prstGeom prst="rect">
            <a:avLst/>
          </a:prstGeom>
        </p:spPr>
        <p:txBody>
          <a:bodyPr wrap="square" lIns="0" tIns="0" rIns="0" bIns="0" rtlCol="0">
            <a:noAutofit/>
          </a:bodyPr>
          <a:lstStyle/>
          <a:p>
            <a:pPr marL="12700">
              <a:lnSpc>
                <a:spcPts val="3765"/>
              </a:lnSpc>
              <a:spcBef>
                <a:spcPts val="188"/>
              </a:spcBef>
            </a:pPr>
            <a:r>
              <a:rPr sz="5400" spc="0" baseline="3034" dirty="0">
                <a:solidFill>
                  <a:srgbClr val="1F487B"/>
                </a:solidFill>
                <a:latin typeface="Calibri"/>
                <a:cs typeface="Calibri"/>
              </a:rPr>
              <a:t>h(n)</a:t>
            </a:r>
            <a:endParaRPr sz="360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40</a:t>
            </a:r>
            <a:endParaRPr sz="12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bject 28"/>
          <p:cNvSpPr txBox="1"/>
          <p:nvPr/>
        </p:nvSpPr>
        <p:spPr>
          <a:xfrm>
            <a:off x="0" y="694232"/>
            <a:ext cx="9144000" cy="1232004"/>
          </a:xfrm>
          <a:prstGeom prst="rect">
            <a:avLst/>
          </a:prstGeom>
        </p:spPr>
        <p:txBody>
          <a:bodyPr wrap="square" lIns="0" tIns="0" rIns="0" bIns="0" rtlCol="0">
            <a:noAutofit/>
          </a:bodyPr>
          <a:lstStyle/>
          <a:p>
            <a:pPr marL="3631203" marR="3308743" algn="ctr">
              <a:lnSpc>
                <a:spcPts val="4480"/>
              </a:lnSpc>
              <a:spcBef>
                <a:spcPts val="223"/>
              </a:spcBef>
            </a:pPr>
            <a:r>
              <a:rPr sz="6600" spc="0" baseline="3723" dirty="0">
                <a:latin typeface="Calibri"/>
                <a:cs typeface="Calibri"/>
              </a:rPr>
              <a:t>*</a:t>
            </a:r>
            <a:r>
              <a:rPr sz="6600" spc="-21" baseline="3723" dirty="0">
                <a:latin typeface="Calibri"/>
                <a:cs typeface="Calibri"/>
              </a:rPr>
              <a:t> </a:t>
            </a:r>
            <a:r>
              <a:rPr sz="6600" spc="0" baseline="3723" dirty="0">
                <a:latin typeface="Calibri"/>
                <a:cs typeface="Calibri"/>
              </a:rPr>
              <a:t>(A</a:t>
            </a:r>
            <a:r>
              <a:rPr sz="6600" spc="19" baseline="3723" dirty="0">
                <a:latin typeface="Calibri"/>
                <a:cs typeface="Calibri"/>
              </a:rPr>
              <a:t> </a:t>
            </a:r>
            <a:r>
              <a:rPr sz="6600" spc="0" baseline="3723" dirty="0">
                <a:latin typeface="Calibri"/>
                <a:cs typeface="Calibri"/>
              </a:rPr>
              <a:t>S</a:t>
            </a:r>
            <a:r>
              <a:rPr sz="6600" spc="-54" baseline="3723" dirty="0">
                <a:latin typeface="Calibri"/>
                <a:cs typeface="Calibri"/>
              </a:rPr>
              <a:t>t</a:t>
            </a:r>
            <a:r>
              <a:rPr sz="6600" spc="0" baseline="3723" dirty="0">
                <a:latin typeface="Calibri"/>
                <a:cs typeface="Calibri"/>
              </a:rPr>
              <a:t>ar)</a:t>
            </a:r>
            <a:endParaRPr sz="4400">
              <a:latin typeface="Calibri"/>
              <a:cs typeface="Calibri"/>
            </a:endParaRPr>
          </a:p>
        </p:txBody>
      </p:sp>
      <p:sp>
        <p:nvSpPr>
          <p:cNvPr id="27" name="object 27"/>
          <p:cNvSpPr txBox="1"/>
          <p:nvPr/>
        </p:nvSpPr>
        <p:spPr>
          <a:xfrm>
            <a:off x="0" y="1786240"/>
            <a:ext cx="9144000" cy="1103113"/>
          </a:xfrm>
          <a:prstGeom prst="rect">
            <a:avLst/>
          </a:prstGeom>
        </p:spPr>
        <p:txBody>
          <a:bodyPr wrap="square" lIns="0" tIns="0" rIns="0" bIns="0" rtlCol="0">
            <a:noAutofit/>
          </a:bodyPr>
          <a:lstStyle/>
          <a:p>
            <a:pPr marL="967740">
              <a:lnSpc>
                <a:spcPts val="2860"/>
              </a:lnSpc>
              <a:spcBef>
                <a:spcPts val="143"/>
              </a:spcBef>
            </a:pPr>
            <a:r>
              <a:rPr sz="4200" spc="0" baseline="1035" dirty="0">
                <a:latin typeface="Times New Roman"/>
                <a:cs typeface="Times New Roman"/>
              </a:rPr>
              <a:t>estimated</a:t>
            </a:r>
            <a:r>
              <a:rPr sz="4200" spc="-25" baseline="1035" dirty="0">
                <a:latin typeface="Times New Roman"/>
                <a:cs typeface="Times New Roman"/>
              </a:rPr>
              <a:t> </a:t>
            </a:r>
            <a:r>
              <a:rPr sz="4200" spc="0" baseline="1035" dirty="0">
                <a:latin typeface="Times New Roman"/>
                <a:cs typeface="Times New Roman"/>
              </a:rPr>
              <a:t>cost</a:t>
            </a:r>
            <a:r>
              <a:rPr sz="4200" spc="-14" baseline="1035" dirty="0">
                <a:latin typeface="Times New Roman"/>
                <a:cs typeface="Times New Roman"/>
              </a:rPr>
              <a:t> </a:t>
            </a:r>
            <a:r>
              <a:rPr sz="4200" spc="0" baseline="1035" dirty="0">
                <a:latin typeface="Times New Roman"/>
                <a:cs typeface="Times New Roman"/>
              </a:rPr>
              <a:t>from a node</a:t>
            </a:r>
            <a:r>
              <a:rPr sz="4200" spc="-19" baseline="1035" dirty="0">
                <a:latin typeface="Times New Roman"/>
                <a:cs typeface="Times New Roman"/>
              </a:rPr>
              <a:t> </a:t>
            </a:r>
            <a:r>
              <a:rPr sz="4200" spc="0" baseline="1035" dirty="0">
                <a:latin typeface="Times New Roman"/>
                <a:cs typeface="Times New Roman"/>
              </a:rPr>
              <a:t>n to</a:t>
            </a:r>
            <a:r>
              <a:rPr sz="4200" spc="-4" baseline="1035" dirty="0">
                <a:latin typeface="Times New Roman"/>
                <a:cs typeface="Times New Roman"/>
              </a:rPr>
              <a:t> </a:t>
            </a:r>
            <a:r>
              <a:rPr sz="4200" spc="0" baseline="1035" dirty="0">
                <a:latin typeface="Times New Roman"/>
                <a:cs typeface="Times New Roman"/>
              </a:rPr>
              <a:t>the</a:t>
            </a:r>
            <a:r>
              <a:rPr sz="4200" spc="-19" baseline="1035" dirty="0">
                <a:latin typeface="Times New Roman"/>
                <a:cs typeface="Times New Roman"/>
              </a:rPr>
              <a:t> </a:t>
            </a:r>
            <a:r>
              <a:rPr sz="4200" spc="0" baseline="1035" dirty="0">
                <a:latin typeface="Times New Roman"/>
                <a:cs typeface="Times New Roman"/>
              </a:rPr>
              <a:t>goal</a:t>
            </a:r>
            <a:r>
              <a:rPr sz="4200" spc="-14" baseline="1035" dirty="0">
                <a:latin typeface="Times New Roman"/>
                <a:cs typeface="Times New Roman"/>
              </a:rPr>
              <a:t> </a:t>
            </a:r>
            <a:r>
              <a:rPr sz="4200" spc="0" baseline="1035" dirty="0">
                <a:latin typeface="Times New Roman"/>
                <a:cs typeface="Times New Roman"/>
              </a:rPr>
              <a:t>state</a:t>
            </a:r>
            <a:r>
              <a:rPr sz="4200" spc="670" baseline="1035" dirty="0">
                <a:latin typeface="Times New Roman"/>
                <a:cs typeface="Times New Roman"/>
              </a:rPr>
              <a:t> </a:t>
            </a:r>
            <a:r>
              <a:rPr sz="4200" spc="0" baseline="1035" dirty="0">
                <a:latin typeface="Times New Roman"/>
                <a:cs typeface="Times New Roman"/>
              </a:rPr>
              <a:t>Greedy</a:t>
            </a:r>
            <a:endParaRPr sz="2800">
              <a:latin typeface="Times New Roman"/>
              <a:cs typeface="Times New Roman"/>
            </a:endParaRPr>
          </a:p>
        </p:txBody>
      </p:sp>
      <p:sp>
        <p:nvSpPr>
          <p:cNvPr id="26" name="object 26"/>
          <p:cNvSpPr txBox="1"/>
          <p:nvPr/>
        </p:nvSpPr>
        <p:spPr>
          <a:xfrm>
            <a:off x="0" y="4766285"/>
            <a:ext cx="9144000" cy="1012422"/>
          </a:xfrm>
          <a:prstGeom prst="rect">
            <a:avLst/>
          </a:prstGeom>
        </p:spPr>
        <p:txBody>
          <a:bodyPr wrap="square" lIns="0" tIns="0" rIns="0" bIns="0" rtlCol="0">
            <a:noAutofit/>
          </a:bodyPr>
          <a:lstStyle/>
          <a:p>
            <a:pPr marL="1727454">
              <a:lnSpc>
                <a:spcPts val="2860"/>
              </a:lnSpc>
              <a:spcBef>
                <a:spcPts val="143"/>
              </a:spcBef>
            </a:pPr>
            <a:r>
              <a:rPr sz="4200" b="1" spc="0" baseline="1035" dirty="0">
                <a:latin typeface="Times New Roman"/>
                <a:cs typeface="Times New Roman"/>
              </a:rPr>
              <a:t>S</a:t>
            </a:r>
            <a:endParaRPr sz="2800">
              <a:latin typeface="Times New Roman"/>
              <a:cs typeface="Times New Roman"/>
            </a:endParaRPr>
          </a:p>
        </p:txBody>
      </p:sp>
      <p:sp>
        <p:nvSpPr>
          <p:cNvPr id="24" name="object 2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22" name="object 22"/>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23" name="object 2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9" name="object 19"/>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20" name="object 20"/>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8" name="object 18"/>
          <p:cNvSpPr txBox="1"/>
          <p:nvPr/>
        </p:nvSpPr>
        <p:spPr>
          <a:xfrm>
            <a:off x="3350005" y="681740"/>
            <a:ext cx="432364"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17" name="object 17"/>
          <p:cNvSpPr txBox="1"/>
          <p:nvPr/>
        </p:nvSpPr>
        <p:spPr>
          <a:xfrm>
            <a:off x="4077717" y="681740"/>
            <a:ext cx="179952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r>
              <a:rPr sz="6600" spc="19" baseline="3103" dirty="0">
                <a:latin typeface="Calibri"/>
                <a:cs typeface="Calibri"/>
              </a:rPr>
              <a:t> </a:t>
            </a:r>
            <a:r>
              <a:rPr sz="6600" spc="0" baseline="3103" dirty="0">
                <a:latin typeface="Calibri"/>
                <a:cs typeface="Calibri"/>
              </a:rPr>
              <a:t>S</a:t>
            </a:r>
            <a:r>
              <a:rPr sz="6600" spc="-54" baseline="3103" dirty="0">
                <a:latin typeface="Calibri"/>
                <a:cs typeface="Calibri"/>
              </a:rPr>
              <a:t>t</a:t>
            </a:r>
            <a:r>
              <a:rPr sz="6600" spc="0" baseline="3103" dirty="0">
                <a:latin typeface="Calibri"/>
                <a:cs typeface="Calibri"/>
              </a:rPr>
              <a:t>ar)</a:t>
            </a:r>
            <a:endParaRPr sz="4400">
              <a:latin typeface="Calibri"/>
              <a:cs typeface="Calibri"/>
            </a:endParaRPr>
          </a:p>
        </p:txBody>
      </p:sp>
      <p:sp>
        <p:nvSpPr>
          <p:cNvPr id="16" name="object 16"/>
          <p:cNvSpPr txBox="1"/>
          <p:nvPr/>
        </p:nvSpPr>
        <p:spPr>
          <a:xfrm>
            <a:off x="612140" y="1395996"/>
            <a:ext cx="8037276" cy="389483"/>
          </a:xfrm>
          <a:prstGeom prst="rect">
            <a:avLst/>
          </a:prstGeom>
        </p:spPr>
        <p:txBody>
          <a:bodyPr wrap="square" lIns="0" tIns="0" rIns="0" bIns="0" rtlCol="0">
            <a:noAutofit/>
          </a:bodyPr>
          <a:lstStyle/>
          <a:p>
            <a:pPr marL="12700">
              <a:lnSpc>
                <a:spcPts val="3120"/>
              </a:lnSpc>
              <a:spcBef>
                <a:spcPts val="156"/>
              </a:spcBef>
            </a:pPr>
            <a:r>
              <a:rPr sz="4200" spc="0" baseline="3152" dirty="0">
                <a:latin typeface="Courier New"/>
                <a:cs typeface="Courier New"/>
              </a:rPr>
              <a:t>o</a:t>
            </a:r>
            <a:r>
              <a:rPr sz="4200" spc="-659" baseline="3152" dirty="0">
                <a:latin typeface="Courier New"/>
                <a:cs typeface="Courier New"/>
              </a:rPr>
              <a:t> </a:t>
            </a:r>
            <a:r>
              <a:rPr sz="4200" spc="0" baseline="3105" dirty="0">
                <a:latin typeface="Times New Roman"/>
                <a:cs typeface="Times New Roman"/>
              </a:rPr>
              <a:t>Greedy</a:t>
            </a:r>
            <a:r>
              <a:rPr sz="4200" spc="-14" baseline="3105" dirty="0">
                <a:latin typeface="Times New Roman"/>
                <a:cs typeface="Times New Roman"/>
              </a:rPr>
              <a:t> </a:t>
            </a:r>
            <a:r>
              <a:rPr sz="4200" spc="0" baseline="3105" dirty="0">
                <a:latin typeface="Times New Roman"/>
                <a:cs typeface="Times New Roman"/>
              </a:rPr>
              <a:t>Search</a:t>
            </a:r>
            <a:r>
              <a:rPr sz="4200" spc="-14" baseline="3105" dirty="0">
                <a:latin typeface="Times New Roman"/>
                <a:cs typeface="Times New Roman"/>
              </a:rPr>
              <a:t> </a:t>
            </a:r>
            <a:r>
              <a:rPr sz="4200" spc="0" baseline="3105" dirty="0">
                <a:latin typeface="Times New Roman"/>
                <a:cs typeface="Times New Roman"/>
              </a:rPr>
              <a:t>minimizes</a:t>
            </a:r>
            <a:r>
              <a:rPr sz="4200" spc="-14" baseline="3105" dirty="0">
                <a:latin typeface="Times New Roman"/>
                <a:cs typeface="Times New Roman"/>
              </a:rPr>
              <a:t> </a:t>
            </a:r>
            <a:r>
              <a:rPr sz="4200" spc="0" baseline="3105" dirty="0">
                <a:latin typeface="Times New Roman"/>
                <a:cs typeface="Times New Roman"/>
              </a:rPr>
              <a:t>a</a:t>
            </a:r>
            <a:r>
              <a:rPr sz="4200" spc="-14" baseline="3105" dirty="0">
                <a:latin typeface="Times New Roman"/>
                <a:cs typeface="Times New Roman"/>
              </a:rPr>
              <a:t> </a:t>
            </a:r>
            <a:r>
              <a:rPr sz="4200" spc="0" baseline="3105" dirty="0">
                <a:latin typeface="Times New Roman"/>
                <a:cs typeface="Times New Roman"/>
              </a:rPr>
              <a:t>h</a:t>
            </a:r>
            <a:r>
              <a:rPr sz="4200" spc="-14" baseline="3105" dirty="0">
                <a:latin typeface="Times New Roman"/>
                <a:cs typeface="Times New Roman"/>
              </a:rPr>
              <a:t>e</a:t>
            </a:r>
            <a:r>
              <a:rPr sz="4200" spc="0" baseline="3105" dirty="0">
                <a:latin typeface="Times New Roman"/>
                <a:cs typeface="Times New Roman"/>
              </a:rPr>
              <a:t>uristic</a:t>
            </a:r>
            <a:r>
              <a:rPr sz="4200" spc="-14" baseline="3105" dirty="0">
                <a:latin typeface="Times New Roman"/>
                <a:cs typeface="Times New Roman"/>
              </a:rPr>
              <a:t> </a:t>
            </a:r>
            <a:r>
              <a:rPr sz="4200" spc="0" baseline="3105" dirty="0">
                <a:latin typeface="Times New Roman"/>
                <a:cs typeface="Times New Roman"/>
              </a:rPr>
              <a:t>h(n) which</a:t>
            </a:r>
            <a:r>
              <a:rPr sz="4200" spc="-14" baseline="3105" dirty="0">
                <a:latin typeface="Times New Roman"/>
                <a:cs typeface="Times New Roman"/>
              </a:rPr>
              <a:t> </a:t>
            </a:r>
            <a:r>
              <a:rPr sz="4200" spc="0" baseline="3105" dirty="0">
                <a:latin typeface="Times New Roman"/>
                <a:cs typeface="Times New Roman"/>
              </a:rPr>
              <a:t>is</a:t>
            </a:r>
            <a:r>
              <a:rPr sz="4200" spc="-14" baseline="3105" dirty="0">
                <a:latin typeface="Times New Roman"/>
                <a:cs typeface="Times New Roman"/>
              </a:rPr>
              <a:t> </a:t>
            </a:r>
            <a:r>
              <a:rPr sz="4200" spc="0" baseline="3105" dirty="0">
                <a:latin typeface="Times New Roman"/>
                <a:cs typeface="Times New Roman"/>
              </a:rPr>
              <a:t>an</a:t>
            </a:r>
            <a:endParaRPr sz="2800">
              <a:latin typeface="Times New Roman"/>
              <a:cs typeface="Times New Roman"/>
            </a:endParaRPr>
          </a:p>
        </p:txBody>
      </p:sp>
      <p:sp>
        <p:nvSpPr>
          <p:cNvPr id="15" name="object 15"/>
          <p:cNvSpPr txBox="1"/>
          <p:nvPr/>
        </p:nvSpPr>
        <p:spPr>
          <a:xfrm>
            <a:off x="955040" y="1773749"/>
            <a:ext cx="4537082" cy="375003"/>
          </a:xfrm>
          <a:prstGeom prst="rect">
            <a:avLst/>
          </a:prstGeom>
        </p:spPr>
        <p:txBody>
          <a:bodyPr wrap="square" lIns="0" tIns="0" rIns="0" bIns="0" rtlCol="0">
            <a:noAutofit/>
          </a:bodyPr>
          <a:lstStyle/>
          <a:p>
            <a:pPr marL="12700">
              <a:lnSpc>
                <a:spcPts val="2960"/>
              </a:lnSpc>
              <a:spcBef>
                <a:spcPts val="148"/>
              </a:spcBef>
            </a:pPr>
            <a:r>
              <a:rPr sz="2800" spc="-4" dirty="0">
                <a:latin typeface="Times New Roman"/>
                <a:cs typeface="Times New Roman"/>
              </a:rPr>
              <a:t>estimate</a:t>
            </a:r>
            <a:r>
              <a:rPr sz="2800" spc="0" dirty="0">
                <a:latin typeface="Times New Roman"/>
                <a:cs typeface="Times New Roman"/>
              </a:rPr>
              <a:t>d</a:t>
            </a:r>
            <a:r>
              <a:rPr sz="2800" spc="-25" dirty="0">
                <a:latin typeface="Times New Roman"/>
                <a:cs typeface="Times New Roman"/>
              </a:rPr>
              <a:t> </a:t>
            </a:r>
            <a:r>
              <a:rPr sz="2800" spc="0" dirty="0">
                <a:latin typeface="Times New Roman"/>
                <a:cs typeface="Times New Roman"/>
              </a:rPr>
              <a:t>cost</a:t>
            </a:r>
            <a:r>
              <a:rPr sz="2800" spc="-14" dirty="0">
                <a:latin typeface="Times New Roman"/>
                <a:cs typeface="Times New Roman"/>
              </a:rPr>
              <a:t> </a:t>
            </a:r>
            <a:r>
              <a:rPr sz="2800" spc="4" dirty="0">
                <a:latin typeface="Times New Roman"/>
                <a:cs typeface="Times New Roman"/>
              </a:rPr>
              <a:t>fro</a:t>
            </a:r>
            <a:r>
              <a:rPr sz="2800" spc="0" dirty="0">
                <a:latin typeface="Times New Roman"/>
                <a:cs typeface="Times New Roman"/>
              </a:rPr>
              <a:t>m a </a:t>
            </a:r>
            <a:r>
              <a:rPr sz="2800" spc="4" dirty="0">
                <a:latin typeface="Times New Roman"/>
                <a:cs typeface="Times New Roman"/>
              </a:rPr>
              <a:t>nod</a:t>
            </a:r>
            <a:r>
              <a:rPr sz="2800" spc="0" dirty="0">
                <a:latin typeface="Times New Roman"/>
                <a:cs typeface="Times New Roman"/>
              </a:rPr>
              <a:t>e</a:t>
            </a:r>
            <a:r>
              <a:rPr sz="2800" spc="-19" dirty="0">
                <a:latin typeface="Times New Roman"/>
                <a:cs typeface="Times New Roman"/>
              </a:rPr>
              <a:t> </a:t>
            </a:r>
            <a:r>
              <a:rPr sz="2800" spc="0" dirty="0">
                <a:latin typeface="Times New Roman"/>
                <a:cs typeface="Times New Roman"/>
              </a:rPr>
              <a:t>n to</a:t>
            </a:r>
            <a:endParaRPr sz="2800">
              <a:latin typeface="Times New Roman"/>
              <a:cs typeface="Times New Roman"/>
            </a:endParaRPr>
          </a:p>
        </p:txBody>
      </p:sp>
      <p:sp>
        <p:nvSpPr>
          <p:cNvPr id="14" name="object 14"/>
          <p:cNvSpPr txBox="1"/>
          <p:nvPr/>
        </p:nvSpPr>
        <p:spPr>
          <a:xfrm>
            <a:off x="5600345" y="1773749"/>
            <a:ext cx="3076077" cy="375003"/>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he</a:t>
            </a:r>
            <a:r>
              <a:rPr sz="2800" spc="-19" dirty="0">
                <a:latin typeface="Times New Roman"/>
                <a:cs typeface="Times New Roman"/>
              </a:rPr>
              <a:t> </a:t>
            </a:r>
            <a:r>
              <a:rPr sz="2800" spc="0" dirty="0">
                <a:latin typeface="Times New Roman"/>
                <a:cs typeface="Times New Roman"/>
              </a:rPr>
              <a:t>goal</a:t>
            </a:r>
            <a:r>
              <a:rPr sz="2800" spc="-14" dirty="0">
                <a:latin typeface="Times New Roman"/>
                <a:cs typeface="Times New Roman"/>
              </a:rPr>
              <a:t> </a:t>
            </a:r>
            <a:r>
              <a:rPr sz="2800" spc="0" dirty="0">
                <a:latin typeface="Times New Roman"/>
                <a:cs typeface="Times New Roman"/>
              </a:rPr>
              <a:t>stat</a:t>
            </a:r>
            <a:r>
              <a:rPr sz="2800" spc="-4" dirty="0">
                <a:latin typeface="Times New Roman"/>
                <a:cs typeface="Times New Roman"/>
              </a:rPr>
              <a:t>e</a:t>
            </a:r>
            <a:r>
              <a:rPr sz="2800" spc="0" dirty="0">
                <a:latin typeface="Times New Roman"/>
                <a:cs typeface="Times New Roman"/>
              </a:rPr>
              <a:t>.</a:t>
            </a:r>
            <a:r>
              <a:rPr sz="2800" spc="-25" dirty="0">
                <a:latin typeface="Times New Roman"/>
                <a:cs typeface="Times New Roman"/>
              </a:rPr>
              <a:t> </a:t>
            </a:r>
            <a:r>
              <a:rPr sz="2800" spc="0" dirty="0">
                <a:latin typeface="Times New Roman"/>
                <a:cs typeface="Times New Roman"/>
              </a:rPr>
              <a:t>Greedy</a:t>
            </a:r>
            <a:endParaRPr sz="2800">
              <a:latin typeface="Times New Roman"/>
              <a:cs typeface="Times New Roman"/>
            </a:endParaRPr>
          </a:p>
        </p:txBody>
      </p:sp>
      <p:sp>
        <p:nvSpPr>
          <p:cNvPr id="13" name="object 13"/>
          <p:cNvSpPr txBox="1"/>
          <p:nvPr/>
        </p:nvSpPr>
        <p:spPr>
          <a:xfrm>
            <a:off x="955046" y="2151491"/>
            <a:ext cx="7547441" cy="375003"/>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Search</a:t>
            </a:r>
            <a:r>
              <a:rPr sz="2800" spc="-14" dirty="0">
                <a:latin typeface="Times New Roman"/>
                <a:cs typeface="Times New Roman"/>
              </a:rPr>
              <a:t> </a:t>
            </a:r>
            <a:r>
              <a:rPr sz="2800" spc="0" dirty="0">
                <a:latin typeface="Times New Roman"/>
                <a:cs typeface="Times New Roman"/>
              </a:rPr>
              <a:t>is e</a:t>
            </a:r>
            <a:r>
              <a:rPr sz="2800" spc="-44" dirty="0">
                <a:latin typeface="Times New Roman"/>
                <a:cs typeface="Times New Roman"/>
              </a:rPr>
              <a:t>f</a:t>
            </a:r>
            <a:r>
              <a:rPr sz="2800" spc="0" dirty="0">
                <a:latin typeface="Times New Roman"/>
                <a:cs typeface="Times New Roman"/>
              </a:rPr>
              <a:t>ficient</a:t>
            </a:r>
            <a:r>
              <a:rPr sz="2800" spc="-14" dirty="0">
                <a:latin typeface="Times New Roman"/>
                <a:cs typeface="Times New Roman"/>
              </a:rPr>
              <a:t> </a:t>
            </a:r>
            <a:r>
              <a:rPr sz="2800" spc="0" dirty="0">
                <a:latin typeface="Times New Roman"/>
                <a:cs typeface="Times New Roman"/>
              </a:rPr>
              <a:t>but</a:t>
            </a:r>
            <a:r>
              <a:rPr sz="2800" spc="-14" dirty="0">
                <a:latin typeface="Times New Roman"/>
                <a:cs typeface="Times New Roman"/>
              </a:rPr>
              <a:t> </a:t>
            </a:r>
            <a:r>
              <a:rPr sz="2800" spc="0" dirty="0">
                <a:latin typeface="Times New Roman"/>
                <a:cs typeface="Times New Roman"/>
              </a:rPr>
              <a:t>it</a:t>
            </a:r>
            <a:r>
              <a:rPr sz="2800" spc="-14" dirty="0">
                <a:latin typeface="Times New Roman"/>
                <a:cs typeface="Times New Roman"/>
              </a:rPr>
              <a:t> </a:t>
            </a:r>
            <a:r>
              <a:rPr sz="2800" spc="0" dirty="0">
                <a:latin typeface="Times New Roman"/>
                <a:cs typeface="Times New Roman"/>
              </a:rPr>
              <a:t>is not</a:t>
            </a:r>
            <a:r>
              <a:rPr sz="2800" spc="-14" dirty="0">
                <a:latin typeface="Times New Roman"/>
                <a:cs typeface="Times New Roman"/>
              </a:rPr>
              <a:t> </a:t>
            </a:r>
            <a:r>
              <a:rPr sz="2800" spc="0" dirty="0">
                <a:latin typeface="Times New Roman"/>
                <a:cs typeface="Times New Roman"/>
              </a:rPr>
              <a:t>optimal</a:t>
            </a:r>
            <a:r>
              <a:rPr sz="2800" spc="-14" dirty="0">
                <a:latin typeface="Times New Roman"/>
                <a:cs typeface="Times New Roman"/>
              </a:rPr>
              <a:t> </a:t>
            </a:r>
            <a:r>
              <a:rPr sz="2800" spc="0" dirty="0">
                <a:latin typeface="Times New Roman"/>
                <a:cs typeface="Times New Roman"/>
              </a:rPr>
              <a:t>nor</a:t>
            </a:r>
            <a:r>
              <a:rPr sz="2800" spc="-14" dirty="0">
                <a:latin typeface="Times New Roman"/>
                <a:cs typeface="Times New Roman"/>
              </a:rPr>
              <a:t> </a:t>
            </a:r>
            <a:r>
              <a:rPr sz="2800" spc="0" dirty="0">
                <a:latin typeface="Times New Roman"/>
                <a:cs typeface="Times New Roman"/>
              </a:rPr>
              <a:t>complete.</a:t>
            </a:r>
            <a:endParaRPr sz="2800">
              <a:latin typeface="Times New Roman"/>
              <a:cs typeface="Times New Roman"/>
            </a:endParaRPr>
          </a:p>
        </p:txBody>
      </p:sp>
      <p:sp>
        <p:nvSpPr>
          <p:cNvPr id="12" name="object 12"/>
          <p:cNvSpPr txBox="1"/>
          <p:nvPr/>
        </p:nvSpPr>
        <p:spPr>
          <a:xfrm>
            <a:off x="612141" y="3074895"/>
            <a:ext cx="8179013" cy="389483"/>
          </a:xfrm>
          <a:prstGeom prst="rect">
            <a:avLst/>
          </a:prstGeom>
        </p:spPr>
        <p:txBody>
          <a:bodyPr wrap="square" lIns="0" tIns="0" rIns="0" bIns="0" rtlCol="0">
            <a:noAutofit/>
          </a:bodyPr>
          <a:lstStyle/>
          <a:p>
            <a:pPr marL="12700">
              <a:lnSpc>
                <a:spcPts val="3120"/>
              </a:lnSpc>
              <a:spcBef>
                <a:spcPts val="156"/>
              </a:spcBef>
            </a:pPr>
            <a:r>
              <a:rPr sz="4200" spc="0" baseline="3152" dirty="0">
                <a:latin typeface="Courier New"/>
                <a:cs typeface="Courier New"/>
              </a:rPr>
              <a:t>o</a:t>
            </a:r>
            <a:r>
              <a:rPr sz="4200" spc="-659" baseline="3152" dirty="0">
                <a:latin typeface="Courier New"/>
                <a:cs typeface="Courier New"/>
              </a:rPr>
              <a:t> </a:t>
            </a:r>
            <a:r>
              <a:rPr sz="4200" spc="0" baseline="3105" dirty="0">
                <a:latin typeface="Times New Roman"/>
                <a:cs typeface="Times New Roman"/>
              </a:rPr>
              <a:t>Uniform</a:t>
            </a:r>
            <a:r>
              <a:rPr sz="4200" spc="-14" baseline="3105" dirty="0">
                <a:latin typeface="Times New Roman"/>
                <a:cs typeface="Times New Roman"/>
              </a:rPr>
              <a:t> </a:t>
            </a:r>
            <a:r>
              <a:rPr sz="4200" spc="0" baseline="3105" dirty="0">
                <a:latin typeface="Times New Roman"/>
                <a:cs typeface="Times New Roman"/>
              </a:rPr>
              <a:t>Cost</a:t>
            </a:r>
            <a:r>
              <a:rPr sz="4200" spc="-14" baseline="3105" dirty="0">
                <a:latin typeface="Times New Roman"/>
                <a:cs typeface="Times New Roman"/>
              </a:rPr>
              <a:t> </a:t>
            </a:r>
            <a:r>
              <a:rPr sz="4200" spc="0" baseline="3105" dirty="0">
                <a:latin typeface="Times New Roman"/>
                <a:cs typeface="Times New Roman"/>
              </a:rPr>
              <a:t>Search</a:t>
            </a:r>
            <a:r>
              <a:rPr sz="4200" spc="-14" baseline="3105" dirty="0">
                <a:latin typeface="Times New Roman"/>
                <a:cs typeface="Times New Roman"/>
              </a:rPr>
              <a:t> </a:t>
            </a:r>
            <a:r>
              <a:rPr sz="4200" spc="0" baseline="3105" dirty="0">
                <a:latin typeface="Times New Roman"/>
                <a:cs typeface="Times New Roman"/>
              </a:rPr>
              <a:t>minimizes</a:t>
            </a:r>
            <a:r>
              <a:rPr sz="4200" spc="-14" baseline="3105" dirty="0">
                <a:latin typeface="Times New Roman"/>
                <a:cs typeface="Times New Roman"/>
              </a:rPr>
              <a:t> </a:t>
            </a:r>
            <a:r>
              <a:rPr sz="4200" spc="0" baseline="3105" dirty="0">
                <a:latin typeface="Times New Roman"/>
                <a:cs typeface="Times New Roman"/>
              </a:rPr>
              <a:t>the</a:t>
            </a:r>
            <a:r>
              <a:rPr sz="4200" spc="-14" baseline="3105" dirty="0">
                <a:latin typeface="Times New Roman"/>
                <a:cs typeface="Times New Roman"/>
              </a:rPr>
              <a:t> </a:t>
            </a:r>
            <a:r>
              <a:rPr sz="4200" spc="0" baseline="3105" dirty="0">
                <a:latin typeface="Times New Roman"/>
                <a:cs typeface="Times New Roman"/>
              </a:rPr>
              <a:t>cost</a:t>
            </a:r>
            <a:r>
              <a:rPr sz="4200" spc="-14" baseline="3105" dirty="0">
                <a:latin typeface="Times New Roman"/>
                <a:cs typeface="Times New Roman"/>
              </a:rPr>
              <a:t> </a:t>
            </a:r>
            <a:r>
              <a:rPr sz="4200" spc="0" baseline="3105" dirty="0">
                <a:latin typeface="Times New Roman"/>
                <a:cs typeface="Times New Roman"/>
              </a:rPr>
              <a:t>g(n)</a:t>
            </a:r>
            <a:r>
              <a:rPr sz="4200" spc="-14" baseline="3105" dirty="0">
                <a:latin typeface="Times New Roman"/>
                <a:cs typeface="Times New Roman"/>
              </a:rPr>
              <a:t> </a:t>
            </a:r>
            <a:r>
              <a:rPr sz="4200" spc="0" baseline="3105" dirty="0">
                <a:latin typeface="Times New Roman"/>
                <a:cs typeface="Times New Roman"/>
              </a:rPr>
              <a:t>from</a:t>
            </a:r>
            <a:r>
              <a:rPr sz="4200" spc="-14" baseline="3105" dirty="0">
                <a:latin typeface="Times New Roman"/>
                <a:cs typeface="Times New Roman"/>
              </a:rPr>
              <a:t> </a:t>
            </a:r>
            <a:r>
              <a:rPr sz="4200" spc="0" baseline="3105" dirty="0">
                <a:latin typeface="Times New Roman"/>
                <a:cs typeface="Times New Roman"/>
              </a:rPr>
              <a:t>the</a:t>
            </a:r>
            <a:endParaRPr sz="2800">
              <a:latin typeface="Times New Roman"/>
              <a:cs typeface="Times New Roman"/>
            </a:endParaRPr>
          </a:p>
        </p:txBody>
      </p:sp>
      <p:sp>
        <p:nvSpPr>
          <p:cNvPr id="11" name="object 11"/>
          <p:cNvSpPr txBox="1"/>
          <p:nvPr/>
        </p:nvSpPr>
        <p:spPr>
          <a:xfrm>
            <a:off x="955040" y="3452637"/>
            <a:ext cx="7181660" cy="752766"/>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initial</a:t>
            </a:r>
            <a:r>
              <a:rPr sz="2800" spc="-19" dirty="0">
                <a:latin typeface="Times New Roman"/>
                <a:cs typeface="Times New Roman"/>
              </a:rPr>
              <a:t> </a:t>
            </a:r>
            <a:r>
              <a:rPr sz="2800" spc="0" dirty="0">
                <a:latin typeface="Times New Roman"/>
                <a:cs typeface="Times New Roman"/>
              </a:rPr>
              <a:t>state</a:t>
            </a:r>
            <a:r>
              <a:rPr sz="2800" spc="-19" dirty="0">
                <a:latin typeface="Times New Roman"/>
                <a:cs typeface="Times New Roman"/>
              </a:rPr>
              <a:t> </a:t>
            </a:r>
            <a:r>
              <a:rPr sz="2800" spc="0" dirty="0">
                <a:latin typeface="Times New Roman"/>
                <a:cs typeface="Times New Roman"/>
              </a:rPr>
              <a:t>to</a:t>
            </a:r>
            <a:r>
              <a:rPr sz="2800" spc="-19" dirty="0">
                <a:latin typeface="Times New Roman"/>
                <a:cs typeface="Times New Roman"/>
              </a:rPr>
              <a:t> </a:t>
            </a:r>
            <a:r>
              <a:rPr sz="2800" spc="0" dirty="0">
                <a:latin typeface="Times New Roman"/>
                <a:cs typeface="Times New Roman"/>
              </a:rPr>
              <a:t>n. UCS is optimal</a:t>
            </a:r>
            <a:r>
              <a:rPr sz="2800" spc="-19" dirty="0">
                <a:latin typeface="Times New Roman"/>
                <a:cs typeface="Times New Roman"/>
              </a:rPr>
              <a:t> </a:t>
            </a:r>
            <a:r>
              <a:rPr sz="2800" spc="0" dirty="0">
                <a:latin typeface="Times New Roman"/>
                <a:cs typeface="Times New Roman"/>
              </a:rPr>
              <a:t>and</a:t>
            </a:r>
            <a:r>
              <a:rPr sz="2800" spc="-9" dirty="0">
                <a:latin typeface="Times New Roman"/>
                <a:cs typeface="Times New Roman"/>
              </a:rPr>
              <a:t> </a:t>
            </a:r>
            <a:r>
              <a:rPr sz="2800" spc="0" dirty="0">
                <a:latin typeface="Times New Roman"/>
                <a:cs typeface="Times New Roman"/>
              </a:rPr>
              <a:t>complete</a:t>
            </a:r>
            <a:r>
              <a:rPr sz="2800" spc="-19" dirty="0">
                <a:latin typeface="Times New Roman"/>
                <a:cs typeface="Times New Roman"/>
              </a:rPr>
              <a:t> </a:t>
            </a:r>
            <a:r>
              <a:rPr sz="2800" spc="0" dirty="0">
                <a:latin typeface="Times New Roman"/>
                <a:cs typeface="Times New Roman"/>
              </a:rPr>
              <a:t>but</a:t>
            </a:r>
            <a:endParaRPr sz="2800">
              <a:latin typeface="Times New Roman"/>
              <a:cs typeface="Times New Roman"/>
            </a:endParaRPr>
          </a:p>
          <a:p>
            <a:pPr marL="12700" marR="53378">
              <a:lnSpc>
                <a:spcPts val="3025"/>
              </a:lnSpc>
              <a:spcBef>
                <a:spcPts val="3"/>
              </a:spcBef>
            </a:pPr>
            <a:r>
              <a:rPr sz="2800" spc="0" dirty="0">
                <a:latin typeface="Times New Roman"/>
                <a:cs typeface="Times New Roman"/>
              </a:rPr>
              <a:t>e</a:t>
            </a:r>
            <a:r>
              <a:rPr sz="2800" spc="-44" dirty="0">
                <a:latin typeface="Times New Roman"/>
                <a:cs typeface="Times New Roman"/>
              </a:rPr>
              <a:t>f</a:t>
            </a:r>
            <a:r>
              <a:rPr sz="2800" spc="0" dirty="0">
                <a:latin typeface="Times New Roman"/>
                <a:cs typeface="Times New Roman"/>
              </a:rPr>
              <a:t>ficient.</a:t>
            </a:r>
            <a:endParaRPr sz="2800">
              <a:latin typeface="Times New Roman"/>
              <a:cs typeface="Times New Roman"/>
            </a:endParaRPr>
          </a:p>
        </p:txBody>
      </p:sp>
      <p:sp>
        <p:nvSpPr>
          <p:cNvPr id="10" name="object 10"/>
          <p:cNvSpPr txBox="1"/>
          <p:nvPr/>
        </p:nvSpPr>
        <p:spPr>
          <a:xfrm>
            <a:off x="8144040" y="3452637"/>
            <a:ext cx="533773" cy="375004"/>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not</a:t>
            </a:r>
            <a:endParaRPr sz="2800">
              <a:latin typeface="Times New Roman"/>
              <a:cs typeface="Times New Roman"/>
            </a:endParaRPr>
          </a:p>
        </p:txBody>
      </p:sp>
      <p:sp>
        <p:nvSpPr>
          <p:cNvPr id="9" name="object 9"/>
          <p:cNvSpPr txBox="1"/>
          <p:nvPr/>
        </p:nvSpPr>
        <p:spPr>
          <a:xfrm>
            <a:off x="612141" y="4753793"/>
            <a:ext cx="2568777" cy="389483"/>
          </a:xfrm>
          <a:prstGeom prst="rect">
            <a:avLst/>
          </a:prstGeom>
        </p:spPr>
        <p:txBody>
          <a:bodyPr wrap="square" lIns="0" tIns="0" rIns="0" bIns="0" rtlCol="0">
            <a:noAutofit/>
          </a:bodyPr>
          <a:lstStyle/>
          <a:p>
            <a:pPr marL="12700">
              <a:lnSpc>
                <a:spcPts val="3120"/>
              </a:lnSpc>
              <a:spcBef>
                <a:spcPts val="156"/>
              </a:spcBef>
            </a:pPr>
            <a:r>
              <a:rPr sz="4200" spc="0" baseline="3152" dirty="0">
                <a:latin typeface="Courier New"/>
                <a:cs typeface="Courier New"/>
              </a:rPr>
              <a:t>o</a:t>
            </a:r>
            <a:r>
              <a:rPr sz="4200" spc="-659" baseline="3152" dirty="0">
                <a:latin typeface="Courier New"/>
                <a:cs typeface="Courier New"/>
              </a:rPr>
              <a:t> </a:t>
            </a:r>
            <a:r>
              <a:rPr sz="4200" b="1" spc="0" baseline="3105" dirty="0">
                <a:latin typeface="Times New Roman"/>
                <a:cs typeface="Times New Roman"/>
              </a:rPr>
              <a:t>New Strategy</a:t>
            </a:r>
            <a:r>
              <a:rPr sz="4200" spc="0" baseline="3105" dirty="0">
                <a:latin typeface="Times New Roman"/>
                <a:cs typeface="Times New Roman"/>
              </a:rPr>
              <a:t>:</a:t>
            </a:r>
            <a:endParaRPr sz="2800">
              <a:latin typeface="Times New Roman"/>
              <a:cs typeface="Times New Roman"/>
            </a:endParaRPr>
          </a:p>
        </p:txBody>
      </p:sp>
      <p:sp>
        <p:nvSpPr>
          <p:cNvPr id="8" name="object 8"/>
          <p:cNvSpPr txBox="1"/>
          <p:nvPr/>
        </p:nvSpPr>
        <p:spPr>
          <a:xfrm>
            <a:off x="3186177" y="4753793"/>
            <a:ext cx="4953449" cy="375004"/>
          </a:xfrm>
          <a:prstGeom prst="rect">
            <a:avLst/>
          </a:prstGeom>
        </p:spPr>
        <p:txBody>
          <a:bodyPr wrap="square" lIns="0" tIns="0" rIns="0" bIns="0" rtlCol="0">
            <a:noAutofit/>
          </a:bodyPr>
          <a:lstStyle/>
          <a:p>
            <a:pPr marL="12700">
              <a:lnSpc>
                <a:spcPts val="2960"/>
              </a:lnSpc>
              <a:spcBef>
                <a:spcPts val="148"/>
              </a:spcBef>
            </a:pPr>
            <a:r>
              <a:rPr sz="2800" spc="-4" dirty="0">
                <a:latin typeface="Times New Roman"/>
                <a:cs typeface="Times New Roman"/>
              </a:rPr>
              <a:t>C</a:t>
            </a:r>
            <a:r>
              <a:rPr sz="2800" spc="4" dirty="0">
                <a:latin typeface="Times New Roman"/>
                <a:cs typeface="Times New Roman"/>
              </a:rPr>
              <a:t>o</a:t>
            </a:r>
            <a:r>
              <a:rPr sz="2800" spc="0" dirty="0">
                <a:latin typeface="Times New Roman"/>
                <a:cs typeface="Times New Roman"/>
              </a:rPr>
              <a:t>m</a:t>
            </a:r>
            <a:r>
              <a:rPr sz="2800" spc="4" dirty="0">
                <a:latin typeface="Times New Roman"/>
                <a:cs typeface="Times New Roman"/>
              </a:rPr>
              <a:t>b</a:t>
            </a:r>
            <a:r>
              <a:rPr sz="2800" spc="0" dirty="0">
                <a:latin typeface="Times New Roman"/>
                <a:cs typeface="Times New Roman"/>
              </a:rPr>
              <a:t>ine</a:t>
            </a:r>
            <a:r>
              <a:rPr sz="2800" spc="-29" dirty="0">
                <a:latin typeface="Times New Roman"/>
                <a:cs typeface="Times New Roman"/>
              </a:rPr>
              <a:t> </a:t>
            </a:r>
            <a:r>
              <a:rPr sz="2800" spc="0" dirty="0">
                <a:latin typeface="Times New Roman"/>
                <a:cs typeface="Times New Roman"/>
              </a:rPr>
              <a:t>Gree</a:t>
            </a:r>
            <a:r>
              <a:rPr sz="2800" spc="4" dirty="0">
                <a:latin typeface="Times New Roman"/>
                <a:cs typeface="Times New Roman"/>
              </a:rPr>
              <a:t>d</a:t>
            </a:r>
            <a:r>
              <a:rPr sz="2800" spc="0" dirty="0">
                <a:latin typeface="Times New Roman"/>
                <a:cs typeface="Times New Roman"/>
              </a:rPr>
              <a:t>y Search</a:t>
            </a:r>
            <a:r>
              <a:rPr sz="2800" spc="-14" dirty="0">
                <a:latin typeface="Times New Roman"/>
                <a:cs typeface="Times New Roman"/>
              </a:rPr>
              <a:t> </a:t>
            </a:r>
            <a:r>
              <a:rPr sz="2800" spc="0" dirty="0">
                <a:latin typeface="Times New Roman"/>
                <a:cs typeface="Times New Roman"/>
              </a:rPr>
              <a:t>a</a:t>
            </a:r>
            <a:r>
              <a:rPr sz="2800" spc="4" dirty="0">
                <a:latin typeface="Times New Roman"/>
                <a:cs typeface="Times New Roman"/>
              </a:rPr>
              <a:t>n</a:t>
            </a:r>
            <a:r>
              <a:rPr sz="2800" spc="0" dirty="0">
                <a:latin typeface="Times New Roman"/>
                <a:cs typeface="Times New Roman"/>
              </a:rPr>
              <a:t>d U</a:t>
            </a:r>
            <a:r>
              <a:rPr sz="2800" spc="-4" dirty="0">
                <a:latin typeface="Times New Roman"/>
                <a:cs typeface="Times New Roman"/>
              </a:rPr>
              <a:t>CS</a:t>
            </a:r>
            <a:endParaRPr sz="2800">
              <a:latin typeface="Times New Roman"/>
              <a:cs typeface="Times New Roman"/>
            </a:endParaRPr>
          </a:p>
        </p:txBody>
      </p:sp>
      <p:sp>
        <p:nvSpPr>
          <p:cNvPr id="7" name="object 7"/>
          <p:cNvSpPr txBox="1"/>
          <p:nvPr/>
        </p:nvSpPr>
        <p:spPr>
          <a:xfrm>
            <a:off x="8150593" y="4753793"/>
            <a:ext cx="356130" cy="375004"/>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to</a:t>
            </a:r>
            <a:endParaRPr sz="2800">
              <a:latin typeface="Times New Roman"/>
              <a:cs typeface="Times New Roman"/>
            </a:endParaRPr>
          </a:p>
        </p:txBody>
      </p:sp>
      <p:sp>
        <p:nvSpPr>
          <p:cNvPr id="6" name="object 6"/>
          <p:cNvSpPr txBox="1"/>
          <p:nvPr/>
        </p:nvSpPr>
        <p:spPr>
          <a:xfrm>
            <a:off x="955041" y="5131535"/>
            <a:ext cx="2203839" cy="752766"/>
          </a:xfrm>
          <a:prstGeom prst="rect">
            <a:avLst/>
          </a:prstGeom>
        </p:spPr>
        <p:txBody>
          <a:bodyPr wrap="square" lIns="0" tIns="0" rIns="0" bIns="0" rtlCol="0">
            <a:noAutofit/>
          </a:bodyPr>
          <a:lstStyle/>
          <a:p>
            <a:pPr marL="12707">
              <a:lnSpc>
                <a:spcPts val="2960"/>
              </a:lnSpc>
              <a:spcBef>
                <a:spcPts val="148"/>
              </a:spcBef>
            </a:pPr>
            <a:r>
              <a:rPr sz="2800" spc="0" dirty="0">
                <a:latin typeface="Times New Roman"/>
                <a:cs typeface="Times New Roman"/>
              </a:rPr>
              <a:t>get</a:t>
            </a:r>
            <a:r>
              <a:rPr sz="2800" spc="-19" dirty="0">
                <a:latin typeface="Times New Roman"/>
                <a:cs typeface="Times New Roman"/>
              </a:rPr>
              <a:t> </a:t>
            </a:r>
            <a:r>
              <a:rPr sz="2800" spc="0" dirty="0">
                <a:latin typeface="Times New Roman"/>
                <a:cs typeface="Times New Roman"/>
              </a:rPr>
              <a:t>an </a:t>
            </a:r>
            <a:r>
              <a:rPr sz="2800" spc="0" dirty="0">
                <a:solidFill>
                  <a:srgbClr val="0000FF"/>
                </a:solidFill>
                <a:latin typeface="Times New Roman"/>
                <a:cs typeface="Times New Roman"/>
              </a:rPr>
              <a:t>e</a:t>
            </a:r>
            <a:r>
              <a:rPr sz="2800" spc="-44" dirty="0">
                <a:solidFill>
                  <a:srgbClr val="0000FF"/>
                </a:solidFill>
                <a:latin typeface="Times New Roman"/>
                <a:cs typeface="Times New Roman"/>
              </a:rPr>
              <a:t>f</a:t>
            </a:r>
            <a:r>
              <a:rPr sz="2800" spc="0" dirty="0">
                <a:solidFill>
                  <a:srgbClr val="0000FF"/>
                </a:solidFill>
                <a:latin typeface="Times New Roman"/>
                <a:cs typeface="Times New Roman"/>
              </a:rPr>
              <a:t>ficient</a:t>
            </a:r>
            <a:endParaRPr sz="2800">
              <a:latin typeface="Times New Roman"/>
              <a:cs typeface="Times New Roman"/>
            </a:endParaRPr>
          </a:p>
          <a:p>
            <a:pPr marL="12700" marR="53378">
              <a:lnSpc>
                <a:spcPts val="3025"/>
              </a:lnSpc>
              <a:spcBef>
                <a:spcPts val="3"/>
              </a:spcBef>
            </a:pPr>
            <a:r>
              <a:rPr sz="2800" spc="0" dirty="0">
                <a:solidFill>
                  <a:srgbClr val="0000FF"/>
                </a:solidFill>
                <a:latin typeface="Times New Roman"/>
                <a:cs typeface="Times New Roman"/>
              </a:rPr>
              <a:t>optimal</a:t>
            </a:r>
            <a:r>
              <a:rPr sz="2800" spc="0" dirty="0">
                <a:latin typeface="Times New Roman"/>
                <a:cs typeface="Times New Roman"/>
              </a:rPr>
              <a:t>.</a:t>
            </a:r>
            <a:endParaRPr sz="2800">
              <a:latin typeface="Times New Roman"/>
              <a:cs typeface="Times New Roman"/>
            </a:endParaRPr>
          </a:p>
        </p:txBody>
      </p:sp>
      <p:sp>
        <p:nvSpPr>
          <p:cNvPr id="5" name="object 5"/>
          <p:cNvSpPr txBox="1"/>
          <p:nvPr/>
        </p:nvSpPr>
        <p:spPr>
          <a:xfrm>
            <a:off x="3165612" y="5131535"/>
            <a:ext cx="4735234" cy="375004"/>
          </a:xfrm>
          <a:prstGeom prst="rect">
            <a:avLst/>
          </a:prstGeom>
        </p:spPr>
        <p:txBody>
          <a:bodyPr wrap="square" lIns="0" tIns="0" rIns="0" bIns="0" rtlCol="0">
            <a:noAutofit/>
          </a:bodyPr>
          <a:lstStyle/>
          <a:p>
            <a:pPr marL="12700">
              <a:lnSpc>
                <a:spcPts val="2960"/>
              </a:lnSpc>
              <a:spcBef>
                <a:spcPts val="148"/>
              </a:spcBef>
            </a:pPr>
            <a:r>
              <a:rPr sz="2800" spc="0" dirty="0">
                <a:latin typeface="Times New Roman"/>
                <a:cs typeface="Times New Roman"/>
              </a:rPr>
              <a:t>algorithm</a:t>
            </a:r>
            <a:r>
              <a:rPr sz="2800" spc="-19" dirty="0">
                <a:latin typeface="Times New Roman"/>
                <a:cs typeface="Times New Roman"/>
              </a:rPr>
              <a:t> </a:t>
            </a:r>
            <a:r>
              <a:rPr sz="2800" spc="0" dirty="0">
                <a:latin typeface="Times New Roman"/>
                <a:cs typeface="Times New Roman"/>
              </a:rPr>
              <a:t>which</a:t>
            </a:r>
            <a:r>
              <a:rPr sz="2800" spc="-19" dirty="0">
                <a:latin typeface="Times New Roman"/>
                <a:cs typeface="Times New Roman"/>
              </a:rPr>
              <a:t> </a:t>
            </a:r>
            <a:r>
              <a:rPr sz="2800" spc="0" dirty="0">
                <a:latin typeface="Times New Roman"/>
                <a:cs typeface="Times New Roman"/>
              </a:rPr>
              <a:t>is </a:t>
            </a:r>
            <a:r>
              <a:rPr sz="2800" spc="0" dirty="0">
                <a:solidFill>
                  <a:srgbClr val="0000FF"/>
                </a:solidFill>
                <a:latin typeface="Times New Roman"/>
                <a:cs typeface="Times New Roman"/>
              </a:rPr>
              <a:t>complete</a:t>
            </a:r>
            <a:r>
              <a:rPr sz="2800" spc="-29" dirty="0">
                <a:solidFill>
                  <a:srgbClr val="0000FF"/>
                </a:solidFill>
                <a:latin typeface="Times New Roman"/>
                <a:cs typeface="Times New Roman"/>
              </a:rPr>
              <a:t> </a:t>
            </a:r>
            <a:r>
              <a:rPr sz="2800" spc="0" dirty="0">
                <a:solidFill>
                  <a:srgbClr val="0000FF"/>
                </a:solidFill>
                <a:latin typeface="Times New Roman"/>
                <a:cs typeface="Times New Roman"/>
              </a:rPr>
              <a:t>and</a:t>
            </a:r>
            <a:endParaRPr sz="2800">
              <a:latin typeface="Times New Roman"/>
              <a:cs typeface="Times New Roman"/>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41</a:t>
            </a:r>
            <a:endParaRPr sz="120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p:nvPr/>
        </p:nvSpPr>
        <p:spPr>
          <a:xfrm>
            <a:off x="0" y="694232"/>
            <a:ext cx="9144000" cy="1232004"/>
          </a:xfrm>
          <a:prstGeom prst="rect">
            <a:avLst/>
          </a:prstGeom>
        </p:spPr>
        <p:txBody>
          <a:bodyPr wrap="square" lIns="0" tIns="0" rIns="0" bIns="0" rtlCol="0">
            <a:noAutofit/>
          </a:bodyPr>
          <a:lstStyle/>
          <a:p>
            <a:pPr marL="3631203" marR="3308743" algn="ctr">
              <a:lnSpc>
                <a:spcPts val="4480"/>
              </a:lnSpc>
              <a:spcBef>
                <a:spcPts val="223"/>
              </a:spcBef>
            </a:pPr>
            <a:r>
              <a:rPr sz="6600" spc="0" baseline="3723" dirty="0">
                <a:latin typeface="Calibri"/>
                <a:cs typeface="Calibri"/>
              </a:rPr>
              <a:t>*</a:t>
            </a:r>
            <a:r>
              <a:rPr sz="6600" spc="-21" baseline="3723" dirty="0">
                <a:latin typeface="Calibri"/>
                <a:cs typeface="Calibri"/>
              </a:rPr>
              <a:t> </a:t>
            </a:r>
            <a:r>
              <a:rPr sz="6600" spc="0" baseline="3723" dirty="0">
                <a:latin typeface="Calibri"/>
                <a:cs typeface="Calibri"/>
              </a:rPr>
              <a:t>(A</a:t>
            </a:r>
            <a:r>
              <a:rPr sz="6600" spc="19" baseline="3723" dirty="0">
                <a:latin typeface="Calibri"/>
                <a:cs typeface="Calibri"/>
              </a:rPr>
              <a:t> </a:t>
            </a:r>
            <a:r>
              <a:rPr sz="6600" spc="0" baseline="3723" dirty="0">
                <a:latin typeface="Calibri"/>
                <a:cs typeface="Calibri"/>
              </a:rPr>
              <a:t>S</a:t>
            </a:r>
            <a:r>
              <a:rPr sz="6600" spc="-54" baseline="3723" dirty="0">
                <a:latin typeface="Calibri"/>
                <a:cs typeface="Calibri"/>
              </a:rPr>
              <a:t>t</a:t>
            </a:r>
            <a:r>
              <a:rPr sz="6600" spc="0" baseline="3723" dirty="0">
                <a:latin typeface="Calibri"/>
                <a:cs typeface="Calibri"/>
              </a:rPr>
              <a:t>ar)</a:t>
            </a:r>
            <a:endParaRPr sz="4400">
              <a:latin typeface="Calibri"/>
              <a:cs typeface="Calibri"/>
            </a:endParaRPr>
          </a:p>
        </p:txBody>
      </p:sp>
      <p:sp>
        <p:nvSpPr>
          <p:cNvPr id="14" name="object 1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3" name="object 13"/>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12" name="object 1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 name="object 10"/>
          <p:cNvSpPr txBox="1"/>
          <p:nvPr/>
        </p:nvSpPr>
        <p:spPr>
          <a:xfrm>
            <a:off x="3350005" y="681740"/>
            <a:ext cx="432364"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9" name="object 9"/>
          <p:cNvSpPr txBox="1"/>
          <p:nvPr/>
        </p:nvSpPr>
        <p:spPr>
          <a:xfrm>
            <a:off x="4077717" y="681740"/>
            <a:ext cx="179952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r>
              <a:rPr sz="6600" spc="19" baseline="3103" dirty="0">
                <a:latin typeface="Calibri"/>
                <a:cs typeface="Calibri"/>
              </a:rPr>
              <a:t> </a:t>
            </a:r>
            <a:r>
              <a:rPr sz="6600" spc="0" baseline="3103" dirty="0">
                <a:latin typeface="Calibri"/>
                <a:cs typeface="Calibri"/>
              </a:rPr>
              <a:t>S</a:t>
            </a:r>
            <a:r>
              <a:rPr sz="6600" spc="-54" baseline="3103" dirty="0">
                <a:latin typeface="Calibri"/>
                <a:cs typeface="Calibri"/>
              </a:rPr>
              <a:t>t</a:t>
            </a:r>
            <a:r>
              <a:rPr sz="6600" spc="0" baseline="3103" dirty="0">
                <a:latin typeface="Calibri"/>
                <a:cs typeface="Calibri"/>
              </a:rPr>
              <a:t>ar)</a:t>
            </a:r>
            <a:endParaRPr sz="4400">
              <a:latin typeface="Calibri"/>
              <a:cs typeface="Calibri"/>
            </a:endParaRPr>
          </a:p>
        </p:txBody>
      </p:sp>
      <p:sp>
        <p:nvSpPr>
          <p:cNvPr id="8" name="object 8"/>
          <p:cNvSpPr txBox="1"/>
          <p:nvPr/>
        </p:nvSpPr>
        <p:spPr>
          <a:xfrm>
            <a:off x="764541" y="1470861"/>
            <a:ext cx="7725297" cy="858442"/>
          </a:xfrm>
          <a:prstGeom prst="rect">
            <a:avLst/>
          </a:prstGeom>
        </p:spPr>
        <p:txBody>
          <a:bodyPr wrap="square" lIns="0" tIns="0" rIns="0" bIns="0" rtlCol="0">
            <a:noAutofit/>
          </a:bodyPr>
          <a:lstStyle/>
          <a:p>
            <a:pPr marL="12700">
              <a:lnSpc>
                <a:spcPts val="3385"/>
              </a:lnSpc>
              <a:spcBef>
                <a:spcPts val="169"/>
              </a:spcBef>
            </a:pPr>
            <a:r>
              <a:rPr sz="3200" spc="0" dirty="0">
                <a:latin typeface="Arial"/>
                <a:cs typeface="Arial"/>
              </a:rPr>
              <a:t>•</a:t>
            </a:r>
            <a:r>
              <a:rPr sz="3200" spc="685" dirty="0">
                <a:latin typeface="Arial"/>
                <a:cs typeface="Arial"/>
              </a:rPr>
              <a:t> </a:t>
            </a:r>
            <a:r>
              <a:rPr sz="3200" spc="0" dirty="0">
                <a:latin typeface="Times New Roman"/>
                <a:cs typeface="Times New Roman"/>
              </a:rPr>
              <a:t>A*</a:t>
            </a:r>
            <a:r>
              <a:rPr sz="3200" spc="-39" dirty="0">
                <a:latin typeface="Times New Roman"/>
                <a:cs typeface="Times New Roman"/>
              </a:rPr>
              <a:t> </a:t>
            </a:r>
            <a:r>
              <a:rPr sz="3200" spc="0" dirty="0">
                <a:latin typeface="Times New Roman"/>
                <a:cs typeface="Times New Roman"/>
              </a:rPr>
              <a:t>uses</a:t>
            </a:r>
            <a:r>
              <a:rPr sz="3200" spc="-29" dirty="0">
                <a:latin typeface="Times New Roman"/>
                <a:cs typeface="Times New Roman"/>
              </a:rPr>
              <a:t> </a:t>
            </a:r>
            <a:r>
              <a:rPr sz="3200" spc="0" dirty="0">
                <a:latin typeface="Times New Roman"/>
                <a:cs typeface="Times New Roman"/>
              </a:rPr>
              <a:t>a heuristic function which combines</a:t>
            </a:r>
            <a:endParaRPr sz="3200">
              <a:latin typeface="Times New Roman"/>
              <a:cs typeface="Times New Roman"/>
            </a:endParaRPr>
          </a:p>
          <a:p>
            <a:pPr marL="355600" marR="61265">
              <a:lnSpc>
                <a:spcPts val="3454"/>
              </a:lnSpc>
              <a:spcBef>
                <a:spcPts val="3"/>
              </a:spcBef>
            </a:pPr>
            <a:r>
              <a:rPr sz="3200" spc="4" dirty="0">
                <a:latin typeface="Times New Roman"/>
                <a:cs typeface="Times New Roman"/>
              </a:rPr>
              <a:t>g</a:t>
            </a:r>
            <a:r>
              <a:rPr sz="3200" spc="0" dirty="0">
                <a:latin typeface="Times New Roman"/>
                <a:cs typeface="Times New Roman"/>
              </a:rPr>
              <a:t>(n)</a:t>
            </a:r>
            <a:r>
              <a:rPr sz="3200" spc="-53" dirty="0">
                <a:latin typeface="Times New Roman"/>
                <a:cs typeface="Times New Roman"/>
              </a:rPr>
              <a:t> </a:t>
            </a:r>
            <a:r>
              <a:rPr sz="3200" spc="0" dirty="0">
                <a:latin typeface="Times New Roman"/>
                <a:cs typeface="Times New Roman"/>
              </a:rPr>
              <a:t>and h(n):</a:t>
            </a:r>
            <a:r>
              <a:rPr sz="3200" spc="-62" dirty="0">
                <a:latin typeface="Times New Roman"/>
                <a:cs typeface="Times New Roman"/>
              </a:rPr>
              <a:t> </a:t>
            </a:r>
            <a:r>
              <a:rPr sz="3200" spc="0" dirty="0">
                <a:latin typeface="Times New Roman"/>
                <a:cs typeface="Times New Roman"/>
              </a:rPr>
              <a:t>f(n)</a:t>
            </a:r>
            <a:r>
              <a:rPr sz="3200" spc="-47" dirty="0">
                <a:latin typeface="Times New Roman"/>
                <a:cs typeface="Times New Roman"/>
              </a:rPr>
              <a:t> </a:t>
            </a:r>
            <a:r>
              <a:rPr sz="3200" spc="0" dirty="0">
                <a:latin typeface="Times New Roman"/>
                <a:cs typeface="Times New Roman"/>
              </a:rPr>
              <a:t>= </a:t>
            </a:r>
            <a:r>
              <a:rPr sz="3200" spc="4" dirty="0">
                <a:latin typeface="Times New Roman"/>
                <a:cs typeface="Times New Roman"/>
              </a:rPr>
              <a:t>g</a:t>
            </a:r>
            <a:r>
              <a:rPr sz="3200" spc="0" dirty="0">
                <a:latin typeface="Times New Roman"/>
                <a:cs typeface="Times New Roman"/>
              </a:rPr>
              <a:t>(n)</a:t>
            </a:r>
            <a:r>
              <a:rPr sz="3200" spc="-53" dirty="0">
                <a:latin typeface="Times New Roman"/>
                <a:cs typeface="Times New Roman"/>
              </a:rPr>
              <a:t> </a:t>
            </a:r>
            <a:r>
              <a:rPr sz="3200" spc="0" dirty="0">
                <a:latin typeface="Times New Roman"/>
                <a:cs typeface="Times New Roman"/>
              </a:rPr>
              <a:t>+ h(n)</a:t>
            </a:r>
            <a:endParaRPr sz="3200">
              <a:latin typeface="Times New Roman"/>
              <a:cs typeface="Times New Roman"/>
            </a:endParaRPr>
          </a:p>
        </p:txBody>
      </p:sp>
      <p:sp>
        <p:nvSpPr>
          <p:cNvPr id="7" name="object 7"/>
          <p:cNvSpPr txBox="1"/>
          <p:nvPr/>
        </p:nvSpPr>
        <p:spPr>
          <a:xfrm>
            <a:off x="764540" y="2957886"/>
            <a:ext cx="7305382" cy="858451"/>
          </a:xfrm>
          <a:prstGeom prst="rect">
            <a:avLst/>
          </a:prstGeom>
        </p:spPr>
        <p:txBody>
          <a:bodyPr wrap="square" lIns="0" tIns="0" rIns="0" bIns="0" rtlCol="0">
            <a:noAutofit/>
          </a:bodyPr>
          <a:lstStyle/>
          <a:p>
            <a:pPr marL="12700">
              <a:lnSpc>
                <a:spcPts val="3385"/>
              </a:lnSpc>
              <a:spcBef>
                <a:spcPts val="169"/>
              </a:spcBef>
            </a:pPr>
            <a:r>
              <a:rPr sz="3200" spc="0" dirty="0">
                <a:latin typeface="Arial"/>
                <a:cs typeface="Arial"/>
              </a:rPr>
              <a:t>•</a:t>
            </a:r>
            <a:r>
              <a:rPr sz="3200" spc="685" dirty="0">
                <a:latin typeface="Arial"/>
                <a:cs typeface="Arial"/>
              </a:rPr>
              <a:t> </a:t>
            </a:r>
            <a:r>
              <a:rPr sz="3200" b="1" spc="0" dirty="0">
                <a:latin typeface="Times New Roman"/>
                <a:cs typeface="Times New Roman"/>
              </a:rPr>
              <a:t>g(n)</a:t>
            </a:r>
            <a:r>
              <a:rPr sz="3200" b="1" spc="-65" dirty="0">
                <a:latin typeface="Times New Roman"/>
                <a:cs typeface="Times New Roman"/>
              </a:rPr>
              <a:t> </a:t>
            </a:r>
            <a:r>
              <a:rPr sz="3200" spc="0" dirty="0">
                <a:latin typeface="Times New Roman"/>
                <a:cs typeface="Times New Roman"/>
              </a:rPr>
              <a:t>is the exact cost to reach node</a:t>
            </a:r>
            <a:r>
              <a:rPr sz="3200" spc="-87" dirty="0">
                <a:latin typeface="Times New Roman"/>
                <a:cs typeface="Times New Roman"/>
              </a:rPr>
              <a:t> </a:t>
            </a:r>
            <a:r>
              <a:rPr sz="3200" i="1" spc="0" dirty="0">
                <a:latin typeface="Times New Roman"/>
                <a:cs typeface="Times New Roman"/>
              </a:rPr>
              <a:t>n</a:t>
            </a:r>
            <a:r>
              <a:rPr sz="3200" i="1" spc="-15" dirty="0">
                <a:latin typeface="Times New Roman"/>
                <a:cs typeface="Times New Roman"/>
              </a:rPr>
              <a:t> </a:t>
            </a:r>
            <a:r>
              <a:rPr sz="3200" spc="0" dirty="0">
                <a:latin typeface="Times New Roman"/>
                <a:cs typeface="Times New Roman"/>
              </a:rPr>
              <a:t>from</a:t>
            </a:r>
            <a:endParaRPr sz="3200">
              <a:latin typeface="Times New Roman"/>
              <a:cs typeface="Times New Roman"/>
            </a:endParaRPr>
          </a:p>
          <a:p>
            <a:pPr marL="355609" marR="61265">
              <a:lnSpc>
                <a:spcPts val="3454"/>
              </a:lnSpc>
              <a:spcBef>
                <a:spcPts val="3"/>
              </a:spcBef>
            </a:pPr>
            <a:r>
              <a:rPr sz="3200" spc="0" dirty="0">
                <a:latin typeface="Times New Roman"/>
                <a:cs typeface="Times New Roman"/>
              </a:rPr>
              <a:t>the initial state.</a:t>
            </a:r>
            <a:endParaRPr sz="3200">
              <a:latin typeface="Times New Roman"/>
              <a:cs typeface="Times New Roman"/>
            </a:endParaRPr>
          </a:p>
        </p:txBody>
      </p:sp>
      <p:sp>
        <p:nvSpPr>
          <p:cNvPr id="6" name="object 6"/>
          <p:cNvSpPr txBox="1"/>
          <p:nvPr/>
        </p:nvSpPr>
        <p:spPr>
          <a:xfrm>
            <a:off x="764540" y="4444910"/>
            <a:ext cx="7347494" cy="426725"/>
          </a:xfrm>
          <a:prstGeom prst="rect">
            <a:avLst/>
          </a:prstGeom>
        </p:spPr>
        <p:txBody>
          <a:bodyPr wrap="square" lIns="0" tIns="0" rIns="0" bIns="0" rtlCol="0">
            <a:noAutofit/>
          </a:bodyPr>
          <a:lstStyle/>
          <a:p>
            <a:pPr marL="12700">
              <a:lnSpc>
                <a:spcPts val="3385"/>
              </a:lnSpc>
              <a:spcBef>
                <a:spcPts val="169"/>
              </a:spcBef>
            </a:pPr>
            <a:r>
              <a:rPr sz="3200" spc="0" dirty="0">
                <a:latin typeface="Arial"/>
                <a:cs typeface="Arial"/>
              </a:rPr>
              <a:t>•</a:t>
            </a:r>
            <a:r>
              <a:rPr sz="3200" spc="685" dirty="0">
                <a:latin typeface="Arial"/>
                <a:cs typeface="Arial"/>
              </a:rPr>
              <a:t> </a:t>
            </a:r>
            <a:r>
              <a:rPr sz="3200" b="1" spc="0" dirty="0">
                <a:latin typeface="Times New Roman"/>
                <a:cs typeface="Times New Roman"/>
              </a:rPr>
              <a:t>h</a:t>
            </a:r>
            <a:r>
              <a:rPr sz="3200" b="1" spc="-4" dirty="0">
                <a:latin typeface="Times New Roman"/>
                <a:cs typeface="Times New Roman"/>
              </a:rPr>
              <a:t>(</a:t>
            </a:r>
            <a:r>
              <a:rPr sz="3200" b="1" spc="0" dirty="0">
                <a:latin typeface="Times New Roman"/>
                <a:cs typeface="Times New Roman"/>
              </a:rPr>
              <a:t>n)</a:t>
            </a:r>
            <a:r>
              <a:rPr sz="3200" b="1" spc="-66" dirty="0">
                <a:latin typeface="Times New Roman"/>
                <a:cs typeface="Times New Roman"/>
              </a:rPr>
              <a:t> </a:t>
            </a:r>
            <a:r>
              <a:rPr sz="3200" spc="0" dirty="0">
                <a:latin typeface="Times New Roman"/>
                <a:cs typeface="Times New Roman"/>
              </a:rPr>
              <a:t>is an estimation of</a:t>
            </a:r>
            <a:r>
              <a:rPr sz="3200" spc="-26" dirty="0">
                <a:latin typeface="Times New Roman"/>
                <a:cs typeface="Times New Roman"/>
              </a:rPr>
              <a:t> </a:t>
            </a:r>
            <a:r>
              <a:rPr sz="3200" spc="0" dirty="0">
                <a:latin typeface="Times New Roman"/>
                <a:cs typeface="Times New Roman"/>
              </a:rPr>
              <a:t>the remaini</a:t>
            </a:r>
            <a:r>
              <a:rPr sz="3200" spc="-4" dirty="0">
                <a:latin typeface="Times New Roman"/>
                <a:cs typeface="Times New Roman"/>
              </a:rPr>
              <a:t>n</a:t>
            </a:r>
            <a:r>
              <a:rPr sz="3200" spc="0" dirty="0">
                <a:latin typeface="Times New Roman"/>
                <a:cs typeface="Times New Roman"/>
              </a:rPr>
              <a:t>g</a:t>
            </a:r>
            <a:r>
              <a:rPr sz="3200" spc="-15" dirty="0">
                <a:latin typeface="Times New Roman"/>
                <a:cs typeface="Times New Roman"/>
              </a:rPr>
              <a:t> </a:t>
            </a:r>
            <a:r>
              <a:rPr sz="3200" spc="0" dirty="0">
                <a:latin typeface="Times New Roman"/>
                <a:cs typeface="Times New Roman"/>
              </a:rPr>
              <a:t>cost</a:t>
            </a:r>
            <a:endParaRPr sz="3200">
              <a:latin typeface="Times New Roman"/>
              <a:cs typeface="Times New Roman"/>
            </a:endParaRPr>
          </a:p>
        </p:txBody>
      </p:sp>
      <p:sp>
        <p:nvSpPr>
          <p:cNvPr id="5" name="object 5"/>
          <p:cNvSpPr txBox="1"/>
          <p:nvPr/>
        </p:nvSpPr>
        <p:spPr>
          <a:xfrm>
            <a:off x="1107440" y="4878880"/>
            <a:ext cx="2886698" cy="424471"/>
          </a:xfrm>
          <a:prstGeom prst="rect">
            <a:avLst/>
          </a:prstGeom>
        </p:spPr>
        <p:txBody>
          <a:bodyPr wrap="square" lIns="0" tIns="0" rIns="0" bIns="0" rtlCol="0">
            <a:noAutofit/>
          </a:bodyPr>
          <a:lstStyle/>
          <a:p>
            <a:pPr marL="12700">
              <a:lnSpc>
                <a:spcPts val="3365"/>
              </a:lnSpc>
              <a:spcBef>
                <a:spcPts val="168"/>
              </a:spcBef>
            </a:pPr>
            <a:r>
              <a:rPr sz="3200" spc="0" dirty="0">
                <a:latin typeface="Times New Roman"/>
                <a:cs typeface="Times New Roman"/>
              </a:rPr>
              <a:t>to reach</a:t>
            </a:r>
            <a:r>
              <a:rPr sz="3200" spc="9" dirty="0">
                <a:latin typeface="Times New Roman"/>
                <a:cs typeface="Times New Roman"/>
              </a:rPr>
              <a:t> </a:t>
            </a:r>
            <a:r>
              <a:rPr sz="3200" spc="0" dirty="0">
                <a:latin typeface="Times New Roman"/>
                <a:cs typeface="Times New Roman"/>
              </a:rPr>
              <a:t>the goal.</a:t>
            </a:r>
            <a:endParaRPr sz="3200">
              <a:latin typeface="Times New Roman"/>
              <a:cs typeface="Times New Roman"/>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42</a:t>
            </a:r>
            <a:endParaRPr sz="12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object 98"/>
          <p:cNvSpPr txBox="1"/>
          <p:nvPr/>
        </p:nvSpPr>
        <p:spPr>
          <a:xfrm>
            <a:off x="0" y="694232"/>
            <a:ext cx="9144000" cy="1232004"/>
          </a:xfrm>
          <a:prstGeom prst="rect">
            <a:avLst/>
          </a:prstGeom>
        </p:spPr>
        <p:txBody>
          <a:bodyPr wrap="square" lIns="0" tIns="0" rIns="0" bIns="0" rtlCol="0">
            <a:noAutofit/>
          </a:bodyPr>
          <a:lstStyle/>
          <a:p>
            <a:pPr marL="3631203" marR="3308743" algn="ctr">
              <a:lnSpc>
                <a:spcPts val="4480"/>
              </a:lnSpc>
              <a:spcBef>
                <a:spcPts val="223"/>
              </a:spcBef>
            </a:pPr>
            <a:r>
              <a:rPr sz="6600" spc="0" baseline="3723" dirty="0">
                <a:latin typeface="Calibri"/>
                <a:cs typeface="Calibri"/>
              </a:rPr>
              <a:t>*</a:t>
            </a:r>
            <a:r>
              <a:rPr sz="6600" spc="-21" baseline="3723" dirty="0">
                <a:latin typeface="Calibri"/>
                <a:cs typeface="Calibri"/>
              </a:rPr>
              <a:t> </a:t>
            </a:r>
            <a:r>
              <a:rPr sz="6600" spc="0" baseline="3723" dirty="0">
                <a:latin typeface="Calibri"/>
                <a:cs typeface="Calibri"/>
              </a:rPr>
              <a:t>(A</a:t>
            </a:r>
            <a:r>
              <a:rPr sz="6600" spc="19" baseline="3723" dirty="0">
                <a:latin typeface="Calibri"/>
                <a:cs typeface="Calibri"/>
              </a:rPr>
              <a:t> </a:t>
            </a:r>
            <a:r>
              <a:rPr sz="6600" spc="0" baseline="3723" dirty="0">
                <a:latin typeface="Calibri"/>
                <a:cs typeface="Calibri"/>
              </a:rPr>
              <a:t>S</a:t>
            </a:r>
            <a:r>
              <a:rPr sz="6600" spc="-54" baseline="3723" dirty="0">
                <a:latin typeface="Calibri"/>
                <a:cs typeface="Calibri"/>
              </a:rPr>
              <a:t>t</a:t>
            </a:r>
            <a:r>
              <a:rPr sz="6600" spc="0" baseline="3723" dirty="0">
                <a:latin typeface="Calibri"/>
                <a:cs typeface="Calibri"/>
              </a:rPr>
              <a:t>ar)</a:t>
            </a:r>
            <a:endParaRPr sz="4400">
              <a:latin typeface="Calibri"/>
              <a:cs typeface="Calibri"/>
            </a:endParaRPr>
          </a:p>
        </p:txBody>
      </p:sp>
      <p:sp>
        <p:nvSpPr>
          <p:cNvPr id="96" name="object 96"/>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2" name="object 12"/>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13" name="object 13"/>
          <p:cNvSpPr/>
          <p:nvPr/>
        </p:nvSpPr>
        <p:spPr>
          <a:xfrm>
            <a:off x="4457700" y="1573968"/>
            <a:ext cx="609600" cy="466943"/>
          </a:xfrm>
          <a:custGeom>
            <a:avLst/>
            <a:gdLst/>
            <a:ahLst/>
            <a:cxnLst/>
            <a:rect l="l" t="t" r="r" b="b"/>
            <a:pathLst>
              <a:path w="609600" h="474725">
                <a:moveTo>
                  <a:pt x="567251" y="358139"/>
                </a:moveTo>
                <a:lnTo>
                  <a:pt x="585656" y="330065"/>
                </a:lnTo>
                <a:lnTo>
                  <a:pt x="600745" y="294752"/>
                </a:lnTo>
                <a:lnTo>
                  <a:pt x="608590" y="257204"/>
                </a:lnTo>
                <a:lnTo>
                  <a:pt x="609600" y="237743"/>
                </a:lnTo>
                <a:lnTo>
                  <a:pt x="608590" y="218277"/>
                </a:lnTo>
                <a:lnTo>
                  <a:pt x="600745" y="180688"/>
                </a:lnTo>
                <a:lnTo>
                  <a:pt x="585656" y="145303"/>
                </a:lnTo>
                <a:lnTo>
                  <a:pt x="563949" y="112616"/>
                </a:lnTo>
                <a:lnTo>
                  <a:pt x="536251" y="83120"/>
                </a:lnTo>
                <a:lnTo>
                  <a:pt x="520350" y="69722"/>
                </a:lnTo>
                <a:lnTo>
                  <a:pt x="503187" y="57308"/>
                </a:lnTo>
                <a:lnTo>
                  <a:pt x="484839" y="45939"/>
                </a:lnTo>
                <a:lnTo>
                  <a:pt x="465384" y="35676"/>
                </a:lnTo>
                <a:lnTo>
                  <a:pt x="444902" y="26581"/>
                </a:lnTo>
                <a:lnTo>
                  <a:pt x="423469" y="18716"/>
                </a:lnTo>
                <a:lnTo>
                  <a:pt x="401165" y="12143"/>
                </a:lnTo>
                <a:lnTo>
                  <a:pt x="378068" y="6923"/>
                </a:lnTo>
                <a:lnTo>
                  <a:pt x="354256" y="3118"/>
                </a:lnTo>
                <a:lnTo>
                  <a:pt x="329807" y="789"/>
                </a:lnTo>
                <a:lnTo>
                  <a:pt x="304800" y="0"/>
                </a:lnTo>
                <a:lnTo>
                  <a:pt x="279895" y="789"/>
                </a:lnTo>
                <a:lnTo>
                  <a:pt x="255529" y="3118"/>
                </a:lnTo>
                <a:lnTo>
                  <a:pt x="231779" y="6923"/>
                </a:lnTo>
                <a:lnTo>
                  <a:pt x="208727" y="12143"/>
                </a:lnTo>
                <a:lnTo>
                  <a:pt x="186451" y="18716"/>
                </a:lnTo>
                <a:lnTo>
                  <a:pt x="165033" y="26581"/>
                </a:lnTo>
                <a:lnTo>
                  <a:pt x="144553" y="35676"/>
                </a:lnTo>
                <a:lnTo>
                  <a:pt x="125089" y="45939"/>
                </a:lnTo>
                <a:lnTo>
                  <a:pt x="106723" y="57308"/>
                </a:lnTo>
                <a:lnTo>
                  <a:pt x="89534" y="69722"/>
                </a:lnTo>
                <a:lnTo>
                  <a:pt x="73603" y="83120"/>
                </a:lnTo>
                <a:lnTo>
                  <a:pt x="59009" y="97438"/>
                </a:lnTo>
                <a:lnTo>
                  <a:pt x="34152" y="128592"/>
                </a:lnTo>
                <a:lnTo>
                  <a:pt x="15605" y="162690"/>
                </a:lnTo>
                <a:lnTo>
                  <a:pt x="4008" y="199238"/>
                </a:lnTo>
                <a:lnTo>
                  <a:pt x="0" y="237743"/>
                </a:lnTo>
                <a:lnTo>
                  <a:pt x="1015" y="257204"/>
                </a:lnTo>
                <a:lnTo>
                  <a:pt x="8898" y="294752"/>
                </a:lnTo>
                <a:lnTo>
                  <a:pt x="24050" y="330065"/>
                </a:lnTo>
                <a:lnTo>
                  <a:pt x="42519" y="358139"/>
                </a:lnTo>
                <a:lnTo>
                  <a:pt x="567251" y="358139"/>
                </a:lnTo>
                <a:close/>
              </a:path>
            </a:pathLst>
          </a:custGeom>
          <a:solidFill>
            <a:srgbClr val="4E80BD"/>
          </a:solidFill>
        </p:spPr>
        <p:txBody>
          <a:bodyPr wrap="square" lIns="0" tIns="0" rIns="0" bIns="0" rtlCol="0">
            <a:noAutofit/>
          </a:bodyPr>
          <a:lstStyle/>
          <a:p>
            <a:endParaRPr/>
          </a:p>
        </p:txBody>
      </p:sp>
      <p:sp>
        <p:nvSpPr>
          <p:cNvPr id="14" name="object 14"/>
          <p:cNvSpPr/>
          <p:nvPr/>
        </p:nvSpPr>
        <p:spPr>
          <a:xfrm>
            <a:off x="4451604" y="1568557"/>
            <a:ext cx="622554" cy="478953"/>
          </a:xfrm>
          <a:custGeom>
            <a:avLst/>
            <a:gdLst/>
            <a:ahLst/>
            <a:cxnLst/>
            <a:rect l="l" t="t" r="r" b="b"/>
            <a:pathLst>
              <a:path w="622553" h="486936">
                <a:moveTo>
                  <a:pt x="57749" y="363640"/>
                </a:moveTo>
                <a:lnTo>
                  <a:pt x="47526" y="350737"/>
                </a:lnTo>
                <a:lnTo>
                  <a:pt x="28892" y="316615"/>
                </a:lnTo>
                <a:lnTo>
                  <a:pt x="16002" y="278296"/>
                </a:lnTo>
                <a:lnTo>
                  <a:pt x="14478" y="266104"/>
                </a:lnTo>
                <a:lnTo>
                  <a:pt x="12954" y="254674"/>
                </a:lnTo>
                <a:lnTo>
                  <a:pt x="12954" y="231052"/>
                </a:lnTo>
                <a:lnTo>
                  <a:pt x="14477" y="219622"/>
                </a:lnTo>
                <a:lnTo>
                  <a:pt x="25303" y="179663"/>
                </a:lnTo>
                <a:lnTo>
                  <a:pt x="42337" y="143999"/>
                </a:lnTo>
                <a:lnTo>
                  <a:pt x="64877" y="112625"/>
                </a:lnTo>
                <a:lnTo>
                  <a:pt x="92221" y="85538"/>
                </a:lnTo>
                <a:lnTo>
                  <a:pt x="123666" y="62734"/>
                </a:lnTo>
                <a:lnTo>
                  <a:pt x="158508" y="44209"/>
                </a:lnTo>
                <a:lnTo>
                  <a:pt x="196046" y="29958"/>
                </a:lnTo>
                <a:lnTo>
                  <a:pt x="235577" y="19977"/>
                </a:lnTo>
                <a:lnTo>
                  <a:pt x="148749" y="34798"/>
                </a:lnTo>
                <a:lnTo>
                  <a:pt x="113261" y="54415"/>
                </a:lnTo>
                <a:lnTo>
                  <a:pt x="81230" y="78403"/>
                </a:lnTo>
                <a:lnTo>
                  <a:pt x="53349" y="106764"/>
                </a:lnTo>
                <a:lnTo>
                  <a:pt x="30309" y="139499"/>
                </a:lnTo>
                <a:lnTo>
                  <a:pt x="12803" y="176610"/>
                </a:lnTo>
                <a:lnTo>
                  <a:pt x="1523" y="218098"/>
                </a:lnTo>
                <a:lnTo>
                  <a:pt x="761" y="231052"/>
                </a:lnTo>
                <a:lnTo>
                  <a:pt x="0" y="243244"/>
                </a:lnTo>
                <a:lnTo>
                  <a:pt x="762" y="256198"/>
                </a:lnTo>
                <a:lnTo>
                  <a:pt x="1524" y="268390"/>
                </a:lnTo>
                <a:lnTo>
                  <a:pt x="3810" y="280582"/>
                </a:lnTo>
                <a:lnTo>
                  <a:pt x="6858" y="292774"/>
                </a:lnTo>
                <a:lnTo>
                  <a:pt x="13127" y="312312"/>
                </a:lnTo>
                <a:lnTo>
                  <a:pt x="21082" y="330856"/>
                </a:lnTo>
                <a:lnTo>
                  <a:pt x="30612" y="348401"/>
                </a:lnTo>
                <a:lnTo>
                  <a:pt x="40745" y="363640"/>
                </a:lnTo>
                <a:lnTo>
                  <a:pt x="57749" y="363640"/>
                </a:lnTo>
                <a:close/>
              </a:path>
              <a:path w="622553" h="486936">
                <a:moveTo>
                  <a:pt x="581740" y="363640"/>
                </a:moveTo>
                <a:lnTo>
                  <a:pt x="594011" y="345108"/>
                </a:lnTo>
                <a:lnTo>
                  <a:pt x="602668" y="328731"/>
                </a:lnTo>
                <a:lnTo>
                  <a:pt x="609876" y="311558"/>
                </a:lnTo>
                <a:lnTo>
                  <a:pt x="615533" y="293607"/>
                </a:lnTo>
                <a:lnTo>
                  <a:pt x="619539" y="274894"/>
                </a:lnTo>
                <a:lnTo>
                  <a:pt x="621792" y="255436"/>
                </a:lnTo>
                <a:lnTo>
                  <a:pt x="622554" y="243244"/>
                </a:lnTo>
                <a:lnTo>
                  <a:pt x="621792" y="230290"/>
                </a:lnTo>
                <a:lnTo>
                  <a:pt x="621030" y="218098"/>
                </a:lnTo>
                <a:lnTo>
                  <a:pt x="609809" y="176709"/>
                </a:lnTo>
                <a:lnTo>
                  <a:pt x="592357" y="139666"/>
                </a:lnTo>
                <a:lnTo>
                  <a:pt x="569365" y="106972"/>
                </a:lnTo>
                <a:lnTo>
                  <a:pt x="541524" y="78627"/>
                </a:lnTo>
                <a:lnTo>
                  <a:pt x="509528" y="54633"/>
                </a:lnTo>
                <a:lnTo>
                  <a:pt x="474068" y="34993"/>
                </a:lnTo>
                <a:lnTo>
                  <a:pt x="435837" y="19708"/>
                </a:lnTo>
                <a:lnTo>
                  <a:pt x="395526" y="8779"/>
                </a:lnTo>
                <a:lnTo>
                  <a:pt x="317806" y="12811"/>
                </a:lnTo>
                <a:lnTo>
                  <a:pt x="359099" y="15617"/>
                </a:lnTo>
                <a:lnTo>
                  <a:pt x="399573" y="22677"/>
                </a:lnTo>
                <a:lnTo>
                  <a:pt x="438527" y="33987"/>
                </a:lnTo>
                <a:lnTo>
                  <a:pt x="475258" y="49543"/>
                </a:lnTo>
                <a:lnTo>
                  <a:pt x="509063" y="69341"/>
                </a:lnTo>
                <a:lnTo>
                  <a:pt x="539238" y="93376"/>
                </a:lnTo>
                <a:lnTo>
                  <a:pt x="565082" y="121646"/>
                </a:lnTo>
                <a:lnTo>
                  <a:pt x="585893" y="154144"/>
                </a:lnTo>
                <a:lnTo>
                  <a:pt x="600966" y="190869"/>
                </a:lnTo>
                <a:lnTo>
                  <a:pt x="609600" y="231814"/>
                </a:lnTo>
                <a:lnTo>
                  <a:pt x="609600" y="255436"/>
                </a:lnTo>
                <a:lnTo>
                  <a:pt x="600908" y="295629"/>
                </a:lnTo>
                <a:lnTo>
                  <a:pt x="586030" y="331755"/>
                </a:lnTo>
                <a:lnTo>
                  <a:pt x="565736" y="363640"/>
                </a:lnTo>
                <a:lnTo>
                  <a:pt x="581740" y="363640"/>
                </a:lnTo>
                <a:close/>
              </a:path>
              <a:path w="622553" h="486936">
                <a:moveTo>
                  <a:pt x="235577" y="19977"/>
                </a:moveTo>
                <a:lnTo>
                  <a:pt x="276398" y="14263"/>
                </a:lnTo>
                <a:lnTo>
                  <a:pt x="317806" y="12811"/>
                </a:lnTo>
                <a:lnTo>
                  <a:pt x="395526" y="8779"/>
                </a:lnTo>
                <a:lnTo>
                  <a:pt x="353827" y="2209"/>
                </a:lnTo>
                <a:lnTo>
                  <a:pt x="311434" y="0"/>
                </a:lnTo>
                <a:lnTo>
                  <a:pt x="269037" y="2152"/>
                </a:lnTo>
                <a:lnTo>
                  <a:pt x="227329" y="8668"/>
                </a:lnTo>
                <a:lnTo>
                  <a:pt x="187002" y="19549"/>
                </a:lnTo>
                <a:lnTo>
                  <a:pt x="148749" y="34798"/>
                </a:lnTo>
                <a:lnTo>
                  <a:pt x="235577" y="19977"/>
                </a:lnTo>
                <a:close/>
              </a:path>
            </a:pathLst>
          </a:custGeom>
          <a:solidFill>
            <a:srgbClr val="000000"/>
          </a:solidFill>
        </p:spPr>
        <p:txBody>
          <a:bodyPr wrap="square" lIns="0" tIns="0" rIns="0" bIns="0" rtlCol="0">
            <a:noAutofit/>
          </a:bodyPr>
          <a:lstStyle/>
          <a:p>
            <a:endParaRPr/>
          </a:p>
        </p:txBody>
      </p:sp>
      <p:sp>
        <p:nvSpPr>
          <p:cNvPr id="15" name="object 15"/>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6" name="object 16"/>
          <p:cNvSpPr/>
          <p:nvPr/>
        </p:nvSpPr>
        <p:spPr>
          <a:xfrm>
            <a:off x="4457700" y="1573968"/>
            <a:ext cx="609600" cy="466943"/>
          </a:xfrm>
          <a:custGeom>
            <a:avLst/>
            <a:gdLst/>
            <a:ahLst/>
            <a:cxnLst/>
            <a:rect l="l" t="t" r="r" b="b"/>
            <a:pathLst>
              <a:path w="609600" h="474725">
                <a:moveTo>
                  <a:pt x="329807" y="473941"/>
                </a:moveTo>
                <a:lnTo>
                  <a:pt x="354256" y="471629"/>
                </a:lnTo>
                <a:lnTo>
                  <a:pt x="378068" y="467849"/>
                </a:lnTo>
                <a:lnTo>
                  <a:pt x="401165" y="462662"/>
                </a:lnTo>
                <a:lnTo>
                  <a:pt x="423469" y="456128"/>
                </a:lnTo>
                <a:lnTo>
                  <a:pt x="444902" y="448308"/>
                </a:lnTo>
                <a:lnTo>
                  <a:pt x="465384" y="439264"/>
                </a:lnTo>
                <a:lnTo>
                  <a:pt x="484839" y="429054"/>
                </a:lnTo>
                <a:lnTo>
                  <a:pt x="503187" y="417741"/>
                </a:lnTo>
                <a:lnTo>
                  <a:pt x="520350" y="405383"/>
                </a:lnTo>
                <a:lnTo>
                  <a:pt x="536251" y="392043"/>
                </a:lnTo>
                <a:lnTo>
                  <a:pt x="550810" y="377781"/>
                </a:lnTo>
                <a:lnTo>
                  <a:pt x="563949" y="362656"/>
                </a:lnTo>
                <a:lnTo>
                  <a:pt x="567251" y="358139"/>
                </a:lnTo>
                <a:lnTo>
                  <a:pt x="42519" y="358139"/>
                </a:lnTo>
                <a:lnTo>
                  <a:pt x="59009" y="377781"/>
                </a:lnTo>
                <a:lnTo>
                  <a:pt x="73603" y="392043"/>
                </a:lnTo>
                <a:lnTo>
                  <a:pt x="89535" y="405383"/>
                </a:lnTo>
                <a:lnTo>
                  <a:pt x="106723" y="417741"/>
                </a:lnTo>
                <a:lnTo>
                  <a:pt x="125089" y="429054"/>
                </a:lnTo>
                <a:lnTo>
                  <a:pt x="144553" y="439264"/>
                </a:lnTo>
                <a:lnTo>
                  <a:pt x="165033" y="448308"/>
                </a:lnTo>
                <a:lnTo>
                  <a:pt x="186451" y="456128"/>
                </a:lnTo>
                <a:lnTo>
                  <a:pt x="208727" y="462662"/>
                </a:lnTo>
                <a:lnTo>
                  <a:pt x="231779" y="467849"/>
                </a:lnTo>
                <a:lnTo>
                  <a:pt x="255529" y="471629"/>
                </a:lnTo>
                <a:lnTo>
                  <a:pt x="279895" y="473941"/>
                </a:lnTo>
                <a:lnTo>
                  <a:pt x="304800" y="474725"/>
                </a:lnTo>
                <a:lnTo>
                  <a:pt x="329807" y="473941"/>
                </a:lnTo>
                <a:close/>
              </a:path>
            </a:pathLst>
          </a:custGeom>
          <a:solidFill>
            <a:srgbClr val="4E80BD"/>
          </a:solidFill>
        </p:spPr>
        <p:txBody>
          <a:bodyPr wrap="square" lIns="0" tIns="0" rIns="0" bIns="0" rtlCol="0">
            <a:noAutofit/>
          </a:bodyPr>
          <a:lstStyle/>
          <a:p>
            <a:endParaRPr/>
          </a:p>
        </p:txBody>
      </p:sp>
      <p:sp>
        <p:nvSpPr>
          <p:cNvPr id="17" name="object 17"/>
          <p:cNvSpPr/>
          <p:nvPr/>
        </p:nvSpPr>
        <p:spPr>
          <a:xfrm>
            <a:off x="4451604" y="1568557"/>
            <a:ext cx="622554" cy="478953"/>
          </a:xfrm>
          <a:custGeom>
            <a:avLst/>
            <a:gdLst/>
            <a:ahLst/>
            <a:cxnLst/>
            <a:rect l="l" t="t" r="r" b="b"/>
            <a:pathLst>
              <a:path w="622553" h="486936">
                <a:moveTo>
                  <a:pt x="327660" y="486322"/>
                </a:moveTo>
                <a:lnTo>
                  <a:pt x="342900" y="485560"/>
                </a:lnTo>
                <a:lnTo>
                  <a:pt x="358902" y="484036"/>
                </a:lnTo>
                <a:lnTo>
                  <a:pt x="377180" y="481582"/>
                </a:lnTo>
                <a:lnTo>
                  <a:pt x="395524" y="478084"/>
                </a:lnTo>
                <a:lnTo>
                  <a:pt x="413832" y="473557"/>
                </a:lnTo>
                <a:lnTo>
                  <a:pt x="432005" y="468020"/>
                </a:lnTo>
                <a:lnTo>
                  <a:pt x="449940" y="461487"/>
                </a:lnTo>
                <a:lnTo>
                  <a:pt x="467536" y="453976"/>
                </a:lnTo>
                <a:lnTo>
                  <a:pt x="484693" y="445504"/>
                </a:lnTo>
                <a:lnTo>
                  <a:pt x="501310" y="436087"/>
                </a:lnTo>
                <a:lnTo>
                  <a:pt x="517286" y="425742"/>
                </a:lnTo>
                <a:lnTo>
                  <a:pt x="532518" y="414485"/>
                </a:lnTo>
                <a:lnTo>
                  <a:pt x="546908" y="402333"/>
                </a:lnTo>
                <a:lnTo>
                  <a:pt x="560353" y="389303"/>
                </a:lnTo>
                <a:lnTo>
                  <a:pt x="572753" y="375411"/>
                </a:lnTo>
                <a:lnTo>
                  <a:pt x="581740" y="363640"/>
                </a:lnTo>
                <a:lnTo>
                  <a:pt x="565736" y="363640"/>
                </a:lnTo>
                <a:lnTo>
                  <a:pt x="565630" y="363807"/>
                </a:lnTo>
                <a:lnTo>
                  <a:pt x="540368" y="391777"/>
                </a:lnTo>
                <a:lnTo>
                  <a:pt x="510910" y="415658"/>
                </a:lnTo>
                <a:lnTo>
                  <a:pt x="477916" y="435443"/>
                </a:lnTo>
                <a:lnTo>
                  <a:pt x="442051" y="451125"/>
                </a:lnTo>
                <a:lnTo>
                  <a:pt x="403976" y="462696"/>
                </a:lnTo>
                <a:lnTo>
                  <a:pt x="364355" y="470149"/>
                </a:lnTo>
                <a:lnTo>
                  <a:pt x="323849" y="473478"/>
                </a:lnTo>
                <a:lnTo>
                  <a:pt x="283123" y="472674"/>
                </a:lnTo>
                <a:lnTo>
                  <a:pt x="242839" y="467731"/>
                </a:lnTo>
                <a:lnTo>
                  <a:pt x="203659" y="458641"/>
                </a:lnTo>
                <a:lnTo>
                  <a:pt x="166247" y="445397"/>
                </a:lnTo>
                <a:lnTo>
                  <a:pt x="131265" y="427992"/>
                </a:lnTo>
                <a:lnTo>
                  <a:pt x="99375" y="406418"/>
                </a:lnTo>
                <a:lnTo>
                  <a:pt x="71241" y="380669"/>
                </a:lnTo>
                <a:lnTo>
                  <a:pt x="57749" y="363640"/>
                </a:lnTo>
                <a:lnTo>
                  <a:pt x="40745" y="363640"/>
                </a:lnTo>
                <a:lnTo>
                  <a:pt x="53961" y="380461"/>
                </a:lnTo>
                <a:lnTo>
                  <a:pt x="67561" y="394960"/>
                </a:lnTo>
                <a:lnTo>
                  <a:pt x="82299" y="408429"/>
                </a:lnTo>
                <a:lnTo>
                  <a:pt x="98065" y="420860"/>
                </a:lnTo>
                <a:lnTo>
                  <a:pt x="114750" y="432246"/>
                </a:lnTo>
                <a:lnTo>
                  <a:pt x="132245" y="442579"/>
                </a:lnTo>
                <a:lnTo>
                  <a:pt x="150440" y="451851"/>
                </a:lnTo>
                <a:lnTo>
                  <a:pt x="169226" y="460055"/>
                </a:lnTo>
                <a:lnTo>
                  <a:pt x="188493" y="467183"/>
                </a:lnTo>
                <a:lnTo>
                  <a:pt x="208133" y="473227"/>
                </a:lnTo>
                <a:lnTo>
                  <a:pt x="228035" y="478181"/>
                </a:lnTo>
                <a:lnTo>
                  <a:pt x="248091" y="482037"/>
                </a:lnTo>
                <a:lnTo>
                  <a:pt x="268191" y="484786"/>
                </a:lnTo>
                <a:lnTo>
                  <a:pt x="288225" y="486422"/>
                </a:lnTo>
                <a:lnTo>
                  <a:pt x="308084" y="486936"/>
                </a:lnTo>
                <a:lnTo>
                  <a:pt x="327660" y="486322"/>
                </a:lnTo>
                <a:close/>
              </a:path>
            </a:pathLst>
          </a:custGeom>
          <a:solidFill>
            <a:srgbClr val="000000"/>
          </a:solidFill>
        </p:spPr>
        <p:txBody>
          <a:bodyPr wrap="square" lIns="0" tIns="0" rIns="0" bIns="0" rtlCol="0">
            <a:noAutofit/>
          </a:bodyPr>
          <a:lstStyle/>
          <a:p>
            <a:endParaRPr/>
          </a:p>
        </p:txBody>
      </p:sp>
      <p:sp>
        <p:nvSpPr>
          <p:cNvPr id="18" name="object 18"/>
          <p:cNvSpPr/>
          <p:nvPr/>
        </p:nvSpPr>
        <p:spPr>
          <a:xfrm>
            <a:off x="2459736" y="2414165"/>
            <a:ext cx="607314" cy="465445"/>
          </a:xfrm>
          <a:custGeom>
            <a:avLst/>
            <a:gdLst/>
            <a:ahLst/>
            <a:cxnLst/>
            <a:rect l="l" t="t" r="r" b="b"/>
            <a:pathLst>
              <a:path w="607313" h="473201">
                <a:moveTo>
                  <a:pt x="0" y="236982"/>
                </a:moveTo>
                <a:lnTo>
                  <a:pt x="1004" y="256334"/>
                </a:lnTo>
                <a:lnTo>
                  <a:pt x="3966" y="275259"/>
                </a:lnTo>
                <a:lnTo>
                  <a:pt x="15453" y="311584"/>
                </a:lnTo>
                <a:lnTo>
                  <a:pt x="33844" y="345468"/>
                </a:lnTo>
                <a:lnTo>
                  <a:pt x="58521" y="376421"/>
                </a:lnTo>
                <a:lnTo>
                  <a:pt x="73024" y="390646"/>
                </a:lnTo>
                <a:lnTo>
                  <a:pt x="88868" y="403955"/>
                </a:lnTo>
                <a:lnTo>
                  <a:pt x="105974" y="416286"/>
                </a:lnTo>
                <a:lnTo>
                  <a:pt x="124266" y="427579"/>
                </a:lnTo>
                <a:lnTo>
                  <a:pt x="143667" y="437772"/>
                </a:lnTo>
                <a:lnTo>
                  <a:pt x="164100" y="446805"/>
                </a:lnTo>
                <a:lnTo>
                  <a:pt x="185487" y="454616"/>
                </a:lnTo>
                <a:lnTo>
                  <a:pt x="207751" y="461144"/>
                </a:lnTo>
                <a:lnTo>
                  <a:pt x="230815" y="466327"/>
                </a:lnTo>
                <a:lnTo>
                  <a:pt x="254603" y="470105"/>
                </a:lnTo>
                <a:lnTo>
                  <a:pt x="279036" y="472417"/>
                </a:lnTo>
                <a:lnTo>
                  <a:pt x="304038" y="473202"/>
                </a:lnTo>
                <a:lnTo>
                  <a:pt x="328931" y="472417"/>
                </a:lnTo>
                <a:lnTo>
                  <a:pt x="353266" y="470105"/>
                </a:lnTo>
                <a:lnTo>
                  <a:pt x="376965" y="466327"/>
                </a:lnTo>
                <a:lnTo>
                  <a:pt x="399952" y="461144"/>
                </a:lnTo>
                <a:lnTo>
                  <a:pt x="422147" y="454616"/>
                </a:lnTo>
                <a:lnTo>
                  <a:pt x="443474" y="446805"/>
                </a:lnTo>
                <a:lnTo>
                  <a:pt x="463855" y="437772"/>
                </a:lnTo>
                <a:lnTo>
                  <a:pt x="483211" y="427579"/>
                </a:lnTo>
                <a:lnTo>
                  <a:pt x="501466" y="416286"/>
                </a:lnTo>
                <a:lnTo>
                  <a:pt x="518540" y="403955"/>
                </a:lnTo>
                <a:lnTo>
                  <a:pt x="534358" y="390646"/>
                </a:lnTo>
                <a:lnTo>
                  <a:pt x="548841" y="376421"/>
                </a:lnTo>
                <a:lnTo>
                  <a:pt x="573490" y="345468"/>
                </a:lnTo>
                <a:lnTo>
                  <a:pt x="591866" y="311584"/>
                </a:lnTo>
                <a:lnTo>
                  <a:pt x="603348" y="275259"/>
                </a:lnTo>
                <a:lnTo>
                  <a:pt x="607314" y="236982"/>
                </a:lnTo>
                <a:lnTo>
                  <a:pt x="606309" y="217521"/>
                </a:lnTo>
                <a:lnTo>
                  <a:pt x="598508" y="179973"/>
                </a:lnTo>
                <a:lnTo>
                  <a:pt x="583501" y="144660"/>
                </a:lnTo>
                <a:lnTo>
                  <a:pt x="561910" y="112069"/>
                </a:lnTo>
                <a:lnTo>
                  <a:pt x="534358" y="82682"/>
                </a:lnTo>
                <a:lnTo>
                  <a:pt x="518540" y="69342"/>
                </a:lnTo>
                <a:lnTo>
                  <a:pt x="501466" y="56984"/>
                </a:lnTo>
                <a:lnTo>
                  <a:pt x="483211" y="45671"/>
                </a:lnTo>
                <a:lnTo>
                  <a:pt x="463855" y="35461"/>
                </a:lnTo>
                <a:lnTo>
                  <a:pt x="443474" y="26417"/>
                </a:lnTo>
                <a:lnTo>
                  <a:pt x="422148" y="18597"/>
                </a:lnTo>
                <a:lnTo>
                  <a:pt x="399952" y="12063"/>
                </a:lnTo>
                <a:lnTo>
                  <a:pt x="376965" y="6876"/>
                </a:lnTo>
                <a:lnTo>
                  <a:pt x="353266" y="3096"/>
                </a:lnTo>
                <a:lnTo>
                  <a:pt x="328931" y="784"/>
                </a:lnTo>
                <a:lnTo>
                  <a:pt x="304038" y="0"/>
                </a:lnTo>
                <a:lnTo>
                  <a:pt x="279036" y="784"/>
                </a:lnTo>
                <a:lnTo>
                  <a:pt x="254603" y="3096"/>
                </a:lnTo>
                <a:lnTo>
                  <a:pt x="230815" y="6876"/>
                </a:lnTo>
                <a:lnTo>
                  <a:pt x="207751" y="12063"/>
                </a:lnTo>
                <a:lnTo>
                  <a:pt x="185487" y="18597"/>
                </a:lnTo>
                <a:lnTo>
                  <a:pt x="164100" y="26417"/>
                </a:lnTo>
                <a:lnTo>
                  <a:pt x="143667" y="35461"/>
                </a:lnTo>
                <a:lnTo>
                  <a:pt x="124266" y="45671"/>
                </a:lnTo>
                <a:lnTo>
                  <a:pt x="105974" y="56984"/>
                </a:lnTo>
                <a:lnTo>
                  <a:pt x="88868" y="69342"/>
                </a:lnTo>
                <a:lnTo>
                  <a:pt x="73024" y="82682"/>
                </a:lnTo>
                <a:lnTo>
                  <a:pt x="58521" y="96944"/>
                </a:lnTo>
                <a:lnTo>
                  <a:pt x="33844" y="127994"/>
                </a:lnTo>
                <a:lnTo>
                  <a:pt x="15453" y="162007"/>
                </a:lnTo>
                <a:lnTo>
                  <a:pt x="3966" y="198497"/>
                </a:lnTo>
                <a:lnTo>
                  <a:pt x="1004" y="217521"/>
                </a:lnTo>
                <a:lnTo>
                  <a:pt x="0" y="236982"/>
                </a:lnTo>
                <a:close/>
              </a:path>
            </a:pathLst>
          </a:custGeom>
          <a:solidFill>
            <a:srgbClr val="4E80BD"/>
          </a:solidFill>
        </p:spPr>
        <p:txBody>
          <a:bodyPr wrap="square" lIns="0" tIns="0" rIns="0" bIns="0" rtlCol="0">
            <a:noAutofit/>
          </a:bodyPr>
          <a:lstStyle/>
          <a:p>
            <a:endParaRPr/>
          </a:p>
        </p:txBody>
      </p:sp>
      <p:sp>
        <p:nvSpPr>
          <p:cNvPr id="19" name="object 19"/>
          <p:cNvSpPr/>
          <p:nvPr/>
        </p:nvSpPr>
        <p:spPr>
          <a:xfrm>
            <a:off x="2452879" y="2422677"/>
            <a:ext cx="275751" cy="29915"/>
          </a:xfrm>
          <a:custGeom>
            <a:avLst/>
            <a:gdLst/>
            <a:ahLst/>
            <a:cxnLst/>
            <a:rect l="l" t="t" r="r" b="b"/>
            <a:pathLst>
              <a:path w="275751" h="30414">
                <a:moveTo>
                  <a:pt x="235052" y="5706"/>
                </a:moveTo>
                <a:lnTo>
                  <a:pt x="275751" y="0"/>
                </a:lnTo>
                <a:lnTo>
                  <a:pt x="199920" y="1130"/>
                </a:lnTo>
                <a:lnTo>
                  <a:pt x="181555" y="7173"/>
                </a:lnTo>
                <a:lnTo>
                  <a:pt x="195637" y="15664"/>
                </a:lnTo>
                <a:lnTo>
                  <a:pt x="235052" y="5706"/>
                </a:lnTo>
                <a:close/>
              </a:path>
              <a:path w="275751" h="30414">
                <a:moveTo>
                  <a:pt x="275269" y="-13490"/>
                </a:moveTo>
                <a:lnTo>
                  <a:pt x="256327" y="-11270"/>
                </a:lnTo>
                <a:lnTo>
                  <a:pt x="237395" y="-8093"/>
                </a:lnTo>
                <a:lnTo>
                  <a:pt x="218563" y="-3958"/>
                </a:lnTo>
                <a:lnTo>
                  <a:pt x="199920" y="1130"/>
                </a:lnTo>
                <a:lnTo>
                  <a:pt x="275751" y="0"/>
                </a:lnTo>
                <a:lnTo>
                  <a:pt x="317034" y="-1457"/>
                </a:lnTo>
                <a:lnTo>
                  <a:pt x="358203" y="1329"/>
                </a:lnTo>
                <a:lnTo>
                  <a:pt x="398557" y="8358"/>
                </a:lnTo>
                <a:lnTo>
                  <a:pt x="437396" y="19626"/>
                </a:lnTo>
                <a:lnTo>
                  <a:pt x="474020" y="35129"/>
                </a:lnTo>
                <a:lnTo>
                  <a:pt x="507730" y="54864"/>
                </a:lnTo>
                <a:lnTo>
                  <a:pt x="537826" y="78827"/>
                </a:lnTo>
                <a:lnTo>
                  <a:pt x="563609" y="107015"/>
                </a:lnTo>
                <a:lnTo>
                  <a:pt x="584378" y="139425"/>
                </a:lnTo>
                <a:lnTo>
                  <a:pt x="599433" y="176054"/>
                </a:lnTo>
                <a:lnTo>
                  <a:pt x="608076" y="216898"/>
                </a:lnTo>
                <a:lnTo>
                  <a:pt x="608076" y="239758"/>
                </a:lnTo>
                <a:lnTo>
                  <a:pt x="599464" y="280479"/>
                </a:lnTo>
                <a:lnTo>
                  <a:pt x="584416" y="317007"/>
                </a:lnTo>
                <a:lnTo>
                  <a:pt x="563634" y="349336"/>
                </a:lnTo>
                <a:lnTo>
                  <a:pt x="537822" y="377460"/>
                </a:lnTo>
                <a:lnTo>
                  <a:pt x="507682" y="401374"/>
                </a:lnTo>
                <a:lnTo>
                  <a:pt x="473918" y="421073"/>
                </a:lnTo>
                <a:lnTo>
                  <a:pt x="437234" y="436550"/>
                </a:lnTo>
                <a:lnTo>
                  <a:pt x="398332" y="447802"/>
                </a:lnTo>
                <a:lnTo>
                  <a:pt x="357915" y="454821"/>
                </a:lnTo>
                <a:lnTo>
                  <a:pt x="316687" y="457604"/>
                </a:lnTo>
                <a:lnTo>
                  <a:pt x="275350" y="456144"/>
                </a:lnTo>
                <a:lnTo>
                  <a:pt x="234609" y="450435"/>
                </a:lnTo>
                <a:lnTo>
                  <a:pt x="195166" y="440474"/>
                </a:lnTo>
                <a:lnTo>
                  <a:pt x="157724" y="426253"/>
                </a:lnTo>
                <a:lnTo>
                  <a:pt x="122986" y="407768"/>
                </a:lnTo>
                <a:lnTo>
                  <a:pt x="91657" y="385013"/>
                </a:lnTo>
                <a:lnTo>
                  <a:pt x="64438" y="357983"/>
                </a:lnTo>
                <a:lnTo>
                  <a:pt x="42033" y="326672"/>
                </a:lnTo>
                <a:lnTo>
                  <a:pt x="25145" y="291076"/>
                </a:lnTo>
                <a:lnTo>
                  <a:pt x="14478" y="251188"/>
                </a:lnTo>
                <a:lnTo>
                  <a:pt x="12954" y="239758"/>
                </a:lnTo>
                <a:lnTo>
                  <a:pt x="12954" y="216136"/>
                </a:lnTo>
                <a:lnTo>
                  <a:pt x="25308" y="164890"/>
                </a:lnTo>
                <a:lnTo>
                  <a:pt x="42321" y="129351"/>
                </a:lnTo>
                <a:lnTo>
                  <a:pt x="64817" y="98083"/>
                </a:lnTo>
                <a:lnTo>
                  <a:pt x="92097" y="71084"/>
                </a:lnTo>
                <a:lnTo>
                  <a:pt x="123460" y="48350"/>
                </a:lnTo>
                <a:lnTo>
                  <a:pt x="158206" y="29878"/>
                </a:lnTo>
                <a:lnTo>
                  <a:pt x="195637" y="15664"/>
                </a:lnTo>
                <a:lnTo>
                  <a:pt x="181555" y="7173"/>
                </a:lnTo>
                <a:lnTo>
                  <a:pt x="146019" y="22113"/>
                </a:lnTo>
                <a:lnTo>
                  <a:pt x="112671" y="40847"/>
                </a:lnTo>
                <a:lnTo>
                  <a:pt x="82227" y="63363"/>
                </a:lnTo>
                <a:lnTo>
                  <a:pt x="55402" y="89648"/>
                </a:lnTo>
                <a:lnTo>
                  <a:pt x="32914" y="119689"/>
                </a:lnTo>
                <a:lnTo>
                  <a:pt x="15478" y="153474"/>
                </a:lnTo>
                <a:lnTo>
                  <a:pt x="3809" y="190990"/>
                </a:lnTo>
                <a:lnTo>
                  <a:pt x="761" y="215374"/>
                </a:lnTo>
                <a:lnTo>
                  <a:pt x="0" y="228328"/>
                </a:lnTo>
                <a:lnTo>
                  <a:pt x="762" y="241282"/>
                </a:lnTo>
                <a:lnTo>
                  <a:pt x="3810" y="265666"/>
                </a:lnTo>
                <a:lnTo>
                  <a:pt x="15879" y="304271"/>
                </a:lnTo>
                <a:lnTo>
                  <a:pt x="34409" y="339070"/>
                </a:lnTo>
                <a:lnTo>
                  <a:pt x="58530" y="369981"/>
                </a:lnTo>
                <a:lnTo>
                  <a:pt x="87372" y="396923"/>
                </a:lnTo>
                <a:lnTo>
                  <a:pt x="120067" y="419813"/>
                </a:lnTo>
                <a:lnTo>
                  <a:pt x="155744" y="438571"/>
                </a:lnTo>
                <a:lnTo>
                  <a:pt x="193535" y="453115"/>
                </a:lnTo>
                <a:lnTo>
                  <a:pt x="232570" y="463362"/>
                </a:lnTo>
                <a:lnTo>
                  <a:pt x="271980" y="469233"/>
                </a:lnTo>
                <a:lnTo>
                  <a:pt x="310896" y="470644"/>
                </a:lnTo>
                <a:lnTo>
                  <a:pt x="326898" y="470644"/>
                </a:lnTo>
                <a:lnTo>
                  <a:pt x="360775" y="468012"/>
                </a:lnTo>
                <a:lnTo>
                  <a:pt x="398129" y="461309"/>
                </a:lnTo>
                <a:lnTo>
                  <a:pt x="434968" y="450702"/>
                </a:lnTo>
                <a:lnTo>
                  <a:pt x="470545" y="436252"/>
                </a:lnTo>
                <a:lnTo>
                  <a:pt x="504114" y="418016"/>
                </a:lnTo>
                <a:lnTo>
                  <a:pt x="534929" y="396055"/>
                </a:lnTo>
                <a:lnTo>
                  <a:pt x="562243" y="370427"/>
                </a:lnTo>
                <a:lnTo>
                  <a:pt x="585311" y="341192"/>
                </a:lnTo>
                <a:lnTo>
                  <a:pt x="603386" y="308409"/>
                </a:lnTo>
                <a:lnTo>
                  <a:pt x="615722" y="272137"/>
                </a:lnTo>
                <a:lnTo>
                  <a:pt x="620268" y="240520"/>
                </a:lnTo>
                <a:lnTo>
                  <a:pt x="621030" y="227566"/>
                </a:lnTo>
                <a:lnTo>
                  <a:pt x="619506" y="203182"/>
                </a:lnTo>
                <a:lnTo>
                  <a:pt x="609674" y="163741"/>
                </a:lnTo>
                <a:lnTo>
                  <a:pt x="593311" y="128080"/>
                </a:lnTo>
                <a:lnTo>
                  <a:pt x="571239" y="96251"/>
                </a:lnTo>
                <a:lnTo>
                  <a:pt x="544284" y="68308"/>
                </a:lnTo>
                <a:lnTo>
                  <a:pt x="513268" y="44305"/>
                </a:lnTo>
                <a:lnTo>
                  <a:pt x="479017" y="24294"/>
                </a:lnTo>
                <a:lnTo>
                  <a:pt x="442354" y="8329"/>
                </a:lnTo>
                <a:lnTo>
                  <a:pt x="404103" y="-3534"/>
                </a:lnTo>
                <a:lnTo>
                  <a:pt x="365089" y="-11245"/>
                </a:lnTo>
                <a:lnTo>
                  <a:pt x="326136" y="-14749"/>
                </a:lnTo>
                <a:lnTo>
                  <a:pt x="294132" y="-14749"/>
                </a:lnTo>
                <a:lnTo>
                  <a:pt x="275269" y="-13490"/>
                </a:lnTo>
                <a:close/>
              </a:path>
            </a:pathLst>
          </a:custGeom>
          <a:solidFill>
            <a:srgbClr val="000000"/>
          </a:solidFill>
        </p:spPr>
        <p:txBody>
          <a:bodyPr wrap="square" lIns="0" tIns="0" rIns="0" bIns="0" rtlCol="0">
            <a:noAutofit/>
          </a:bodyPr>
          <a:lstStyle/>
          <a:p>
            <a:endParaRPr/>
          </a:p>
        </p:txBody>
      </p:sp>
      <p:sp>
        <p:nvSpPr>
          <p:cNvPr id="20" name="object 20"/>
          <p:cNvSpPr/>
          <p:nvPr/>
        </p:nvSpPr>
        <p:spPr>
          <a:xfrm>
            <a:off x="3937254" y="2414165"/>
            <a:ext cx="608076" cy="465445"/>
          </a:xfrm>
          <a:custGeom>
            <a:avLst/>
            <a:gdLst/>
            <a:ahLst/>
            <a:cxnLst/>
            <a:rect l="l" t="t" r="r" b="b"/>
            <a:pathLst>
              <a:path w="608076" h="473201">
                <a:moveTo>
                  <a:pt x="0" y="236982"/>
                </a:moveTo>
                <a:lnTo>
                  <a:pt x="1009" y="256334"/>
                </a:lnTo>
                <a:lnTo>
                  <a:pt x="3986" y="275259"/>
                </a:lnTo>
                <a:lnTo>
                  <a:pt x="15526" y="311584"/>
                </a:lnTo>
                <a:lnTo>
                  <a:pt x="33988" y="345468"/>
                </a:lnTo>
                <a:lnTo>
                  <a:pt x="58741" y="376421"/>
                </a:lnTo>
                <a:lnTo>
                  <a:pt x="73279" y="390646"/>
                </a:lnTo>
                <a:lnTo>
                  <a:pt x="89154" y="403955"/>
                </a:lnTo>
                <a:lnTo>
                  <a:pt x="106285" y="416286"/>
                </a:lnTo>
                <a:lnTo>
                  <a:pt x="124596" y="427579"/>
                </a:lnTo>
                <a:lnTo>
                  <a:pt x="144005" y="437772"/>
                </a:lnTo>
                <a:lnTo>
                  <a:pt x="164436" y="446805"/>
                </a:lnTo>
                <a:lnTo>
                  <a:pt x="185808" y="454616"/>
                </a:lnTo>
                <a:lnTo>
                  <a:pt x="208044" y="461144"/>
                </a:lnTo>
                <a:lnTo>
                  <a:pt x="231063" y="466327"/>
                </a:lnTo>
                <a:lnTo>
                  <a:pt x="254788" y="470105"/>
                </a:lnTo>
                <a:lnTo>
                  <a:pt x="279139" y="472417"/>
                </a:lnTo>
                <a:lnTo>
                  <a:pt x="304038" y="473202"/>
                </a:lnTo>
                <a:lnTo>
                  <a:pt x="328936" y="472417"/>
                </a:lnTo>
                <a:lnTo>
                  <a:pt x="353287" y="470105"/>
                </a:lnTo>
                <a:lnTo>
                  <a:pt x="377012" y="466327"/>
                </a:lnTo>
                <a:lnTo>
                  <a:pt x="400031" y="461144"/>
                </a:lnTo>
                <a:lnTo>
                  <a:pt x="422267" y="454616"/>
                </a:lnTo>
                <a:lnTo>
                  <a:pt x="443639" y="446805"/>
                </a:lnTo>
                <a:lnTo>
                  <a:pt x="464070" y="437772"/>
                </a:lnTo>
                <a:lnTo>
                  <a:pt x="483479" y="427579"/>
                </a:lnTo>
                <a:lnTo>
                  <a:pt x="501790" y="416286"/>
                </a:lnTo>
                <a:lnTo>
                  <a:pt x="518921" y="403955"/>
                </a:lnTo>
                <a:lnTo>
                  <a:pt x="534796" y="390646"/>
                </a:lnTo>
                <a:lnTo>
                  <a:pt x="549334" y="376421"/>
                </a:lnTo>
                <a:lnTo>
                  <a:pt x="574087" y="345468"/>
                </a:lnTo>
                <a:lnTo>
                  <a:pt x="592549" y="311584"/>
                </a:lnTo>
                <a:lnTo>
                  <a:pt x="604089" y="275259"/>
                </a:lnTo>
                <a:lnTo>
                  <a:pt x="608076" y="236982"/>
                </a:lnTo>
                <a:lnTo>
                  <a:pt x="607066" y="217521"/>
                </a:lnTo>
                <a:lnTo>
                  <a:pt x="599224" y="179973"/>
                </a:lnTo>
                <a:lnTo>
                  <a:pt x="584144" y="144660"/>
                </a:lnTo>
                <a:lnTo>
                  <a:pt x="562458" y="112069"/>
                </a:lnTo>
                <a:lnTo>
                  <a:pt x="534796" y="82682"/>
                </a:lnTo>
                <a:lnTo>
                  <a:pt x="518921" y="69342"/>
                </a:lnTo>
                <a:lnTo>
                  <a:pt x="501790" y="56984"/>
                </a:lnTo>
                <a:lnTo>
                  <a:pt x="483479" y="45671"/>
                </a:lnTo>
                <a:lnTo>
                  <a:pt x="464070" y="35461"/>
                </a:lnTo>
                <a:lnTo>
                  <a:pt x="443639" y="26417"/>
                </a:lnTo>
                <a:lnTo>
                  <a:pt x="422267" y="18597"/>
                </a:lnTo>
                <a:lnTo>
                  <a:pt x="400031" y="12063"/>
                </a:lnTo>
                <a:lnTo>
                  <a:pt x="377012" y="6876"/>
                </a:lnTo>
                <a:lnTo>
                  <a:pt x="353287" y="3096"/>
                </a:lnTo>
                <a:lnTo>
                  <a:pt x="328936" y="784"/>
                </a:lnTo>
                <a:lnTo>
                  <a:pt x="304038" y="0"/>
                </a:lnTo>
                <a:lnTo>
                  <a:pt x="279139" y="784"/>
                </a:lnTo>
                <a:lnTo>
                  <a:pt x="254788" y="3096"/>
                </a:lnTo>
                <a:lnTo>
                  <a:pt x="231063" y="6876"/>
                </a:lnTo>
                <a:lnTo>
                  <a:pt x="208044" y="12063"/>
                </a:lnTo>
                <a:lnTo>
                  <a:pt x="185808" y="18597"/>
                </a:lnTo>
                <a:lnTo>
                  <a:pt x="164436" y="26417"/>
                </a:lnTo>
                <a:lnTo>
                  <a:pt x="144005" y="35461"/>
                </a:lnTo>
                <a:lnTo>
                  <a:pt x="124596" y="45671"/>
                </a:lnTo>
                <a:lnTo>
                  <a:pt x="106285" y="56984"/>
                </a:lnTo>
                <a:lnTo>
                  <a:pt x="89153" y="69342"/>
                </a:lnTo>
                <a:lnTo>
                  <a:pt x="73279" y="82682"/>
                </a:lnTo>
                <a:lnTo>
                  <a:pt x="58741" y="96944"/>
                </a:lnTo>
                <a:lnTo>
                  <a:pt x="33988" y="127994"/>
                </a:lnTo>
                <a:lnTo>
                  <a:pt x="15526" y="162007"/>
                </a:lnTo>
                <a:lnTo>
                  <a:pt x="3986" y="198497"/>
                </a:lnTo>
                <a:lnTo>
                  <a:pt x="1009" y="217521"/>
                </a:lnTo>
                <a:lnTo>
                  <a:pt x="0" y="236982"/>
                </a:lnTo>
                <a:close/>
              </a:path>
            </a:pathLst>
          </a:custGeom>
          <a:solidFill>
            <a:srgbClr val="4E80BD"/>
          </a:solidFill>
        </p:spPr>
        <p:txBody>
          <a:bodyPr wrap="square" lIns="0" tIns="0" rIns="0" bIns="0" rtlCol="0">
            <a:noAutofit/>
          </a:bodyPr>
          <a:lstStyle/>
          <a:p>
            <a:endParaRPr/>
          </a:p>
        </p:txBody>
      </p:sp>
      <p:sp>
        <p:nvSpPr>
          <p:cNvPr id="21" name="object 21"/>
          <p:cNvSpPr/>
          <p:nvPr/>
        </p:nvSpPr>
        <p:spPr>
          <a:xfrm>
            <a:off x="3931159" y="2416211"/>
            <a:ext cx="291613" cy="19105"/>
          </a:xfrm>
          <a:custGeom>
            <a:avLst/>
            <a:gdLst/>
            <a:ahLst/>
            <a:cxnLst/>
            <a:rect l="l" t="t" r="r" b="b"/>
            <a:pathLst>
              <a:path w="291613" h="19423">
                <a:moveTo>
                  <a:pt x="190249" y="10488"/>
                </a:moveTo>
                <a:lnTo>
                  <a:pt x="235158" y="11876"/>
                </a:lnTo>
                <a:lnTo>
                  <a:pt x="254022" y="8558"/>
                </a:lnTo>
                <a:lnTo>
                  <a:pt x="272874" y="6265"/>
                </a:lnTo>
                <a:lnTo>
                  <a:pt x="291613" y="5003"/>
                </a:lnTo>
                <a:lnTo>
                  <a:pt x="231326" y="0"/>
                </a:lnTo>
                <a:lnTo>
                  <a:pt x="190249" y="10488"/>
                </a:lnTo>
                <a:close/>
              </a:path>
              <a:path w="291613" h="19423">
                <a:moveTo>
                  <a:pt x="115036" y="44922"/>
                </a:moveTo>
                <a:lnTo>
                  <a:pt x="82359" y="68879"/>
                </a:lnTo>
                <a:lnTo>
                  <a:pt x="53940" y="97335"/>
                </a:lnTo>
                <a:lnTo>
                  <a:pt x="30508" y="130296"/>
                </a:lnTo>
                <a:lnTo>
                  <a:pt x="12793" y="167768"/>
                </a:lnTo>
                <a:lnTo>
                  <a:pt x="1523" y="209756"/>
                </a:lnTo>
                <a:lnTo>
                  <a:pt x="0" y="221948"/>
                </a:lnTo>
                <a:lnTo>
                  <a:pt x="0" y="247856"/>
                </a:lnTo>
                <a:lnTo>
                  <a:pt x="3810" y="272240"/>
                </a:lnTo>
                <a:lnTo>
                  <a:pt x="15554" y="310736"/>
                </a:lnTo>
                <a:lnTo>
                  <a:pt x="33897" y="345476"/>
                </a:lnTo>
                <a:lnTo>
                  <a:pt x="57937" y="376368"/>
                </a:lnTo>
                <a:lnTo>
                  <a:pt x="86775" y="403322"/>
                </a:lnTo>
                <a:lnTo>
                  <a:pt x="119510" y="426245"/>
                </a:lnTo>
                <a:lnTo>
                  <a:pt x="155241" y="445047"/>
                </a:lnTo>
                <a:lnTo>
                  <a:pt x="193070" y="459637"/>
                </a:lnTo>
                <a:lnTo>
                  <a:pt x="232095" y="469922"/>
                </a:lnTo>
                <a:lnTo>
                  <a:pt x="271416" y="475813"/>
                </a:lnTo>
                <a:lnTo>
                  <a:pt x="310134" y="477218"/>
                </a:lnTo>
                <a:lnTo>
                  <a:pt x="326136" y="477218"/>
                </a:lnTo>
                <a:lnTo>
                  <a:pt x="360483" y="474685"/>
                </a:lnTo>
                <a:lnTo>
                  <a:pt x="397520" y="468057"/>
                </a:lnTo>
                <a:lnTo>
                  <a:pt x="434320" y="457397"/>
                </a:lnTo>
                <a:lnTo>
                  <a:pt x="470053" y="442808"/>
                </a:lnTo>
                <a:lnTo>
                  <a:pt x="503884" y="424392"/>
                </a:lnTo>
                <a:lnTo>
                  <a:pt x="534981" y="402253"/>
                </a:lnTo>
                <a:lnTo>
                  <a:pt x="562510" y="376492"/>
                </a:lnTo>
                <a:lnTo>
                  <a:pt x="585639" y="347211"/>
                </a:lnTo>
                <a:lnTo>
                  <a:pt x="603535" y="314514"/>
                </a:lnTo>
                <a:lnTo>
                  <a:pt x="615364" y="278503"/>
                </a:lnTo>
                <a:lnTo>
                  <a:pt x="620268" y="247094"/>
                </a:lnTo>
                <a:lnTo>
                  <a:pt x="620268" y="221948"/>
                </a:lnTo>
                <a:lnTo>
                  <a:pt x="611232" y="179044"/>
                </a:lnTo>
                <a:lnTo>
                  <a:pt x="595515" y="140560"/>
                </a:lnTo>
                <a:lnTo>
                  <a:pt x="573846" y="106502"/>
                </a:lnTo>
                <a:lnTo>
                  <a:pt x="546955" y="76874"/>
                </a:lnTo>
                <a:lnTo>
                  <a:pt x="515570" y="51683"/>
                </a:lnTo>
                <a:lnTo>
                  <a:pt x="480421" y="30933"/>
                </a:lnTo>
                <a:lnTo>
                  <a:pt x="442238" y="14629"/>
                </a:lnTo>
                <a:lnTo>
                  <a:pt x="401749" y="2778"/>
                </a:lnTo>
                <a:lnTo>
                  <a:pt x="359684" y="-4615"/>
                </a:lnTo>
                <a:lnTo>
                  <a:pt x="316772" y="-7546"/>
                </a:lnTo>
                <a:lnTo>
                  <a:pt x="273743" y="-6009"/>
                </a:lnTo>
                <a:lnTo>
                  <a:pt x="231326" y="0"/>
                </a:lnTo>
                <a:lnTo>
                  <a:pt x="291613" y="5003"/>
                </a:lnTo>
                <a:lnTo>
                  <a:pt x="310134" y="4778"/>
                </a:lnTo>
                <a:lnTo>
                  <a:pt x="326136" y="4778"/>
                </a:lnTo>
                <a:lnTo>
                  <a:pt x="340614" y="5540"/>
                </a:lnTo>
                <a:lnTo>
                  <a:pt x="358267" y="7305"/>
                </a:lnTo>
                <a:lnTo>
                  <a:pt x="376023" y="10004"/>
                </a:lnTo>
                <a:lnTo>
                  <a:pt x="393787" y="13631"/>
                </a:lnTo>
                <a:lnTo>
                  <a:pt x="411466" y="18180"/>
                </a:lnTo>
                <a:lnTo>
                  <a:pt x="428967" y="23644"/>
                </a:lnTo>
                <a:lnTo>
                  <a:pt x="446196" y="30018"/>
                </a:lnTo>
                <a:lnTo>
                  <a:pt x="463059" y="37296"/>
                </a:lnTo>
                <a:lnTo>
                  <a:pt x="479465" y="45470"/>
                </a:lnTo>
                <a:lnTo>
                  <a:pt x="495318" y="54536"/>
                </a:lnTo>
                <a:lnTo>
                  <a:pt x="510525" y="64486"/>
                </a:lnTo>
                <a:lnTo>
                  <a:pt x="524994" y="75314"/>
                </a:lnTo>
                <a:lnTo>
                  <a:pt x="538630" y="87015"/>
                </a:lnTo>
                <a:lnTo>
                  <a:pt x="551341" y="99582"/>
                </a:lnTo>
                <a:lnTo>
                  <a:pt x="563033" y="113009"/>
                </a:lnTo>
                <a:lnTo>
                  <a:pt x="573612" y="127289"/>
                </a:lnTo>
                <a:lnTo>
                  <a:pt x="582986" y="142417"/>
                </a:lnTo>
                <a:lnTo>
                  <a:pt x="591060" y="158387"/>
                </a:lnTo>
                <a:lnTo>
                  <a:pt x="597741" y="175191"/>
                </a:lnTo>
                <a:lnTo>
                  <a:pt x="602936" y="192824"/>
                </a:lnTo>
                <a:lnTo>
                  <a:pt x="606552" y="211280"/>
                </a:lnTo>
                <a:lnTo>
                  <a:pt x="607314" y="223472"/>
                </a:lnTo>
                <a:lnTo>
                  <a:pt x="608076" y="234902"/>
                </a:lnTo>
                <a:lnTo>
                  <a:pt x="607314" y="246332"/>
                </a:lnTo>
                <a:lnTo>
                  <a:pt x="606552" y="258524"/>
                </a:lnTo>
                <a:lnTo>
                  <a:pt x="602716" y="277642"/>
                </a:lnTo>
                <a:lnTo>
                  <a:pt x="597179" y="295889"/>
                </a:lnTo>
                <a:lnTo>
                  <a:pt x="590043" y="313253"/>
                </a:lnTo>
                <a:lnTo>
                  <a:pt x="581413" y="329727"/>
                </a:lnTo>
                <a:lnTo>
                  <a:pt x="571394" y="345299"/>
                </a:lnTo>
                <a:lnTo>
                  <a:pt x="560089" y="359962"/>
                </a:lnTo>
                <a:lnTo>
                  <a:pt x="547604" y="373704"/>
                </a:lnTo>
                <a:lnTo>
                  <a:pt x="534043" y="386516"/>
                </a:lnTo>
                <a:lnTo>
                  <a:pt x="519510" y="398390"/>
                </a:lnTo>
                <a:lnTo>
                  <a:pt x="504110" y="409314"/>
                </a:lnTo>
                <a:lnTo>
                  <a:pt x="487947" y="419281"/>
                </a:lnTo>
                <a:lnTo>
                  <a:pt x="471125" y="428279"/>
                </a:lnTo>
                <a:lnTo>
                  <a:pt x="453749" y="436299"/>
                </a:lnTo>
                <a:lnTo>
                  <a:pt x="435924" y="443333"/>
                </a:lnTo>
                <a:lnTo>
                  <a:pt x="417753" y="449369"/>
                </a:lnTo>
                <a:lnTo>
                  <a:pt x="399341" y="454400"/>
                </a:lnTo>
                <a:lnTo>
                  <a:pt x="380793" y="458414"/>
                </a:lnTo>
                <a:lnTo>
                  <a:pt x="362213" y="461402"/>
                </a:lnTo>
                <a:lnTo>
                  <a:pt x="343705" y="463356"/>
                </a:lnTo>
                <a:lnTo>
                  <a:pt x="325374" y="464264"/>
                </a:lnTo>
                <a:lnTo>
                  <a:pt x="310134" y="465026"/>
                </a:lnTo>
                <a:lnTo>
                  <a:pt x="294894" y="464264"/>
                </a:lnTo>
                <a:lnTo>
                  <a:pt x="277113" y="463383"/>
                </a:lnTo>
                <a:lnTo>
                  <a:pt x="259158" y="461527"/>
                </a:lnTo>
                <a:lnTo>
                  <a:pt x="241125" y="458701"/>
                </a:lnTo>
                <a:lnTo>
                  <a:pt x="223111" y="454914"/>
                </a:lnTo>
                <a:lnTo>
                  <a:pt x="205211" y="450172"/>
                </a:lnTo>
                <a:lnTo>
                  <a:pt x="187522" y="444482"/>
                </a:lnTo>
                <a:lnTo>
                  <a:pt x="170141" y="437851"/>
                </a:lnTo>
                <a:lnTo>
                  <a:pt x="153163" y="430286"/>
                </a:lnTo>
                <a:lnTo>
                  <a:pt x="136686" y="421794"/>
                </a:lnTo>
                <a:lnTo>
                  <a:pt x="120805" y="412381"/>
                </a:lnTo>
                <a:lnTo>
                  <a:pt x="105617" y="402056"/>
                </a:lnTo>
                <a:lnTo>
                  <a:pt x="91218" y="390825"/>
                </a:lnTo>
                <a:lnTo>
                  <a:pt x="77705" y="378695"/>
                </a:lnTo>
                <a:lnTo>
                  <a:pt x="65174" y="365672"/>
                </a:lnTo>
                <a:lnTo>
                  <a:pt x="53721" y="351764"/>
                </a:lnTo>
                <a:lnTo>
                  <a:pt x="43442" y="336978"/>
                </a:lnTo>
                <a:lnTo>
                  <a:pt x="34435" y="321321"/>
                </a:lnTo>
                <a:lnTo>
                  <a:pt x="26794" y="304800"/>
                </a:lnTo>
                <a:lnTo>
                  <a:pt x="20618" y="287421"/>
                </a:lnTo>
                <a:lnTo>
                  <a:pt x="16002" y="269192"/>
                </a:lnTo>
                <a:lnTo>
                  <a:pt x="12192" y="234902"/>
                </a:lnTo>
                <a:lnTo>
                  <a:pt x="12954" y="222710"/>
                </a:lnTo>
                <a:lnTo>
                  <a:pt x="16001" y="199850"/>
                </a:lnTo>
                <a:lnTo>
                  <a:pt x="21012" y="180889"/>
                </a:lnTo>
                <a:lnTo>
                  <a:pt x="27663" y="162863"/>
                </a:lnTo>
                <a:lnTo>
                  <a:pt x="35850" y="145778"/>
                </a:lnTo>
                <a:lnTo>
                  <a:pt x="45471" y="129640"/>
                </a:lnTo>
                <a:lnTo>
                  <a:pt x="56421" y="114454"/>
                </a:lnTo>
                <a:lnTo>
                  <a:pt x="68599" y="100227"/>
                </a:lnTo>
                <a:lnTo>
                  <a:pt x="81900" y="86962"/>
                </a:lnTo>
                <a:lnTo>
                  <a:pt x="96222" y="74668"/>
                </a:lnTo>
                <a:lnTo>
                  <a:pt x="111462" y="63348"/>
                </a:lnTo>
                <a:lnTo>
                  <a:pt x="127515" y="53008"/>
                </a:lnTo>
                <a:lnTo>
                  <a:pt x="144280" y="43655"/>
                </a:lnTo>
                <a:lnTo>
                  <a:pt x="161653" y="35293"/>
                </a:lnTo>
                <a:lnTo>
                  <a:pt x="179530" y="27929"/>
                </a:lnTo>
                <a:lnTo>
                  <a:pt x="197808" y="21567"/>
                </a:lnTo>
                <a:lnTo>
                  <a:pt x="216385" y="16215"/>
                </a:lnTo>
                <a:lnTo>
                  <a:pt x="235158" y="11876"/>
                </a:lnTo>
                <a:lnTo>
                  <a:pt x="190249" y="10488"/>
                </a:lnTo>
                <a:lnTo>
                  <a:pt x="151243" y="25461"/>
                </a:lnTo>
                <a:lnTo>
                  <a:pt x="115036" y="44922"/>
                </a:lnTo>
                <a:close/>
              </a:path>
            </a:pathLst>
          </a:custGeom>
          <a:solidFill>
            <a:srgbClr val="000000"/>
          </a:solidFill>
        </p:spPr>
        <p:txBody>
          <a:bodyPr wrap="square" lIns="0" tIns="0" rIns="0" bIns="0" rtlCol="0">
            <a:noAutofit/>
          </a:bodyPr>
          <a:lstStyle/>
          <a:p>
            <a:endParaRPr/>
          </a:p>
        </p:txBody>
      </p:sp>
      <p:sp>
        <p:nvSpPr>
          <p:cNvPr id="22" name="object 22"/>
          <p:cNvSpPr/>
          <p:nvPr/>
        </p:nvSpPr>
        <p:spPr>
          <a:xfrm>
            <a:off x="7241285" y="2414165"/>
            <a:ext cx="607314" cy="465445"/>
          </a:xfrm>
          <a:custGeom>
            <a:avLst/>
            <a:gdLst/>
            <a:ahLst/>
            <a:cxnLst/>
            <a:rect l="l" t="t" r="r" b="b"/>
            <a:pathLst>
              <a:path w="607314" h="473201">
                <a:moveTo>
                  <a:pt x="0" y="236982"/>
                </a:moveTo>
                <a:lnTo>
                  <a:pt x="1004" y="256334"/>
                </a:lnTo>
                <a:lnTo>
                  <a:pt x="3966" y="275259"/>
                </a:lnTo>
                <a:lnTo>
                  <a:pt x="15453" y="311584"/>
                </a:lnTo>
                <a:lnTo>
                  <a:pt x="33844" y="345468"/>
                </a:lnTo>
                <a:lnTo>
                  <a:pt x="58521" y="376421"/>
                </a:lnTo>
                <a:lnTo>
                  <a:pt x="73024" y="390646"/>
                </a:lnTo>
                <a:lnTo>
                  <a:pt x="88868" y="403955"/>
                </a:lnTo>
                <a:lnTo>
                  <a:pt x="105974" y="416286"/>
                </a:lnTo>
                <a:lnTo>
                  <a:pt x="124266" y="427579"/>
                </a:lnTo>
                <a:lnTo>
                  <a:pt x="143667" y="437772"/>
                </a:lnTo>
                <a:lnTo>
                  <a:pt x="164100" y="446805"/>
                </a:lnTo>
                <a:lnTo>
                  <a:pt x="185487" y="454616"/>
                </a:lnTo>
                <a:lnTo>
                  <a:pt x="207751" y="461144"/>
                </a:lnTo>
                <a:lnTo>
                  <a:pt x="230815" y="466327"/>
                </a:lnTo>
                <a:lnTo>
                  <a:pt x="254603" y="470105"/>
                </a:lnTo>
                <a:lnTo>
                  <a:pt x="279036" y="472417"/>
                </a:lnTo>
                <a:lnTo>
                  <a:pt x="304038" y="473202"/>
                </a:lnTo>
                <a:lnTo>
                  <a:pt x="328931" y="472417"/>
                </a:lnTo>
                <a:lnTo>
                  <a:pt x="353266" y="470105"/>
                </a:lnTo>
                <a:lnTo>
                  <a:pt x="376965" y="466327"/>
                </a:lnTo>
                <a:lnTo>
                  <a:pt x="399952" y="461144"/>
                </a:lnTo>
                <a:lnTo>
                  <a:pt x="422147" y="454616"/>
                </a:lnTo>
                <a:lnTo>
                  <a:pt x="443474" y="446805"/>
                </a:lnTo>
                <a:lnTo>
                  <a:pt x="463855" y="437772"/>
                </a:lnTo>
                <a:lnTo>
                  <a:pt x="483211" y="427579"/>
                </a:lnTo>
                <a:lnTo>
                  <a:pt x="501466" y="416286"/>
                </a:lnTo>
                <a:lnTo>
                  <a:pt x="518540" y="403955"/>
                </a:lnTo>
                <a:lnTo>
                  <a:pt x="534358" y="390646"/>
                </a:lnTo>
                <a:lnTo>
                  <a:pt x="548841" y="376421"/>
                </a:lnTo>
                <a:lnTo>
                  <a:pt x="573490" y="345468"/>
                </a:lnTo>
                <a:lnTo>
                  <a:pt x="591866" y="311584"/>
                </a:lnTo>
                <a:lnTo>
                  <a:pt x="603348" y="275259"/>
                </a:lnTo>
                <a:lnTo>
                  <a:pt x="607314" y="236982"/>
                </a:lnTo>
                <a:lnTo>
                  <a:pt x="606309" y="217521"/>
                </a:lnTo>
                <a:lnTo>
                  <a:pt x="598508" y="179973"/>
                </a:lnTo>
                <a:lnTo>
                  <a:pt x="583501" y="144660"/>
                </a:lnTo>
                <a:lnTo>
                  <a:pt x="561910" y="112069"/>
                </a:lnTo>
                <a:lnTo>
                  <a:pt x="534358" y="82682"/>
                </a:lnTo>
                <a:lnTo>
                  <a:pt x="518540" y="69342"/>
                </a:lnTo>
                <a:lnTo>
                  <a:pt x="501466" y="56984"/>
                </a:lnTo>
                <a:lnTo>
                  <a:pt x="483211" y="45671"/>
                </a:lnTo>
                <a:lnTo>
                  <a:pt x="463855" y="35461"/>
                </a:lnTo>
                <a:lnTo>
                  <a:pt x="443474" y="26417"/>
                </a:lnTo>
                <a:lnTo>
                  <a:pt x="422148" y="18597"/>
                </a:lnTo>
                <a:lnTo>
                  <a:pt x="399952" y="12063"/>
                </a:lnTo>
                <a:lnTo>
                  <a:pt x="376965" y="6876"/>
                </a:lnTo>
                <a:lnTo>
                  <a:pt x="353266" y="3096"/>
                </a:lnTo>
                <a:lnTo>
                  <a:pt x="328931" y="784"/>
                </a:lnTo>
                <a:lnTo>
                  <a:pt x="304038" y="0"/>
                </a:lnTo>
                <a:lnTo>
                  <a:pt x="279036" y="784"/>
                </a:lnTo>
                <a:lnTo>
                  <a:pt x="254603" y="3096"/>
                </a:lnTo>
                <a:lnTo>
                  <a:pt x="230815" y="6876"/>
                </a:lnTo>
                <a:lnTo>
                  <a:pt x="207751" y="12063"/>
                </a:lnTo>
                <a:lnTo>
                  <a:pt x="185487" y="18597"/>
                </a:lnTo>
                <a:lnTo>
                  <a:pt x="164100" y="26417"/>
                </a:lnTo>
                <a:lnTo>
                  <a:pt x="143667" y="35461"/>
                </a:lnTo>
                <a:lnTo>
                  <a:pt x="124266" y="45671"/>
                </a:lnTo>
                <a:lnTo>
                  <a:pt x="105974" y="56984"/>
                </a:lnTo>
                <a:lnTo>
                  <a:pt x="88868" y="69342"/>
                </a:lnTo>
                <a:lnTo>
                  <a:pt x="73024" y="82682"/>
                </a:lnTo>
                <a:lnTo>
                  <a:pt x="58521" y="96944"/>
                </a:lnTo>
                <a:lnTo>
                  <a:pt x="33844" y="127994"/>
                </a:lnTo>
                <a:lnTo>
                  <a:pt x="15453" y="162007"/>
                </a:lnTo>
                <a:lnTo>
                  <a:pt x="3966" y="198497"/>
                </a:lnTo>
                <a:lnTo>
                  <a:pt x="1004" y="217521"/>
                </a:lnTo>
                <a:lnTo>
                  <a:pt x="0" y="236982"/>
                </a:lnTo>
                <a:close/>
              </a:path>
            </a:pathLst>
          </a:custGeom>
          <a:solidFill>
            <a:srgbClr val="4E80BD"/>
          </a:solidFill>
        </p:spPr>
        <p:txBody>
          <a:bodyPr wrap="square" lIns="0" tIns="0" rIns="0" bIns="0" rtlCol="0">
            <a:noAutofit/>
          </a:bodyPr>
          <a:lstStyle/>
          <a:p>
            <a:endParaRPr/>
          </a:p>
        </p:txBody>
      </p:sp>
      <p:sp>
        <p:nvSpPr>
          <p:cNvPr id="23" name="object 23"/>
          <p:cNvSpPr/>
          <p:nvPr/>
        </p:nvSpPr>
        <p:spPr>
          <a:xfrm>
            <a:off x="7234429" y="2422677"/>
            <a:ext cx="275751" cy="29915"/>
          </a:xfrm>
          <a:custGeom>
            <a:avLst/>
            <a:gdLst/>
            <a:ahLst/>
            <a:cxnLst/>
            <a:rect l="l" t="t" r="r" b="b"/>
            <a:pathLst>
              <a:path w="275751" h="30414">
                <a:moveTo>
                  <a:pt x="235052" y="5706"/>
                </a:moveTo>
                <a:lnTo>
                  <a:pt x="275751" y="0"/>
                </a:lnTo>
                <a:lnTo>
                  <a:pt x="199922" y="1135"/>
                </a:lnTo>
                <a:lnTo>
                  <a:pt x="181557" y="7179"/>
                </a:lnTo>
                <a:lnTo>
                  <a:pt x="195637" y="15664"/>
                </a:lnTo>
                <a:lnTo>
                  <a:pt x="235052" y="5706"/>
                </a:lnTo>
                <a:close/>
              </a:path>
              <a:path w="275751" h="30414">
                <a:moveTo>
                  <a:pt x="275269" y="-13488"/>
                </a:moveTo>
                <a:lnTo>
                  <a:pt x="256328" y="-11267"/>
                </a:lnTo>
                <a:lnTo>
                  <a:pt x="237396" y="-8089"/>
                </a:lnTo>
                <a:lnTo>
                  <a:pt x="218564" y="-3953"/>
                </a:lnTo>
                <a:lnTo>
                  <a:pt x="199922" y="1135"/>
                </a:lnTo>
                <a:lnTo>
                  <a:pt x="275751" y="0"/>
                </a:lnTo>
                <a:lnTo>
                  <a:pt x="317034" y="-1457"/>
                </a:lnTo>
                <a:lnTo>
                  <a:pt x="358203" y="1329"/>
                </a:lnTo>
                <a:lnTo>
                  <a:pt x="398557" y="8358"/>
                </a:lnTo>
                <a:lnTo>
                  <a:pt x="437396" y="19626"/>
                </a:lnTo>
                <a:lnTo>
                  <a:pt x="474020" y="35129"/>
                </a:lnTo>
                <a:lnTo>
                  <a:pt x="507730" y="54864"/>
                </a:lnTo>
                <a:lnTo>
                  <a:pt x="537826" y="78827"/>
                </a:lnTo>
                <a:lnTo>
                  <a:pt x="563609" y="107015"/>
                </a:lnTo>
                <a:lnTo>
                  <a:pt x="584378" y="139425"/>
                </a:lnTo>
                <a:lnTo>
                  <a:pt x="599433" y="176054"/>
                </a:lnTo>
                <a:lnTo>
                  <a:pt x="608076" y="216898"/>
                </a:lnTo>
                <a:lnTo>
                  <a:pt x="608076" y="239758"/>
                </a:lnTo>
                <a:lnTo>
                  <a:pt x="599462" y="280479"/>
                </a:lnTo>
                <a:lnTo>
                  <a:pt x="584413" y="317007"/>
                </a:lnTo>
                <a:lnTo>
                  <a:pt x="563630" y="349336"/>
                </a:lnTo>
                <a:lnTo>
                  <a:pt x="537817" y="377460"/>
                </a:lnTo>
                <a:lnTo>
                  <a:pt x="507677" y="401374"/>
                </a:lnTo>
                <a:lnTo>
                  <a:pt x="473913" y="421073"/>
                </a:lnTo>
                <a:lnTo>
                  <a:pt x="437228" y="436550"/>
                </a:lnTo>
                <a:lnTo>
                  <a:pt x="398326" y="447802"/>
                </a:lnTo>
                <a:lnTo>
                  <a:pt x="357910" y="454821"/>
                </a:lnTo>
                <a:lnTo>
                  <a:pt x="316682" y="457604"/>
                </a:lnTo>
                <a:lnTo>
                  <a:pt x="275346" y="456144"/>
                </a:lnTo>
                <a:lnTo>
                  <a:pt x="234605" y="450435"/>
                </a:lnTo>
                <a:lnTo>
                  <a:pt x="195163" y="440474"/>
                </a:lnTo>
                <a:lnTo>
                  <a:pt x="157721" y="426253"/>
                </a:lnTo>
                <a:lnTo>
                  <a:pt x="122985" y="407768"/>
                </a:lnTo>
                <a:lnTo>
                  <a:pt x="91655" y="385013"/>
                </a:lnTo>
                <a:lnTo>
                  <a:pt x="64437" y="357983"/>
                </a:lnTo>
                <a:lnTo>
                  <a:pt x="42032" y="326672"/>
                </a:lnTo>
                <a:lnTo>
                  <a:pt x="25145" y="291076"/>
                </a:lnTo>
                <a:lnTo>
                  <a:pt x="14478" y="251188"/>
                </a:lnTo>
                <a:lnTo>
                  <a:pt x="12954" y="239758"/>
                </a:lnTo>
                <a:lnTo>
                  <a:pt x="12954" y="216136"/>
                </a:lnTo>
                <a:lnTo>
                  <a:pt x="25308" y="164890"/>
                </a:lnTo>
                <a:lnTo>
                  <a:pt x="42321" y="129351"/>
                </a:lnTo>
                <a:lnTo>
                  <a:pt x="64817" y="98083"/>
                </a:lnTo>
                <a:lnTo>
                  <a:pt x="92097" y="71084"/>
                </a:lnTo>
                <a:lnTo>
                  <a:pt x="123460" y="48350"/>
                </a:lnTo>
                <a:lnTo>
                  <a:pt x="158206" y="29878"/>
                </a:lnTo>
                <a:lnTo>
                  <a:pt x="195637" y="15664"/>
                </a:lnTo>
                <a:lnTo>
                  <a:pt x="181557" y="7179"/>
                </a:lnTo>
                <a:lnTo>
                  <a:pt x="146022" y="22118"/>
                </a:lnTo>
                <a:lnTo>
                  <a:pt x="112675" y="40852"/>
                </a:lnTo>
                <a:lnTo>
                  <a:pt x="82232" y="63367"/>
                </a:lnTo>
                <a:lnTo>
                  <a:pt x="55408" y="89651"/>
                </a:lnTo>
                <a:lnTo>
                  <a:pt x="32919" y="119691"/>
                </a:lnTo>
                <a:lnTo>
                  <a:pt x="15481" y="153475"/>
                </a:lnTo>
                <a:lnTo>
                  <a:pt x="3809" y="190990"/>
                </a:lnTo>
                <a:lnTo>
                  <a:pt x="761" y="215374"/>
                </a:lnTo>
                <a:lnTo>
                  <a:pt x="0" y="228328"/>
                </a:lnTo>
                <a:lnTo>
                  <a:pt x="762" y="241282"/>
                </a:lnTo>
                <a:lnTo>
                  <a:pt x="3810" y="265666"/>
                </a:lnTo>
                <a:lnTo>
                  <a:pt x="15879" y="304271"/>
                </a:lnTo>
                <a:lnTo>
                  <a:pt x="34409" y="339070"/>
                </a:lnTo>
                <a:lnTo>
                  <a:pt x="58530" y="369981"/>
                </a:lnTo>
                <a:lnTo>
                  <a:pt x="87372" y="396923"/>
                </a:lnTo>
                <a:lnTo>
                  <a:pt x="120067" y="419813"/>
                </a:lnTo>
                <a:lnTo>
                  <a:pt x="155744" y="438571"/>
                </a:lnTo>
                <a:lnTo>
                  <a:pt x="193535" y="453115"/>
                </a:lnTo>
                <a:lnTo>
                  <a:pt x="232570" y="463362"/>
                </a:lnTo>
                <a:lnTo>
                  <a:pt x="271980" y="469233"/>
                </a:lnTo>
                <a:lnTo>
                  <a:pt x="310896" y="470644"/>
                </a:lnTo>
                <a:lnTo>
                  <a:pt x="326898" y="470644"/>
                </a:lnTo>
                <a:lnTo>
                  <a:pt x="360775" y="468012"/>
                </a:lnTo>
                <a:lnTo>
                  <a:pt x="398129" y="461309"/>
                </a:lnTo>
                <a:lnTo>
                  <a:pt x="434968" y="450702"/>
                </a:lnTo>
                <a:lnTo>
                  <a:pt x="470545" y="436252"/>
                </a:lnTo>
                <a:lnTo>
                  <a:pt x="504114" y="418016"/>
                </a:lnTo>
                <a:lnTo>
                  <a:pt x="534929" y="396055"/>
                </a:lnTo>
                <a:lnTo>
                  <a:pt x="562243" y="370427"/>
                </a:lnTo>
                <a:lnTo>
                  <a:pt x="585311" y="341192"/>
                </a:lnTo>
                <a:lnTo>
                  <a:pt x="603386" y="308409"/>
                </a:lnTo>
                <a:lnTo>
                  <a:pt x="615722" y="272137"/>
                </a:lnTo>
                <a:lnTo>
                  <a:pt x="620268" y="240520"/>
                </a:lnTo>
                <a:lnTo>
                  <a:pt x="621030" y="227566"/>
                </a:lnTo>
                <a:lnTo>
                  <a:pt x="619506" y="203182"/>
                </a:lnTo>
                <a:lnTo>
                  <a:pt x="609674" y="163741"/>
                </a:lnTo>
                <a:lnTo>
                  <a:pt x="593311" y="128080"/>
                </a:lnTo>
                <a:lnTo>
                  <a:pt x="571239" y="96251"/>
                </a:lnTo>
                <a:lnTo>
                  <a:pt x="544284" y="68308"/>
                </a:lnTo>
                <a:lnTo>
                  <a:pt x="513268" y="44305"/>
                </a:lnTo>
                <a:lnTo>
                  <a:pt x="479017" y="24294"/>
                </a:lnTo>
                <a:lnTo>
                  <a:pt x="442354" y="8329"/>
                </a:lnTo>
                <a:lnTo>
                  <a:pt x="404103" y="-3534"/>
                </a:lnTo>
                <a:lnTo>
                  <a:pt x="365089" y="-11245"/>
                </a:lnTo>
                <a:lnTo>
                  <a:pt x="326136" y="-14749"/>
                </a:lnTo>
                <a:lnTo>
                  <a:pt x="294132" y="-14749"/>
                </a:lnTo>
                <a:lnTo>
                  <a:pt x="275269" y="-13488"/>
                </a:lnTo>
                <a:close/>
              </a:path>
            </a:pathLst>
          </a:custGeom>
          <a:solidFill>
            <a:srgbClr val="000000"/>
          </a:solidFill>
        </p:spPr>
        <p:txBody>
          <a:bodyPr wrap="square" lIns="0" tIns="0" rIns="0" bIns="0" rtlCol="0">
            <a:noAutofit/>
          </a:bodyPr>
          <a:lstStyle/>
          <a:p>
            <a:endParaRPr/>
          </a:p>
        </p:txBody>
      </p:sp>
      <p:sp>
        <p:nvSpPr>
          <p:cNvPr id="24" name="object 24"/>
          <p:cNvSpPr/>
          <p:nvPr/>
        </p:nvSpPr>
        <p:spPr>
          <a:xfrm>
            <a:off x="5415534" y="2414165"/>
            <a:ext cx="608076" cy="465445"/>
          </a:xfrm>
          <a:custGeom>
            <a:avLst/>
            <a:gdLst/>
            <a:ahLst/>
            <a:cxnLst/>
            <a:rect l="l" t="t" r="r" b="b"/>
            <a:pathLst>
              <a:path w="608076" h="473201">
                <a:moveTo>
                  <a:pt x="0" y="236982"/>
                </a:moveTo>
                <a:lnTo>
                  <a:pt x="1004" y="256334"/>
                </a:lnTo>
                <a:lnTo>
                  <a:pt x="3966" y="275259"/>
                </a:lnTo>
                <a:lnTo>
                  <a:pt x="15453" y="311584"/>
                </a:lnTo>
                <a:lnTo>
                  <a:pt x="33844" y="345468"/>
                </a:lnTo>
                <a:lnTo>
                  <a:pt x="58521" y="376421"/>
                </a:lnTo>
                <a:lnTo>
                  <a:pt x="73024" y="390646"/>
                </a:lnTo>
                <a:lnTo>
                  <a:pt x="88868" y="403955"/>
                </a:lnTo>
                <a:lnTo>
                  <a:pt x="105974" y="416286"/>
                </a:lnTo>
                <a:lnTo>
                  <a:pt x="124266" y="427579"/>
                </a:lnTo>
                <a:lnTo>
                  <a:pt x="143667" y="437772"/>
                </a:lnTo>
                <a:lnTo>
                  <a:pt x="164100" y="446805"/>
                </a:lnTo>
                <a:lnTo>
                  <a:pt x="185487" y="454616"/>
                </a:lnTo>
                <a:lnTo>
                  <a:pt x="207751" y="461144"/>
                </a:lnTo>
                <a:lnTo>
                  <a:pt x="230815" y="466327"/>
                </a:lnTo>
                <a:lnTo>
                  <a:pt x="254603" y="470105"/>
                </a:lnTo>
                <a:lnTo>
                  <a:pt x="279036" y="472417"/>
                </a:lnTo>
                <a:lnTo>
                  <a:pt x="304038" y="473202"/>
                </a:lnTo>
                <a:lnTo>
                  <a:pt x="328936" y="472417"/>
                </a:lnTo>
                <a:lnTo>
                  <a:pt x="353287" y="470105"/>
                </a:lnTo>
                <a:lnTo>
                  <a:pt x="377012" y="466327"/>
                </a:lnTo>
                <a:lnTo>
                  <a:pt x="400031" y="461144"/>
                </a:lnTo>
                <a:lnTo>
                  <a:pt x="422267" y="454616"/>
                </a:lnTo>
                <a:lnTo>
                  <a:pt x="443639" y="446805"/>
                </a:lnTo>
                <a:lnTo>
                  <a:pt x="464070" y="437772"/>
                </a:lnTo>
                <a:lnTo>
                  <a:pt x="483479" y="427579"/>
                </a:lnTo>
                <a:lnTo>
                  <a:pt x="501790" y="416286"/>
                </a:lnTo>
                <a:lnTo>
                  <a:pt x="518921" y="403955"/>
                </a:lnTo>
                <a:lnTo>
                  <a:pt x="534796" y="390646"/>
                </a:lnTo>
                <a:lnTo>
                  <a:pt x="549334" y="376421"/>
                </a:lnTo>
                <a:lnTo>
                  <a:pt x="574087" y="345468"/>
                </a:lnTo>
                <a:lnTo>
                  <a:pt x="592549" y="311584"/>
                </a:lnTo>
                <a:lnTo>
                  <a:pt x="604089" y="275259"/>
                </a:lnTo>
                <a:lnTo>
                  <a:pt x="608076" y="236982"/>
                </a:lnTo>
                <a:lnTo>
                  <a:pt x="607066" y="217521"/>
                </a:lnTo>
                <a:lnTo>
                  <a:pt x="599224" y="179973"/>
                </a:lnTo>
                <a:lnTo>
                  <a:pt x="584144" y="144660"/>
                </a:lnTo>
                <a:lnTo>
                  <a:pt x="562458" y="112069"/>
                </a:lnTo>
                <a:lnTo>
                  <a:pt x="534796" y="82682"/>
                </a:lnTo>
                <a:lnTo>
                  <a:pt x="518921" y="69342"/>
                </a:lnTo>
                <a:lnTo>
                  <a:pt x="501790" y="56984"/>
                </a:lnTo>
                <a:lnTo>
                  <a:pt x="483479" y="45671"/>
                </a:lnTo>
                <a:lnTo>
                  <a:pt x="464070" y="35461"/>
                </a:lnTo>
                <a:lnTo>
                  <a:pt x="443639" y="26417"/>
                </a:lnTo>
                <a:lnTo>
                  <a:pt x="422267" y="18597"/>
                </a:lnTo>
                <a:lnTo>
                  <a:pt x="400031" y="12063"/>
                </a:lnTo>
                <a:lnTo>
                  <a:pt x="377012" y="6876"/>
                </a:lnTo>
                <a:lnTo>
                  <a:pt x="353287" y="3096"/>
                </a:lnTo>
                <a:lnTo>
                  <a:pt x="328936" y="784"/>
                </a:lnTo>
                <a:lnTo>
                  <a:pt x="304038" y="0"/>
                </a:lnTo>
                <a:lnTo>
                  <a:pt x="279036" y="784"/>
                </a:lnTo>
                <a:lnTo>
                  <a:pt x="254603" y="3096"/>
                </a:lnTo>
                <a:lnTo>
                  <a:pt x="230815" y="6876"/>
                </a:lnTo>
                <a:lnTo>
                  <a:pt x="207751" y="12063"/>
                </a:lnTo>
                <a:lnTo>
                  <a:pt x="185487" y="18597"/>
                </a:lnTo>
                <a:lnTo>
                  <a:pt x="164100" y="26417"/>
                </a:lnTo>
                <a:lnTo>
                  <a:pt x="143667" y="35461"/>
                </a:lnTo>
                <a:lnTo>
                  <a:pt x="124266" y="45671"/>
                </a:lnTo>
                <a:lnTo>
                  <a:pt x="105974" y="56984"/>
                </a:lnTo>
                <a:lnTo>
                  <a:pt x="88868" y="69342"/>
                </a:lnTo>
                <a:lnTo>
                  <a:pt x="73024" y="82682"/>
                </a:lnTo>
                <a:lnTo>
                  <a:pt x="58521" y="96944"/>
                </a:lnTo>
                <a:lnTo>
                  <a:pt x="33844" y="127994"/>
                </a:lnTo>
                <a:lnTo>
                  <a:pt x="15453" y="162007"/>
                </a:lnTo>
                <a:lnTo>
                  <a:pt x="3966" y="198497"/>
                </a:lnTo>
                <a:lnTo>
                  <a:pt x="1004" y="217521"/>
                </a:lnTo>
                <a:lnTo>
                  <a:pt x="0" y="236982"/>
                </a:lnTo>
                <a:close/>
              </a:path>
            </a:pathLst>
          </a:custGeom>
          <a:solidFill>
            <a:srgbClr val="4E80BD"/>
          </a:solidFill>
        </p:spPr>
        <p:txBody>
          <a:bodyPr wrap="square" lIns="0" tIns="0" rIns="0" bIns="0" rtlCol="0">
            <a:noAutofit/>
          </a:bodyPr>
          <a:lstStyle/>
          <a:p>
            <a:endParaRPr/>
          </a:p>
        </p:txBody>
      </p:sp>
      <p:sp>
        <p:nvSpPr>
          <p:cNvPr id="25" name="object 25"/>
          <p:cNvSpPr/>
          <p:nvPr/>
        </p:nvSpPr>
        <p:spPr>
          <a:xfrm>
            <a:off x="5408676" y="2408169"/>
            <a:ext cx="621030" cy="477437"/>
          </a:xfrm>
          <a:custGeom>
            <a:avLst/>
            <a:gdLst/>
            <a:ahLst/>
            <a:cxnLst/>
            <a:rect l="l" t="t" r="r" b="b"/>
            <a:pathLst>
              <a:path w="621029" h="485394">
                <a:moveTo>
                  <a:pt x="123685" y="63094"/>
                </a:moveTo>
                <a:lnTo>
                  <a:pt x="158440" y="44619"/>
                </a:lnTo>
                <a:lnTo>
                  <a:pt x="195870" y="30402"/>
                </a:lnTo>
                <a:lnTo>
                  <a:pt x="182208" y="21773"/>
                </a:lnTo>
                <a:lnTo>
                  <a:pt x="146542" y="36713"/>
                </a:lnTo>
                <a:lnTo>
                  <a:pt x="113047" y="55464"/>
                </a:lnTo>
                <a:lnTo>
                  <a:pt x="82456" y="78007"/>
                </a:lnTo>
                <a:lnTo>
                  <a:pt x="55504" y="104325"/>
                </a:lnTo>
                <a:lnTo>
                  <a:pt x="32923" y="134398"/>
                </a:lnTo>
                <a:lnTo>
                  <a:pt x="15447" y="168209"/>
                </a:lnTo>
                <a:lnTo>
                  <a:pt x="3809" y="205739"/>
                </a:lnTo>
                <a:lnTo>
                  <a:pt x="761" y="230123"/>
                </a:lnTo>
                <a:lnTo>
                  <a:pt x="0" y="243077"/>
                </a:lnTo>
                <a:lnTo>
                  <a:pt x="762" y="256031"/>
                </a:lnTo>
                <a:lnTo>
                  <a:pt x="3810" y="280415"/>
                </a:lnTo>
                <a:lnTo>
                  <a:pt x="15926" y="319055"/>
                </a:lnTo>
                <a:lnTo>
                  <a:pt x="34472" y="353864"/>
                </a:lnTo>
                <a:lnTo>
                  <a:pt x="58587" y="384765"/>
                </a:lnTo>
                <a:lnTo>
                  <a:pt x="87407" y="411686"/>
                </a:lnTo>
                <a:lnTo>
                  <a:pt x="120072" y="434549"/>
                </a:lnTo>
                <a:lnTo>
                  <a:pt x="155719" y="453281"/>
                </a:lnTo>
                <a:lnTo>
                  <a:pt x="193487" y="467806"/>
                </a:lnTo>
                <a:lnTo>
                  <a:pt x="232513" y="478050"/>
                </a:lnTo>
                <a:lnTo>
                  <a:pt x="271937" y="483938"/>
                </a:lnTo>
                <a:lnTo>
                  <a:pt x="310896" y="485393"/>
                </a:lnTo>
                <a:lnTo>
                  <a:pt x="326898" y="485393"/>
                </a:lnTo>
                <a:lnTo>
                  <a:pt x="360596" y="482830"/>
                </a:lnTo>
                <a:lnTo>
                  <a:pt x="397769" y="476200"/>
                </a:lnTo>
                <a:lnTo>
                  <a:pt x="434613" y="465597"/>
                </a:lnTo>
                <a:lnTo>
                  <a:pt x="470326" y="451102"/>
                </a:lnTo>
                <a:lnTo>
                  <a:pt x="504107" y="432793"/>
                </a:lnTo>
                <a:lnTo>
                  <a:pt x="535152" y="410750"/>
                </a:lnTo>
                <a:lnTo>
                  <a:pt x="562661" y="385051"/>
                </a:lnTo>
                <a:lnTo>
                  <a:pt x="585830" y="355776"/>
                </a:lnTo>
                <a:lnTo>
                  <a:pt x="603858" y="323004"/>
                </a:lnTo>
                <a:lnTo>
                  <a:pt x="615943" y="286814"/>
                </a:lnTo>
                <a:lnTo>
                  <a:pt x="620268" y="255269"/>
                </a:lnTo>
                <a:lnTo>
                  <a:pt x="621030" y="242315"/>
                </a:lnTo>
                <a:lnTo>
                  <a:pt x="619506" y="217931"/>
                </a:lnTo>
                <a:lnTo>
                  <a:pt x="609754" y="178485"/>
                </a:lnTo>
                <a:lnTo>
                  <a:pt x="593430" y="142819"/>
                </a:lnTo>
                <a:lnTo>
                  <a:pt x="571367" y="110988"/>
                </a:lnTo>
                <a:lnTo>
                  <a:pt x="544395" y="83043"/>
                </a:lnTo>
                <a:lnTo>
                  <a:pt x="513349" y="59040"/>
                </a:lnTo>
                <a:lnTo>
                  <a:pt x="479061" y="39031"/>
                </a:lnTo>
                <a:lnTo>
                  <a:pt x="442363" y="23069"/>
                </a:lnTo>
                <a:lnTo>
                  <a:pt x="404087" y="11208"/>
                </a:lnTo>
                <a:lnTo>
                  <a:pt x="365068" y="3500"/>
                </a:lnTo>
                <a:lnTo>
                  <a:pt x="326136" y="0"/>
                </a:lnTo>
                <a:lnTo>
                  <a:pt x="294894" y="0"/>
                </a:lnTo>
                <a:lnTo>
                  <a:pt x="257117" y="3398"/>
                </a:lnTo>
                <a:lnTo>
                  <a:pt x="219310" y="10661"/>
                </a:lnTo>
                <a:lnTo>
                  <a:pt x="275961" y="14729"/>
                </a:lnTo>
                <a:lnTo>
                  <a:pt x="317225" y="13268"/>
                </a:lnTo>
                <a:lnTo>
                  <a:pt x="358370" y="16052"/>
                </a:lnTo>
                <a:lnTo>
                  <a:pt x="398697" y="23079"/>
                </a:lnTo>
                <a:lnTo>
                  <a:pt x="437509" y="34345"/>
                </a:lnTo>
                <a:lnTo>
                  <a:pt x="474106" y="49848"/>
                </a:lnTo>
                <a:lnTo>
                  <a:pt x="507791" y="69583"/>
                </a:lnTo>
                <a:lnTo>
                  <a:pt x="537864" y="93549"/>
                </a:lnTo>
                <a:lnTo>
                  <a:pt x="563628" y="121741"/>
                </a:lnTo>
                <a:lnTo>
                  <a:pt x="584383" y="154157"/>
                </a:lnTo>
                <a:lnTo>
                  <a:pt x="599432" y="190794"/>
                </a:lnTo>
                <a:lnTo>
                  <a:pt x="608076" y="231647"/>
                </a:lnTo>
                <a:lnTo>
                  <a:pt x="608076" y="254507"/>
                </a:lnTo>
                <a:lnTo>
                  <a:pt x="599478" y="295247"/>
                </a:lnTo>
                <a:lnTo>
                  <a:pt x="584447" y="331788"/>
                </a:lnTo>
                <a:lnTo>
                  <a:pt x="563682" y="364124"/>
                </a:lnTo>
                <a:lnTo>
                  <a:pt x="537889" y="392251"/>
                </a:lnTo>
                <a:lnTo>
                  <a:pt x="507768" y="416165"/>
                </a:lnTo>
                <a:lnTo>
                  <a:pt x="474022" y="435860"/>
                </a:lnTo>
                <a:lnTo>
                  <a:pt x="437355" y="451332"/>
                </a:lnTo>
                <a:lnTo>
                  <a:pt x="398469" y="462576"/>
                </a:lnTo>
                <a:lnTo>
                  <a:pt x="358066" y="469586"/>
                </a:lnTo>
                <a:lnTo>
                  <a:pt x="316849" y="472359"/>
                </a:lnTo>
                <a:lnTo>
                  <a:pt x="275520" y="470888"/>
                </a:lnTo>
                <a:lnTo>
                  <a:pt x="234783" y="465171"/>
                </a:lnTo>
                <a:lnTo>
                  <a:pt x="195339" y="455201"/>
                </a:lnTo>
                <a:lnTo>
                  <a:pt x="157892" y="440973"/>
                </a:lnTo>
                <a:lnTo>
                  <a:pt x="123143" y="422484"/>
                </a:lnTo>
                <a:lnTo>
                  <a:pt x="91797" y="399728"/>
                </a:lnTo>
                <a:lnTo>
                  <a:pt x="64554" y="372700"/>
                </a:lnTo>
                <a:lnTo>
                  <a:pt x="42118" y="341395"/>
                </a:lnTo>
                <a:lnTo>
                  <a:pt x="25192" y="305809"/>
                </a:lnTo>
                <a:lnTo>
                  <a:pt x="14478" y="265937"/>
                </a:lnTo>
                <a:lnTo>
                  <a:pt x="12954" y="243077"/>
                </a:lnTo>
                <a:lnTo>
                  <a:pt x="13716" y="230885"/>
                </a:lnTo>
                <a:lnTo>
                  <a:pt x="25382" y="179642"/>
                </a:lnTo>
                <a:lnTo>
                  <a:pt x="42453" y="144102"/>
                </a:lnTo>
                <a:lnTo>
                  <a:pt x="64993" y="112833"/>
                </a:lnTo>
                <a:lnTo>
                  <a:pt x="92303" y="85831"/>
                </a:lnTo>
                <a:lnTo>
                  <a:pt x="123685" y="63094"/>
                </a:lnTo>
                <a:close/>
              </a:path>
              <a:path w="621029" h="485394">
                <a:moveTo>
                  <a:pt x="235276" y="20439"/>
                </a:moveTo>
                <a:lnTo>
                  <a:pt x="275961" y="14729"/>
                </a:lnTo>
                <a:lnTo>
                  <a:pt x="200625" y="15737"/>
                </a:lnTo>
                <a:lnTo>
                  <a:pt x="182208" y="21773"/>
                </a:lnTo>
                <a:lnTo>
                  <a:pt x="195870" y="30402"/>
                </a:lnTo>
                <a:lnTo>
                  <a:pt x="235276" y="20439"/>
                </a:lnTo>
                <a:close/>
              </a:path>
            </a:pathLst>
          </a:custGeom>
          <a:solidFill>
            <a:srgbClr val="000000"/>
          </a:solidFill>
        </p:spPr>
        <p:txBody>
          <a:bodyPr wrap="square" lIns="0" tIns="0" rIns="0" bIns="0" rtlCol="0">
            <a:noAutofit/>
          </a:bodyPr>
          <a:lstStyle/>
          <a:p>
            <a:endParaRPr/>
          </a:p>
        </p:txBody>
      </p:sp>
      <p:sp>
        <p:nvSpPr>
          <p:cNvPr id="26" name="object 26"/>
          <p:cNvSpPr/>
          <p:nvPr/>
        </p:nvSpPr>
        <p:spPr>
          <a:xfrm>
            <a:off x="2894076" y="2034914"/>
            <a:ext cx="1827276" cy="400987"/>
          </a:xfrm>
          <a:custGeom>
            <a:avLst/>
            <a:gdLst/>
            <a:ahLst/>
            <a:cxnLst/>
            <a:rect l="l" t="t" r="r" b="b"/>
            <a:pathLst>
              <a:path w="1827276" h="407670">
                <a:moveTo>
                  <a:pt x="60959" y="366521"/>
                </a:moveTo>
                <a:lnTo>
                  <a:pt x="73372" y="363943"/>
                </a:lnTo>
                <a:lnTo>
                  <a:pt x="67056" y="332993"/>
                </a:lnTo>
                <a:lnTo>
                  <a:pt x="0" y="385571"/>
                </a:lnTo>
                <a:lnTo>
                  <a:pt x="60959" y="366521"/>
                </a:lnTo>
                <a:close/>
              </a:path>
              <a:path w="1827276" h="407670">
                <a:moveTo>
                  <a:pt x="64007" y="379475"/>
                </a:moveTo>
                <a:lnTo>
                  <a:pt x="82295" y="407669"/>
                </a:lnTo>
                <a:lnTo>
                  <a:pt x="76032" y="376976"/>
                </a:lnTo>
                <a:lnTo>
                  <a:pt x="64007" y="379475"/>
                </a:lnTo>
                <a:close/>
              </a:path>
              <a:path w="1827276" h="407670">
                <a:moveTo>
                  <a:pt x="1827276" y="12953"/>
                </a:moveTo>
                <a:lnTo>
                  <a:pt x="1824989" y="0"/>
                </a:lnTo>
                <a:lnTo>
                  <a:pt x="73372" y="363943"/>
                </a:lnTo>
                <a:lnTo>
                  <a:pt x="60959" y="366521"/>
                </a:lnTo>
                <a:lnTo>
                  <a:pt x="0" y="385571"/>
                </a:lnTo>
                <a:lnTo>
                  <a:pt x="82295" y="407669"/>
                </a:lnTo>
                <a:lnTo>
                  <a:pt x="64007" y="379475"/>
                </a:lnTo>
                <a:lnTo>
                  <a:pt x="76032" y="376976"/>
                </a:lnTo>
                <a:lnTo>
                  <a:pt x="1827276" y="12953"/>
                </a:lnTo>
                <a:close/>
              </a:path>
            </a:pathLst>
          </a:custGeom>
          <a:solidFill>
            <a:srgbClr val="000000"/>
          </a:solidFill>
        </p:spPr>
        <p:txBody>
          <a:bodyPr wrap="square" lIns="0" tIns="0" rIns="0" bIns="0" rtlCol="0">
            <a:noAutofit/>
          </a:bodyPr>
          <a:lstStyle/>
          <a:p>
            <a:endParaRPr/>
          </a:p>
        </p:txBody>
      </p:sp>
      <p:sp>
        <p:nvSpPr>
          <p:cNvPr id="27" name="object 27"/>
          <p:cNvSpPr/>
          <p:nvPr/>
        </p:nvSpPr>
        <p:spPr>
          <a:xfrm>
            <a:off x="4372357" y="2037162"/>
            <a:ext cx="352043" cy="377003"/>
          </a:xfrm>
          <a:custGeom>
            <a:avLst/>
            <a:gdLst/>
            <a:ahLst/>
            <a:cxnLst/>
            <a:rect l="l" t="t" r="r" b="b"/>
            <a:pathLst>
              <a:path w="352043" h="383286">
                <a:moveTo>
                  <a:pt x="38099" y="332232"/>
                </a:moveTo>
                <a:lnTo>
                  <a:pt x="46662" y="322898"/>
                </a:lnTo>
                <a:lnTo>
                  <a:pt x="23621" y="301752"/>
                </a:lnTo>
                <a:lnTo>
                  <a:pt x="0" y="383286"/>
                </a:lnTo>
                <a:lnTo>
                  <a:pt x="38099" y="332232"/>
                </a:lnTo>
                <a:close/>
              </a:path>
              <a:path w="352043" h="383286">
                <a:moveTo>
                  <a:pt x="79247" y="352806"/>
                </a:moveTo>
                <a:lnTo>
                  <a:pt x="55801" y="331286"/>
                </a:lnTo>
                <a:lnTo>
                  <a:pt x="47243" y="340614"/>
                </a:lnTo>
                <a:lnTo>
                  <a:pt x="79247" y="352806"/>
                </a:lnTo>
                <a:close/>
              </a:path>
              <a:path w="352043" h="383286">
                <a:moveTo>
                  <a:pt x="352043" y="8382"/>
                </a:moveTo>
                <a:lnTo>
                  <a:pt x="342899" y="0"/>
                </a:lnTo>
                <a:lnTo>
                  <a:pt x="46662" y="322898"/>
                </a:lnTo>
                <a:lnTo>
                  <a:pt x="38099" y="332232"/>
                </a:lnTo>
                <a:lnTo>
                  <a:pt x="0" y="383286"/>
                </a:lnTo>
                <a:lnTo>
                  <a:pt x="79247" y="352806"/>
                </a:lnTo>
                <a:lnTo>
                  <a:pt x="47243" y="340614"/>
                </a:lnTo>
                <a:lnTo>
                  <a:pt x="55801" y="331286"/>
                </a:lnTo>
                <a:lnTo>
                  <a:pt x="352043" y="8382"/>
                </a:lnTo>
                <a:close/>
              </a:path>
            </a:pathLst>
          </a:custGeom>
          <a:solidFill>
            <a:srgbClr val="000000"/>
          </a:solidFill>
        </p:spPr>
        <p:txBody>
          <a:bodyPr wrap="square" lIns="0" tIns="0" rIns="0" bIns="0" rtlCol="0">
            <a:noAutofit/>
          </a:bodyPr>
          <a:lstStyle/>
          <a:p>
            <a:endParaRPr/>
          </a:p>
        </p:txBody>
      </p:sp>
      <p:sp>
        <p:nvSpPr>
          <p:cNvPr id="28" name="object 28"/>
          <p:cNvSpPr/>
          <p:nvPr/>
        </p:nvSpPr>
        <p:spPr>
          <a:xfrm>
            <a:off x="4717542" y="2035664"/>
            <a:ext cx="870966" cy="382998"/>
          </a:xfrm>
          <a:custGeom>
            <a:avLst/>
            <a:gdLst/>
            <a:ahLst/>
            <a:cxnLst/>
            <a:rect l="l" t="t" r="r" b="b"/>
            <a:pathLst>
              <a:path w="870965" h="389381">
                <a:moveTo>
                  <a:pt x="5334" y="0"/>
                </a:moveTo>
                <a:lnTo>
                  <a:pt x="0" y="11430"/>
                </a:lnTo>
                <a:lnTo>
                  <a:pt x="798147" y="360572"/>
                </a:lnTo>
                <a:lnTo>
                  <a:pt x="810006" y="365759"/>
                </a:lnTo>
                <a:lnTo>
                  <a:pt x="785622" y="389381"/>
                </a:lnTo>
                <a:lnTo>
                  <a:pt x="870966" y="384809"/>
                </a:lnTo>
                <a:lnTo>
                  <a:pt x="815340" y="353567"/>
                </a:lnTo>
                <a:lnTo>
                  <a:pt x="803449" y="348377"/>
                </a:lnTo>
                <a:lnTo>
                  <a:pt x="5334" y="0"/>
                </a:lnTo>
                <a:close/>
              </a:path>
              <a:path w="870965" h="389381">
                <a:moveTo>
                  <a:pt x="815340" y="353567"/>
                </a:moveTo>
                <a:lnTo>
                  <a:pt x="870966" y="384809"/>
                </a:lnTo>
                <a:lnTo>
                  <a:pt x="816102" y="319277"/>
                </a:lnTo>
                <a:lnTo>
                  <a:pt x="803449" y="348377"/>
                </a:lnTo>
                <a:lnTo>
                  <a:pt x="815340" y="353567"/>
                </a:lnTo>
                <a:close/>
              </a:path>
              <a:path w="870965" h="389381">
                <a:moveTo>
                  <a:pt x="785622" y="389381"/>
                </a:moveTo>
                <a:lnTo>
                  <a:pt x="810006" y="365759"/>
                </a:lnTo>
                <a:lnTo>
                  <a:pt x="798147" y="360572"/>
                </a:lnTo>
                <a:lnTo>
                  <a:pt x="785622" y="389381"/>
                </a:lnTo>
                <a:close/>
              </a:path>
            </a:pathLst>
          </a:custGeom>
          <a:solidFill>
            <a:srgbClr val="000000"/>
          </a:solidFill>
        </p:spPr>
        <p:txBody>
          <a:bodyPr wrap="square" lIns="0" tIns="0" rIns="0" bIns="0" rtlCol="0">
            <a:noAutofit/>
          </a:bodyPr>
          <a:lstStyle/>
          <a:p>
            <a:endParaRPr/>
          </a:p>
        </p:txBody>
      </p:sp>
      <p:sp>
        <p:nvSpPr>
          <p:cNvPr id="29" name="object 29"/>
          <p:cNvSpPr/>
          <p:nvPr/>
        </p:nvSpPr>
        <p:spPr>
          <a:xfrm>
            <a:off x="4719066" y="2034914"/>
            <a:ext cx="2782062" cy="406232"/>
          </a:xfrm>
          <a:custGeom>
            <a:avLst/>
            <a:gdLst/>
            <a:ahLst/>
            <a:cxnLst/>
            <a:rect l="l" t="t" r="r" b="b"/>
            <a:pathLst>
              <a:path w="2782062" h="413003">
                <a:moveTo>
                  <a:pt x="1524" y="0"/>
                </a:moveTo>
                <a:lnTo>
                  <a:pt x="0" y="12954"/>
                </a:lnTo>
                <a:lnTo>
                  <a:pt x="2705744" y="381505"/>
                </a:lnTo>
                <a:lnTo>
                  <a:pt x="2718816" y="383285"/>
                </a:lnTo>
                <a:lnTo>
                  <a:pt x="2701290" y="413003"/>
                </a:lnTo>
                <a:lnTo>
                  <a:pt x="2782062" y="385571"/>
                </a:lnTo>
                <a:lnTo>
                  <a:pt x="2720340" y="371093"/>
                </a:lnTo>
                <a:lnTo>
                  <a:pt x="2707465" y="369336"/>
                </a:lnTo>
                <a:lnTo>
                  <a:pt x="1524" y="0"/>
                </a:lnTo>
                <a:close/>
              </a:path>
              <a:path w="2782062" h="413003">
                <a:moveTo>
                  <a:pt x="2720340" y="371093"/>
                </a:moveTo>
                <a:lnTo>
                  <a:pt x="2782062" y="385571"/>
                </a:lnTo>
                <a:lnTo>
                  <a:pt x="2711958" y="337565"/>
                </a:lnTo>
                <a:lnTo>
                  <a:pt x="2707465" y="369336"/>
                </a:lnTo>
                <a:lnTo>
                  <a:pt x="2720340" y="371093"/>
                </a:lnTo>
                <a:close/>
              </a:path>
              <a:path w="2782062" h="413003">
                <a:moveTo>
                  <a:pt x="2701290" y="413003"/>
                </a:moveTo>
                <a:lnTo>
                  <a:pt x="2718816" y="383285"/>
                </a:lnTo>
                <a:lnTo>
                  <a:pt x="2705744" y="381505"/>
                </a:lnTo>
                <a:lnTo>
                  <a:pt x="2701290" y="413003"/>
                </a:lnTo>
                <a:close/>
              </a:path>
            </a:pathLst>
          </a:custGeom>
          <a:solidFill>
            <a:srgbClr val="000000"/>
          </a:solidFill>
        </p:spPr>
        <p:txBody>
          <a:bodyPr wrap="square" lIns="0" tIns="0" rIns="0" bIns="0" rtlCol="0">
            <a:noAutofit/>
          </a:bodyPr>
          <a:lstStyle/>
          <a:p>
            <a:endParaRPr/>
          </a:p>
        </p:txBody>
      </p:sp>
      <p:sp>
        <p:nvSpPr>
          <p:cNvPr id="30" name="object 30"/>
          <p:cNvSpPr/>
          <p:nvPr/>
        </p:nvSpPr>
        <p:spPr>
          <a:xfrm>
            <a:off x="2716530" y="2874364"/>
            <a:ext cx="611124" cy="378501"/>
          </a:xfrm>
          <a:custGeom>
            <a:avLst/>
            <a:gdLst/>
            <a:ahLst/>
            <a:cxnLst/>
            <a:rect l="l" t="t" r="r" b="b"/>
            <a:pathLst>
              <a:path w="611124" h="384810">
                <a:moveTo>
                  <a:pt x="31262" y="15239"/>
                </a:moveTo>
                <a:lnTo>
                  <a:pt x="6857" y="0"/>
                </a:lnTo>
                <a:lnTo>
                  <a:pt x="0" y="10668"/>
                </a:lnTo>
                <a:lnTo>
                  <a:pt x="7321" y="15239"/>
                </a:lnTo>
                <a:lnTo>
                  <a:pt x="31262" y="15239"/>
                </a:lnTo>
                <a:close/>
              </a:path>
            </a:pathLst>
          </a:custGeom>
          <a:solidFill>
            <a:srgbClr val="000000"/>
          </a:solidFill>
        </p:spPr>
        <p:txBody>
          <a:bodyPr wrap="square" lIns="0" tIns="0" rIns="0" bIns="0" rtlCol="0">
            <a:noAutofit/>
          </a:bodyPr>
          <a:lstStyle/>
          <a:p>
            <a:endParaRPr/>
          </a:p>
        </p:txBody>
      </p:sp>
      <p:sp>
        <p:nvSpPr>
          <p:cNvPr id="31" name="object 31"/>
          <p:cNvSpPr/>
          <p:nvPr/>
        </p:nvSpPr>
        <p:spPr>
          <a:xfrm>
            <a:off x="4366260" y="2877361"/>
            <a:ext cx="182118" cy="375504"/>
          </a:xfrm>
          <a:custGeom>
            <a:avLst/>
            <a:gdLst/>
            <a:ahLst/>
            <a:cxnLst/>
            <a:rect l="l" t="t" r="r" b="b"/>
            <a:pathLst>
              <a:path w="182117" h="381762">
                <a:moveTo>
                  <a:pt x="17739" y="12192"/>
                </a:moveTo>
                <a:lnTo>
                  <a:pt x="12191" y="0"/>
                </a:lnTo>
                <a:lnTo>
                  <a:pt x="0" y="5334"/>
                </a:lnTo>
                <a:lnTo>
                  <a:pt x="3136" y="12192"/>
                </a:lnTo>
                <a:lnTo>
                  <a:pt x="17739" y="12192"/>
                </a:lnTo>
                <a:close/>
              </a:path>
            </a:pathLst>
          </a:custGeom>
          <a:solidFill>
            <a:srgbClr val="000000"/>
          </a:solidFill>
        </p:spPr>
        <p:txBody>
          <a:bodyPr wrap="square" lIns="0" tIns="0" rIns="0" bIns="0" rtlCol="0">
            <a:noAutofit/>
          </a:bodyPr>
          <a:lstStyle/>
          <a:p>
            <a:endParaRPr/>
          </a:p>
        </p:txBody>
      </p:sp>
      <p:sp>
        <p:nvSpPr>
          <p:cNvPr id="32" name="object 32"/>
          <p:cNvSpPr/>
          <p:nvPr/>
        </p:nvSpPr>
        <p:spPr>
          <a:xfrm>
            <a:off x="5500879" y="2875862"/>
            <a:ext cx="267461" cy="377003"/>
          </a:xfrm>
          <a:custGeom>
            <a:avLst/>
            <a:gdLst/>
            <a:ahLst/>
            <a:cxnLst/>
            <a:rect l="l" t="t" r="r" b="b"/>
            <a:pathLst>
              <a:path w="267462" h="383286">
                <a:moveTo>
                  <a:pt x="263241" y="13716"/>
                </a:moveTo>
                <a:lnTo>
                  <a:pt x="267462" y="7620"/>
                </a:lnTo>
                <a:lnTo>
                  <a:pt x="256794" y="0"/>
                </a:lnTo>
                <a:lnTo>
                  <a:pt x="247352" y="13716"/>
                </a:lnTo>
                <a:lnTo>
                  <a:pt x="263241" y="13716"/>
                </a:lnTo>
                <a:close/>
              </a:path>
            </a:pathLst>
          </a:custGeom>
          <a:solidFill>
            <a:srgbClr val="000000"/>
          </a:solidFill>
        </p:spPr>
        <p:txBody>
          <a:bodyPr wrap="square" lIns="0" tIns="0" rIns="0" bIns="0" rtlCol="0">
            <a:noAutofit/>
          </a:bodyPr>
          <a:lstStyle/>
          <a:p>
            <a:endParaRPr/>
          </a:p>
        </p:txBody>
      </p:sp>
      <p:sp>
        <p:nvSpPr>
          <p:cNvPr id="33" name="object 33"/>
          <p:cNvSpPr/>
          <p:nvPr/>
        </p:nvSpPr>
        <p:spPr>
          <a:xfrm>
            <a:off x="5759958" y="2874364"/>
            <a:ext cx="785622" cy="379250"/>
          </a:xfrm>
          <a:custGeom>
            <a:avLst/>
            <a:gdLst/>
            <a:ahLst/>
            <a:cxnLst/>
            <a:rect l="l" t="t" r="r" b="b"/>
            <a:pathLst>
              <a:path w="785622" h="385572">
                <a:moveTo>
                  <a:pt x="37567" y="15240"/>
                </a:moveTo>
                <a:lnTo>
                  <a:pt x="6096" y="0"/>
                </a:lnTo>
                <a:lnTo>
                  <a:pt x="0" y="11430"/>
                </a:lnTo>
                <a:lnTo>
                  <a:pt x="7867" y="15240"/>
                </a:lnTo>
                <a:lnTo>
                  <a:pt x="37567" y="15240"/>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4454652" y="2155586"/>
            <a:ext cx="45720" cy="44221"/>
          </a:xfrm>
          <a:custGeom>
            <a:avLst/>
            <a:gdLst/>
            <a:ahLst/>
            <a:cxnLst/>
            <a:rect l="l" t="t" r="r" b="b"/>
            <a:pathLst>
              <a:path w="45720" h="44957">
                <a:moveTo>
                  <a:pt x="45720" y="37337"/>
                </a:moveTo>
                <a:lnTo>
                  <a:pt x="37338" y="0"/>
                </a:lnTo>
                <a:lnTo>
                  <a:pt x="0" y="7619"/>
                </a:lnTo>
                <a:lnTo>
                  <a:pt x="8382" y="44957"/>
                </a:lnTo>
                <a:lnTo>
                  <a:pt x="45720" y="37337"/>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4380738" y="2171325"/>
            <a:ext cx="44958" cy="44221"/>
          </a:xfrm>
          <a:custGeom>
            <a:avLst/>
            <a:gdLst/>
            <a:ahLst/>
            <a:cxnLst/>
            <a:rect l="l" t="t" r="r" b="b"/>
            <a:pathLst>
              <a:path w="44958" h="44957">
                <a:moveTo>
                  <a:pt x="44958" y="37338"/>
                </a:moveTo>
                <a:lnTo>
                  <a:pt x="36576" y="0"/>
                </a:lnTo>
                <a:lnTo>
                  <a:pt x="0" y="7620"/>
                </a:lnTo>
                <a:lnTo>
                  <a:pt x="7620" y="44958"/>
                </a:lnTo>
                <a:lnTo>
                  <a:pt x="44958" y="3733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4306062" y="2186315"/>
            <a:ext cx="44958" cy="44221"/>
          </a:xfrm>
          <a:custGeom>
            <a:avLst/>
            <a:gdLst/>
            <a:ahLst/>
            <a:cxnLst/>
            <a:rect l="l" t="t" r="r" b="b"/>
            <a:pathLst>
              <a:path w="44958" h="44957">
                <a:moveTo>
                  <a:pt x="44958" y="37338"/>
                </a:moveTo>
                <a:lnTo>
                  <a:pt x="37338" y="0"/>
                </a:lnTo>
                <a:lnTo>
                  <a:pt x="0" y="8382"/>
                </a:lnTo>
                <a:lnTo>
                  <a:pt x="7620" y="44958"/>
                </a:lnTo>
                <a:lnTo>
                  <a:pt x="44958" y="37338"/>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4231387" y="2202054"/>
            <a:ext cx="44957" cy="44221"/>
          </a:xfrm>
          <a:custGeom>
            <a:avLst/>
            <a:gdLst/>
            <a:ahLst/>
            <a:cxnLst/>
            <a:rect l="l" t="t" r="r" b="b"/>
            <a:pathLst>
              <a:path w="44958" h="44957">
                <a:moveTo>
                  <a:pt x="44958" y="37338"/>
                </a:moveTo>
                <a:lnTo>
                  <a:pt x="37338" y="0"/>
                </a:lnTo>
                <a:lnTo>
                  <a:pt x="0" y="7620"/>
                </a:lnTo>
                <a:lnTo>
                  <a:pt x="7620" y="44958"/>
                </a:lnTo>
                <a:lnTo>
                  <a:pt x="44958" y="37338"/>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4156711" y="2217045"/>
            <a:ext cx="44957" cy="44970"/>
          </a:xfrm>
          <a:custGeom>
            <a:avLst/>
            <a:gdLst/>
            <a:ahLst/>
            <a:cxnLst/>
            <a:rect l="l" t="t" r="r" b="b"/>
            <a:pathLst>
              <a:path w="44958" h="45719">
                <a:moveTo>
                  <a:pt x="44958" y="37337"/>
                </a:moveTo>
                <a:lnTo>
                  <a:pt x="37338" y="0"/>
                </a:lnTo>
                <a:lnTo>
                  <a:pt x="0" y="8381"/>
                </a:lnTo>
                <a:lnTo>
                  <a:pt x="7620" y="45719"/>
                </a:lnTo>
                <a:lnTo>
                  <a:pt x="44958" y="37337"/>
                </a:lnTo>
                <a:close/>
              </a:path>
            </a:pathLst>
          </a:custGeom>
          <a:solidFill>
            <a:srgbClr val="000000"/>
          </a:solidFill>
        </p:spPr>
        <p:txBody>
          <a:bodyPr wrap="square" lIns="0" tIns="0" rIns="0" bIns="0" rtlCol="0">
            <a:noAutofit/>
          </a:bodyPr>
          <a:lstStyle/>
          <a:p>
            <a:endParaRPr/>
          </a:p>
        </p:txBody>
      </p:sp>
      <p:sp>
        <p:nvSpPr>
          <p:cNvPr id="39" name="object 39"/>
          <p:cNvSpPr/>
          <p:nvPr/>
        </p:nvSpPr>
        <p:spPr>
          <a:xfrm>
            <a:off x="4082035" y="2232785"/>
            <a:ext cx="44957" cy="44221"/>
          </a:xfrm>
          <a:custGeom>
            <a:avLst/>
            <a:gdLst/>
            <a:ahLst/>
            <a:cxnLst/>
            <a:rect l="l" t="t" r="r" b="b"/>
            <a:pathLst>
              <a:path w="44958" h="44957">
                <a:moveTo>
                  <a:pt x="44957" y="37337"/>
                </a:moveTo>
                <a:lnTo>
                  <a:pt x="37337" y="0"/>
                </a:lnTo>
                <a:lnTo>
                  <a:pt x="0" y="7619"/>
                </a:lnTo>
                <a:lnTo>
                  <a:pt x="7619" y="44957"/>
                </a:lnTo>
                <a:lnTo>
                  <a:pt x="44957" y="37337"/>
                </a:lnTo>
                <a:close/>
              </a:path>
            </a:pathLst>
          </a:custGeom>
          <a:solidFill>
            <a:srgbClr val="000000"/>
          </a:solidFill>
        </p:spPr>
        <p:txBody>
          <a:bodyPr wrap="square" lIns="0" tIns="0" rIns="0" bIns="0" rtlCol="0">
            <a:noAutofit/>
          </a:bodyPr>
          <a:lstStyle/>
          <a:p>
            <a:endParaRPr/>
          </a:p>
        </p:txBody>
      </p:sp>
      <p:sp>
        <p:nvSpPr>
          <p:cNvPr id="40" name="object 40"/>
          <p:cNvSpPr/>
          <p:nvPr/>
        </p:nvSpPr>
        <p:spPr>
          <a:xfrm>
            <a:off x="4007359" y="2248525"/>
            <a:ext cx="44957" cy="44220"/>
          </a:xfrm>
          <a:custGeom>
            <a:avLst/>
            <a:gdLst/>
            <a:ahLst/>
            <a:cxnLst/>
            <a:rect l="l" t="t" r="r" b="b"/>
            <a:pathLst>
              <a:path w="44958" h="44957">
                <a:moveTo>
                  <a:pt x="44957" y="37338"/>
                </a:moveTo>
                <a:lnTo>
                  <a:pt x="37337" y="0"/>
                </a:lnTo>
                <a:lnTo>
                  <a:pt x="0" y="7620"/>
                </a:lnTo>
                <a:lnTo>
                  <a:pt x="8381" y="44958"/>
                </a:lnTo>
                <a:lnTo>
                  <a:pt x="44957" y="37338"/>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3932682" y="2263515"/>
            <a:ext cx="45720" cy="44221"/>
          </a:xfrm>
          <a:custGeom>
            <a:avLst/>
            <a:gdLst/>
            <a:ahLst/>
            <a:cxnLst/>
            <a:rect l="l" t="t" r="r" b="b"/>
            <a:pathLst>
              <a:path w="45720" h="44957">
                <a:moveTo>
                  <a:pt x="45719" y="37338"/>
                </a:moveTo>
                <a:lnTo>
                  <a:pt x="37337" y="0"/>
                </a:lnTo>
                <a:lnTo>
                  <a:pt x="0" y="8382"/>
                </a:lnTo>
                <a:lnTo>
                  <a:pt x="8381" y="44958"/>
                </a:lnTo>
                <a:lnTo>
                  <a:pt x="45719" y="37338"/>
                </a:lnTo>
                <a:close/>
              </a:path>
            </a:pathLst>
          </a:custGeom>
          <a:solidFill>
            <a:srgbClr val="000000"/>
          </a:solidFill>
        </p:spPr>
        <p:txBody>
          <a:bodyPr wrap="square" lIns="0" tIns="0" rIns="0" bIns="0" rtlCol="0">
            <a:noAutofit/>
          </a:bodyPr>
          <a:lstStyle/>
          <a:p>
            <a:endParaRPr/>
          </a:p>
        </p:txBody>
      </p:sp>
      <p:sp>
        <p:nvSpPr>
          <p:cNvPr id="42" name="object 42"/>
          <p:cNvSpPr/>
          <p:nvPr/>
        </p:nvSpPr>
        <p:spPr>
          <a:xfrm>
            <a:off x="3858768" y="2279253"/>
            <a:ext cx="44958" cy="44221"/>
          </a:xfrm>
          <a:custGeom>
            <a:avLst/>
            <a:gdLst/>
            <a:ahLst/>
            <a:cxnLst/>
            <a:rect l="l" t="t" r="r" b="b"/>
            <a:pathLst>
              <a:path w="44958" h="44957">
                <a:moveTo>
                  <a:pt x="44957" y="37338"/>
                </a:moveTo>
                <a:lnTo>
                  <a:pt x="36575" y="0"/>
                </a:lnTo>
                <a:lnTo>
                  <a:pt x="0" y="7620"/>
                </a:lnTo>
                <a:lnTo>
                  <a:pt x="7619" y="44958"/>
                </a:lnTo>
                <a:lnTo>
                  <a:pt x="44957" y="3733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3784093" y="2294245"/>
            <a:ext cx="44957" cy="44970"/>
          </a:xfrm>
          <a:custGeom>
            <a:avLst/>
            <a:gdLst/>
            <a:ahLst/>
            <a:cxnLst/>
            <a:rect l="l" t="t" r="r" b="b"/>
            <a:pathLst>
              <a:path w="44958" h="45719">
                <a:moveTo>
                  <a:pt x="44957" y="37337"/>
                </a:moveTo>
                <a:lnTo>
                  <a:pt x="37337" y="0"/>
                </a:lnTo>
                <a:lnTo>
                  <a:pt x="0" y="8381"/>
                </a:lnTo>
                <a:lnTo>
                  <a:pt x="7619" y="45719"/>
                </a:lnTo>
                <a:lnTo>
                  <a:pt x="44957" y="37337"/>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3709417" y="2309984"/>
            <a:ext cx="44957" cy="44221"/>
          </a:xfrm>
          <a:custGeom>
            <a:avLst/>
            <a:gdLst/>
            <a:ahLst/>
            <a:cxnLst/>
            <a:rect l="l" t="t" r="r" b="b"/>
            <a:pathLst>
              <a:path w="44958" h="44957">
                <a:moveTo>
                  <a:pt x="44957" y="37337"/>
                </a:moveTo>
                <a:lnTo>
                  <a:pt x="37337" y="0"/>
                </a:lnTo>
                <a:lnTo>
                  <a:pt x="0" y="7619"/>
                </a:lnTo>
                <a:lnTo>
                  <a:pt x="7619" y="44957"/>
                </a:lnTo>
                <a:lnTo>
                  <a:pt x="44957" y="37337"/>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3634741" y="2325724"/>
            <a:ext cx="44957" cy="44221"/>
          </a:xfrm>
          <a:custGeom>
            <a:avLst/>
            <a:gdLst/>
            <a:ahLst/>
            <a:cxnLst/>
            <a:rect l="l" t="t" r="r" b="b"/>
            <a:pathLst>
              <a:path w="44957" h="44957">
                <a:moveTo>
                  <a:pt x="44957" y="37337"/>
                </a:moveTo>
                <a:lnTo>
                  <a:pt x="37337" y="0"/>
                </a:lnTo>
                <a:lnTo>
                  <a:pt x="0" y="7619"/>
                </a:lnTo>
                <a:lnTo>
                  <a:pt x="7619" y="44957"/>
                </a:lnTo>
                <a:lnTo>
                  <a:pt x="44957" y="37337"/>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3560064" y="2340714"/>
            <a:ext cx="44958" cy="44221"/>
          </a:xfrm>
          <a:custGeom>
            <a:avLst/>
            <a:gdLst/>
            <a:ahLst/>
            <a:cxnLst/>
            <a:rect l="l" t="t" r="r" b="b"/>
            <a:pathLst>
              <a:path w="44958" h="44957">
                <a:moveTo>
                  <a:pt x="44958" y="37338"/>
                </a:moveTo>
                <a:lnTo>
                  <a:pt x="37338" y="0"/>
                </a:lnTo>
                <a:lnTo>
                  <a:pt x="0" y="8382"/>
                </a:lnTo>
                <a:lnTo>
                  <a:pt x="7620" y="44958"/>
                </a:lnTo>
                <a:lnTo>
                  <a:pt x="44958" y="37338"/>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3485388" y="2356454"/>
            <a:ext cx="44958" cy="44220"/>
          </a:xfrm>
          <a:custGeom>
            <a:avLst/>
            <a:gdLst/>
            <a:ahLst/>
            <a:cxnLst/>
            <a:rect l="l" t="t" r="r" b="b"/>
            <a:pathLst>
              <a:path w="44958" h="44957">
                <a:moveTo>
                  <a:pt x="44958" y="37338"/>
                </a:moveTo>
                <a:lnTo>
                  <a:pt x="37338" y="0"/>
                </a:lnTo>
                <a:lnTo>
                  <a:pt x="0" y="7620"/>
                </a:lnTo>
                <a:lnTo>
                  <a:pt x="8382" y="44958"/>
                </a:lnTo>
                <a:lnTo>
                  <a:pt x="44958" y="37338"/>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3410713" y="2371444"/>
            <a:ext cx="45719" cy="44970"/>
          </a:xfrm>
          <a:custGeom>
            <a:avLst/>
            <a:gdLst/>
            <a:ahLst/>
            <a:cxnLst/>
            <a:rect l="l" t="t" r="r" b="b"/>
            <a:pathLst>
              <a:path w="45719" h="45719">
                <a:moveTo>
                  <a:pt x="45720" y="37337"/>
                </a:moveTo>
                <a:lnTo>
                  <a:pt x="37338" y="0"/>
                </a:lnTo>
                <a:lnTo>
                  <a:pt x="0" y="8381"/>
                </a:lnTo>
                <a:lnTo>
                  <a:pt x="8382" y="45719"/>
                </a:lnTo>
                <a:lnTo>
                  <a:pt x="45720" y="37337"/>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3336798" y="2387184"/>
            <a:ext cx="44958" cy="44221"/>
          </a:xfrm>
          <a:custGeom>
            <a:avLst/>
            <a:gdLst/>
            <a:ahLst/>
            <a:cxnLst/>
            <a:rect l="l" t="t" r="r" b="b"/>
            <a:pathLst>
              <a:path w="44958" h="44957">
                <a:moveTo>
                  <a:pt x="44958" y="37337"/>
                </a:moveTo>
                <a:lnTo>
                  <a:pt x="36576" y="0"/>
                </a:lnTo>
                <a:lnTo>
                  <a:pt x="0" y="7619"/>
                </a:lnTo>
                <a:lnTo>
                  <a:pt x="7620" y="44957"/>
                </a:lnTo>
                <a:lnTo>
                  <a:pt x="44958" y="37337"/>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3262122" y="2402924"/>
            <a:ext cx="44958" cy="44220"/>
          </a:xfrm>
          <a:custGeom>
            <a:avLst/>
            <a:gdLst/>
            <a:ahLst/>
            <a:cxnLst/>
            <a:rect l="l" t="t" r="r" b="b"/>
            <a:pathLst>
              <a:path w="44958" h="44957">
                <a:moveTo>
                  <a:pt x="44958" y="37337"/>
                </a:moveTo>
                <a:lnTo>
                  <a:pt x="37337" y="0"/>
                </a:lnTo>
                <a:lnTo>
                  <a:pt x="0" y="7619"/>
                </a:lnTo>
                <a:lnTo>
                  <a:pt x="7619" y="44957"/>
                </a:lnTo>
                <a:lnTo>
                  <a:pt x="44958" y="37337"/>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3187446" y="2417913"/>
            <a:ext cx="44957" cy="44221"/>
          </a:xfrm>
          <a:custGeom>
            <a:avLst/>
            <a:gdLst/>
            <a:ahLst/>
            <a:cxnLst/>
            <a:rect l="l" t="t" r="r" b="b"/>
            <a:pathLst>
              <a:path w="44957" h="44957">
                <a:moveTo>
                  <a:pt x="44957" y="37338"/>
                </a:moveTo>
                <a:lnTo>
                  <a:pt x="37337" y="0"/>
                </a:lnTo>
                <a:lnTo>
                  <a:pt x="0" y="8382"/>
                </a:lnTo>
                <a:lnTo>
                  <a:pt x="7619" y="44958"/>
                </a:lnTo>
                <a:lnTo>
                  <a:pt x="44957" y="37338"/>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3112770" y="2433654"/>
            <a:ext cx="44958" cy="44220"/>
          </a:xfrm>
          <a:custGeom>
            <a:avLst/>
            <a:gdLst/>
            <a:ahLst/>
            <a:cxnLst/>
            <a:rect l="l" t="t" r="r" b="b"/>
            <a:pathLst>
              <a:path w="44958" h="44957">
                <a:moveTo>
                  <a:pt x="44957" y="37338"/>
                </a:moveTo>
                <a:lnTo>
                  <a:pt x="37337" y="0"/>
                </a:lnTo>
                <a:lnTo>
                  <a:pt x="0" y="7620"/>
                </a:lnTo>
                <a:lnTo>
                  <a:pt x="7619" y="44958"/>
                </a:lnTo>
                <a:lnTo>
                  <a:pt x="44957" y="37338"/>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3044190" y="2448644"/>
            <a:ext cx="38862" cy="43471"/>
          </a:xfrm>
          <a:custGeom>
            <a:avLst/>
            <a:gdLst/>
            <a:ahLst/>
            <a:cxnLst/>
            <a:rect l="l" t="t" r="r" b="b"/>
            <a:pathLst>
              <a:path w="38862" h="44195">
                <a:moveTo>
                  <a:pt x="38862" y="37338"/>
                </a:moveTo>
                <a:lnTo>
                  <a:pt x="31241" y="0"/>
                </a:lnTo>
                <a:lnTo>
                  <a:pt x="0" y="6858"/>
                </a:lnTo>
                <a:lnTo>
                  <a:pt x="8381" y="44196"/>
                </a:lnTo>
                <a:lnTo>
                  <a:pt x="38862" y="37338"/>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3029378" y="2455061"/>
            <a:ext cx="475821" cy="692873"/>
          </a:xfrm>
          <a:custGeom>
            <a:avLst/>
            <a:gdLst/>
            <a:ahLst/>
            <a:cxnLst/>
            <a:rect l="l" t="t" r="r" b="b"/>
            <a:pathLst>
              <a:path w="475821" h="704421">
                <a:moveTo>
                  <a:pt x="29289" y="34623"/>
                </a:moveTo>
                <a:lnTo>
                  <a:pt x="33709" y="30960"/>
                </a:lnTo>
                <a:lnTo>
                  <a:pt x="38005" y="20095"/>
                </a:lnTo>
                <a:lnTo>
                  <a:pt x="34623" y="8715"/>
                </a:lnTo>
                <a:lnTo>
                  <a:pt x="30960" y="4296"/>
                </a:lnTo>
                <a:lnTo>
                  <a:pt x="20095" y="0"/>
                </a:lnTo>
                <a:lnTo>
                  <a:pt x="8715" y="3381"/>
                </a:lnTo>
                <a:lnTo>
                  <a:pt x="4296" y="7045"/>
                </a:lnTo>
                <a:lnTo>
                  <a:pt x="0" y="17909"/>
                </a:lnTo>
                <a:lnTo>
                  <a:pt x="3381" y="29289"/>
                </a:lnTo>
                <a:lnTo>
                  <a:pt x="7045" y="33709"/>
                </a:lnTo>
                <a:lnTo>
                  <a:pt x="17909" y="38005"/>
                </a:lnTo>
                <a:lnTo>
                  <a:pt x="29289" y="34623"/>
                </a:lnTo>
                <a:close/>
              </a:path>
              <a:path w="475821" h="704421">
                <a:moveTo>
                  <a:pt x="71961" y="98631"/>
                </a:moveTo>
                <a:lnTo>
                  <a:pt x="75948" y="94725"/>
                </a:lnTo>
                <a:lnTo>
                  <a:pt x="80122" y="83461"/>
                </a:lnTo>
                <a:lnTo>
                  <a:pt x="77295" y="71961"/>
                </a:lnTo>
                <a:lnTo>
                  <a:pt x="72961" y="67233"/>
                </a:lnTo>
                <a:lnTo>
                  <a:pt x="62148" y="63236"/>
                </a:lnTo>
                <a:lnTo>
                  <a:pt x="50625" y="66627"/>
                </a:lnTo>
                <a:lnTo>
                  <a:pt x="46639" y="70471"/>
                </a:lnTo>
                <a:lnTo>
                  <a:pt x="42465" y="81471"/>
                </a:lnTo>
                <a:lnTo>
                  <a:pt x="45291" y="93297"/>
                </a:lnTo>
                <a:lnTo>
                  <a:pt x="49135" y="97284"/>
                </a:lnTo>
                <a:lnTo>
                  <a:pt x="60135" y="101458"/>
                </a:lnTo>
                <a:lnTo>
                  <a:pt x="71961" y="98631"/>
                </a:lnTo>
                <a:close/>
              </a:path>
              <a:path w="475821" h="704421">
                <a:moveTo>
                  <a:pt x="113871" y="161877"/>
                </a:moveTo>
                <a:lnTo>
                  <a:pt x="118600" y="157543"/>
                </a:lnTo>
                <a:lnTo>
                  <a:pt x="122597" y="146730"/>
                </a:lnTo>
                <a:lnTo>
                  <a:pt x="119205" y="135207"/>
                </a:lnTo>
                <a:lnTo>
                  <a:pt x="115542" y="131072"/>
                </a:lnTo>
                <a:lnTo>
                  <a:pt x="104677" y="126715"/>
                </a:lnTo>
                <a:lnTo>
                  <a:pt x="93297" y="129873"/>
                </a:lnTo>
                <a:lnTo>
                  <a:pt x="88569" y="134208"/>
                </a:lnTo>
                <a:lnTo>
                  <a:pt x="84572" y="145021"/>
                </a:lnTo>
                <a:lnTo>
                  <a:pt x="87963" y="156543"/>
                </a:lnTo>
                <a:lnTo>
                  <a:pt x="91135" y="160205"/>
                </a:lnTo>
                <a:lnTo>
                  <a:pt x="102170" y="164686"/>
                </a:lnTo>
                <a:lnTo>
                  <a:pt x="113871" y="161877"/>
                </a:lnTo>
                <a:close/>
              </a:path>
              <a:path w="475821" h="704421">
                <a:moveTo>
                  <a:pt x="156543" y="225123"/>
                </a:moveTo>
                <a:lnTo>
                  <a:pt x="160530" y="221280"/>
                </a:lnTo>
                <a:lnTo>
                  <a:pt x="164704" y="210279"/>
                </a:lnTo>
                <a:lnTo>
                  <a:pt x="161877" y="198453"/>
                </a:lnTo>
                <a:lnTo>
                  <a:pt x="158034" y="194467"/>
                </a:lnTo>
                <a:lnTo>
                  <a:pt x="147033" y="190293"/>
                </a:lnTo>
                <a:lnTo>
                  <a:pt x="135207" y="193119"/>
                </a:lnTo>
                <a:lnTo>
                  <a:pt x="130774" y="197529"/>
                </a:lnTo>
                <a:lnTo>
                  <a:pt x="126700" y="208597"/>
                </a:lnTo>
                <a:lnTo>
                  <a:pt x="129873" y="219789"/>
                </a:lnTo>
                <a:lnTo>
                  <a:pt x="134208" y="224518"/>
                </a:lnTo>
                <a:lnTo>
                  <a:pt x="145021" y="228515"/>
                </a:lnTo>
                <a:lnTo>
                  <a:pt x="156543" y="225123"/>
                </a:lnTo>
                <a:close/>
              </a:path>
              <a:path w="475821" h="704421">
                <a:moveTo>
                  <a:pt x="198453" y="288369"/>
                </a:moveTo>
                <a:lnTo>
                  <a:pt x="202873" y="284706"/>
                </a:lnTo>
                <a:lnTo>
                  <a:pt x="207169" y="273841"/>
                </a:lnTo>
                <a:lnTo>
                  <a:pt x="203787" y="262461"/>
                </a:lnTo>
                <a:lnTo>
                  <a:pt x="200124" y="258042"/>
                </a:lnTo>
                <a:lnTo>
                  <a:pt x="189259" y="253746"/>
                </a:lnTo>
                <a:lnTo>
                  <a:pt x="177879" y="257127"/>
                </a:lnTo>
                <a:lnTo>
                  <a:pt x="173460" y="260791"/>
                </a:lnTo>
                <a:lnTo>
                  <a:pt x="169163" y="271655"/>
                </a:lnTo>
                <a:lnTo>
                  <a:pt x="172545" y="283035"/>
                </a:lnTo>
                <a:lnTo>
                  <a:pt x="176209" y="287455"/>
                </a:lnTo>
                <a:lnTo>
                  <a:pt x="187073" y="291751"/>
                </a:lnTo>
                <a:lnTo>
                  <a:pt x="198453" y="288369"/>
                </a:lnTo>
                <a:close/>
              </a:path>
              <a:path w="475821" h="704421">
                <a:moveTo>
                  <a:pt x="241125" y="352377"/>
                </a:moveTo>
                <a:lnTo>
                  <a:pt x="245112" y="348471"/>
                </a:lnTo>
                <a:lnTo>
                  <a:pt x="249286" y="337207"/>
                </a:lnTo>
                <a:lnTo>
                  <a:pt x="246459" y="325707"/>
                </a:lnTo>
                <a:lnTo>
                  <a:pt x="242125" y="320979"/>
                </a:lnTo>
                <a:lnTo>
                  <a:pt x="231312" y="316982"/>
                </a:lnTo>
                <a:lnTo>
                  <a:pt x="219789" y="320373"/>
                </a:lnTo>
                <a:lnTo>
                  <a:pt x="215356" y="324708"/>
                </a:lnTo>
                <a:lnTo>
                  <a:pt x="211282" y="335521"/>
                </a:lnTo>
                <a:lnTo>
                  <a:pt x="214455" y="347043"/>
                </a:lnTo>
                <a:lnTo>
                  <a:pt x="218299" y="351030"/>
                </a:lnTo>
                <a:lnTo>
                  <a:pt x="229299" y="355204"/>
                </a:lnTo>
                <a:lnTo>
                  <a:pt x="241125" y="352377"/>
                </a:lnTo>
                <a:close/>
              </a:path>
              <a:path w="475821" h="704421">
                <a:moveTo>
                  <a:pt x="283035" y="415623"/>
                </a:moveTo>
                <a:lnTo>
                  <a:pt x="287764" y="411289"/>
                </a:lnTo>
                <a:lnTo>
                  <a:pt x="291761" y="400476"/>
                </a:lnTo>
                <a:lnTo>
                  <a:pt x="288369" y="388953"/>
                </a:lnTo>
                <a:lnTo>
                  <a:pt x="284706" y="384818"/>
                </a:lnTo>
                <a:lnTo>
                  <a:pt x="273841" y="380461"/>
                </a:lnTo>
                <a:lnTo>
                  <a:pt x="262461" y="383619"/>
                </a:lnTo>
                <a:lnTo>
                  <a:pt x="257733" y="387954"/>
                </a:lnTo>
                <a:lnTo>
                  <a:pt x="253736" y="398767"/>
                </a:lnTo>
                <a:lnTo>
                  <a:pt x="257127" y="410289"/>
                </a:lnTo>
                <a:lnTo>
                  <a:pt x="260299" y="413951"/>
                </a:lnTo>
                <a:lnTo>
                  <a:pt x="271334" y="418432"/>
                </a:lnTo>
                <a:lnTo>
                  <a:pt x="283035" y="415623"/>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6" name="object 56"/>
          <p:cNvSpPr/>
          <p:nvPr/>
        </p:nvSpPr>
        <p:spPr>
          <a:xfrm>
            <a:off x="3067050" y="3252865"/>
            <a:ext cx="608076" cy="466943"/>
          </a:xfrm>
          <a:custGeom>
            <a:avLst/>
            <a:gdLst/>
            <a:ahLst/>
            <a:cxnLst/>
            <a:rect l="l" t="t" r="r" b="b"/>
            <a:pathLst>
              <a:path w="608076" h="474725">
                <a:moveTo>
                  <a:pt x="0" y="237744"/>
                </a:moveTo>
                <a:lnTo>
                  <a:pt x="1009" y="257204"/>
                </a:lnTo>
                <a:lnTo>
                  <a:pt x="3986" y="276228"/>
                </a:lnTo>
                <a:lnTo>
                  <a:pt x="15526" y="312718"/>
                </a:lnTo>
                <a:lnTo>
                  <a:pt x="33988" y="346731"/>
                </a:lnTo>
                <a:lnTo>
                  <a:pt x="58741" y="377781"/>
                </a:lnTo>
                <a:lnTo>
                  <a:pt x="73279" y="392043"/>
                </a:lnTo>
                <a:lnTo>
                  <a:pt x="89154" y="405384"/>
                </a:lnTo>
                <a:lnTo>
                  <a:pt x="106285" y="417741"/>
                </a:lnTo>
                <a:lnTo>
                  <a:pt x="124596" y="429054"/>
                </a:lnTo>
                <a:lnTo>
                  <a:pt x="144005" y="439264"/>
                </a:lnTo>
                <a:lnTo>
                  <a:pt x="164436" y="448308"/>
                </a:lnTo>
                <a:lnTo>
                  <a:pt x="185808" y="456128"/>
                </a:lnTo>
                <a:lnTo>
                  <a:pt x="208044" y="462662"/>
                </a:lnTo>
                <a:lnTo>
                  <a:pt x="231063" y="467849"/>
                </a:lnTo>
                <a:lnTo>
                  <a:pt x="254788" y="471629"/>
                </a:lnTo>
                <a:lnTo>
                  <a:pt x="279139" y="473941"/>
                </a:lnTo>
                <a:lnTo>
                  <a:pt x="304038" y="474726"/>
                </a:lnTo>
                <a:lnTo>
                  <a:pt x="329039" y="473941"/>
                </a:lnTo>
                <a:lnTo>
                  <a:pt x="353472" y="471629"/>
                </a:lnTo>
                <a:lnTo>
                  <a:pt x="377260" y="467849"/>
                </a:lnTo>
                <a:lnTo>
                  <a:pt x="400324" y="462662"/>
                </a:lnTo>
                <a:lnTo>
                  <a:pt x="422588" y="456128"/>
                </a:lnTo>
                <a:lnTo>
                  <a:pt x="443975" y="448308"/>
                </a:lnTo>
                <a:lnTo>
                  <a:pt x="464408" y="439264"/>
                </a:lnTo>
                <a:lnTo>
                  <a:pt x="483809" y="429054"/>
                </a:lnTo>
                <a:lnTo>
                  <a:pt x="502101" y="417741"/>
                </a:lnTo>
                <a:lnTo>
                  <a:pt x="519207" y="405384"/>
                </a:lnTo>
                <a:lnTo>
                  <a:pt x="535051" y="392043"/>
                </a:lnTo>
                <a:lnTo>
                  <a:pt x="549554" y="377781"/>
                </a:lnTo>
                <a:lnTo>
                  <a:pt x="574231" y="346731"/>
                </a:lnTo>
                <a:lnTo>
                  <a:pt x="592622" y="312718"/>
                </a:lnTo>
                <a:lnTo>
                  <a:pt x="604109" y="276228"/>
                </a:lnTo>
                <a:lnTo>
                  <a:pt x="608076" y="237744"/>
                </a:lnTo>
                <a:lnTo>
                  <a:pt x="607071" y="218174"/>
                </a:lnTo>
                <a:lnTo>
                  <a:pt x="599267" y="180441"/>
                </a:lnTo>
                <a:lnTo>
                  <a:pt x="584251" y="144982"/>
                </a:lnTo>
                <a:lnTo>
                  <a:pt x="562640" y="112278"/>
                </a:lnTo>
                <a:lnTo>
                  <a:pt x="535051" y="82808"/>
                </a:lnTo>
                <a:lnTo>
                  <a:pt x="519207" y="69437"/>
                </a:lnTo>
                <a:lnTo>
                  <a:pt x="502101" y="57054"/>
                </a:lnTo>
                <a:lnTo>
                  <a:pt x="483809" y="45720"/>
                </a:lnTo>
                <a:lnTo>
                  <a:pt x="464408" y="35494"/>
                </a:lnTo>
                <a:lnTo>
                  <a:pt x="443975" y="26437"/>
                </a:lnTo>
                <a:lnTo>
                  <a:pt x="422588" y="18609"/>
                </a:lnTo>
                <a:lnTo>
                  <a:pt x="400324" y="12070"/>
                </a:lnTo>
                <a:lnTo>
                  <a:pt x="377260" y="6879"/>
                </a:lnTo>
                <a:lnTo>
                  <a:pt x="353472" y="3097"/>
                </a:lnTo>
                <a:lnTo>
                  <a:pt x="329039" y="784"/>
                </a:lnTo>
                <a:lnTo>
                  <a:pt x="304038" y="0"/>
                </a:lnTo>
                <a:lnTo>
                  <a:pt x="279139" y="784"/>
                </a:lnTo>
                <a:lnTo>
                  <a:pt x="254788" y="3097"/>
                </a:lnTo>
                <a:lnTo>
                  <a:pt x="231063" y="6879"/>
                </a:lnTo>
                <a:lnTo>
                  <a:pt x="208044" y="12070"/>
                </a:lnTo>
                <a:lnTo>
                  <a:pt x="185808" y="18609"/>
                </a:lnTo>
                <a:lnTo>
                  <a:pt x="164436" y="26437"/>
                </a:lnTo>
                <a:lnTo>
                  <a:pt x="144005" y="35494"/>
                </a:lnTo>
                <a:lnTo>
                  <a:pt x="124596" y="45720"/>
                </a:lnTo>
                <a:lnTo>
                  <a:pt x="106285" y="57054"/>
                </a:lnTo>
                <a:lnTo>
                  <a:pt x="89153" y="69437"/>
                </a:lnTo>
                <a:lnTo>
                  <a:pt x="73279" y="82808"/>
                </a:lnTo>
                <a:lnTo>
                  <a:pt x="58741" y="97109"/>
                </a:lnTo>
                <a:lnTo>
                  <a:pt x="33988" y="128256"/>
                </a:lnTo>
                <a:lnTo>
                  <a:pt x="15526" y="162397"/>
                </a:lnTo>
                <a:lnTo>
                  <a:pt x="3986" y="199053"/>
                </a:lnTo>
                <a:lnTo>
                  <a:pt x="1009" y="218174"/>
                </a:lnTo>
                <a:lnTo>
                  <a:pt x="0" y="237744"/>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3060954" y="3247142"/>
            <a:ext cx="621030" cy="479021"/>
          </a:xfrm>
          <a:custGeom>
            <a:avLst/>
            <a:gdLst/>
            <a:ahLst/>
            <a:cxnLst/>
            <a:rect l="l" t="t" r="r" b="b"/>
            <a:pathLst>
              <a:path w="621029" h="487005">
                <a:moveTo>
                  <a:pt x="28932" y="316472"/>
                </a:moveTo>
                <a:lnTo>
                  <a:pt x="16002" y="277853"/>
                </a:lnTo>
                <a:lnTo>
                  <a:pt x="12954" y="254993"/>
                </a:lnTo>
                <a:lnTo>
                  <a:pt x="12954" y="242801"/>
                </a:lnTo>
                <a:lnTo>
                  <a:pt x="0" y="243563"/>
                </a:lnTo>
                <a:lnTo>
                  <a:pt x="762" y="255755"/>
                </a:lnTo>
                <a:lnTo>
                  <a:pt x="1524" y="268709"/>
                </a:lnTo>
                <a:lnTo>
                  <a:pt x="3810" y="280901"/>
                </a:lnTo>
                <a:lnTo>
                  <a:pt x="13308" y="312734"/>
                </a:lnTo>
                <a:lnTo>
                  <a:pt x="30967" y="348893"/>
                </a:lnTo>
                <a:lnTo>
                  <a:pt x="54280" y="380878"/>
                </a:lnTo>
                <a:lnTo>
                  <a:pt x="82424" y="408679"/>
                </a:lnTo>
                <a:lnTo>
                  <a:pt x="114573" y="432285"/>
                </a:lnTo>
                <a:lnTo>
                  <a:pt x="149903" y="451686"/>
                </a:lnTo>
                <a:lnTo>
                  <a:pt x="187589" y="466869"/>
                </a:lnTo>
                <a:lnTo>
                  <a:pt x="226806" y="477824"/>
                </a:lnTo>
                <a:lnTo>
                  <a:pt x="266730" y="484539"/>
                </a:lnTo>
                <a:lnTo>
                  <a:pt x="306535" y="487005"/>
                </a:lnTo>
                <a:lnTo>
                  <a:pt x="326136" y="486641"/>
                </a:lnTo>
                <a:lnTo>
                  <a:pt x="357378" y="484355"/>
                </a:lnTo>
                <a:lnTo>
                  <a:pt x="394117" y="478154"/>
                </a:lnTo>
                <a:lnTo>
                  <a:pt x="430631" y="467985"/>
                </a:lnTo>
                <a:lnTo>
                  <a:pt x="466131" y="453947"/>
                </a:lnTo>
                <a:lnTo>
                  <a:pt x="499834" y="436141"/>
                </a:lnTo>
                <a:lnTo>
                  <a:pt x="530952" y="414666"/>
                </a:lnTo>
                <a:lnTo>
                  <a:pt x="558699" y="389622"/>
                </a:lnTo>
                <a:lnTo>
                  <a:pt x="582290" y="361109"/>
                </a:lnTo>
                <a:lnTo>
                  <a:pt x="600940" y="329227"/>
                </a:lnTo>
                <a:lnTo>
                  <a:pt x="613861" y="294076"/>
                </a:lnTo>
                <a:lnTo>
                  <a:pt x="620268" y="255755"/>
                </a:lnTo>
                <a:lnTo>
                  <a:pt x="621030" y="242801"/>
                </a:lnTo>
                <a:lnTo>
                  <a:pt x="620268" y="230609"/>
                </a:lnTo>
                <a:lnTo>
                  <a:pt x="619506" y="217655"/>
                </a:lnTo>
                <a:lnTo>
                  <a:pt x="608116" y="176268"/>
                </a:lnTo>
                <a:lnTo>
                  <a:pt x="590543" y="139241"/>
                </a:lnTo>
                <a:lnTo>
                  <a:pt x="567477" y="106574"/>
                </a:lnTo>
                <a:lnTo>
                  <a:pt x="539605" y="78268"/>
                </a:lnTo>
                <a:lnTo>
                  <a:pt x="507615" y="54322"/>
                </a:lnTo>
                <a:lnTo>
                  <a:pt x="472196" y="34736"/>
                </a:lnTo>
                <a:lnTo>
                  <a:pt x="434034" y="19511"/>
                </a:lnTo>
                <a:lnTo>
                  <a:pt x="393819" y="8647"/>
                </a:lnTo>
                <a:lnTo>
                  <a:pt x="352239" y="2143"/>
                </a:lnTo>
                <a:lnTo>
                  <a:pt x="309981" y="0"/>
                </a:lnTo>
                <a:lnTo>
                  <a:pt x="267734" y="2217"/>
                </a:lnTo>
                <a:lnTo>
                  <a:pt x="226185" y="8795"/>
                </a:lnTo>
                <a:lnTo>
                  <a:pt x="186024" y="19735"/>
                </a:lnTo>
                <a:lnTo>
                  <a:pt x="147937" y="35035"/>
                </a:lnTo>
                <a:lnTo>
                  <a:pt x="157889" y="44417"/>
                </a:lnTo>
                <a:lnTo>
                  <a:pt x="195289" y="30146"/>
                </a:lnTo>
                <a:lnTo>
                  <a:pt x="234680" y="20143"/>
                </a:lnTo>
                <a:lnTo>
                  <a:pt x="275364" y="14404"/>
                </a:lnTo>
                <a:lnTo>
                  <a:pt x="316639" y="12925"/>
                </a:lnTo>
                <a:lnTo>
                  <a:pt x="357807" y="15700"/>
                </a:lnTo>
                <a:lnTo>
                  <a:pt x="398169" y="22725"/>
                </a:lnTo>
                <a:lnTo>
                  <a:pt x="437024" y="33996"/>
                </a:lnTo>
                <a:lnTo>
                  <a:pt x="473674" y="49507"/>
                </a:lnTo>
                <a:lnTo>
                  <a:pt x="507418" y="69255"/>
                </a:lnTo>
                <a:lnTo>
                  <a:pt x="537557" y="93233"/>
                </a:lnTo>
                <a:lnTo>
                  <a:pt x="563392" y="121439"/>
                </a:lnTo>
                <a:lnTo>
                  <a:pt x="584223" y="153867"/>
                </a:lnTo>
                <a:lnTo>
                  <a:pt x="599351" y="190513"/>
                </a:lnTo>
                <a:lnTo>
                  <a:pt x="608076" y="231371"/>
                </a:lnTo>
                <a:lnTo>
                  <a:pt x="608076" y="254993"/>
                </a:lnTo>
                <a:lnTo>
                  <a:pt x="599653" y="295015"/>
                </a:lnTo>
                <a:lnTo>
                  <a:pt x="585016" y="331038"/>
                </a:lnTo>
                <a:lnTo>
                  <a:pt x="564829" y="363045"/>
                </a:lnTo>
                <a:lnTo>
                  <a:pt x="539756" y="391022"/>
                </a:lnTo>
                <a:lnTo>
                  <a:pt x="510462" y="414953"/>
                </a:lnTo>
                <a:lnTo>
                  <a:pt x="477609" y="434822"/>
                </a:lnTo>
                <a:lnTo>
                  <a:pt x="441862" y="450614"/>
                </a:lnTo>
                <a:lnTo>
                  <a:pt x="403886" y="462313"/>
                </a:lnTo>
                <a:lnTo>
                  <a:pt x="364345" y="469905"/>
                </a:lnTo>
                <a:lnTo>
                  <a:pt x="323902" y="473373"/>
                </a:lnTo>
                <a:lnTo>
                  <a:pt x="283222" y="472702"/>
                </a:lnTo>
                <a:lnTo>
                  <a:pt x="242968" y="467877"/>
                </a:lnTo>
                <a:lnTo>
                  <a:pt x="203806" y="458881"/>
                </a:lnTo>
                <a:lnTo>
                  <a:pt x="166399" y="445700"/>
                </a:lnTo>
                <a:lnTo>
                  <a:pt x="131411" y="428319"/>
                </a:lnTo>
                <a:lnTo>
                  <a:pt x="99506" y="406720"/>
                </a:lnTo>
                <a:lnTo>
                  <a:pt x="71348" y="380890"/>
                </a:lnTo>
                <a:lnTo>
                  <a:pt x="47602" y="350813"/>
                </a:lnTo>
                <a:lnTo>
                  <a:pt x="28932" y="316472"/>
                </a:lnTo>
                <a:close/>
              </a:path>
              <a:path w="621029" h="487005">
                <a:moveTo>
                  <a:pt x="157889" y="44417"/>
                </a:moveTo>
                <a:lnTo>
                  <a:pt x="147937" y="35035"/>
                </a:lnTo>
                <a:lnTo>
                  <a:pt x="112614" y="54696"/>
                </a:lnTo>
                <a:lnTo>
                  <a:pt x="80741" y="78718"/>
                </a:lnTo>
                <a:lnTo>
                  <a:pt x="53008" y="107101"/>
                </a:lnTo>
                <a:lnTo>
                  <a:pt x="30102" y="139845"/>
                </a:lnTo>
                <a:lnTo>
                  <a:pt x="12711" y="176951"/>
                </a:lnTo>
                <a:lnTo>
                  <a:pt x="1523" y="218417"/>
                </a:lnTo>
                <a:lnTo>
                  <a:pt x="761" y="230609"/>
                </a:lnTo>
                <a:lnTo>
                  <a:pt x="0" y="243563"/>
                </a:lnTo>
                <a:lnTo>
                  <a:pt x="12954" y="242801"/>
                </a:lnTo>
                <a:lnTo>
                  <a:pt x="12954" y="231371"/>
                </a:lnTo>
                <a:lnTo>
                  <a:pt x="14477" y="219941"/>
                </a:lnTo>
                <a:lnTo>
                  <a:pt x="25240" y="179962"/>
                </a:lnTo>
                <a:lnTo>
                  <a:pt x="42191" y="144279"/>
                </a:lnTo>
                <a:lnTo>
                  <a:pt x="64631" y="112887"/>
                </a:lnTo>
                <a:lnTo>
                  <a:pt x="91860" y="85783"/>
                </a:lnTo>
                <a:lnTo>
                  <a:pt x="123179" y="62961"/>
                </a:lnTo>
                <a:lnTo>
                  <a:pt x="157889" y="44417"/>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4372356" y="3252865"/>
            <a:ext cx="608076" cy="466943"/>
          </a:xfrm>
          <a:custGeom>
            <a:avLst/>
            <a:gdLst/>
            <a:ahLst/>
            <a:cxnLst/>
            <a:rect l="l" t="t" r="r" b="b"/>
            <a:pathLst>
              <a:path w="608076" h="474725">
                <a:moveTo>
                  <a:pt x="0" y="237744"/>
                </a:moveTo>
                <a:lnTo>
                  <a:pt x="1009" y="257204"/>
                </a:lnTo>
                <a:lnTo>
                  <a:pt x="3986" y="276228"/>
                </a:lnTo>
                <a:lnTo>
                  <a:pt x="15526" y="312718"/>
                </a:lnTo>
                <a:lnTo>
                  <a:pt x="33988" y="346731"/>
                </a:lnTo>
                <a:lnTo>
                  <a:pt x="58741" y="377781"/>
                </a:lnTo>
                <a:lnTo>
                  <a:pt x="73279" y="392043"/>
                </a:lnTo>
                <a:lnTo>
                  <a:pt x="89154" y="405384"/>
                </a:lnTo>
                <a:lnTo>
                  <a:pt x="106285" y="417741"/>
                </a:lnTo>
                <a:lnTo>
                  <a:pt x="124596" y="429054"/>
                </a:lnTo>
                <a:lnTo>
                  <a:pt x="144005" y="439264"/>
                </a:lnTo>
                <a:lnTo>
                  <a:pt x="164436" y="448308"/>
                </a:lnTo>
                <a:lnTo>
                  <a:pt x="185808" y="456128"/>
                </a:lnTo>
                <a:lnTo>
                  <a:pt x="208044" y="462662"/>
                </a:lnTo>
                <a:lnTo>
                  <a:pt x="231063" y="467849"/>
                </a:lnTo>
                <a:lnTo>
                  <a:pt x="254788" y="471629"/>
                </a:lnTo>
                <a:lnTo>
                  <a:pt x="279139" y="473941"/>
                </a:lnTo>
                <a:lnTo>
                  <a:pt x="304038" y="474726"/>
                </a:lnTo>
                <a:lnTo>
                  <a:pt x="328936" y="473941"/>
                </a:lnTo>
                <a:lnTo>
                  <a:pt x="353287" y="471629"/>
                </a:lnTo>
                <a:lnTo>
                  <a:pt x="377012" y="467849"/>
                </a:lnTo>
                <a:lnTo>
                  <a:pt x="400031" y="462662"/>
                </a:lnTo>
                <a:lnTo>
                  <a:pt x="422267" y="456128"/>
                </a:lnTo>
                <a:lnTo>
                  <a:pt x="443639" y="448308"/>
                </a:lnTo>
                <a:lnTo>
                  <a:pt x="464070" y="439264"/>
                </a:lnTo>
                <a:lnTo>
                  <a:pt x="483479" y="429054"/>
                </a:lnTo>
                <a:lnTo>
                  <a:pt x="501790" y="417741"/>
                </a:lnTo>
                <a:lnTo>
                  <a:pt x="518921" y="405384"/>
                </a:lnTo>
                <a:lnTo>
                  <a:pt x="534796" y="392043"/>
                </a:lnTo>
                <a:lnTo>
                  <a:pt x="549334" y="377781"/>
                </a:lnTo>
                <a:lnTo>
                  <a:pt x="574087" y="346731"/>
                </a:lnTo>
                <a:lnTo>
                  <a:pt x="592549" y="312718"/>
                </a:lnTo>
                <a:lnTo>
                  <a:pt x="604089" y="276228"/>
                </a:lnTo>
                <a:lnTo>
                  <a:pt x="608076" y="237744"/>
                </a:lnTo>
                <a:lnTo>
                  <a:pt x="607066" y="218174"/>
                </a:lnTo>
                <a:lnTo>
                  <a:pt x="599224" y="180441"/>
                </a:lnTo>
                <a:lnTo>
                  <a:pt x="584144" y="144982"/>
                </a:lnTo>
                <a:lnTo>
                  <a:pt x="562458" y="112278"/>
                </a:lnTo>
                <a:lnTo>
                  <a:pt x="534796" y="82808"/>
                </a:lnTo>
                <a:lnTo>
                  <a:pt x="518921" y="69437"/>
                </a:lnTo>
                <a:lnTo>
                  <a:pt x="501790" y="57054"/>
                </a:lnTo>
                <a:lnTo>
                  <a:pt x="483479" y="45720"/>
                </a:lnTo>
                <a:lnTo>
                  <a:pt x="464070" y="35494"/>
                </a:lnTo>
                <a:lnTo>
                  <a:pt x="443639" y="26437"/>
                </a:lnTo>
                <a:lnTo>
                  <a:pt x="422267" y="18609"/>
                </a:lnTo>
                <a:lnTo>
                  <a:pt x="400031" y="12070"/>
                </a:lnTo>
                <a:lnTo>
                  <a:pt x="377012" y="6879"/>
                </a:lnTo>
                <a:lnTo>
                  <a:pt x="353287" y="3097"/>
                </a:lnTo>
                <a:lnTo>
                  <a:pt x="328936" y="784"/>
                </a:lnTo>
                <a:lnTo>
                  <a:pt x="304038" y="0"/>
                </a:lnTo>
                <a:lnTo>
                  <a:pt x="279139" y="784"/>
                </a:lnTo>
                <a:lnTo>
                  <a:pt x="254788" y="3097"/>
                </a:lnTo>
                <a:lnTo>
                  <a:pt x="231063" y="6879"/>
                </a:lnTo>
                <a:lnTo>
                  <a:pt x="208044" y="12070"/>
                </a:lnTo>
                <a:lnTo>
                  <a:pt x="185808" y="18609"/>
                </a:lnTo>
                <a:lnTo>
                  <a:pt x="164436" y="26437"/>
                </a:lnTo>
                <a:lnTo>
                  <a:pt x="144005" y="35494"/>
                </a:lnTo>
                <a:lnTo>
                  <a:pt x="124596" y="45720"/>
                </a:lnTo>
                <a:lnTo>
                  <a:pt x="106285" y="57054"/>
                </a:lnTo>
                <a:lnTo>
                  <a:pt x="89153" y="69437"/>
                </a:lnTo>
                <a:lnTo>
                  <a:pt x="73279" y="82808"/>
                </a:lnTo>
                <a:lnTo>
                  <a:pt x="58741" y="97109"/>
                </a:lnTo>
                <a:lnTo>
                  <a:pt x="33988" y="128256"/>
                </a:lnTo>
                <a:lnTo>
                  <a:pt x="15526" y="162397"/>
                </a:lnTo>
                <a:lnTo>
                  <a:pt x="3986" y="199053"/>
                </a:lnTo>
                <a:lnTo>
                  <a:pt x="1009" y="218174"/>
                </a:lnTo>
                <a:lnTo>
                  <a:pt x="0" y="237744"/>
                </a:lnTo>
                <a:close/>
              </a:path>
            </a:pathLst>
          </a:custGeom>
          <a:solidFill>
            <a:srgbClr val="4E80BD"/>
          </a:solidFill>
        </p:spPr>
        <p:txBody>
          <a:bodyPr wrap="square" lIns="0" tIns="0" rIns="0" bIns="0" rtlCol="0">
            <a:noAutofit/>
          </a:bodyPr>
          <a:lstStyle/>
          <a:p>
            <a:endParaRPr/>
          </a:p>
        </p:txBody>
      </p:sp>
      <p:sp>
        <p:nvSpPr>
          <p:cNvPr id="59" name="object 59"/>
          <p:cNvSpPr/>
          <p:nvPr/>
        </p:nvSpPr>
        <p:spPr>
          <a:xfrm>
            <a:off x="4366260" y="3263098"/>
            <a:ext cx="253946" cy="35182"/>
          </a:xfrm>
          <a:custGeom>
            <a:avLst/>
            <a:gdLst/>
            <a:ahLst/>
            <a:cxnLst/>
            <a:rect l="l" t="t" r="r" b="b"/>
            <a:pathLst>
              <a:path w="253946" h="35768">
                <a:moveTo>
                  <a:pt x="179482" y="19606"/>
                </a:moveTo>
                <a:lnTo>
                  <a:pt x="197744" y="13224"/>
                </a:lnTo>
                <a:lnTo>
                  <a:pt x="216310" y="7828"/>
                </a:lnTo>
                <a:lnTo>
                  <a:pt x="235078" y="3419"/>
                </a:lnTo>
                <a:lnTo>
                  <a:pt x="253946" y="0"/>
                </a:lnTo>
                <a:lnTo>
                  <a:pt x="185457" y="3577"/>
                </a:lnTo>
                <a:lnTo>
                  <a:pt x="147342" y="18874"/>
                </a:lnTo>
                <a:lnTo>
                  <a:pt x="179482" y="19606"/>
                </a:lnTo>
                <a:close/>
              </a:path>
              <a:path w="253946" h="35768">
                <a:moveTo>
                  <a:pt x="68695" y="91743"/>
                </a:moveTo>
                <a:lnTo>
                  <a:pt x="81983" y="78507"/>
                </a:lnTo>
                <a:lnTo>
                  <a:pt x="96286" y="66245"/>
                </a:lnTo>
                <a:lnTo>
                  <a:pt x="111504" y="54959"/>
                </a:lnTo>
                <a:lnTo>
                  <a:pt x="127534" y="44650"/>
                </a:lnTo>
                <a:lnTo>
                  <a:pt x="144275" y="35321"/>
                </a:lnTo>
                <a:lnTo>
                  <a:pt x="161625" y="26972"/>
                </a:lnTo>
                <a:lnTo>
                  <a:pt x="179482" y="19606"/>
                </a:lnTo>
                <a:lnTo>
                  <a:pt x="147342" y="18874"/>
                </a:lnTo>
                <a:lnTo>
                  <a:pt x="112016" y="38531"/>
                </a:lnTo>
                <a:lnTo>
                  <a:pt x="80173" y="62547"/>
                </a:lnTo>
                <a:lnTo>
                  <a:pt x="52508" y="90921"/>
                </a:lnTo>
                <a:lnTo>
                  <a:pt x="29715" y="123654"/>
                </a:lnTo>
                <a:lnTo>
                  <a:pt x="12488" y="160745"/>
                </a:lnTo>
                <a:lnTo>
                  <a:pt x="1523" y="202194"/>
                </a:lnTo>
                <a:lnTo>
                  <a:pt x="0" y="214386"/>
                </a:lnTo>
                <a:lnTo>
                  <a:pt x="0" y="239532"/>
                </a:lnTo>
                <a:lnTo>
                  <a:pt x="3048" y="264678"/>
                </a:lnTo>
                <a:lnTo>
                  <a:pt x="12636" y="296510"/>
                </a:lnTo>
                <a:lnTo>
                  <a:pt x="30441" y="332671"/>
                </a:lnTo>
                <a:lnTo>
                  <a:pt x="53864" y="364664"/>
                </a:lnTo>
                <a:lnTo>
                  <a:pt x="82088" y="392475"/>
                </a:lnTo>
                <a:lnTo>
                  <a:pt x="114297" y="416091"/>
                </a:lnTo>
                <a:lnTo>
                  <a:pt x="149672" y="435499"/>
                </a:lnTo>
                <a:lnTo>
                  <a:pt x="187397" y="450687"/>
                </a:lnTo>
                <a:lnTo>
                  <a:pt x="226653" y="461641"/>
                </a:lnTo>
                <a:lnTo>
                  <a:pt x="266625" y="468348"/>
                </a:lnTo>
                <a:lnTo>
                  <a:pt x="306495" y="470796"/>
                </a:lnTo>
                <a:lnTo>
                  <a:pt x="326136" y="470418"/>
                </a:lnTo>
                <a:lnTo>
                  <a:pt x="357378" y="468132"/>
                </a:lnTo>
                <a:lnTo>
                  <a:pt x="394320" y="461689"/>
                </a:lnTo>
                <a:lnTo>
                  <a:pt x="430881" y="451424"/>
                </a:lnTo>
                <a:lnTo>
                  <a:pt x="466315" y="437403"/>
                </a:lnTo>
                <a:lnTo>
                  <a:pt x="499879" y="419691"/>
                </a:lnTo>
                <a:lnTo>
                  <a:pt x="530828" y="398352"/>
                </a:lnTo>
                <a:lnTo>
                  <a:pt x="558416" y="373451"/>
                </a:lnTo>
                <a:lnTo>
                  <a:pt x="581898" y="345054"/>
                </a:lnTo>
                <a:lnTo>
                  <a:pt x="600531" y="313225"/>
                </a:lnTo>
                <a:lnTo>
                  <a:pt x="613569" y="278029"/>
                </a:lnTo>
                <a:lnTo>
                  <a:pt x="620268" y="239532"/>
                </a:lnTo>
                <a:lnTo>
                  <a:pt x="620268" y="214386"/>
                </a:lnTo>
                <a:lnTo>
                  <a:pt x="607572" y="160051"/>
                </a:lnTo>
                <a:lnTo>
                  <a:pt x="590161" y="123030"/>
                </a:lnTo>
                <a:lnTo>
                  <a:pt x="567206" y="90370"/>
                </a:lnTo>
                <a:lnTo>
                  <a:pt x="539399" y="62071"/>
                </a:lnTo>
                <a:lnTo>
                  <a:pt x="507437" y="38132"/>
                </a:lnTo>
                <a:lnTo>
                  <a:pt x="472013" y="18554"/>
                </a:lnTo>
                <a:lnTo>
                  <a:pt x="433822" y="3335"/>
                </a:lnTo>
                <a:lnTo>
                  <a:pt x="393558" y="-7523"/>
                </a:lnTo>
                <a:lnTo>
                  <a:pt x="351916" y="-14022"/>
                </a:lnTo>
                <a:lnTo>
                  <a:pt x="309591" y="-16161"/>
                </a:lnTo>
                <a:lnTo>
                  <a:pt x="267276" y="-13941"/>
                </a:lnTo>
                <a:lnTo>
                  <a:pt x="225667" y="-7361"/>
                </a:lnTo>
                <a:lnTo>
                  <a:pt x="185457" y="3577"/>
                </a:lnTo>
                <a:lnTo>
                  <a:pt x="253946" y="0"/>
                </a:lnTo>
                <a:lnTo>
                  <a:pt x="272813" y="-2428"/>
                </a:lnTo>
                <a:lnTo>
                  <a:pt x="291576" y="-3865"/>
                </a:lnTo>
                <a:lnTo>
                  <a:pt x="310134" y="-4307"/>
                </a:lnTo>
                <a:lnTo>
                  <a:pt x="325374" y="-3545"/>
                </a:lnTo>
                <a:lnTo>
                  <a:pt x="340614" y="-2783"/>
                </a:lnTo>
                <a:lnTo>
                  <a:pt x="375994" y="1587"/>
                </a:lnTo>
                <a:lnTo>
                  <a:pt x="411443" y="9760"/>
                </a:lnTo>
                <a:lnTo>
                  <a:pt x="446202" y="21667"/>
                </a:lnTo>
                <a:lnTo>
                  <a:pt x="479514" y="37239"/>
                </a:lnTo>
                <a:lnTo>
                  <a:pt x="510620" y="56404"/>
                </a:lnTo>
                <a:lnTo>
                  <a:pt x="538764" y="79095"/>
                </a:lnTo>
                <a:lnTo>
                  <a:pt x="563187" y="105241"/>
                </a:lnTo>
                <a:lnTo>
                  <a:pt x="583131" y="134773"/>
                </a:lnTo>
                <a:lnTo>
                  <a:pt x="597838" y="167622"/>
                </a:lnTo>
                <a:lnTo>
                  <a:pt x="606552" y="203718"/>
                </a:lnTo>
                <a:lnTo>
                  <a:pt x="608076" y="227340"/>
                </a:lnTo>
                <a:lnTo>
                  <a:pt x="607314" y="238770"/>
                </a:lnTo>
                <a:lnTo>
                  <a:pt x="598817" y="279062"/>
                </a:lnTo>
                <a:lnTo>
                  <a:pt x="584099" y="315271"/>
                </a:lnTo>
                <a:lnTo>
                  <a:pt x="563826" y="347391"/>
                </a:lnTo>
                <a:lnTo>
                  <a:pt x="538665" y="375417"/>
                </a:lnTo>
                <a:lnTo>
                  <a:pt x="509285" y="399340"/>
                </a:lnTo>
                <a:lnTo>
                  <a:pt x="476351" y="419155"/>
                </a:lnTo>
                <a:lnTo>
                  <a:pt x="440533" y="434856"/>
                </a:lnTo>
                <a:lnTo>
                  <a:pt x="402496" y="446436"/>
                </a:lnTo>
                <a:lnTo>
                  <a:pt x="362910" y="453888"/>
                </a:lnTo>
                <a:lnTo>
                  <a:pt x="322440" y="457207"/>
                </a:lnTo>
                <a:lnTo>
                  <a:pt x="281754" y="456385"/>
                </a:lnTo>
                <a:lnTo>
                  <a:pt x="241521" y="451417"/>
                </a:lnTo>
                <a:lnTo>
                  <a:pt x="202406" y="442296"/>
                </a:lnTo>
                <a:lnTo>
                  <a:pt x="165078" y="429016"/>
                </a:lnTo>
                <a:lnTo>
                  <a:pt x="130204" y="411570"/>
                </a:lnTo>
                <a:lnTo>
                  <a:pt x="98451" y="389952"/>
                </a:lnTo>
                <a:lnTo>
                  <a:pt x="70487" y="364155"/>
                </a:lnTo>
                <a:lnTo>
                  <a:pt x="46979" y="334174"/>
                </a:lnTo>
                <a:lnTo>
                  <a:pt x="28595" y="300001"/>
                </a:lnTo>
                <a:lnTo>
                  <a:pt x="16002" y="261630"/>
                </a:lnTo>
                <a:lnTo>
                  <a:pt x="12954" y="238770"/>
                </a:lnTo>
                <a:lnTo>
                  <a:pt x="12192" y="226578"/>
                </a:lnTo>
                <a:lnTo>
                  <a:pt x="13715" y="203718"/>
                </a:lnTo>
                <a:lnTo>
                  <a:pt x="21057" y="172479"/>
                </a:lnTo>
                <a:lnTo>
                  <a:pt x="35945" y="137281"/>
                </a:lnTo>
                <a:lnTo>
                  <a:pt x="56525" y="105952"/>
                </a:lnTo>
                <a:lnTo>
                  <a:pt x="68695" y="91743"/>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5241036" y="3252865"/>
            <a:ext cx="609600" cy="466943"/>
          </a:xfrm>
          <a:custGeom>
            <a:avLst/>
            <a:gdLst/>
            <a:ahLst/>
            <a:cxnLst/>
            <a:rect l="l" t="t" r="r" b="b"/>
            <a:pathLst>
              <a:path w="609600" h="474725">
                <a:moveTo>
                  <a:pt x="0" y="237744"/>
                </a:moveTo>
                <a:lnTo>
                  <a:pt x="1009" y="257204"/>
                </a:lnTo>
                <a:lnTo>
                  <a:pt x="3987" y="276228"/>
                </a:lnTo>
                <a:lnTo>
                  <a:pt x="15532" y="312718"/>
                </a:lnTo>
                <a:lnTo>
                  <a:pt x="34008" y="346731"/>
                </a:lnTo>
                <a:lnTo>
                  <a:pt x="58789" y="377781"/>
                </a:lnTo>
                <a:lnTo>
                  <a:pt x="73348" y="392043"/>
                </a:lnTo>
                <a:lnTo>
                  <a:pt x="89249" y="405384"/>
                </a:lnTo>
                <a:lnTo>
                  <a:pt x="106412" y="417741"/>
                </a:lnTo>
                <a:lnTo>
                  <a:pt x="124760" y="429054"/>
                </a:lnTo>
                <a:lnTo>
                  <a:pt x="144215" y="439264"/>
                </a:lnTo>
                <a:lnTo>
                  <a:pt x="164697" y="448308"/>
                </a:lnTo>
                <a:lnTo>
                  <a:pt x="186130" y="456128"/>
                </a:lnTo>
                <a:lnTo>
                  <a:pt x="208434" y="462662"/>
                </a:lnTo>
                <a:lnTo>
                  <a:pt x="231531" y="467849"/>
                </a:lnTo>
                <a:lnTo>
                  <a:pt x="255343" y="471629"/>
                </a:lnTo>
                <a:lnTo>
                  <a:pt x="279792" y="473941"/>
                </a:lnTo>
                <a:lnTo>
                  <a:pt x="304800" y="474726"/>
                </a:lnTo>
                <a:lnTo>
                  <a:pt x="329704" y="473941"/>
                </a:lnTo>
                <a:lnTo>
                  <a:pt x="354070" y="471629"/>
                </a:lnTo>
                <a:lnTo>
                  <a:pt x="377820" y="467849"/>
                </a:lnTo>
                <a:lnTo>
                  <a:pt x="400872" y="462662"/>
                </a:lnTo>
                <a:lnTo>
                  <a:pt x="423148" y="456128"/>
                </a:lnTo>
                <a:lnTo>
                  <a:pt x="444566" y="448308"/>
                </a:lnTo>
                <a:lnTo>
                  <a:pt x="465046" y="439264"/>
                </a:lnTo>
                <a:lnTo>
                  <a:pt x="484510" y="429054"/>
                </a:lnTo>
                <a:lnTo>
                  <a:pt x="502876" y="417741"/>
                </a:lnTo>
                <a:lnTo>
                  <a:pt x="520064" y="405384"/>
                </a:lnTo>
                <a:lnTo>
                  <a:pt x="535996" y="392043"/>
                </a:lnTo>
                <a:lnTo>
                  <a:pt x="550590" y="377781"/>
                </a:lnTo>
                <a:lnTo>
                  <a:pt x="575447" y="346731"/>
                </a:lnTo>
                <a:lnTo>
                  <a:pt x="593994" y="312718"/>
                </a:lnTo>
                <a:lnTo>
                  <a:pt x="605591" y="276228"/>
                </a:lnTo>
                <a:lnTo>
                  <a:pt x="609600" y="237744"/>
                </a:lnTo>
                <a:lnTo>
                  <a:pt x="608584" y="218174"/>
                </a:lnTo>
                <a:lnTo>
                  <a:pt x="600701" y="180441"/>
                </a:lnTo>
                <a:lnTo>
                  <a:pt x="585549" y="144982"/>
                </a:lnTo>
                <a:lnTo>
                  <a:pt x="563767" y="112278"/>
                </a:lnTo>
                <a:lnTo>
                  <a:pt x="535996" y="82808"/>
                </a:lnTo>
                <a:lnTo>
                  <a:pt x="520064" y="69437"/>
                </a:lnTo>
                <a:lnTo>
                  <a:pt x="502876" y="57054"/>
                </a:lnTo>
                <a:lnTo>
                  <a:pt x="484510" y="45720"/>
                </a:lnTo>
                <a:lnTo>
                  <a:pt x="465046" y="35494"/>
                </a:lnTo>
                <a:lnTo>
                  <a:pt x="444566" y="26437"/>
                </a:lnTo>
                <a:lnTo>
                  <a:pt x="423148" y="18609"/>
                </a:lnTo>
                <a:lnTo>
                  <a:pt x="400872" y="12070"/>
                </a:lnTo>
                <a:lnTo>
                  <a:pt x="377820" y="6879"/>
                </a:lnTo>
                <a:lnTo>
                  <a:pt x="354070" y="3097"/>
                </a:lnTo>
                <a:lnTo>
                  <a:pt x="329704" y="784"/>
                </a:lnTo>
                <a:lnTo>
                  <a:pt x="304800" y="0"/>
                </a:lnTo>
                <a:lnTo>
                  <a:pt x="279792" y="784"/>
                </a:lnTo>
                <a:lnTo>
                  <a:pt x="255343" y="3097"/>
                </a:lnTo>
                <a:lnTo>
                  <a:pt x="231531" y="6879"/>
                </a:lnTo>
                <a:lnTo>
                  <a:pt x="208434" y="12070"/>
                </a:lnTo>
                <a:lnTo>
                  <a:pt x="186130" y="18609"/>
                </a:lnTo>
                <a:lnTo>
                  <a:pt x="164697" y="26437"/>
                </a:lnTo>
                <a:lnTo>
                  <a:pt x="144215" y="35494"/>
                </a:lnTo>
                <a:lnTo>
                  <a:pt x="124760" y="45720"/>
                </a:lnTo>
                <a:lnTo>
                  <a:pt x="106412" y="57054"/>
                </a:lnTo>
                <a:lnTo>
                  <a:pt x="89249" y="69437"/>
                </a:lnTo>
                <a:lnTo>
                  <a:pt x="73348" y="82808"/>
                </a:lnTo>
                <a:lnTo>
                  <a:pt x="58789" y="97109"/>
                </a:lnTo>
                <a:lnTo>
                  <a:pt x="34008" y="128256"/>
                </a:lnTo>
                <a:lnTo>
                  <a:pt x="15532" y="162397"/>
                </a:lnTo>
                <a:lnTo>
                  <a:pt x="3987" y="199053"/>
                </a:lnTo>
                <a:lnTo>
                  <a:pt x="1009" y="218174"/>
                </a:lnTo>
                <a:lnTo>
                  <a:pt x="0" y="237744"/>
                </a:lnTo>
                <a:close/>
              </a:path>
            </a:pathLst>
          </a:custGeom>
          <a:solidFill>
            <a:srgbClr val="4E80BD"/>
          </a:solidFill>
        </p:spPr>
        <p:txBody>
          <a:bodyPr wrap="square" lIns="0" tIns="0" rIns="0" bIns="0" rtlCol="0">
            <a:noAutofit/>
          </a:bodyPr>
          <a:lstStyle/>
          <a:p>
            <a:endParaRPr/>
          </a:p>
        </p:txBody>
      </p:sp>
      <p:sp>
        <p:nvSpPr>
          <p:cNvPr id="61" name="object 61"/>
          <p:cNvSpPr/>
          <p:nvPr/>
        </p:nvSpPr>
        <p:spPr>
          <a:xfrm>
            <a:off x="5234178" y="3247165"/>
            <a:ext cx="622554" cy="479024"/>
          </a:xfrm>
          <a:custGeom>
            <a:avLst/>
            <a:gdLst/>
            <a:ahLst/>
            <a:cxnLst/>
            <a:rect l="l" t="t" r="r" b="b"/>
            <a:pathLst>
              <a:path w="622553" h="487008">
                <a:moveTo>
                  <a:pt x="21488" y="331396"/>
                </a:moveTo>
                <a:lnTo>
                  <a:pt x="31141" y="348986"/>
                </a:lnTo>
                <a:lnTo>
                  <a:pt x="54604" y="381019"/>
                </a:lnTo>
                <a:lnTo>
                  <a:pt x="82916" y="408844"/>
                </a:lnTo>
                <a:lnTo>
                  <a:pt x="115244" y="432456"/>
                </a:lnTo>
                <a:lnTo>
                  <a:pt x="132654" y="442679"/>
                </a:lnTo>
                <a:lnTo>
                  <a:pt x="150757" y="451845"/>
                </a:lnTo>
                <a:lnTo>
                  <a:pt x="169447" y="459953"/>
                </a:lnTo>
                <a:lnTo>
                  <a:pt x="188621" y="467002"/>
                </a:lnTo>
                <a:lnTo>
                  <a:pt x="208176" y="472992"/>
                </a:lnTo>
                <a:lnTo>
                  <a:pt x="228007" y="477921"/>
                </a:lnTo>
                <a:lnTo>
                  <a:pt x="248009" y="481788"/>
                </a:lnTo>
                <a:lnTo>
                  <a:pt x="268080" y="484592"/>
                </a:lnTo>
                <a:lnTo>
                  <a:pt x="288114" y="486333"/>
                </a:lnTo>
                <a:lnTo>
                  <a:pt x="308009" y="487008"/>
                </a:lnTo>
                <a:lnTo>
                  <a:pt x="327660" y="486617"/>
                </a:lnTo>
                <a:lnTo>
                  <a:pt x="358902" y="484331"/>
                </a:lnTo>
                <a:lnTo>
                  <a:pt x="395652" y="478035"/>
                </a:lnTo>
                <a:lnTo>
                  <a:pt x="432200" y="467803"/>
                </a:lnTo>
                <a:lnTo>
                  <a:pt x="467748" y="453731"/>
                </a:lnTo>
                <a:lnTo>
                  <a:pt x="501502" y="435916"/>
                </a:lnTo>
                <a:lnTo>
                  <a:pt x="532666" y="414451"/>
                </a:lnTo>
                <a:lnTo>
                  <a:pt x="560444" y="389433"/>
                </a:lnTo>
                <a:lnTo>
                  <a:pt x="584042" y="360957"/>
                </a:lnTo>
                <a:lnTo>
                  <a:pt x="602662" y="329118"/>
                </a:lnTo>
                <a:lnTo>
                  <a:pt x="615511" y="294011"/>
                </a:lnTo>
                <a:lnTo>
                  <a:pt x="621792" y="255731"/>
                </a:lnTo>
                <a:lnTo>
                  <a:pt x="622554" y="242777"/>
                </a:lnTo>
                <a:lnTo>
                  <a:pt x="621792" y="230585"/>
                </a:lnTo>
                <a:lnTo>
                  <a:pt x="621030" y="217631"/>
                </a:lnTo>
                <a:lnTo>
                  <a:pt x="609644" y="176264"/>
                </a:lnTo>
                <a:lnTo>
                  <a:pt x="592057" y="139252"/>
                </a:lnTo>
                <a:lnTo>
                  <a:pt x="568958" y="106595"/>
                </a:lnTo>
                <a:lnTo>
                  <a:pt x="541037" y="78294"/>
                </a:lnTo>
                <a:lnTo>
                  <a:pt x="508983" y="54350"/>
                </a:lnTo>
                <a:lnTo>
                  <a:pt x="473488" y="34763"/>
                </a:lnTo>
                <a:lnTo>
                  <a:pt x="435241" y="19534"/>
                </a:lnTo>
                <a:lnTo>
                  <a:pt x="394931" y="8663"/>
                </a:lnTo>
                <a:lnTo>
                  <a:pt x="353250" y="2151"/>
                </a:lnTo>
                <a:lnTo>
                  <a:pt x="310886" y="0"/>
                </a:lnTo>
                <a:lnTo>
                  <a:pt x="268530" y="2208"/>
                </a:lnTo>
                <a:lnTo>
                  <a:pt x="226872" y="8777"/>
                </a:lnTo>
                <a:lnTo>
                  <a:pt x="186601" y="19708"/>
                </a:lnTo>
                <a:lnTo>
                  <a:pt x="148409" y="35000"/>
                </a:lnTo>
                <a:lnTo>
                  <a:pt x="112984" y="54656"/>
                </a:lnTo>
                <a:lnTo>
                  <a:pt x="158214" y="44467"/>
                </a:lnTo>
                <a:lnTo>
                  <a:pt x="195725" y="30186"/>
                </a:lnTo>
                <a:lnTo>
                  <a:pt x="235235" y="20170"/>
                </a:lnTo>
                <a:lnTo>
                  <a:pt x="276042" y="14416"/>
                </a:lnTo>
                <a:lnTo>
                  <a:pt x="317444" y="12920"/>
                </a:lnTo>
                <a:lnTo>
                  <a:pt x="358738" y="15678"/>
                </a:lnTo>
                <a:lnTo>
                  <a:pt x="399220" y="22687"/>
                </a:lnTo>
                <a:lnTo>
                  <a:pt x="438190" y="33943"/>
                </a:lnTo>
                <a:lnTo>
                  <a:pt x="474944" y="49442"/>
                </a:lnTo>
                <a:lnTo>
                  <a:pt x="508780" y="69181"/>
                </a:lnTo>
                <a:lnTo>
                  <a:pt x="538996" y="93156"/>
                </a:lnTo>
                <a:lnTo>
                  <a:pt x="564888" y="121364"/>
                </a:lnTo>
                <a:lnTo>
                  <a:pt x="585754" y="153801"/>
                </a:lnTo>
                <a:lnTo>
                  <a:pt x="600892" y="190463"/>
                </a:lnTo>
                <a:lnTo>
                  <a:pt x="609600" y="231347"/>
                </a:lnTo>
                <a:lnTo>
                  <a:pt x="609600" y="254969"/>
                </a:lnTo>
                <a:lnTo>
                  <a:pt x="601172" y="295012"/>
                </a:lnTo>
                <a:lnTo>
                  <a:pt x="586515" y="331049"/>
                </a:lnTo>
                <a:lnTo>
                  <a:pt x="566292" y="363066"/>
                </a:lnTo>
                <a:lnTo>
                  <a:pt x="541171" y="391048"/>
                </a:lnTo>
                <a:lnTo>
                  <a:pt x="511815" y="414981"/>
                </a:lnTo>
                <a:lnTo>
                  <a:pt x="478892" y="434848"/>
                </a:lnTo>
                <a:lnTo>
                  <a:pt x="443065" y="450636"/>
                </a:lnTo>
                <a:lnTo>
                  <a:pt x="405002" y="462330"/>
                </a:lnTo>
                <a:lnTo>
                  <a:pt x="365367" y="469914"/>
                </a:lnTo>
                <a:lnTo>
                  <a:pt x="324826" y="473373"/>
                </a:lnTo>
                <a:lnTo>
                  <a:pt x="284044" y="472693"/>
                </a:lnTo>
                <a:lnTo>
                  <a:pt x="243688" y="467858"/>
                </a:lnTo>
                <a:lnTo>
                  <a:pt x="204422" y="458854"/>
                </a:lnTo>
                <a:lnTo>
                  <a:pt x="166912" y="445666"/>
                </a:lnTo>
                <a:lnTo>
                  <a:pt x="131824" y="428279"/>
                </a:lnTo>
                <a:lnTo>
                  <a:pt x="99823" y="406677"/>
                </a:lnTo>
                <a:lnTo>
                  <a:pt x="71574" y="380846"/>
                </a:lnTo>
                <a:lnTo>
                  <a:pt x="47744" y="350771"/>
                </a:lnTo>
                <a:lnTo>
                  <a:pt x="28998" y="316437"/>
                </a:lnTo>
                <a:lnTo>
                  <a:pt x="16002" y="277829"/>
                </a:lnTo>
                <a:lnTo>
                  <a:pt x="3810" y="280877"/>
                </a:lnTo>
                <a:lnTo>
                  <a:pt x="6858" y="293069"/>
                </a:lnTo>
                <a:lnTo>
                  <a:pt x="13358" y="312756"/>
                </a:lnTo>
                <a:lnTo>
                  <a:pt x="21488" y="331396"/>
                </a:lnTo>
                <a:close/>
              </a:path>
              <a:path w="622553" h="487008">
                <a:moveTo>
                  <a:pt x="12954" y="242777"/>
                </a:moveTo>
                <a:lnTo>
                  <a:pt x="12954" y="231347"/>
                </a:lnTo>
                <a:lnTo>
                  <a:pt x="14477" y="219917"/>
                </a:lnTo>
                <a:lnTo>
                  <a:pt x="25239" y="179971"/>
                </a:lnTo>
                <a:lnTo>
                  <a:pt x="42215" y="144311"/>
                </a:lnTo>
                <a:lnTo>
                  <a:pt x="64703" y="112934"/>
                </a:lnTo>
                <a:lnTo>
                  <a:pt x="92000" y="85837"/>
                </a:lnTo>
                <a:lnTo>
                  <a:pt x="123405" y="63016"/>
                </a:lnTo>
                <a:lnTo>
                  <a:pt x="158214" y="44467"/>
                </a:lnTo>
                <a:lnTo>
                  <a:pt x="112984" y="54656"/>
                </a:lnTo>
                <a:lnTo>
                  <a:pt x="81017" y="78674"/>
                </a:lnTo>
                <a:lnTo>
                  <a:pt x="53197" y="107057"/>
                </a:lnTo>
                <a:lnTo>
                  <a:pt x="30215" y="139804"/>
                </a:lnTo>
                <a:lnTo>
                  <a:pt x="12760" y="176916"/>
                </a:lnTo>
                <a:lnTo>
                  <a:pt x="1523" y="218393"/>
                </a:lnTo>
                <a:lnTo>
                  <a:pt x="761" y="230585"/>
                </a:lnTo>
                <a:lnTo>
                  <a:pt x="0" y="243539"/>
                </a:lnTo>
                <a:lnTo>
                  <a:pt x="762" y="255731"/>
                </a:lnTo>
                <a:lnTo>
                  <a:pt x="1524" y="268685"/>
                </a:lnTo>
                <a:lnTo>
                  <a:pt x="3810" y="280877"/>
                </a:lnTo>
                <a:lnTo>
                  <a:pt x="16002" y="277829"/>
                </a:lnTo>
                <a:lnTo>
                  <a:pt x="12954" y="254969"/>
                </a:lnTo>
                <a:lnTo>
                  <a:pt x="12954" y="242777"/>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6371082" y="3252865"/>
            <a:ext cx="608076" cy="466943"/>
          </a:xfrm>
          <a:custGeom>
            <a:avLst/>
            <a:gdLst/>
            <a:ahLst/>
            <a:cxnLst/>
            <a:rect l="l" t="t" r="r" b="b"/>
            <a:pathLst>
              <a:path w="608076" h="474725">
                <a:moveTo>
                  <a:pt x="0" y="237743"/>
                </a:moveTo>
                <a:lnTo>
                  <a:pt x="1009" y="257204"/>
                </a:lnTo>
                <a:lnTo>
                  <a:pt x="3986" y="276228"/>
                </a:lnTo>
                <a:lnTo>
                  <a:pt x="15526" y="312718"/>
                </a:lnTo>
                <a:lnTo>
                  <a:pt x="33988" y="346731"/>
                </a:lnTo>
                <a:lnTo>
                  <a:pt x="58741" y="377781"/>
                </a:lnTo>
                <a:lnTo>
                  <a:pt x="73279" y="392043"/>
                </a:lnTo>
                <a:lnTo>
                  <a:pt x="89154" y="405383"/>
                </a:lnTo>
                <a:lnTo>
                  <a:pt x="106285" y="417741"/>
                </a:lnTo>
                <a:lnTo>
                  <a:pt x="124596" y="429054"/>
                </a:lnTo>
                <a:lnTo>
                  <a:pt x="144005" y="439264"/>
                </a:lnTo>
                <a:lnTo>
                  <a:pt x="164436" y="448308"/>
                </a:lnTo>
                <a:lnTo>
                  <a:pt x="185808" y="456128"/>
                </a:lnTo>
                <a:lnTo>
                  <a:pt x="208044" y="462662"/>
                </a:lnTo>
                <a:lnTo>
                  <a:pt x="231063" y="467849"/>
                </a:lnTo>
                <a:lnTo>
                  <a:pt x="254788" y="471629"/>
                </a:lnTo>
                <a:lnTo>
                  <a:pt x="279139" y="473941"/>
                </a:lnTo>
                <a:lnTo>
                  <a:pt x="304038" y="474725"/>
                </a:lnTo>
                <a:lnTo>
                  <a:pt x="328936" y="473941"/>
                </a:lnTo>
                <a:lnTo>
                  <a:pt x="353287" y="471629"/>
                </a:lnTo>
                <a:lnTo>
                  <a:pt x="377012" y="467849"/>
                </a:lnTo>
                <a:lnTo>
                  <a:pt x="400031" y="462662"/>
                </a:lnTo>
                <a:lnTo>
                  <a:pt x="422267" y="456128"/>
                </a:lnTo>
                <a:lnTo>
                  <a:pt x="443639" y="448308"/>
                </a:lnTo>
                <a:lnTo>
                  <a:pt x="464070" y="439264"/>
                </a:lnTo>
                <a:lnTo>
                  <a:pt x="483479" y="429054"/>
                </a:lnTo>
                <a:lnTo>
                  <a:pt x="501790" y="417741"/>
                </a:lnTo>
                <a:lnTo>
                  <a:pt x="518921" y="405383"/>
                </a:lnTo>
                <a:lnTo>
                  <a:pt x="534796" y="392043"/>
                </a:lnTo>
                <a:lnTo>
                  <a:pt x="549334" y="377781"/>
                </a:lnTo>
                <a:lnTo>
                  <a:pt x="574087" y="346731"/>
                </a:lnTo>
                <a:lnTo>
                  <a:pt x="592549" y="312718"/>
                </a:lnTo>
                <a:lnTo>
                  <a:pt x="604089" y="276228"/>
                </a:lnTo>
                <a:lnTo>
                  <a:pt x="608076" y="237743"/>
                </a:lnTo>
                <a:lnTo>
                  <a:pt x="607066" y="218174"/>
                </a:lnTo>
                <a:lnTo>
                  <a:pt x="599224" y="180441"/>
                </a:lnTo>
                <a:lnTo>
                  <a:pt x="584144" y="144982"/>
                </a:lnTo>
                <a:lnTo>
                  <a:pt x="562458" y="112278"/>
                </a:lnTo>
                <a:lnTo>
                  <a:pt x="534796" y="82808"/>
                </a:lnTo>
                <a:lnTo>
                  <a:pt x="518921" y="69437"/>
                </a:lnTo>
                <a:lnTo>
                  <a:pt x="501790" y="57054"/>
                </a:lnTo>
                <a:lnTo>
                  <a:pt x="483479" y="45719"/>
                </a:lnTo>
                <a:lnTo>
                  <a:pt x="464070" y="35494"/>
                </a:lnTo>
                <a:lnTo>
                  <a:pt x="443639" y="26437"/>
                </a:lnTo>
                <a:lnTo>
                  <a:pt x="422267" y="18609"/>
                </a:lnTo>
                <a:lnTo>
                  <a:pt x="400031" y="12070"/>
                </a:lnTo>
                <a:lnTo>
                  <a:pt x="377012" y="6879"/>
                </a:lnTo>
                <a:lnTo>
                  <a:pt x="353287" y="3097"/>
                </a:lnTo>
                <a:lnTo>
                  <a:pt x="328936" y="784"/>
                </a:lnTo>
                <a:lnTo>
                  <a:pt x="304038" y="0"/>
                </a:lnTo>
                <a:lnTo>
                  <a:pt x="279139" y="784"/>
                </a:lnTo>
                <a:lnTo>
                  <a:pt x="254788" y="3097"/>
                </a:lnTo>
                <a:lnTo>
                  <a:pt x="231063" y="6879"/>
                </a:lnTo>
                <a:lnTo>
                  <a:pt x="208044" y="12070"/>
                </a:lnTo>
                <a:lnTo>
                  <a:pt x="185808" y="18609"/>
                </a:lnTo>
                <a:lnTo>
                  <a:pt x="164436" y="26437"/>
                </a:lnTo>
                <a:lnTo>
                  <a:pt x="144005" y="35494"/>
                </a:lnTo>
                <a:lnTo>
                  <a:pt x="124596" y="45719"/>
                </a:lnTo>
                <a:lnTo>
                  <a:pt x="106285" y="57054"/>
                </a:lnTo>
                <a:lnTo>
                  <a:pt x="89153" y="69437"/>
                </a:lnTo>
                <a:lnTo>
                  <a:pt x="73279" y="82808"/>
                </a:lnTo>
                <a:lnTo>
                  <a:pt x="58741" y="97109"/>
                </a:lnTo>
                <a:lnTo>
                  <a:pt x="33988" y="128256"/>
                </a:lnTo>
                <a:lnTo>
                  <a:pt x="15526" y="162397"/>
                </a:lnTo>
                <a:lnTo>
                  <a:pt x="3986" y="199053"/>
                </a:lnTo>
                <a:lnTo>
                  <a:pt x="1009" y="218174"/>
                </a:lnTo>
                <a:lnTo>
                  <a:pt x="0" y="237743"/>
                </a:lnTo>
                <a:close/>
              </a:path>
            </a:pathLst>
          </a:custGeom>
          <a:solidFill>
            <a:srgbClr val="4E80BD"/>
          </a:solidFill>
        </p:spPr>
        <p:txBody>
          <a:bodyPr wrap="square" lIns="0" tIns="0" rIns="0" bIns="0" rtlCol="0">
            <a:noAutofit/>
          </a:bodyPr>
          <a:lstStyle/>
          <a:p>
            <a:endParaRPr/>
          </a:p>
        </p:txBody>
      </p:sp>
      <p:sp>
        <p:nvSpPr>
          <p:cNvPr id="63" name="object 63"/>
          <p:cNvSpPr/>
          <p:nvPr/>
        </p:nvSpPr>
        <p:spPr>
          <a:xfrm>
            <a:off x="6364985" y="3259799"/>
            <a:ext cx="316310" cy="29920"/>
          </a:xfrm>
          <a:custGeom>
            <a:avLst/>
            <a:gdLst/>
            <a:ahLst/>
            <a:cxnLst/>
            <a:rect l="l" t="t" r="r" b="b"/>
            <a:pathLst>
              <a:path w="316310" h="30419">
                <a:moveTo>
                  <a:pt x="234368" y="7255"/>
                </a:moveTo>
                <a:lnTo>
                  <a:pt x="275048" y="1497"/>
                </a:lnTo>
                <a:lnTo>
                  <a:pt x="316310" y="0"/>
                </a:lnTo>
                <a:lnTo>
                  <a:pt x="200085" y="2380"/>
                </a:lnTo>
                <a:lnTo>
                  <a:pt x="181631" y="8473"/>
                </a:lnTo>
                <a:lnTo>
                  <a:pt x="194969" y="17275"/>
                </a:lnTo>
                <a:lnTo>
                  <a:pt x="234368" y="7255"/>
                </a:lnTo>
                <a:close/>
              </a:path>
              <a:path w="316310" h="30419">
                <a:moveTo>
                  <a:pt x="326136" y="-13144"/>
                </a:moveTo>
                <a:lnTo>
                  <a:pt x="294132" y="-13144"/>
                </a:lnTo>
                <a:lnTo>
                  <a:pt x="275405" y="-12055"/>
                </a:lnTo>
                <a:lnTo>
                  <a:pt x="256541" y="-9951"/>
                </a:lnTo>
                <a:lnTo>
                  <a:pt x="237636" y="-6839"/>
                </a:lnTo>
                <a:lnTo>
                  <a:pt x="218785" y="-2726"/>
                </a:lnTo>
                <a:lnTo>
                  <a:pt x="200085" y="2380"/>
                </a:lnTo>
                <a:lnTo>
                  <a:pt x="316310" y="0"/>
                </a:lnTo>
                <a:lnTo>
                  <a:pt x="357457" y="2757"/>
                </a:lnTo>
                <a:lnTo>
                  <a:pt x="397789" y="9767"/>
                </a:lnTo>
                <a:lnTo>
                  <a:pt x="436608" y="21026"/>
                </a:lnTo>
                <a:lnTo>
                  <a:pt x="473216" y="36530"/>
                </a:lnTo>
                <a:lnTo>
                  <a:pt x="506915" y="56276"/>
                </a:lnTo>
                <a:lnTo>
                  <a:pt x="537005" y="80259"/>
                </a:lnTo>
                <a:lnTo>
                  <a:pt x="562788" y="108477"/>
                </a:lnTo>
                <a:lnTo>
                  <a:pt x="583566" y="140926"/>
                </a:lnTo>
                <a:lnTo>
                  <a:pt x="598641" y="177603"/>
                </a:lnTo>
                <a:lnTo>
                  <a:pt x="607314" y="218503"/>
                </a:lnTo>
                <a:lnTo>
                  <a:pt x="608076" y="230695"/>
                </a:lnTo>
                <a:lnTo>
                  <a:pt x="607314" y="242125"/>
                </a:lnTo>
                <a:lnTo>
                  <a:pt x="598804" y="282427"/>
                </a:lnTo>
                <a:lnTo>
                  <a:pt x="584070" y="318643"/>
                </a:lnTo>
                <a:lnTo>
                  <a:pt x="563778" y="350768"/>
                </a:lnTo>
                <a:lnTo>
                  <a:pt x="538598" y="378795"/>
                </a:lnTo>
                <a:lnTo>
                  <a:pt x="509197" y="402718"/>
                </a:lnTo>
                <a:lnTo>
                  <a:pt x="476243" y="422532"/>
                </a:lnTo>
                <a:lnTo>
                  <a:pt x="440405" y="438230"/>
                </a:lnTo>
                <a:lnTo>
                  <a:pt x="402350" y="449805"/>
                </a:lnTo>
                <a:lnTo>
                  <a:pt x="362747" y="457253"/>
                </a:lnTo>
                <a:lnTo>
                  <a:pt x="322264" y="460567"/>
                </a:lnTo>
                <a:lnTo>
                  <a:pt x="281568" y="459740"/>
                </a:lnTo>
                <a:lnTo>
                  <a:pt x="241329" y="454767"/>
                </a:lnTo>
                <a:lnTo>
                  <a:pt x="202213" y="445641"/>
                </a:lnTo>
                <a:lnTo>
                  <a:pt x="164890" y="432358"/>
                </a:lnTo>
                <a:lnTo>
                  <a:pt x="130027" y="414909"/>
                </a:lnTo>
                <a:lnTo>
                  <a:pt x="98293" y="393290"/>
                </a:lnTo>
                <a:lnTo>
                  <a:pt x="70355" y="367494"/>
                </a:lnTo>
                <a:lnTo>
                  <a:pt x="46882" y="337515"/>
                </a:lnTo>
                <a:lnTo>
                  <a:pt x="28541" y="303348"/>
                </a:lnTo>
                <a:lnTo>
                  <a:pt x="16002" y="264985"/>
                </a:lnTo>
                <a:lnTo>
                  <a:pt x="12954" y="242125"/>
                </a:lnTo>
                <a:lnTo>
                  <a:pt x="12192" y="229933"/>
                </a:lnTo>
                <a:lnTo>
                  <a:pt x="13715" y="207073"/>
                </a:lnTo>
                <a:lnTo>
                  <a:pt x="24591" y="167114"/>
                </a:lnTo>
                <a:lnTo>
                  <a:pt x="41636" y="131442"/>
                </a:lnTo>
                <a:lnTo>
                  <a:pt x="64153" y="100055"/>
                </a:lnTo>
                <a:lnTo>
                  <a:pt x="91443" y="72948"/>
                </a:lnTo>
                <a:lnTo>
                  <a:pt x="122808" y="50118"/>
                </a:lnTo>
                <a:lnTo>
                  <a:pt x="157550" y="31561"/>
                </a:lnTo>
                <a:lnTo>
                  <a:pt x="194969" y="17275"/>
                </a:lnTo>
                <a:lnTo>
                  <a:pt x="181631" y="8473"/>
                </a:lnTo>
                <a:lnTo>
                  <a:pt x="145849" y="23589"/>
                </a:lnTo>
                <a:lnTo>
                  <a:pt x="112209" y="42567"/>
                </a:lnTo>
                <a:lnTo>
                  <a:pt x="81479" y="65347"/>
                </a:lnTo>
                <a:lnTo>
                  <a:pt x="54428" y="91873"/>
                </a:lnTo>
                <a:lnTo>
                  <a:pt x="31827" y="122089"/>
                </a:lnTo>
                <a:lnTo>
                  <a:pt x="14443" y="155936"/>
                </a:lnTo>
                <a:lnTo>
                  <a:pt x="3047" y="193357"/>
                </a:lnTo>
                <a:lnTo>
                  <a:pt x="0" y="217741"/>
                </a:lnTo>
                <a:lnTo>
                  <a:pt x="0" y="242887"/>
                </a:lnTo>
                <a:lnTo>
                  <a:pt x="3048" y="268033"/>
                </a:lnTo>
                <a:lnTo>
                  <a:pt x="12626" y="299875"/>
                </a:lnTo>
                <a:lnTo>
                  <a:pt x="30417" y="336051"/>
                </a:lnTo>
                <a:lnTo>
                  <a:pt x="53835" y="368051"/>
                </a:lnTo>
                <a:lnTo>
                  <a:pt x="82061" y="395863"/>
                </a:lnTo>
                <a:lnTo>
                  <a:pt x="114274" y="419477"/>
                </a:lnTo>
                <a:lnTo>
                  <a:pt x="149657" y="438880"/>
                </a:lnTo>
                <a:lnTo>
                  <a:pt x="187390" y="454061"/>
                </a:lnTo>
                <a:lnTo>
                  <a:pt x="226653" y="465007"/>
                </a:lnTo>
                <a:lnTo>
                  <a:pt x="266629" y="471708"/>
                </a:lnTo>
                <a:lnTo>
                  <a:pt x="306497" y="474151"/>
                </a:lnTo>
                <a:lnTo>
                  <a:pt x="326136" y="473773"/>
                </a:lnTo>
                <a:lnTo>
                  <a:pt x="357378" y="471487"/>
                </a:lnTo>
                <a:lnTo>
                  <a:pt x="394381" y="464968"/>
                </a:lnTo>
                <a:lnTo>
                  <a:pt x="430953" y="454688"/>
                </a:lnTo>
                <a:lnTo>
                  <a:pt x="466361" y="440694"/>
                </a:lnTo>
                <a:lnTo>
                  <a:pt x="499876" y="423037"/>
                </a:lnTo>
                <a:lnTo>
                  <a:pt x="530766" y="401764"/>
                </a:lnTo>
                <a:lnTo>
                  <a:pt x="558300" y="376925"/>
                </a:lnTo>
                <a:lnTo>
                  <a:pt x="581749" y="348569"/>
                </a:lnTo>
                <a:lnTo>
                  <a:pt x="600380" y="316745"/>
                </a:lnTo>
                <a:lnTo>
                  <a:pt x="613463" y="281501"/>
                </a:lnTo>
                <a:lnTo>
                  <a:pt x="620268" y="242887"/>
                </a:lnTo>
                <a:lnTo>
                  <a:pt x="620268" y="217741"/>
                </a:lnTo>
                <a:lnTo>
                  <a:pt x="616458" y="192595"/>
                </a:lnTo>
                <a:lnTo>
                  <a:pt x="605279" y="155398"/>
                </a:lnTo>
                <a:lnTo>
                  <a:pt x="588016" y="121731"/>
                </a:lnTo>
                <a:lnTo>
                  <a:pt x="565462" y="91657"/>
                </a:lnTo>
                <a:lnTo>
                  <a:pt x="538412" y="65236"/>
                </a:lnTo>
                <a:lnTo>
                  <a:pt x="507658" y="42529"/>
                </a:lnTo>
                <a:lnTo>
                  <a:pt x="473996" y="23597"/>
                </a:lnTo>
                <a:lnTo>
                  <a:pt x="438218" y="8503"/>
                </a:lnTo>
                <a:lnTo>
                  <a:pt x="401120" y="-2692"/>
                </a:lnTo>
                <a:lnTo>
                  <a:pt x="363494" y="-9928"/>
                </a:lnTo>
                <a:lnTo>
                  <a:pt x="344732" y="-12043"/>
                </a:lnTo>
                <a:lnTo>
                  <a:pt x="326136" y="-13144"/>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2716530" y="2874364"/>
            <a:ext cx="611124" cy="378501"/>
          </a:xfrm>
          <a:custGeom>
            <a:avLst/>
            <a:gdLst/>
            <a:ahLst/>
            <a:cxnLst/>
            <a:rect l="l" t="t" r="r" b="b"/>
            <a:pathLst>
              <a:path w="611124" h="384810">
                <a:moveTo>
                  <a:pt x="560831" y="345947"/>
                </a:moveTo>
                <a:lnTo>
                  <a:pt x="550172" y="339291"/>
                </a:lnTo>
                <a:lnTo>
                  <a:pt x="31262" y="15239"/>
                </a:lnTo>
                <a:lnTo>
                  <a:pt x="7321" y="15239"/>
                </a:lnTo>
                <a:lnTo>
                  <a:pt x="543463" y="350052"/>
                </a:lnTo>
                <a:lnTo>
                  <a:pt x="553973" y="356615"/>
                </a:lnTo>
                <a:lnTo>
                  <a:pt x="526541" y="377189"/>
                </a:lnTo>
                <a:lnTo>
                  <a:pt x="611123" y="384809"/>
                </a:lnTo>
                <a:lnTo>
                  <a:pt x="560831" y="345947"/>
                </a:lnTo>
                <a:close/>
              </a:path>
              <a:path w="611124" h="384810">
                <a:moveTo>
                  <a:pt x="566927" y="312420"/>
                </a:moveTo>
                <a:lnTo>
                  <a:pt x="550172" y="339291"/>
                </a:lnTo>
                <a:lnTo>
                  <a:pt x="560831" y="345947"/>
                </a:lnTo>
                <a:lnTo>
                  <a:pt x="611123" y="384809"/>
                </a:lnTo>
                <a:lnTo>
                  <a:pt x="566927" y="312420"/>
                </a:lnTo>
                <a:close/>
              </a:path>
              <a:path w="611124" h="384810">
                <a:moveTo>
                  <a:pt x="553973" y="356615"/>
                </a:moveTo>
                <a:lnTo>
                  <a:pt x="543463" y="350052"/>
                </a:lnTo>
                <a:lnTo>
                  <a:pt x="526541" y="377189"/>
                </a:lnTo>
                <a:lnTo>
                  <a:pt x="553973" y="356615"/>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4366260" y="2877361"/>
            <a:ext cx="182118" cy="375504"/>
          </a:xfrm>
          <a:custGeom>
            <a:avLst/>
            <a:gdLst/>
            <a:ahLst/>
            <a:cxnLst/>
            <a:rect l="l" t="t" r="r" b="b"/>
            <a:pathLst>
              <a:path w="182117" h="381762">
                <a:moveTo>
                  <a:pt x="158495" y="321564"/>
                </a:moveTo>
                <a:lnTo>
                  <a:pt x="153140" y="309792"/>
                </a:lnTo>
                <a:lnTo>
                  <a:pt x="17739" y="12191"/>
                </a:lnTo>
                <a:lnTo>
                  <a:pt x="3136" y="12191"/>
                </a:lnTo>
                <a:lnTo>
                  <a:pt x="141665" y="315088"/>
                </a:lnTo>
                <a:lnTo>
                  <a:pt x="147065" y="326898"/>
                </a:lnTo>
                <a:lnTo>
                  <a:pt x="112775" y="328422"/>
                </a:lnTo>
                <a:lnTo>
                  <a:pt x="179069" y="381762"/>
                </a:lnTo>
                <a:lnTo>
                  <a:pt x="158495" y="321564"/>
                </a:lnTo>
                <a:close/>
              </a:path>
              <a:path w="182117" h="381762">
                <a:moveTo>
                  <a:pt x="182117" y="296418"/>
                </a:moveTo>
                <a:lnTo>
                  <a:pt x="153140" y="309792"/>
                </a:lnTo>
                <a:lnTo>
                  <a:pt x="158495" y="321564"/>
                </a:lnTo>
                <a:lnTo>
                  <a:pt x="179069" y="381762"/>
                </a:lnTo>
                <a:lnTo>
                  <a:pt x="182117" y="296418"/>
                </a:lnTo>
                <a:close/>
              </a:path>
              <a:path w="182117" h="381762">
                <a:moveTo>
                  <a:pt x="147065" y="326898"/>
                </a:moveTo>
                <a:lnTo>
                  <a:pt x="141665" y="315088"/>
                </a:lnTo>
                <a:lnTo>
                  <a:pt x="112775" y="328422"/>
                </a:lnTo>
                <a:lnTo>
                  <a:pt x="147065" y="326898"/>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5500879" y="2875862"/>
            <a:ext cx="267461" cy="377003"/>
          </a:xfrm>
          <a:custGeom>
            <a:avLst/>
            <a:gdLst/>
            <a:ahLst/>
            <a:cxnLst/>
            <a:rect l="l" t="t" r="r" b="b"/>
            <a:pathLst>
              <a:path w="267462" h="383286">
                <a:moveTo>
                  <a:pt x="31242" y="327660"/>
                </a:moveTo>
                <a:lnTo>
                  <a:pt x="38558" y="317031"/>
                </a:lnTo>
                <a:lnTo>
                  <a:pt x="12192" y="298704"/>
                </a:lnTo>
                <a:lnTo>
                  <a:pt x="0" y="383286"/>
                </a:lnTo>
                <a:lnTo>
                  <a:pt x="31242" y="327660"/>
                </a:lnTo>
                <a:close/>
              </a:path>
              <a:path w="267462" h="383286">
                <a:moveTo>
                  <a:pt x="48479" y="323928"/>
                </a:moveTo>
                <a:lnTo>
                  <a:pt x="41148" y="334518"/>
                </a:lnTo>
                <a:lnTo>
                  <a:pt x="74676" y="342138"/>
                </a:lnTo>
                <a:lnTo>
                  <a:pt x="48479" y="323928"/>
                </a:lnTo>
                <a:close/>
              </a:path>
              <a:path w="267462" h="383286">
                <a:moveTo>
                  <a:pt x="74676" y="342138"/>
                </a:moveTo>
                <a:lnTo>
                  <a:pt x="41148" y="334518"/>
                </a:lnTo>
                <a:lnTo>
                  <a:pt x="48479" y="323928"/>
                </a:lnTo>
                <a:lnTo>
                  <a:pt x="263241" y="13716"/>
                </a:lnTo>
                <a:lnTo>
                  <a:pt x="247352" y="13716"/>
                </a:lnTo>
                <a:lnTo>
                  <a:pt x="38558" y="317031"/>
                </a:lnTo>
                <a:lnTo>
                  <a:pt x="31242" y="327660"/>
                </a:lnTo>
                <a:lnTo>
                  <a:pt x="0" y="383286"/>
                </a:lnTo>
                <a:lnTo>
                  <a:pt x="74676" y="342138"/>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5759958" y="2874364"/>
            <a:ext cx="785622" cy="379250"/>
          </a:xfrm>
          <a:custGeom>
            <a:avLst/>
            <a:gdLst/>
            <a:ahLst/>
            <a:cxnLst/>
            <a:rect l="l" t="t" r="r" b="b"/>
            <a:pathLst>
              <a:path w="785622" h="385572">
                <a:moveTo>
                  <a:pt x="785622" y="384809"/>
                </a:moveTo>
                <a:lnTo>
                  <a:pt x="731520" y="351281"/>
                </a:lnTo>
                <a:lnTo>
                  <a:pt x="719813" y="345613"/>
                </a:lnTo>
                <a:lnTo>
                  <a:pt x="37567" y="15239"/>
                </a:lnTo>
                <a:lnTo>
                  <a:pt x="7867" y="15239"/>
                </a:lnTo>
                <a:lnTo>
                  <a:pt x="714128" y="357242"/>
                </a:lnTo>
                <a:lnTo>
                  <a:pt x="725424" y="362711"/>
                </a:lnTo>
                <a:lnTo>
                  <a:pt x="700278" y="385571"/>
                </a:lnTo>
                <a:lnTo>
                  <a:pt x="785622" y="384809"/>
                </a:lnTo>
                <a:close/>
              </a:path>
              <a:path w="785622" h="385572">
                <a:moveTo>
                  <a:pt x="733806" y="316991"/>
                </a:moveTo>
                <a:lnTo>
                  <a:pt x="719813" y="345613"/>
                </a:lnTo>
                <a:lnTo>
                  <a:pt x="731520" y="351281"/>
                </a:lnTo>
                <a:lnTo>
                  <a:pt x="785622" y="384809"/>
                </a:lnTo>
                <a:lnTo>
                  <a:pt x="733806" y="316991"/>
                </a:lnTo>
                <a:close/>
              </a:path>
              <a:path w="785622" h="385572">
                <a:moveTo>
                  <a:pt x="725424" y="362711"/>
                </a:moveTo>
                <a:lnTo>
                  <a:pt x="714128" y="357242"/>
                </a:lnTo>
                <a:lnTo>
                  <a:pt x="700278" y="385571"/>
                </a:lnTo>
                <a:lnTo>
                  <a:pt x="725424" y="362711"/>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2807208" y="3715311"/>
            <a:ext cx="611886" cy="563630"/>
          </a:xfrm>
          <a:custGeom>
            <a:avLst/>
            <a:gdLst/>
            <a:ahLst/>
            <a:cxnLst/>
            <a:rect l="l" t="t" r="r" b="b"/>
            <a:pathLst>
              <a:path w="611886" h="573024">
                <a:moveTo>
                  <a:pt x="472506" y="139445"/>
                </a:moveTo>
                <a:lnTo>
                  <a:pt x="611886" y="9144"/>
                </a:lnTo>
                <a:lnTo>
                  <a:pt x="603504" y="0"/>
                </a:lnTo>
                <a:lnTo>
                  <a:pt x="454343" y="139445"/>
                </a:lnTo>
                <a:lnTo>
                  <a:pt x="472506" y="139445"/>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3409950" y="3716061"/>
            <a:ext cx="440436" cy="562881"/>
          </a:xfrm>
          <a:custGeom>
            <a:avLst/>
            <a:gdLst/>
            <a:ahLst/>
            <a:cxnLst/>
            <a:rect l="l" t="t" r="r" b="b"/>
            <a:pathLst>
              <a:path w="440436" h="572262">
                <a:moveTo>
                  <a:pt x="116162" y="138683"/>
                </a:moveTo>
                <a:lnTo>
                  <a:pt x="9905" y="0"/>
                </a:lnTo>
                <a:lnTo>
                  <a:pt x="0" y="7620"/>
                </a:lnTo>
                <a:lnTo>
                  <a:pt x="100225" y="138683"/>
                </a:lnTo>
                <a:lnTo>
                  <a:pt x="116162" y="138683"/>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5582412" y="3719059"/>
            <a:ext cx="119634" cy="559883"/>
          </a:xfrm>
          <a:custGeom>
            <a:avLst/>
            <a:gdLst/>
            <a:ahLst/>
            <a:cxnLst/>
            <a:rect l="l" t="t" r="r" b="b"/>
            <a:pathLst>
              <a:path w="119634" h="569213">
                <a:moveTo>
                  <a:pt x="33059" y="135635"/>
                </a:moveTo>
                <a:lnTo>
                  <a:pt x="12191" y="0"/>
                </a:lnTo>
                <a:lnTo>
                  <a:pt x="0" y="1524"/>
                </a:lnTo>
                <a:lnTo>
                  <a:pt x="20399" y="135635"/>
                </a:lnTo>
                <a:lnTo>
                  <a:pt x="33059" y="135635"/>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6800087" y="3718309"/>
            <a:ext cx="116586" cy="468443"/>
          </a:xfrm>
          <a:custGeom>
            <a:avLst/>
            <a:gdLst/>
            <a:ahLst/>
            <a:cxnLst/>
            <a:rect l="l" t="t" r="r" b="b"/>
            <a:pathLst>
              <a:path w="116585" h="476250">
                <a:moveTo>
                  <a:pt x="37152" y="136397"/>
                </a:moveTo>
                <a:lnTo>
                  <a:pt x="12192" y="0"/>
                </a:lnTo>
                <a:lnTo>
                  <a:pt x="0" y="2286"/>
                </a:lnTo>
                <a:lnTo>
                  <a:pt x="24541" y="136397"/>
                </a:lnTo>
                <a:lnTo>
                  <a:pt x="37152" y="136397"/>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3029378" y="2455061"/>
            <a:ext cx="475821" cy="692873"/>
          </a:xfrm>
          <a:custGeom>
            <a:avLst/>
            <a:gdLst/>
            <a:ahLst/>
            <a:cxnLst/>
            <a:rect l="l" t="t" r="r" b="b"/>
            <a:pathLst>
              <a:path w="475821" h="704421">
                <a:moveTo>
                  <a:pt x="325707" y="478869"/>
                </a:moveTo>
                <a:lnTo>
                  <a:pt x="329694" y="475026"/>
                </a:lnTo>
                <a:lnTo>
                  <a:pt x="333868" y="464025"/>
                </a:lnTo>
                <a:lnTo>
                  <a:pt x="331041" y="452199"/>
                </a:lnTo>
                <a:lnTo>
                  <a:pt x="327198" y="448213"/>
                </a:lnTo>
                <a:lnTo>
                  <a:pt x="316197" y="444039"/>
                </a:lnTo>
                <a:lnTo>
                  <a:pt x="304371" y="446865"/>
                </a:lnTo>
                <a:lnTo>
                  <a:pt x="299938" y="451275"/>
                </a:lnTo>
                <a:lnTo>
                  <a:pt x="295864" y="462343"/>
                </a:lnTo>
                <a:lnTo>
                  <a:pt x="299037" y="473535"/>
                </a:lnTo>
                <a:lnTo>
                  <a:pt x="303372" y="478264"/>
                </a:lnTo>
                <a:lnTo>
                  <a:pt x="314185" y="482261"/>
                </a:lnTo>
                <a:lnTo>
                  <a:pt x="325707" y="478869"/>
                </a:lnTo>
                <a:close/>
              </a:path>
              <a:path w="475821" h="704421">
                <a:moveTo>
                  <a:pt x="367617" y="542115"/>
                </a:moveTo>
                <a:lnTo>
                  <a:pt x="372037" y="538452"/>
                </a:lnTo>
                <a:lnTo>
                  <a:pt x="376333" y="527587"/>
                </a:lnTo>
                <a:lnTo>
                  <a:pt x="372951" y="516207"/>
                </a:lnTo>
                <a:lnTo>
                  <a:pt x="369288" y="511788"/>
                </a:lnTo>
                <a:lnTo>
                  <a:pt x="358423" y="507492"/>
                </a:lnTo>
                <a:lnTo>
                  <a:pt x="347043" y="510873"/>
                </a:lnTo>
                <a:lnTo>
                  <a:pt x="342624" y="514537"/>
                </a:lnTo>
                <a:lnTo>
                  <a:pt x="338327" y="525401"/>
                </a:lnTo>
                <a:lnTo>
                  <a:pt x="341709" y="536781"/>
                </a:lnTo>
                <a:lnTo>
                  <a:pt x="345373" y="541201"/>
                </a:lnTo>
                <a:lnTo>
                  <a:pt x="356237" y="545497"/>
                </a:lnTo>
                <a:lnTo>
                  <a:pt x="367617" y="542115"/>
                </a:lnTo>
                <a:close/>
              </a:path>
              <a:path w="475821" h="704421">
                <a:moveTo>
                  <a:pt x="410289" y="606123"/>
                </a:moveTo>
                <a:lnTo>
                  <a:pt x="414276" y="602217"/>
                </a:lnTo>
                <a:lnTo>
                  <a:pt x="418450" y="590953"/>
                </a:lnTo>
                <a:lnTo>
                  <a:pt x="415623" y="579453"/>
                </a:lnTo>
                <a:lnTo>
                  <a:pt x="411289" y="574725"/>
                </a:lnTo>
                <a:lnTo>
                  <a:pt x="400476" y="570728"/>
                </a:lnTo>
                <a:lnTo>
                  <a:pt x="388953" y="574119"/>
                </a:lnTo>
                <a:lnTo>
                  <a:pt x="384520" y="578454"/>
                </a:lnTo>
                <a:lnTo>
                  <a:pt x="380446" y="589267"/>
                </a:lnTo>
                <a:lnTo>
                  <a:pt x="383619" y="600789"/>
                </a:lnTo>
                <a:lnTo>
                  <a:pt x="387463" y="604776"/>
                </a:lnTo>
                <a:lnTo>
                  <a:pt x="398463" y="608950"/>
                </a:lnTo>
                <a:lnTo>
                  <a:pt x="410289" y="606123"/>
                </a:lnTo>
                <a:close/>
              </a:path>
              <a:path w="475821" h="704421">
                <a:moveTo>
                  <a:pt x="460581" y="577929"/>
                </a:moveTo>
                <a:lnTo>
                  <a:pt x="365331" y="641175"/>
                </a:lnTo>
                <a:lnTo>
                  <a:pt x="475821" y="704421"/>
                </a:lnTo>
                <a:lnTo>
                  <a:pt x="460581" y="57792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4" name="object 74"/>
          <p:cNvSpPr/>
          <p:nvPr/>
        </p:nvSpPr>
        <p:spPr>
          <a:xfrm>
            <a:off x="2459736" y="4278943"/>
            <a:ext cx="607314" cy="466943"/>
          </a:xfrm>
          <a:custGeom>
            <a:avLst/>
            <a:gdLst/>
            <a:ahLst/>
            <a:cxnLst/>
            <a:rect l="l" t="t" r="r" b="b"/>
            <a:pathLst>
              <a:path w="607313" h="474725">
                <a:moveTo>
                  <a:pt x="0" y="236982"/>
                </a:moveTo>
                <a:lnTo>
                  <a:pt x="1004" y="256448"/>
                </a:lnTo>
                <a:lnTo>
                  <a:pt x="3966" y="275487"/>
                </a:lnTo>
                <a:lnTo>
                  <a:pt x="15453" y="312035"/>
                </a:lnTo>
                <a:lnTo>
                  <a:pt x="33844" y="346133"/>
                </a:lnTo>
                <a:lnTo>
                  <a:pt x="58521" y="377287"/>
                </a:lnTo>
                <a:lnTo>
                  <a:pt x="73024" y="391605"/>
                </a:lnTo>
                <a:lnTo>
                  <a:pt x="88868" y="405003"/>
                </a:lnTo>
                <a:lnTo>
                  <a:pt x="105974" y="417417"/>
                </a:lnTo>
                <a:lnTo>
                  <a:pt x="124266" y="428786"/>
                </a:lnTo>
                <a:lnTo>
                  <a:pt x="143667" y="439049"/>
                </a:lnTo>
                <a:lnTo>
                  <a:pt x="164100" y="448144"/>
                </a:lnTo>
                <a:lnTo>
                  <a:pt x="185487" y="456009"/>
                </a:lnTo>
                <a:lnTo>
                  <a:pt x="207751" y="462582"/>
                </a:lnTo>
                <a:lnTo>
                  <a:pt x="230815" y="467802"/>
                </a:lnTo>
                <a:lnTo>
                  <a:pt x="254603" y="471607"/>
                </a:lnTo>
                <a:lnTo>
                  <a:pt x="279036" y="473936"/>
                </a:lnTo>
                <a:lnTo>
                  <a:pt x="304038" y="474726"/>
                </a:lnTo>
                <a:lnTo>
                  <a:pt x="328931" y="473936"/>
                </a:lnTo>
                <a:lnTo>
                  <a:pt x="353266" y="471607"/>
                </a:lnTo>
                <a:lnTo>
                  <a:pt x="376965" y="467802"/>
                </a:lnTo>
                <a:lnTo>
                  <a:pt x="399952" y="462582"/>
                </a:lnTo>
                <a:lnTo>
                  <a:pt x="422147" y="456009"/>
                </a:lnTo>
                <a:lnTo>
                  <a:pt x="443474" y="448144"/>
                </a:lnTo>
                <a:lnTo>
                  <a:pt x="463855" y="439049"/>
                </a:lnTo>
                <a:lnTo>
                  <a:pt x="483211" y="428786"/>
                </a:lnTo>
                <a:lnTo>
                  <a:pt x="501466" y="417417"/>
                </a:lnTo>
                <a:lnTo>
                  <a:pt x="518540" y="405003"/>
                </a:lnTo>
                <a:lnTo>
                  <a:pt x="534358" y="391605"/>
                </a:lnTo>
                <a:lnTo>
                  <a:pt x="548841" y="377287"/>
                </a:lnTo>
                <a:lnTo>
                  <a:pt x="573490" y="346133"/>
                </a:lnTo>
                <a:lnTo>
                  <a:pt x="591866" y="312035"/>
                </a:lnTo>
                <a:lnTo>
                  <a:pt x="603348" y="275487"/>
                </a:lnTo>
                <a:lnTo>
                  <a:pt x="607314" y="236982"/>
                </a:lnTo>
                <a:lnTo>
                  <a:pt x="606309" y="217521"/>
                </a:lnTo>
                <a:lnTo>
                  <a:pt x="598508" y="179973"/>
                </a:lnTo>
                <a:lnTo>
                  <a:pt x="583501" y="144660"/>
                </a:lnTo>
                <a:lnTo>
                  <a:pt x="561910" y="112069"/>
                </a:lnTo>
                <a:lnTo>
                  <a:pt x="534358" y="82682"/>
                </a:lnTo>
                <a:lnTo>
                  <a:pt x="518540" y="69342"/>
                </a:lnTo>
                <a:lnTo>
                  <a:pt x="501466" y="56984"/>
                </a:lnTo>
                <a:lnTo>
                  <a:pt x="483211" y="45671"/>
                </a:lnTo>
                <a:lnTo>
                  <a:pt x="463855" y="35461"/>
                </a:lnTo>
                <a:lnTo>
                  <a:pt x="443474" y="26417"/>
                </a:lnTo>
                <a:lnTo>
                  <a:pt x="422148" y="18597"/>
                </a:lnTo>
                <a:lnTo>
                  <a:pt x="399952" y="12063"/>
                </a:lnTo>
                <a:lnTo>
                  <a:pt x="376965" y="6876"/>
                </a:lnTo>
                <a:lnTo>
                  <a:pt x="353266" y="3096"/>
                </a:lnTo>
                <a:lnTo>
                  <a:pt x="328931" y="784"/>
                </a:lnTo>
                <a:lnTo>
                  <a:pt x="304038" y="0"/>
                </a:lnTo>
                <a:lnTo>
                  <a:pt x="279036" y="784"/>
                </a:lnTo>
                <a:lnTo>
                  <a:pt x="254603" y="3096"/>
                </a:lnTo>
                <a:lnTo>
                  <a:pt x="230815" y="6876"/>
                </a:lnTo>
                <a:lnTo>
                  <a:pt x="207751" y="12063"/>
                </a:lnTo>
                <a:lnTo>
                  <a:pt x="185487" y="18597"/>
                </a:lnTo>
                <a:lnTo>
                  <a:pt x="164100" y="26417"/>
                </a:lnTo>
                <a:lnTo>
                  <a:pt x="143667" y="35461"/>
                </a:lnTo>
                <a:lnTo>
                  <a:pt x="124266" y="45671"/>
                </a:lnTo>
                <a:lnTo>
                  <a:pt x="105974" y="56984"/>
                </a:lnTo>
                <a:lnTo>
                  <a:pt x="88868" y="69342"/>
                </a:lnTo>
                <a:lnTo>
                  <a:pt x="73024" y="82682"/>
                </a:lnTo>
                <a:lnTo>
                  <a:pt x="58521" y="96944"/>
                </a:lnTo>
                <a:lnTo>
                  <a:pt x="33844" y="127994"/>
                </a:lnTo>
                <a:lnTo>
                  <a:pt x="15453" y="162007"/>
                </a:lnTo>
                <a:lnTo>
                  <a:pt x="3966" y="198497"/>
                </a:lnTo>
                <a:lnTo>
                  <a:pt x="1004" y="217521"/>
                </a:lnTo>
                <a:lnTo>
                  <a:pt x="0" y="236982"/>
                </a:lnTo>
                <a:close/>
              </a:path>
            </a:pathLst>
          </a:custGeom>
          <a:solidFill>
            <a:srgbClr val="4E80BD"/>
          </a:solidFill>
        </p:spPr>
        <p:txBody>
          <a:bodyPr wrap="square" lIns="0" tIns="0" rIns="0" bIns="0" rtlCol="0">
            <a:noAutofit/>
          </a:bodyPr>
          <a:lstStyle/>
          <a:p>
            <a:endParaRPr/>
          </a:p>
        </p:txBody>
      </p:sp>
      <p:sp>
        <p:nvSpPr>
          <p:cNvPr id="75" name="object 75"/>
          <p:cNvSpPr/>
          <p:nvPr/>
        </p:nvSpPr>
        <p:spPr>
          <a:xfrm>
            <a:off x="2452878" y="4273104"/>
            <a:ext cx="621030" cy="477807"/>
          </a:xfrm>
          <a:custGeom>
            <a:avLst/>
            <a:gdLst/>
            <a:ahLst/>
            <a:cxnLst/>
            <a:rect l="l" t="t" r="r" b="b"/>
            <a:pathLst>
              <a:path w="621030" h="485770">
                <a:moveTo>
                  <a:pt x="158261" y="44171"/>
                </a:moveTo>
                <a:lnTo>
                  <a:pt x="195676" y="29939"/>
                </a:lnTo>
                <a:lnTo>
                  <a:pt x="235072" y="19970"/>
                </a:lnTo>
                <a:lnTo>
                  <a:pt x="275749" y="14260"/>
                </a:lnTo>
                <a:lnTo>
                  <a:pt x="317011" y="12806"/>
                </a:lnTo>
                <a:lnTo>
                  <a:pt x="358157" y="15603"/>
                </a:lnTo>
                <a:lnTo>
                  <a:pt x="398491" y="22648"/>
                </a:lnTo>
                <a:lnTo>
                  <a:pt x="437313" y="33938"/>
                </a:lnTo>
                <a:lnTo>
                  <a:pt x="473925" y="49467"/>
                </a:lnTo>
                <a:lnTo>
                  <a:pt x="507628" y="69234"/>
                </a:lnTo>
                <a:lnTo>
                  <a:pt x="537725" y="93233"/>
                </a:lnTo>
                <a:lnTo>
                  <a:pt x="563517" y="121462"/>
                </a:lnTo>
                <a:lnTo>
                  <a:pt x="584305" y="153916"/>
                </a:lnTo>
                <a:lnTo>
                  <a:pt x="599390" y="190592"/>
                </a:lnTo>
                <a:lnTo>
                  <a:pt x="608076" y="231486"/>
                </a:lnTo>
                <a:lnTo>
                  <a:pt x="608076" y="255108"/>
                </a:lnTo>
                <a:lnTo>
                  <a:pt x="599668" y="295104"/>
                </a:lnTo>
                <a:lnTo>
                  <a:pt x="585046" y="331105"/>
                </a:lnTo>
                <a:lnTo>
                  <a:pt x="564873" y="363093"/>
                </a:lnTo>
                <a:lnTo>
                  <a:pt x="539814" y="391053"/>
                </a:lnTo>
                <a:lnTo>
                  <a:pt x="510531" y="414970"/>
                </a:lnTo>
                <a:lnTo>
                  <a:pt x="477690" y="434829"/>
                </a:lnTo>
                <a:lnTo>
                  <a:pt x="441953" y="450613"/>
                </a:lnTo>
                <a:lnTo>
                  <a:pt x="403985" y="462307"/>
                </a:lnTo>
                <a:lnTo>
                  <a:pt x="364450" y="469896"/>
                </a:lnTo>
                <a:lnTo>
                  <a:pt x="324011" y="473363"/>
                </a:lnTo>
                <a:lnTo>
                  <a:pt x="283333" y="472695"/>
                </a:lnTo>
                <a:lnTo>
                  <a:pt x="243080" y="467874"/>
                </a:lnTo>
                <a:lnTo>
                  <a:pt x="203736" y="471960"/>
                </a:lnTo>
                <a:lnTo>
                  <a:pt x="245348" y="481062"/>
                </a:lnTo>
                <a:lnTo>
                  <a:pt x="288041" y="485661"/>
                </a:lnTo>
                <a:lnTo>
                  <a:pt x="331088" y="485770"/>
                </a:lnTo>
                <a:lnTo>
                  <a:pt x="373762" y="481403"/>
                </a:lnTo>
                <a:lnTo>
                  <a:pt x="415335" y="472573"/>
                </a:lnTo>
                <a:lnTo>
                  <a:pt x="455080" y="459295"/>
                </a:lnTo>
                <a:lnTo>
                  <a:pt x="492271" y="441581"/>
                </a:lnTo>
                <a:lnTo>
                  <a:pt x="526178" y="419445"/>
                </a:lnTo>
                <a:lnTo>
                  <a:pt x="556077" y="392902"/>
                </a:lnTo>
                <a:lnTo>
                  <a:pt x="581238" y="361963"/>
                </a:lnTo>
                <a:lnTo>
                  <a:pt x="600936" y="326644"/>
                </a:lnTo>
                <a:lnTo>
                  <a:pt x="614442" y="286957"/>
                </a:lnTo>
                <a:lnTo>
                  <a:pt x="621030" y="242916"/>
                </a:lnTo>
                <a:lnTo>
                  <a:pt x="620268" y="229962"/>
                </a:lnTo>
                <a:lnTo>
                  <a:pt x="608212" y="176357"/>
                </a:lnTo>
                <a:lnTo>
                  <a:pt x="590713" y="139309"/>
                </a:lnTo>
                <a:lnTo>
                  <a:pt x="567700" y="106623"/>
                </a:lnTo>
                <a:lnTo>
                  <a:pt x="539862" y="78302"/>
                </a:lnTo>
                <a:lnTo>
                  <a:pt x="507890" y="54343"/>
                </a:lnTo>
                <a:lnTo>
                  <a:pt x="472474" y="34748"/>
                </a:lnTo>
                <a:lnTo>
                  <a:pt x="434304" y="19516"/>
                </a:lnTo>
                <a:lnTo>
                  <a:pt x="394070" y="8648"/>
                </a:lnTo>
                <a:lnTo>
                  <a:pt x="352462" y="2142"/>
                </a:lnTo>
                <a:lnTo>
                  <a:pt x="310172" y="0"/>
                </a:lnTo>
                <a:lnTo>
                  <a:pt x="267888" y="2220"/>
                </a:lnTo>
                <a:lnTo>
                  <a:pt x="226301" y="8804"/>
                </a:lnTo>
                <a:lnTo>
                  <a:pt x="186101" y="19750"/>
                </a:lnTo>
                <a:lnTo>
                  <a:pt x="147979" y="35059"/>
                </a:lnTo>
                <a:lnTo>
                  <a:pt x="112624" y="54731"/>
                </a:lnTo>
                <a:lnTo>
                  <a:pt x="158261" y="44171"/>
                </a:lnTo>
                <a:close/>
              </a:path>
              <a:path w="621030" h="485770">
                <a:moveTo>
                  <a:pt x="12954" y="242916"/>
                </a:moveTo>
                <a:lnTo>
                  <a:pt x="12954" y="231486"/>
                </a:lnTo>
                <a:lnTo>
                  <a:pt x="14477" y="219294"/>
                </a:lnTo>
                <a:lnTo>
                  <a:pt x="25342" y="179406"/>
                </a:lnTo>
                <a:lnTo>
                  <a:pt x="42377" y="143803"/>
                </a:lnTo>
                <a:lnTo>
                  <a:pt x="64885" y="112482"/>
                </a:lnTo>
                <a:lnTo>
                  <a:pt x="92167" y="85439"/>
                </a:lnTo>
                <a:lnTo>
                  <a:pt x="123526" y="62670"/>
                </a:lnTo>
                <a:lnTo>
                  <a:pt x="158261" y="44171"/>
                </a:lnTo>
                <a:lnTo>
                  <a:pt x="112624" y="54731"/>
                </a:lnTo>
                <a:lnTo>
                  <a:pt x="80728" y="78766"/>
                </a:lnTo>
                <a:lnTo>
                  <a:pt x="52979" y="107164"/>
                </a:lnTo>
                <a:lnTo>
                  <a:pt x="30069" y="139924"/>
                </a:lnTo>
                <a:lnTo>
                  <a:pt x="12687" y="177046"/>
                </a:lnTo>
                <a:lnTo>
                  <a:pt x="1523" y="218532"/>
                </a:lnTo>
                <a:lnTo>
                  <a:pt x="761" y="230724"/>
                </a:lnTo>
                <a:lnTo>
                  <a:pt x="0" y="243678"/>
                </a:lnTo>
                <a:lnTo>
                  <a:pt x="762" y="255870"/>
                </a:lnTo>
                <a:lnTo>
                  <a:pt x="1524" y="268062"/>
                </a:lnTo>
                <a:lnTo>
                  <a:pt x="3810" y="281016"/>
                </a:lnTo>
                <a:lnTo>
                  <a:pt x="17491" y="322020"/>
                </a:lnTo>
                <a:lnTo>
                  <a:pt x="37345" y="358427"/>
                </a:lnTo>
                <a:lnTo>
                  <a:pt x="62643" y="390248"/>
                </a:lnTo>
                <a:lnTo>
                  <a:pt x="92659" y="417499"/>
                </a:lnTo>
                <a:lnTo>
                  <a:pt x="126664" y="440192"/>
                </a:lnTo>
                <a:lnTo>
                  <a:pt x="163932" y="458341"/>
                </a:lnTo>
                <a:lnTo>
                  <a:pt x="203736" y="471960"/>
                </a:lnTo>
                <a:lnTo>
                  <a:pt x="243080" y="467874"/>
                </a:lnTo>
                <a:lnTo>
                  <a:pt x="203915" y="458885"/>
                </a:lnTo>
                <a:lnTo>
                  <a:pt x="166502" y="445714"/>
                </a:lnTo>
                <a:lnTo>
                  <a:pt x="131505" y="428344"/>
                </a:lnTo>
                <a:lnTo>
                  <a:pt x="99589" y="406759"/>
                </a:lnTo>
                <a:lnTo>
                  <a:pt x="71416" y="380945"/>
                </a:lnTo>
                <a:lnTo>
                  <a:pt x="47651" y="350885"/>
                </a:lnTo>
                <a:lnTo>
                  <a:pt x="28959" y="316565"/>
                </a:lnTo>
                <a:lnTo>
                  <a:pt x="16002" y="277968"/>
                </a:lnTo>
                <a:lnTo>
                  <a:pt x="14478" y="266538"/>
                </a:lnTo>
                <a:lnTo>
                  <a:pt x="12954" y="254346"/>
                </a:lnTo>
                <a:lnTo>
                  <a:pt x="12954" y="242916"/>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3589782" y="4278943"/>
            <a:ext cx="608076" cy="466943"/>
          </a:xfrm>
          <a:custGeom>
            <a:avLst/>
            <a:gdLst/>
            <a:ahLst/>
            <a:cxnLst/>
            <a:rect l="l" t="t" r="r" b="b"/>
            <a:pathLst>
              <a:path w="608076" h="474725">
                <a:moveTo>
                  <a:pt x="0" y="236982"/>
                </a:moveTo>
                <a:lnTo>
                  <a:pt x="1009" y="256448"/>
                </a:lnTo>
                <a:lnTo>
                  <a:pt x="3986" y="275487"/>
                </a:lnTo>
                <a:lnTo>
                  <a:pt x="15526" y="312035"/>
                </a:lnTo>
                <a:lnTo>
                  <a:pt x="33988" y="346133"/>
                </a:lnTo>
                <a:lnTo>
                  <a:pt x="58741" y="377287"/>
                </a:lnTo>
                <a:lnTo>
                  <a:pt x="73279" y="391605"/>
                </a:lnTo>
                <a:lnTo>
                  <a:pt x="89154" y="405003"/>
                </a:lnTo>
                <a:lnTo>
                  <a:pt x="106285" y="417417"/>
                </a:lnTo>
                <a:lnTo>
                  <a:pt x="124596" y="428786"/>
                </a:lnTo>
                <a:lnTo>
                  <a:pt x="144005" y="439049"/>
                </a:lnTo>
                <a:lnTo>
                  <a:pt x="164436" y="448144"/>
                </a:lnTo>
                <a:lnTo>
                  <a:pt x="185808" y="456009"/>
                </a:lnTo>
                <a:lnTo>
                  <a:pt x="208044" y="462582"/>
                </a:lnTo>
                <a:lnTo>
                  <a:pt x="231063" y="467802"/>
                </a:lnTo>
                <a:lnTo>
                  <a:pt x="254788" y="471607"/>
                </a:lnTo>
                <a:lnTo>
                  <a:pt x="279139" y="473936"/>
                </a:lnTo>
                <a:lnTo>
                  <a:pt x="304038" y="474726"/>
                </a:lnTo>
                <a:lnTo>
                  <a:pt x="328936" y="473936"/>
                </a:lnTo>
                <a:lnTo>
                  <a:pt x="353287" y="471607"/>
                </a:lnTo>
                <a:lnTo>
                  <a:pt x="377012" y="467802"/>
                </a:lnTo>
                <a:lnTo>
                  <a:pt x="400031" y="462582"/>
                </a:lnTo>
                <a:lnTo>
                  <a:pt x="422267" y="456009"/>
                </a:lnTo>
                <a:lnTo>
                  <a:pt x="443639" y="448144"/>
                </a:lnTo>
                <a:lnTo>
                  <a:pt x="464070" y="439049"/>
                </a:lnTo>
                <a:lnTo>
                  <a:pt x="483479" y="428786"/>
                </a:lnTo>
                <a:lnTo>
                  <a:pt x="501790" y="417417"/>
                </a:lnTo>
                <a:lnTo>
                  <a:pt x="518921" y="405003"/>
                </a:lnTo>
                <a:lnTo>
                  <a:pt x="534796" y="391605"/>
                </a:lnTo>
                <a:lnTo>
                  <a:pt x="549334" y="377287"/>
                </a:lnTo>
                <a:lnTo>
                  <a:pt x="574087" y="346133"/>
                </a:lnTo>
                <a:lnTo>
                  <a:pt x="592549" y="312035"/>
                </a:lnTo>
                <a:lnTo>
                  <a:pt x="604089" y="275487"/>
                </a:lnTo>
                <a:lnTo>
                  <a:pt x="608076" y="236982"/>
                </a:lnTo>
                <a:lnTo>
                  <a:pt x="607066" y="217521"/>
                </a:lnTo>
                <a:lnTo>
                  <a:pt x="599224" y="179973"/>
                </a:lnTo>
                <a:lnTo>
                  <a:pt x="584144" y="144660"/>
                </a:lnTo>
                <a:lnTo>
                  <a:pt x="562458" y="112069"/>
                </a:lnTo>
                <a:lnTo>
                  <a:pt x="534796" y="82682"/>
                </a:lnTo>
                <a:lnTo>
                  <a:pt x="518921" y="69342"/>
                </a:lnTo>
                <a:lnTo>
                  <a:pt x="501790" y="56984"/>
                </a:lnTo>
                <a:lnTo>
                  <a:pt x="483479" y="45671"/>
                </a:lnTo>
                <a:lnTo>
                  <a:pt x="464070" y="35461"/>
                </a:lnTo>
                <a:lnTo>
                  <a:pt x="443639" y="26417"/>
                </a:lnTo>
                <a:lnTo>
                  <a:pt x="422267" y="18597"/>
                </a:lnTo>
                <a:lnTo>
                  <a:pt x="400031" y="12063"/>
                </a:lnTo>
                <a:lnTo>
                  <a:pt x="377012" y="6876"/>
                </a:lnTo>
                <a:lnTo>
                  <a:pt x="353287" y="3096"/>
                </a:lnTo>
                <a:lnTo>
                  <a:pt x="328936" y="784"/>
                </a:lnTo>
                <a:lnTo>
                  <a:pt x="304038" y="0"/>
                </a:lnTo>
                <a:lnTo>
                  <a:pt x="279139" y="784"/>
                </a:lnTo>
                <a:lnTo>
                  <a:pt x="254788" y="3096"/>
                </a:lnTo>
                <a:lnTo>
                  <a:pt x="231063" y="6876"/>
                </a:lnTo>
                <a:lnTo>
                  <a:pt x="208044" y="12063"/>
                </a:lnTo>
                <a:lnTo>
                  <a:pt x="185808" y="18597"/>
                </a:lnTo>
                <a:lnTo>
                  <a:pt x="164436" y="26417"/>
                </a:lnTo>
                <a:lnTo>
                  <a:pt x="144005" y="35461"/>
                </a:lnTo>
                <a:lnTo>
                  <a:pt x="124596" y="45671"/>
                </a:lnTo>
                <a:lnTo>
                  <a:pt x="106285" y="56984"/>
                </a:lnTo>
                <a:lnTo>
                  <a:pt x="89153" y="69342"/>
                </a:lnTo>
                <a:lnTo>
                  <a:pt x="73279" y="82682"/>
                </a:lnTo>
                <a:lnTo>
                  <a:pt x="58741" y="96944"/>
                </a:lnTo>
                <a:lnTo>
                  <a:pt x="33988" y="127994"/>
                </a:lnTo>
                <a:lnTo>
                  <a:pt x="15526" y="162007"/>
                </a:lnTo>
                <a:lnTo>
                  <a:pt x="3986" y="198497"/>
                </a:lnTo>
                <a:lnTo>
                  <a:pt x="1009" y="217521"/>
                </a:lnTo>
                <a:lnTo>
                  <a:pt x="0" y="236982"/>
                </a:lnTo>
                <a:close/>
              </a:path>
            </a:pathLst>
          </a:custGeom>
          <a:solidFill>
            <a:srgbClr val="4E80BD"/>
          </a:solidFill>
        </p:spPr>
        <p:txBody>
          <a:bodyPr wrap="square" lIns="0" tIns="0" rIns="0" bIns="0" rtlCol="0">
            <a:noAutofit/>
          </a:bodyPr>
          <a:lstStyle/>
          <a:p>
            <a:endParaRPr/>
          </a:p>
        </p:txBody>
      </p:sp>
      <p:sp>
        <p:nvSpPr>
          <p:cNvPr id="77" name="object 77"/>
          <p:cNvSpPr/>
          <p:nvPr/>
        </p:nvSpPr>
        <p:spPr>
          <a:xfrm>
            <a:off x="3583686" y="4283057"/>
            <a:ext cx="316634" cy="15101"/>
          </a:xfrm>
          <a:custGeom>
            <a:avLst/>
            <a:gdLst/>
            <a:ahLst/>
            <a:cxnLst/>
            <a:rect l="l" t="t" r="r" b="b"/>
            <a:pathLst>
              <a:path w="316634" h="15353">
                <a:moveTo>
                  <a:pt x="316634" y="2679"/>
                </a:moveTo>
                <a:lnTo>
                  <a:pt x="218879" y="0"/>
                </a:lnTo>
                <a:lnTo>
                  <a:pt x="200208" y="5074"/>
                </a:lnTo>
                <a:lnTo>
                  <a:pt x="275371" y="4137"/>
                </a:lnTo>
                <a:lnTo>
                  <a:pt x="316634" y="2679"/>
                </a:lnTo>
                <a:close/>
              </a:path>
              <a:path w="316634" h="15353">
                <a:moveTo>
                  <a:pt x="181784" y="11136"/>
                </a:moveTo>
                <a:lnTo>
                  <a:pt x="163702" y="18177"/>
                </a:lnTo>
                <a:lnTo>
                  <a:pt x="146058" y="26190"/>
                </a:lnTo>
                <a:lnTo>
                  <a:pt x="128946" y="35168"/>
                </a:lnTo>
                <a:lnTo>
                  <a:pt x="112461" y="45104"/>
                </a:lnTo>
                <a:lnTo>
                  <a:pt x="96699" y="55988"/>
                </a:lnTo>
                <a:lnTo>
                  <a:pt x="81755" y="67816"/>
                </a:lnTo>
                <a:lnTo>
                  <a:pt x="67723" y="80578"/>
                </a:lnTo>
                <a:lnTo>
                  <a:pt x="54699" y="94267"/>
                </a:lnTo>
                <a:lnTo>
                  <a:pt x="42779" y="108876"/>
                </a:lnTo>
                <a:lnTo>
                  <a:pt x="32056" y="124398"/>
                </a:lnTo>
                <a:lnTo>
                  <a:pt x="22626" y="140825"/>
                </a:lnTo>
                <a:lnTo>
                  <a:pt x="14585" y="158149"/>
                </a:lnTo>
                <a:lnTo>
                  <a:pt x="8027" y="176363"/>
                </a:lnTo>
                <a:lnTo>
                  <a:pt x="3047" y="195460"/>
                </a:lnTo>
                <a:lnTo>
                  <a:pt x="1523" y="208414"/>
                </a:lnTo>
                <a:lnTo>
                  <a:pt x="0" y="220606"/>
                </a:lnTo>
                <a:lnTo>
                  <a:pt x="0" y="245752"/>
                </a:lnTo>
                <a:lnTo>
                  <a:pt x="1524" y="257944"/>
                </a:lnTo>
                <a:lnTo>
                  <a:pt x="3048" y="270898"/>
                </a:lnTo>
                <a:lnTo>
                  <a:pt x="6096" y="282328"/>
                </a:lnTo>
                <a:lnTo>
                  <a:pt x="12494" y="302068"/>
                </a:lnTo>
                <a:lnTo>
                  <a:pt x="20532" y="320756"/>
                </a:lnTo>
                <a:lnTo>
                  <a:pt x="30105" y="338392"/>
                </a:lnTo>
                <a:lnTo>
                  <a:pt x="41108" y="354974"/>
                </a:lnTo>
                <a:lnTo>
                  <a:pt x="53437" y="370504"/>
                </a:lnTo>
                <a:lnTo>
                  <a:pt x="66986" y="384979"/>
                </a:lnTo>
                <a:lnTo>
                  <a:pt x="81651" y="398400"/>
                </a:lnTo>
                <a:lnTo>
                  <a:pt x="97327" y="410765"/>
                </a:lnTo>
                <a:lnTo>
                  <a:pt x="113909" y="422075"/>
                </a:lnTo>
                <a:lnTo>
                  <a:pt x="131292" y="432328"/>
                </a:lnTo>
                <a:lnTo>
                  <a:pt x="149372" y="441525"/>
                </a:lnTo>
                <a:lnTo>
                  <a:pt x="168043" y="449664"/>
                </a:lnTo>
                <a:lnTo>
                  <a:pt x="187201" y="456745"/>
                </a:lnTo>
                <a:lnTo>
                  <a:pt x="206741" y="462767"/>
                </a:lnTo>
                <a:lnTo>
                  <a:pt x="226559" y="467730"/>
                </a:lnTo>
                <a:lnTo>
                  <a:pt x="246549" y="471634"/>
                </a:lnTo>
                <a:lnTo>
                  <a:pt x="266606" y="474477"/>
                </a:lnTo>
                <a:lnTo>
                  <a:pt x="286626" y="476259"/>
                </a:lnTo>
                <a:lnTo>
                  <a:pt x="306504" y="476980"/>
                </a:lnTo>
                <a:lnTo>
                  <a:pt x="326136" y="476638"/>
                </a:lnTo>
                <a:lnTo>
                  <a:pt x="341376" y="475114"/>
                </a:lnTo>
                <a:lnTo>
                  <a:pt x="357378" y="473590"/>
                </a:lnTo>
                <a:lnTo>
                  <a:pt x="375751" y="471179"/>
                </a:lnTo>
                <a:lnTo>
                  <a:pt x="394146" y="467726"/>
                </a:lnTo>
                <a:lnTo>
                  <a:pt x="412466" y="463248"/>
                </a:lnTo>
                <a:lnTo>
                  <a:pt x="430616" y="457762"/>
                </a:lnTo>
                <a:lnTo>
                  <a:pt x="448501" y="451282"/>
                </a:lnTo>
                <a:lnTo>
                  <a:pt x="466027" y="443825"/>
                </a:lnTo>
                <a:lnTo>
                  <a:pt x="483097" y="435406"/>
                </a:lnTo>
                <a:lnTo>
                  <a:pt x="499616" y="426043"/>
                </a:lnTo>
                <a:lnTo>
                  <a:pt x="515490" y="415750"/>
                </a:lnTo>
                <a:lnTo>
                  <a:pt x="530623" y="404544"/>
                </a:lnTo>
                <a:lnTo>
                  <a:pt x="544920" y="392440"/>
                </a:lnTo>
                <a:lnTo>
                  <a:pt x="558286" y="379455"/>
                </a:lnTo>
                <a:lnTo>
                  <a:pt x="570625" y="365604"/>
                </a:lnTo>
                <a:lnTo>
                  <a:pt x="581843" y="350904"/>
                </a:lnTo>
                <a:lnTo>
                  <a:pt x="591844" y="335370"/>
                </a:lnTo>
                <a:lnTo>
                  <a:pt x="600534" y="319018"/>
                </a:lnTo>
                <a:lnTo>
                  <a:pt x="607816" y="301864"/>
                </a:lnTo>
                <a:lnTo>
                  <a:pt x="613595" y="283925"/>
                </a:lnTo>
                <a:lnTo>
                  <a:pt x="617778" y="265216"/>
                </a:lnTo>
                <a:lnTo>
                  <a:pt x="620268" y="245752"/>
                </a:lnTo>
                <a:lnTo>
                  <a:pt x="620268" y="219844"/>
                </a:lnTo>
                <a:lnTo>
                  <a:pt x="616458" y="195460"/>
                </a:lnTo>
                <a:lnTo>
                  <a:pt x="611724" y="176425"/>
                </a:lnTo>
                <a:lnTo>
                  <a:pt x="605362" y="158257"/>
                </a:lnTo>
                <a:lnTo>
                  <a:pt x="597472" y="140964"/>
                </a:lnTo>
                <a:lnTo>
                  <a:pt x="588154" y="124555"/>
                </a:lnTo>
                <a:lnTo>
                  <a:pt x="577506" y="109041"/>
                </a:lnTo>
                <a:lnTo>
                  <a:pt x="565629" y="94429"/>
                </a:lnTo>
                <a:lnTo>
                  <a:pt x="552623" y="80729"/>
                </a:lnTo>
                <a:lnTo>
                  <a:pt x="538587" y="67949"/>
                </a:lnTo>
                <a:lnTo>
                  <a:pt x="523621" y="56100"/>
                </a:lnTo>
                <a:lnTo>
                  <a:pt x="507825" y="45189"/>
                </a:lnTo>
                <a:lnTo>
                  <a:pt x="491298" y="35227"/>
                </a:lnTo>
                <a:lnTo>
                  <a:pt x="474140" y="26221"/>
                </a:lnTo>
                <a:lnTo>
                  <a:pt x="456451" y="18182"/>
                </a:lnTo>
                <a:lnTo>
                  <a:pt x="438331" y="11118"/>
                </a:lnTo>
                <a:lnTo>
                  <a:pt x="419879" y="5038"/>
                </a:lnTo>
                <a:lnTo>
                  <a:pt x="401196" y="-47"/>
                </a:lnTo>
                <a:lnTo>
                  <a:pt x="382380" y="-4131"/>
                </a:lnTo>
                <a:lnTo>
                  <a:pt x="363531" y="-7204"/>
                </a:lnTo>
                <a:lnTo>
                  <a:pt x="344750" y="-9256"/>
                </a:lnTo>
                <a:lnTo>
                  <a:pt x="326136" y="-10279"/>
                </a:lnTo>
                <a:lnTo>
                  <a:pt x="294132" y="-10279"/>
                </a:lnTo>
                <a:lnTo>
                  <a:pt x="275423" y="-9227"/>
                </a:lnTo>
                <a:lnTo>
                  <a:pt x="256582" y="-7158"/>
                </a:lnTo>
                <a:lnTo>
                  <a:pt x="237702" y="-4080"/>
                </a:lnTo>
                <a:lnTo>
                  <a:pt x="218879" y="0"/>
                </a:lnTo>
                <a:lnTo>
                  <a:pt x="316634" y="2679"/>
                </a:lnTo>
                <a:lnTo>
                  <a:pt x="357775" y="5474"/>
                </a:lnTo>
                <a:lnTo>
                  <a:pt x="398095" y="12516"/>
                </a:lnTo>
                <a:lnTo>
                  <a:pt x="436895" y="23804"/>
                </a:lnTo>
                <a:lnTo>
                  <a:pt x="473479" y="39333"/>
                </a:lnTo>
                <a:lnTo>
                  <a:pt x="507147" y="59099"/>
                </a:lnTo>
                <a:lnTo>
                  <a:pt x="537201" y="83099"/>
                </a:lnTo>
                <a:lnTo>
                  <a:pt x="562943" y="111330"/>
                </a:lnTo>
                <a:lnTo>
                  <a:pt x="583675" y="143787"/>
                </a:lnTo>
                <a:lnTo>
                  <a:pt x="598698" y="180468"/>
                </a:lnTo>
                <a:lnTo>
                  <a:pt x="607314" y="221368"/>
                </a:lnTo>
                <a:lnTo>
                  <a:pt x="608076" y="233560"/>
                </a:lnTo>
                <a:lnTo>
                  <a:pt x="607314" y="244990"/>
                </a:lnTo>
                <a:lnTo>
                  <a:pt x="598788" y="285251"/>
                </a:lnTo>
                <a:lnTo>
                  <a:pt x="584046" y="321434"/>
                </a:lnTo>
                <a:lnTo>
                  <a:pt x="563754" y="353533"/>
                </a:lnTo>
                <a:lnTo>
                  <a:pt x="538580" y="381542"/>
                </a:lnTo>
                <a:lnTo>
                  <a:pt x="509190" y="405453"/>
                </a:lnTo>
                <a:lnTo>
                  <a:pt x="476251" y="425260"/>
                </a:lnTo>
                <a:lnTo>
                  <a:pt x="440431" y="440957"/>
                </a:lnTo>
                <a:lnTo>
                  <a:pt x="402396" y="452535"/>
                </a:lnTo>
                <a:lnTo>
                  <a:pt x="362813" y="459990"/>
                </a:lnTo>
                <a:lnTo>
                  <a:pt x="322349" y="463313"/>
                </a:lnTo>
                <a:lnTo>
                  <a:pt x="281672" y="462498"/>
                </a:lnTo>
                <a:lnTo>
                  <a:pt x="241447" y="457539"/>
                </a:lnTo>
                <a:lnTo>
                  <a:pt x="202343" y="448428"/>
                </a:lnTo>
                <a:lnTo>
                  <a:pt x="165026" y="435160"/>
                </a:lnTo>
                <a:lnTo>
                  <a:pt x="130163" y="417726"/>
                </a:lnTo>
                <a:lnTo>
                  <a:pt x="98421" y="396121"/>
                </a:lnTo>
                <a:lnTo>
                  <a:pt x="70466" y="370338"/>
                </a:lnTo>
                <a:lnTo>
                  <a:pt x="46967" y="340369"/>
                </a:lnTo>
                <a:lnTo>
                  <a:pt x="28590" y="306209"/>
                </a:lnTo>
                <a:lnTo>
                  <a:pt x="16002" y="267850"/>
                </a:lnTo>
                <a:lnTo>
                  <a:pt x="12954" y="244228"/>
                </a:lnTo>
                <a:lnTo>
                  <a:pt x="12192" y="232798"/>
                </a:lnTo>
                <a:lnTo>
                  <a:pt x="12954" y="221368"/>
                </a:lnTo>
                <a:lnTo>
                  <a:pt x="13715" y="209176"/>
                </a:lnTo>
                <a:lnTo>
                  <a:pt x="24657" y="169292"/>
                </a:lnTo>
                <a:lnTo>
                  <a:pt x="41761" y="133691"/>
                </a:lnTo>
                <a:lnTo>
                  <a:pt x="64328" y="102370"/>
                </a:lnTo>
                <a:lnTo>
                  <a:pt x="91661" y="75327"/>
                </a:lnTo>
                <a:lnTo>
                  <a:pt x="123062" y="52556"/>
                </a:lnTo>
                <a:lnTo>
                  <a:pt x="157831" y="34056"/>
                </a:lnTo>
                <a:lnTo>
                  <a:pt x="195272" y="19821"/>
                </a:lnTo>
                <a:lnTo>
                  <a:pt x="234685" y="9849"/>
                </a:lnTo>
                <a:lnTo>
                  <a:pt x="275371" y="4137"/>
                </a:lnTo>
                <a:lnTo>
                  <a:pt x="200208" y="5074"/>
                </a:lnTo>
                <a:lnTo>
                  <a:pt x="181784" y="11136"/>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2807208" y="3715311"/>
            <a:ext cx="611886" cy="563630"/>
          </a:xfrm>
          <a:custGeom>
            <a:avLst/>
            <a:gdLst/>
            <a:ahLst/>
            <a:cxnLst/>
            <a:rect l="l" t="t" r="r" b="b"/>
            <a:pathLst>
              <a:path w="611886" h="573024">
                <a:moveTo>
                  <a:pt x="41910" y="525018"/>
                </a:moveTo>
                <a:lnTo>
                  <a:pt x="51328" y="516213"/>
                </a:lnTo>
                <a:lnTo>
                  <a:pt x="29718" y="493014"/>
                </a:lnTo>
                <a:lnTo>
                  <a:pt x="0" y="573024"/>
                </a:lnTo>
                <a:lnTo>
                  <a:pt x="41910" y="525018"/>
                </a:lnTo>
                <a:close/>
              </a:path>
              <a:path w="611886" h="573024">
                <a:moveTo>
                  <a:pt x="59782" y="525289"/>
                </a:moveTo>
                <a:lnTo>
                  <a:pt x="50292" y="534162"/>
                </a:lnTo>
                <a:lnTo>
                  <a:pt x="81534" y="548640"/>
                </a:lnTo>
                <a:lnTo>
                  <a:pt x="59782" y="525289"/>
                </a:lnTo>
                <a:close/>
              </a:path>
              <a:path w="611886" h="573024">
                <a:moveTo>
                  <a:pt x="81534" y="548640"/>
                </a:moveTo>
                <a:lnTo>
                  <a:pt x="50292" y="534162"/>
                </a:lnTo>
                <a:lnTo>
                  <a:pt x="59782" y="525289"/>
                </a:lnTo>
                <a:lnTo>
                  <a:pt x="472506" y="139445"/>
                </a:lnTo>
                <a:lnTo>
                  <a:pt x="454343" y="139445"/>
                </a:lnTo>
                <a:lnTo>
                  <a:pt x="51328" y="516213"/>
                </a:lnTo>
                <a:lnTo>
                  <a:pt x="41910" y="525018"/>
                </a:lnTo>
                <a:lnTo>
                  <a:pt x="0" y="573024"/>
                </a:lnTo>
                <a:lnTo>
                  <a:pt x="81534" y="548640"/>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3409950" y="3716061"/>
            <a:ext cx="440436" cy="562881"/>
          </a:xfrm>
          <a:custGeom>
            <a:avLst/>
            <a:gdLst/>
            <a:ahLst/>
            <a:cxnLst/>
            <a:rect l="l" t="t" r="r" b="b"/>
            <a:pathLst>
              <a:path w="440436" h="572262">
                <a:moveTo>
                  <a:pt x="406907" y="518159"/>
                </a:moveTo>
                <a:lnTo>
                  <a:pt x="398833" y="507621"/>
                </a:lnTo>
                <a:lnTo>
                  <a:pt x="116162" y="138683"/>
                </a:lnTo>
                <a:lnTo>
                  <a:pt x="100225" y="138683"/>
                </a:lnTo>
                <a:lnTo>
                  <a:pt x="388471" y="515621"/>
                </a:lnTo>
                <a:lnTo>
                  <a:pt x="396239" y="525780"/>
                </a:lnTo>
                <a:lnTo>
                  <a:pt x="363473" y="534924"/>
                </a:lnTo>
                <a:lnTo>
                  <a:pt x="440435" y="572262"/>
                </a:lnTo>
                <a:lnTo>
                  <a:pt x="406907" y="518159"/>
                </a:lnTo>
                <a:close/>
              </a:path>
              <a:path w="440436" h="572262">
                <a:moveTo>
                  <a:pt x="423671" y="488442"/>
                </a:moveTo>
                <a:lnTo>
                  <a:pt x="398833" y="507621"/>
                </a:lnTo>
                <a:lnTo>
                  <a:pt x="406907" y="518159"/>
                </a:lnTo>
                <a:lnTo>
                  <a:pt x="440435" y="572262"/>
                </a:lnTo>
                <a:lnTo>
                  <a:pt x="423671" y="488442"/>
                </a:lnTo>
                <a:close/>
              </a:path>
              <a:path w="440436" h="572262">
                <a:moveTo>
                  <a:pt x="396239" y="525780"/>
                </a:moveTo>
                <a:lnTo>
                  <a:pt x="388471" y="515621"/>
                </a:lnTo>
                <a:lnTo>
                  <a:pt x="363473" y="534924"/>
                </a:lnTo>
                <a:lnTo>
                  <a:pt x="396239" y="525780"/>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5327904" y="4278943"/>
            <a:ext cx="608076" cy="466943"/>
          </a:xfrm>
          <a:custGeom>
            <a:avLst/>
            <a:gdLst/>
            <a:ahLst/>
            <a:cxnLst/>
            <a:rect l="l" t="t" r="r" b="b"/>
            <a:pathLst>
              <a:path w="608076" h="474725">
                <a:moveTo>
                  <a:pt x="0" y="236982"/>
                </a:moveTo>
                <a:lnTo>
                  <a:pt x="1009" y="256448"/>
                </a:lnTo>
                <a:lnTo>
                  <a:pt x="3986" y="275487"/>
                </a:lnTo>
                <a:lnTo>
                  <a:pt x="15526" y="312035"/>
                </a:lnTo>
                <a:lnTo>
                  <a:pt x="33988" y="346133"/>
                </a:lnTo>
                <a:lnTo>
                  <a:pt x="58741" y="377287"/>
                </a:lnTo>
                <a:lnTo>
                  <a:pt x="73279" y="391605"/>
                </a:lnTo>
                <a:lnTo>
                  <a:pt x="89154" y="405003"/>
                </a:lnTo>
                <a:lnTo>
                  <a:pt x="106285" y="417417"/>
                </a:lnTo>
                <a:lnTo>
                  <a:pt x="124596" y="428786"/>
                </a:lnTo>
                <a:lnTo>
                  <a:pt x="144005" y="439049"/>
                </a:lnTo>
                <a:lnTo>
                  <a:pt x="164436" y="448144"/>
                </a:lnTo>
                <a:lnTo>
                  <a:pt x="185808" y="456009"/>
                </a:lnTo>
                <a:lnTo>
                  <a:pt x="208044" y="462582"/>
                </a:lnTo>
                <a:lnTo>
                  <a:pt x="231063" y="467802"/>
                </a:lnTo>
                <a:lnTo>
                  <a:pt x="254788" y="471607"/>
                </a:lnTo>
                <a:lnTo>
                  <a:pt x="279139" y="473936"/>
                </a:lnTo>
                <a:lnTo>
                  <a:pt x="304038" y="474726"/>
                </a:lnTo>
                <a:lnTo>
                  <a:pt x="328936" y="473936"/>
                </a:lnTo>
                <a:lnTo>
                  <a:pt x="353287" y="471607"/>
                </a:lnTo>
                <a:lnTo>
                  <a:pt x="377012" y="467802"/>
                </a:lnTo>
                <a:lnTo>
                  <a:pt x="400031" y="462582"/>
                </a:lnTo>
                <a:lnTo>
                  <a:pt x="422267" y="456009"/>
                </a:lnTo>
                <a:lnTo>
                  <a:pt x="443639" y="448144"/>
                </a:lnTo>
                <a:lnTo>
                  <a:pt x="464070" y="439049"/>
                </a:lnTo>
                <a:lnTo>
                  <a:pt x="483479" y="428786"/>
                </a:lnTo>
                <a:lnTo>
                  <a:pt x="501790" y="417417"/>
                </a:lnTo>
                <a:lnTo>
                  <a:pt x="518921" y="405003"/>
                </a:lnTo>
                <a:lnTo>
                  <a:pt x="534796" y="391605"/>
                </a:lnTo>
                <a:lnTo>
                  <a:pt x="549334" y="377287"/>
                </a:lnTo>
                <a:lnTo>
                  <a:pt x="574087" y="346133"/>
                </a:lnTo>
                <a:lnTo>
                  <a:pt x="592549" y="312035"/>
                </a:lnTo>
                <a:lnTo>
                  <a:pt x="604089" y="275487"/>
                </a:lnTo>
                <a:lnTo>
                  <a:pt x="608076" y="236982"/>
                </a:lnTo>
                <a:lnTo>
                  <a:pt x="607066" y="217521"/>
                </a:lnTo>
                <a:lnTo>
                  <a:pt x="599224" y="179973"/>
                </a:lnTo>
                <a:lnTo>
                  <a:pt x="584144" y="144660"/>
                </a:lnTo>
                <a:lnTo>
                  <a:pt x="562458" y="112069"/>
                </a:lnTo>
                <a:lnTo>
                  <a:pt x="534796" y="82682"/>
                </a:lnTo>
                <a:lnTo>
                  <a:pt x="518921" y="69342"/>
                </a:lnTo>
                <a:lnTo>
                  <a:pt x="501790" y="56984"/>
                </a:lnTo>
                <a:lnTo>
                  <a:pt x="483479" y="45671"/>
                </a:lnTo>
                <a:lnTo>
                  <a:pt x="464070" y="35461"/>
                </a:lnTo>
                <a:lnTo>
                  <a:pt x="443639" y="26417"/>
                </a:lnTo>
                <a:lnTo>
                  <a:pt x="422267" y="18597"/>
                </a:lnTo>
                <a:lnTo>
                  <a:pt x="400031" y="12063"/>
                </a:lnTo>
                <a:lnTo>
                  <a:pt x="377012" y="6876"/>
                </a:lnTo>
                <a:lnTo>
                  <a:pt x="353287" y="3096"/>
                </a:lnTo>
                <a:lnTo>
                  <a:pt x="328936" y="784"/>
                </a:lnTo>
                <a:lnTo>
                  <a:pt x="304038" y="0"/>
                </a:lnTo>
                <a:lnTo>
                  <a:pt x="279139" y="784"/>
                </a:lnTo>
                <a:lnTo>
                  <a:pt x="254788" y="3096"/>
                </a:lnTo>
                <a:lnTo>
                  <a:pt x="231063" y="6876"/>
                </a:lnTo>
                <a:lnTo>
                  <a:pt x="208044" y="12063"/>
                </a:lnTo>
                <a:lnTo>
                  <a:pt x="185808" y="18597"/>
                </a:lnTo>
                <a:lnTo>
                  <a:pt x="164436" y="26417"/>
                </a:lnTo>
                <a:lnTo>
                  <a:pt x="144005" y="35461"/>
                </a:lnTo>
                <a:lnTo>
                  <a:pt x="124596" y="45671"/>
                </a:lnTo>
                <a:lnTo>
                  <a:pt x="106285" y="56984"/>
                </a:lnTo>
                <a:lnTo>
                  <a:pt x="89153" y="69342"/>
                </a:lnTo>
                <a:lnTo>
                  <a:pt x="73279" y="82682"/>
                </a:lnTo>
                <a:lnTo>
                  <a:pt x="58741" y="96944"/>
                </a:lnTo>
                <a:lnTo>
                  <a:pt x="33988" y="127994"/>
                </a:lnTo>
                <a:lnTo>
                  <a:pt x="15526" y="162007"/>
                </a:lnTo>
                <a:lnTo>
                  <a:pt x="3986" y="198497"/>
                </a:lnTo>
                <a:lnTo>
                  <a:pt x="1009" y="217521"/>
                </a:lnTo>
                <a:lnTo>
                  <a:pt x="0" y="236982"/>
                </a:lnTo>
                <a:close/>
              </a:path>
            </a:pathLst>
          </a:custGeom>
          <a:solidFill>
            <a:srgbClr val="4E80BD"/>
          </a:solidFill>
        </p:spPr>
        <p:txBody>
          <a:bodyPr wrap="square" lIns="0" tIns="0" rIns="0" bIns="0" rtlCol="0">
            <a:noAutofit/>
          </a:bodyPr>
          <a:lstStyle/>
          <a:p>
            <a:endParaRPr/>
          </a:p>
        </p:txBody>
      </p:sp>
      <p:sp>
        <p:nvSpPr>
          <p:cNvPr id="81" name="object 81"/>
          <p:cNvSpPr/>
          <p:nvPr/>
        </p:nvSpPr>
        <p:spPr>
          <a:xfrm>
            <a:off x="5321808" y="4273195"/>
            <a:ext cx="620268" cy="479031"/>
          </a:xfrm>
          <a:custGeom>
            <a:avLst/>
            <a:gdLst/>
            <a:ahLst/>
            <a:cxnLst/>
            <a:rect l="l" t="t" r="r" b="b"/>
            <a:pathLst>
              <a:path w="620267" h="487015">
                <a:moveTo>
                  <a:pt x="111991" y="54668"/>
                </a:moveTo>
                <a:lnTo>
                  <a:pt x="80100" y="78692"/>
                </a:lnTo>
                <a:lnTo>
                  <a:pt x="52408" y="107080"/>
                </a:lnTo>
                <a:lnTo>
                  <a:pt x="29615" y="139834"/>
                </a:lnTo>
                <a:lnTo>
                  <a:pt x="12421" y="176954"/>
                </a:lnTo>
                <a:lnTo>
                  <a:pt x="1523" y="218441"/>
                </a:lnTo>
                <a:lnTo>
                  <a:pt x="0" y="230633"/>
                </a:lnTo>
                <a:lnTo>
                  <a:pt x="0" y="255779"/>
                </a:lnTo>
                <a:lnTo>
                  <a:pt x="3810" y="280925"/>
                </a:lnTo>
                <a:lnTo>
                  <a:pt x="12591" y="312059"/>
                </a:lnTo>
                <a:lnTo>
                  <a:pt x="30322" y="348336"/>
                </a:lnTo>
                <a:lnTo>
                  <a:pt x="53693" y="380429"/>
                </a:lnTo>
                <a:lnTo>
                  <a:pt x="81884" y="408326"/>
                </a:lnTo>
                <a:lnTo>
                  <a:pt x="114078" y="432018"/>
                </a:lnTo>
                <a:lnTo>
                  <a:pt x="149457" y="451493"/>
                </a:lnTo>
                <a:lnTo>
                  <a:pt x="187203" y="466741"/>
                </a:lnTo>
                <a:lnTo>
                  <a:pt x="226496" y="477751"/>
                </a:lnTo>
                <a:lnTo>
                  <a:pt x="266520" y="484513"/>
                </a:lnTo>
                <a:lnTo>
                  <a:pt x="306456" y="487015"/>
                </a:lnTo>
                <a:lnTo>
                  <a:pt x="326136" y="486665"/>
                </a:lnTo>
                <a:lnTo>
                  <a:pt x="357378" y="483617"/>
                </a:lnTo>
                <a:lnTo>
                  <a:pt x="393933" y="477945"/>
                </a:lnTo>
                <a:lnTo>
                  <a:pt x="430345" y="468041"/>
                </a:lnTo>
                <a:lnTo>
                  <a:pt x="465814" y="454064"/>
                </a:lnTo>
                <a:lnTo>
                  <a:pt x="499536" y="436177"/>
                </a:lnTo>
                <a:lnTo>
                  <a:pt x="530709" y="414542"/>
                </a:lnTo>
                <a:lnTo>
                  <a:pt x="558531" y="389319"/>
                </a:lnTo>
                <a:lnTo>
                  <a:pt x="582200" y="360669"/>
                </a:lnTo>
                <a:lnTo>
                  <a:pt x="600914" y="328756"/>
                </a:lnTo>
                <a:lnTo>
                  <a:pt x="613870" y="293738"/>
                </a:lnTo>
                <a:lnTo>
                  <a:pt x="620268" y="255779"/>
                </a:lnTo>
                <a:lnTo>
                  <a:pt x="620268" y="229871"/>
                </a:lnTo>
                <a:lnTo>
                  <a:pt x="607781" y="176303"/>
                </a:lnTo>
                <a:lnTo>
                  <a:pt x="590528" y="139282"/>
                </a:lnTo>
                <a:lnTo>
                  <a:pt x="567684" y="106618"/>
                </a:lnTo>
                <a:lnTo>
                  <a:pt x="539948" y="78311"/>
                </a:lnTo>
                <a:lnTo>
                  <a:pt x="508019" y="54362"/>
                </a:lnTo>
                <a:lnTo>
                  <a:pt x="472597" y="34770"/>
                </a:lnTo>
                <a:lnTo>
                  <a:pt x="434381" y="19538"/>
                </a:lnTo>
                <a:lnTo>
                  <a:pt x="394070" y="8665"/>
                </a:lnTo>
                <a:lnTo>
                  <a:pt x="352364" y="2152"/>
                </a:lnTo>
                <a:lnTo>
                  <a:pt x="309962" y="0"/>
                </a:lnTo>
                <a:lnTo>
                  <a:pt x="267564" y="2208"/>
                </a:lnTo>
                <a:lnTo>
                  <a:pt x="225868" y="8779"/>
                </a:lnTo>
                <a:lnTo>
                  <a:pt x="185574" y="19712"/>
                </a:lnTo>
                <a:lnTo>
                  <a:pt x="253838" y="16097"/>
                </a:lnTo>
                <a:lnTo>
                  <a:pt x="272731" y="13706"/>
                </a:lnTo>
                <a:lnTo>
                  <a:pt x="291530" y="12319"/>
                </a:lnTo>
                <a:lnTo>
                  <a:pt x="326136" y="12701"/>
                </a:lnTo>
                <a:lnTo>
                  <a:pt x="358235" y="15042"/>
                </a:lnTo>
                <a:lnTo>
                  <a:pt x="393757" y="21170"/>
                </a:lnTo>
                <a:lnTo>
                  <a:pt x="429008" y="31175"/>
                </a:lnTo>
                <a:lnTo>
                  <a:pt x="463212" y="44961"/>
                </a:lnTo>
                <a:lnTo>
                  <a:pt x="495596" y="62429"/>
                </a:lnTo>
                <a:lnTo>
                  <a:pt x="525385" y="83482"/>
                </a:lnTo>
                <a:lnTo>
                  <a:pt x="551804" y="108022"/>
                </a:lnTo>
                <a:lnTo>
                  <a:pt x="574078" y="135952"/>
                </a:lnTo>
                <a:lnTo>
                  <a:pt x="591434" y="167173"/>
                </a:lnTo>
                <a:lnTo>
                  <a:pt x="603097" y="201590"/>
                </a:lnTo>
                <a:lnTo>
                  <a:pt x="607314" y="231395"/>
                </a:lnTo>
                <a:lnTo>
                  <a:pt x="608076" y="243587"/>
                </a:lnTo>
                <a:lnTo>
                  <a:pt x="606552" y="266447"/>
                </a:lnTo>
                <a:lnTo>
                  <a:pt x="597872" y="302535"/>
                </a:lnTo>
                <a:lnTo>
                  <a:pt x="583178" y="335375"/>
                </a:lnTo>
                <a:lnTo>
                  <a:pt x="563232" y="364898"/>
                </a:lnTo>
                <a:lnTo>
                  <a:pt x="538797" y="391037"/>
                </a:lnTo>
                <a:lnTo>
                  <a:pt x="510635" y="413723"/>
                </a:lnTo>
                <a:lnTo>
                  <a:pt x="479508" y="432886"/>
                </a:lnTo>
                <a:lnTo>
                  <a:pt x="446181" y="448459"/>
                </a:lnTo>
                <a:lnTo>
                  <a:pt x="411414" y="460373"/>
                </a:lnTo>
                <a:lnTo>
                  <a:pt x="375970" y="468559"/>
                </a:lnTo>
                <a:lnTo>
                  <a:pt x="340614" y="472949"/>
                </a:lnTo>
                <a:lnTo>
                  <a:pt x="325374" y="473711"/>
                </a:lnTo>
                <a:lnTo>
                  <a:pt x="310134" y="473711"/>
                </a:lnTo>
                <a:lnTo>
                  <a:pt x="273869" y="472326"/>
                </a:lnTo>
                <a:lnTo>
                  <a:pt x="237236" y="467058"/>
                </a:lnTo>
                <a:lnTo>
                  <a:pt x="200963" y="457942"/>
                </a:lnTo>
                <a:lnTo>
                  <a:pt x="165777" y="445013"/>
                </a:lnTo>
                <a:lnTo>
                  <a:pt x="132407" y="428305"/>
                </a:lnTo>
                <a:lnTo>
                  <a:pt x="101581" y="407854"/>
                </a:lnTo>
                <a:lnTo>
                  <a:pt x="74028" y="383694"/>
                </a:lnTo>
                <a:lnTo>
                  <a:pt x="50476" y="355860"/>
                </a:lnTo>
                <a:lnTo>
                  <a:pt x="31653" y="324386"/>
                </a:lnTo>
                <a:lnTo>
                  <a:pt x="18288" y="289307"/>
                </a:lnTo>
                <a:lnTo>
                  <a:pt x="13716" y="266447"/>
                </a:lnTo>
                <a:lnTo>
                  <a:pt x="12954" y="254255"/>
                </a:lnTo>
                <a:lnTo>
                  <a:pt x="12192" y="242825"/>
                </a:lnTo>
                <a:lnTo>
                  <a:pt x="12954" y="231395"/>
                </a:lnTo>
                <a:lnTo>
                  <a:pt x="14477" y="219203"/>
                </a:lnTo>
                <a:lnTo>
                  <a:pt x="16001" y="207773"/>
                </a:lnTo>
                <a:lnTo>
                  <a:pt x="21061" y="188722"/>
                </a:lnTo>
                <a:lnTo>
                  <a:pt x="27742" y="170629"/>
                </a:lnTo>
                <a:lnTo>
                  <a:pt x="35942" y="153497"/>
                </a:lnTo>
                <a:lnTo>
                  <a:pt x="45561" y="137330"/>
                </a:lnTo>
                <a:lnTo>
                  <a:pt x="56498" y="122130"/>
                </a:lnTo>
                <a:lnTo>
                  <a:pt x="68653" y="107899"/>
                </a:lnTo>
                <a:lnTo>
                  <a:pt x="81923" y="94640"/>
                </a:lnTo>
                <a:lnTo>
                  <a:pt x="96210" y="82355"/>
                </a:lnTo>
                <a:lnTo>
                  <a:pt x="111410" y="71048"/>
                </a:lnTo>
                <a:lnTo>
                  <a:pt x="127425" y="60721"/>
                </a:lnTo>
                <a:lnTo>
                  <a:pt x="144152" y="51377"/>
                </a:lnTo>
                <a:lnTo>
                  <a:pt x="161492" y="43018"/>
                </a:lnTo>
                <a:lnTo>
                  <a:pt x="179342" y="35647"/>
                </a:lnTo>
                <a:lnTo>
                  <a:pt x="147382" y="35008"/>
                </a:lnTo>
                <a:lnTo>
                  <a:pt x="111991" y="54668"/>
                </a:lnTo>
                <a:close/>
              </a:path>
              <a:path w="620267" h="487015">
                <a:moveTo>
                  <a:pt x="179342" y="35647"/>
                </a:moveTo>
                <a:lnTo>
                  <a:pt x="197603" y="29267"/>
                </a:lnTo>
                <a:lnTo>
                  <a:pt x="216173" y="23880"/>
                </a:lnTo>
                <a:lnTo>
                  <a:pt x="234952" y="19490"/>
                </a:lnTo>
                <a:lnTo>
                  <a:pt x="253838" y="16097"/>
                </a:lnTo>
                <a:lnTo>
                  <a:pt x="185574" y="19712"/>
                </a:lnTo>
                <a:lnTo>
                  <a:pt x="147382" y="35008"/>
                </a:lnTo>
                <a:lnTo>
                  <a:pt x="179342" y="35647"/>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6631685" y="4186753"/>
            <a:ext cx="609600" cy="465445"/>
          </a:xfrm>
          <a:custGeom>
            <a:avLst/>
            <a:gdLst/>
            <a:ahLst/>
            <a:cxnLst/>
            <a:rect l="l" t="t" r="r" b="b"/>
            <a:pathLst>
              <a:path w="609600" h="473201">
                <a:moveTo>
                  <a:pt x="0" y="236219"/>
                </a:moveTo>
                <a:lnTo>
                  <a:pt x="1009" y="255680"/>
                </a:lnTo>
                <a:lnTo>
                  <a:pt x="3987" y="274704"/>
                </a:lnTo>
                <a:lnTo>
                  <a:pt x="15532" y="311194"/>
                </a:lnTo>
                <a:lnTo>
                  <a:pt x="34008" y="345207"/>
                </a:lnTo>
                <a:lnTo>
                  <a:pt x="58789" y="376257"/>
                </a:lnTo>
                <a:lnTo>
                  <a:pt x="73348" y="390519"/>
                </a:lnTo>
                <a:lnTo>
                  <a:pt x="89249" y="403859"/>
                </a:lnTo>
                <a:lnTo>
                  <a:pt x="106412" y="416217"/>
                </a:lnTo>
                <a:lnTo>
                  <a:pt x="124760" y="427530"/>
                </a:lnTo>
                <a:lnTo>
                  <a:pt x="144215" y="437740"/>
                </a:lnTo>
                <a:lnTo>
                  <a:pt x="164697" y="446784"/>
                </a:lnTo>
                <a:lnTo>
                  <a:pt x="186130" y="454604"/>
                </a:lnTo>
                <a:lnTo>
                  <a:pt x="208434" y="461138"/>
                </a:lnTo>
                <a:lnTo>
                  <a:pt x="231531" y="466325"/>
                </a:lnTo>
                <a:lnTo>
                  <a:pt x="255343" y="470105"/>
                </a:lnTo>
                <a:lnTo>
                  <a:pt x="279792" y="472417"/>
                </a:lnTo>
                <a:lnTo>
                  <a:pt x="304800" y="473201"/>
                </a:lnTo>
                <a:lnTo>
                  <a:pt x="329704" y="472417"/>
                </a:lnTo>
                <a:lnTo>
                  <a:pt x="354070" y="470105"/>
                </a:lnTo>
                <a:lnTo>
                  <a:pt x="377820" y="466325"/>
                </a:lnTo>
                <a:lnTo>
                  <a:pt x="400872" y="461138"/>
                </a:lnTo>
                <a:lnTo>
                  <a:pt x="423148" y="454604"/>
                </a:lnTo>
                <a:lnTo>
                  <a:pt x="444566" y="446784"/>
                </a:lnTo>
                <a:lnTo>
                  <a:pt x="465046" y="437740"/>
                </a:lnTo>
                <a:lnTo>
                  <a:pt x="484510" y="427530"/>
                </a:lnTo>
                <a:lnTo>
                  <a:pt x="502876" y="416217"/>
                </a:lnTo>
                <a:lnTo>
                  <a:pt x="520064" y="403859"/>
                </a:lnTo>
                <a:lnTo>
                  <a:pt x="535996" y="390519"/>
                </a:lnTo>
                <a:lnTo>
                  <a:pt x="550590" y="376257"/>
                </a:lnTo>
                <a:lnTo>
                  <a:pt x="575447" y="345207"/>
                </a:lnTo>
                <a:lnTo>
                  <a:pt x="593994" y="311194"/>
                </a:lnTo>
                <a:lnTo>
                  <a:pt x="605591" y="274704"/>
                </a:lnTo>
                <a:lnTo>
                  <a:pt x="609600" y="236219"/>
                </a:lnTo>
                <a:lnTo>
                  <a:pt x="608584" y="216867"/>
                </a:lnTo>
                <a:lnTo>
                  <a:pt x="600701" y="179505"/>
                </a:lnTo>
                <a:lnTo>
                  <a:pt x="585549" y="144339"/>
                </a:lnTo>
                <a:lnTo>
                  <a:pt x="563767" y="111859"/>
                </a:lnTo>
                <a:lnTo>
                  <a:pt x="535996" y="82555"/>
                </a:lnTo>
                <a:lnTo>
                  <a:pt x="520064" y="69246"/>
                </a:lnTo>
                <a:lnTo>
                  <a:pt x="502876" y="56915"/>
                </a:lnTo>
                <a:lnTo>
                  <a:pt x="484510" y="45622"/>
                </a:lnTo>
                <a:lnTo>
                  <a:pt x="465046" y="35429"/>
                </a:lnTo>
                <a:lnTo>
                  <a:pt x="444566" y="26396"/>
                </a:lnTo>
                <a:lnTo>
                  <a:pt x="423148" y="18585"/>
                </a:lnTo>
                <a:lnTo>
                  <a:pt x="400872" y="12057"/>
                </a:lnTo>
                <a:lnTo>
                  <a:pt x="377820" y="6874"/>
                </a:lnTo>
                <a:lnTo>
                  <a:pt x="354070" y="3096"/>
                </a:lnTo>
                <a:lnTo>
                  <a:pt x="329704" y="784"/>
                </a:lnTo>
                <a:lnTo>
                  <a:pt x="304800" y="0"/>
                </a:lnTo>
                <a:lnTo>
                  <a:pt x="279792" y="784"/>
                </a:lnTo>
                <a:lnTo>
                  <a:pt x="255343" y="3096"/>
                </a:lnTo>
                <a:lnTo>
                  <a:pt x="231531" y="6874"/>
                </a:lnTo>
                <a:lnTo>
                  <a:pt x="208434" y="12057"/>
                </a:lnTo>
                <a:lnTo>
                  <a:pt x="186130" y="18585"/>
                </a:lnTo>
                <a:lnTo>
                  <a:pt x="164697" y="26396"/>
                </a:lnTo>
                <a:lnTo>
                  <a:pt x="144215" y="35429"/>
                </a:lnTo>
                <a:lnTo>
                  <a:pt x="124760" y="45622"/>
                </a:lnTo>
                <a:lnTo>
                  <a:pt x="106412" y="56915"/>
                </a:lnTo>
                <a:lnTo>
                  <a:pt x="89249" y="69246"/>
                </a:lnTo>
                <a:lnTo>
                  <a:pt x="73348" y="82555"/>
                </a:lnTo>
                <a:lnTo>
                  <a:pt x="58789" y="96780"/>
                </a:lnTo>
                <a:lnTo>
                  <a:pt x="34008" y="127733"/>
                </a:lnTo>
                <a:lnTo>
                  <a:pt x="15532" y="161617"/>
                </a:lnTo>
                <a:lnTo>
                  <a:pt x="3987" y="197942"/>
                </a:lnTo>
                <a:lnTo>
                  <a:pt x="1009" y="216867"/>
                </a:lnTo>
                <a:lnTo>
                  <a:pt x="0" y="236219"/>
                </a:lnTo>
                <a:close/>
              </a:path>
            </a:pathLst>
          </a:custGeom>
          <a:solidFill>
            <a:srgbClr val="4E80BD"/>
          </a:solidFill>
        </p:spPr>
        <p:txBody>
          <a:bodyPr wrap="square" lIns="0" tIns="0" rIns="0" bIns="0" rtlCol="0">
            <a:noAutofit/>
          </a:bodyPr>
          <a:lstStyle/>
          <a:p>
            <a:endParaRPr/>
          </a:p>
        </p:txBody>
      </p:sp>
      <p:sp>
        <p:nvSpPr>
          <p:cNvPr id="83" name="object 83"/>
          <p:cNvSpPr/>
          <p:nvPr/>
        </p:nvSpPr>
        <p:spPr>
          <a:xfrm>
            <a:off x="6624828" y="4407857"/>
            <a:ext cx="622554" cy="274863"/>
          </a:xfrm>
          <a:custGeom>
            <a:avLst/>
            <a:gdLst/>
            <a:ahLst/>
            <a:cxnLst/>
            <a:rect l="l" t="t" r="r" b="b"/>
            <a:pathLst>
              <a:path w="622553" h="279444">
                <a:moveTo>
                  <a:pt x="3810" y="48768"/>
                </a:moveTo>
                <a:lnTo>
                  <a:pt x="16002" y="46482"/>
                </a:lnTo>
                <a:lnTo>
                  <a:pt x="14478" y="35052"/>
                </a:lnTo>
                <a:lnTo>
                  <a:pt x="12954" y="22860"/>
                </a:lnTo>
                <a:lnTo>
                  <a:pt x="12954" y="0"/>
                </a:lnTo>
                <a:lnTo>
                  <a:pt x="0" y="12192"/>
                </a:lnTo>
                <a:lnTo>
                  <a:pt x="762" y="24384"/>
                </a:lnTo>
                <a:lnTo>
                  <a:pt x="1524" y="36576"/>
                </a:lnTo>
                <a:lnTo>
                  <a:pt x="3810" y="48768"/>
                </a:lnTo>
                <a:close/>
              </a:path>
              <a:path w="622553" h="279444">
                <a:moveTo>
                  <a:pt x="21160" y="99223"/>
                </a:moveTo>
                <a:lnTo>
                  <a:pt x="30726" y="116792"/>
                </a:lnTo>
                <a:lnTo>
                  <a:pt x="41756" y="133318"/>
                </a:lnTo>
                <a:lnTo>
                  <a:pt x="54140" y="148798"/>
                </a:lnTo>
                <a:lnTo>
                  <a:pt x="67767" y="163231"/>
                </a:lnTo>
                <a:lnTo>
                  <a:pt x="82529" y="176616"/>
                </a:lnTo>
                <a:lnTo>
                  <a:pt x="98315" y="188951"/>
                </a:lnTo>
                <a:lnTo>
                  <a:pt x="115016" y="200234"/>
                </a:lnTo>
                <a:lnTo>
                  <a:pt x="132521" y="210464"/>
                </a:lnTo>
                <a:lnTo>
                  <a:pt x="150721" y="219639"/>
                </a:lnTo>
                <a:lnTo>
                  <a:pt x="169505" y="227759"/>
                </a:lnTo>
                <a:lnTo>
                  <a:pt x="188765" y="234821"/>
                </a:lnTo>
                <a:lnTo>
                  <a:pt x="208390" y="240823"/>
                </a:lnTo>
                <a:lnTo>
                  <a:pt x="228271" y="245765"/>
                </a:lnTo>
                <a:lnTo>
                  <a:pt x="248297" y="249644"/>
                </a:lnTo>
                <a:lnTo>
                  <a:pt x="268359" y="252460"/>
                </a:lnTo>
                <a:lnTo>
                  <a:pt x="288346" y="254210"/>
                </a:lnTo>
                <a:lnTo>
                  <a:pt x="308150" y="254893"/>
                </a:lnTo>
                <a:lnTo>
                  <a:pt x="327660" y="254508"/>
                </a:lnTo>
                <a:lnTo>
                  <a:pt x="342900" y="252984"/>
                </a:lnTo>
                <a:lnTo>
                  <a:pt x="358902" y="251460"/>
                </a:lnTo>
                <a:lnTo>
                  <a:pt x="377066" y="249159"/>
                </a:lnTo>
                <a:lnTo>
                  <a:pt x="395325" y="245787"/>
                </a:lnTo>
                <a:lnTo>
                  <a:pt x="413574" y="241363"/>
                </a:lnTo>
                <a:lnTo>
                  <a:pt x="431711" y="235907"/>
                </a:lnTo>
                <a:lnTo>
                  <a:pt x="449631" y="229439"/>
                </a:lnTo>
                <a:lnTo>
                  <a:pt x="467230" y="221979"/>
                </a:lnTo>
                <a:lnTo>
                  <a:pt x="484404" y="213546"/>
                </a:lnTo>
                <a:lnTo>
                  <a:pt x="501050" y="204160"/>
                </a:lnTo>
                <a:lnTo>
                  <a:pt x="517064" y="193841"/>
                </a:lnTo>
                <a:lnTo>
                  <a:pt x="532342" y="182608"/>
                </a:lnTo>
                <a:lnTo>
                  <a:pt x="546780" y="170482"/>
                </a:lnTo>
                <a:lnTo>
                  <a:pt x="560274" y="157481"/>
                </a:lnTo>
                <a:lnTo>
                  <a:pt x="572721" y="143626"/>
                </a:lnTo>
                <a:lnTo>
                  <a:pt x="584016" y="128937"/>
                </a:lnTo>
                <a:lnTo>
                  <a:pt x="594056" y="113433"/>
                </a:lnTo>
                <a:lnTo>
                  <a:pt x="602737" y="97134"/>
                </a:lnTo>
                <a:lnTo>
                  <a:pt x="609954" y="80060"/>
                </a:lnTo>
                <a:lnTo>
                  <a:pt x="615605" y="62230"/>
                </a:lnTo>
                <a:lnTo>
                  <a:pt x="619586" y="43665"/>
                </a:lnTo>
                <a:lnTo>
                  <a:pt x="621792" y="24384"/>
                </a:lnTo>
                <a:lnTo>
                  <a:pt x="622554" y="11430"/>
                </a:lnTo>
                <a:lnTo>
                  <a:pt x="621792" y="-761"/>
                </a:lnTo>
                <a:lnTo>
                  <a:pt x="621030" y="-13715"/>
                </a:lnTo>
                <a:lnTo>
                  <a:pt x="609710" y="-54980"/>
                </a:lnTo>
                <a:lnTo>
                  <a:pt x="592167" y="-91896"/>
                </a:lnTo>
                <a:lnTo>
                  <a:pt x="569091" y="-124462"/>
                </a:lnTo>
                <a:lnTo>
                  <a:pt x="541177" y="-152680"/>
                </a:lnTo>
                <a:lnTo>
                  <a:pt x="509116" y="-176549"/>
                </a:lnTo>
                <a:lnTo>
                  <a:pt x="473600" y="-196070"/>
                </a:lnTo>
                <a:lnTo>
                  <a:pt x="435323" y="-211243"/>
                </a:lnTo>
                <a:lnTo>
                  <a:pt x="394977" y="-222068"/>
                </a:lnTo>
                <a:lnTo>
                  <a:pt x="353254" y="-228545"/>
                </a:lnTo>
                <a:lnTo>
                  <a:pt x="310848" y="-230676"/>
                </a:lnTo>
                <a:lnTo>
                  <a:pt x="268450" y="-228460"/>
                </a:lnTo>
                <a:lnTo>
                  <a:pt x="226753" y="-221897"/>
                </a:lnTo>
                <a:lnTo>
                  <a:pt x="186450" y="-210988"/>
                </a:lnTo>
                <a:lnTo>
                  <a:pt x="148233" y="-195733"/>
                </a:lnTo>
                <a:lnTo>
                  <a:pt x="112795" y="-176132"/>
                </a:lnTo>
                <a:lnTo>
                  <a:pt x="80828" y="-152186"/>
                </a:lnTo>
                <a:lnTo>
                  <a:pt x="53024" y="-123895"/>
                </a:lnTo>
                <a:lnTo>
                  <a:pt x="30078" y="-91259"/>
                </a:lnTo>
                <a:lnTo>
                  <a:pt x="12680" y="-54278"/>
                </a:lnTo>
                <a:lnTo>
                  <a:pt x="1523" y="-12953"/>
                </a:lnTo>
                <a:lnTo>
                  <a:pt x="0" y="12192"/>
                </a:lnTo>
                <a:lnTo>
                  <a:pt x="12954" y="0"/>
                </a:lnTo>
                <a:lnTo>
                  <a:pt x="14477" y="-12191"/>
                </a:lnTo>
                <a:lnTo>
                  <a:pt x="25406" y="-51913"/>
                </a:lnTo>
                <a:lnTo>
                  <a:pt x="42513" y="-87372"/>
                </a:lnTo>
                <a:lnTo>
                  <a:pt x="65098" y="-118570"/>
                </a:lnTo>
                <a:lnTo>
                  <a:pt x="92462" y="-145510"/>
                </a:lnTo>
                <a:lnTo>
                  <a:pt x="123907" y="-168196"/>
                </a:lnTo>
                <a:lnTo>
                  <a:pt x="158731" y="-186630"/>
                </a:lnTo>
                <a:lnTo>
                  <a:pt x="196237" y="-200816"/>
                </a:lnTo>
                <a:lnTo>
                  <a:pt x="235725" y="-210756"/>
                </a:lnTo>
                <a:lnTo>
                  <a:pt x="276495" y="-216454"/>
                </a:lnTo>
                <a:lnTo>
                  <a:pt x="317849" y="-217912"/>
                </a:lnTo>
                <a:lnTo>
                  <a:pt x="359086" y="-215135"/>
                </a:lnTo>
                <a:lnTo>
                  <a:pt x="399508" y="-208124"/>
                </a:lnTo>
                <a:lnTo>
                  <a:pt x="438414" y="-196882"/>
                </a:lnTo>
                <a:lnTo>
                  <a:pt x="475107" y="-181414"/>
                </a:lnTo>
                <a:lnTo>
                  <a:pt x="508886" y="-161721"/>
                </a:lnTo>
                <a:lnTo>
                  <a:pt x="539052" y="-137807"/>
                </a:lnTo>
                <a:lnTo>
                  <a:pt x="564905" y="-109675"/>
                </a:lnTo>
                <a:lnTo>
                  <a:pt x="585748" y="-77327"/>
                </a:lnTo>
                <a:lnTo>
                  <a:pt x="600879" y="-40768"/>
                </a:lnTo>
                <a:lnTo>
                  <a:pt x="609600" y="0"/>
                </a:lnTo>
                <a:lnTo>
                  <a:pt x="609600" y="23622"/>
                </a:lnTo>
                <a:lnTo>
                  <a:pt x="600937" y="63739"/>
                </a:lnTo>
                <a:lnTo>
                  <a:pt x="586081" y="99796"/>
                </a:lnTo>
                <a:lnTo>
                  <a:pt x="565694" y="131784"/>
                </a:lnTo>
                <a:lnTo>
                  <a:pt x="540439" y="159696"/>
                </a:lnTo>
                <a:lnTo>
                  <a:pt x="510981" y="183527"/>
                </a:lnTo>
                <a:lnTo>
                  <a:pt x="477984" y="203269"/>
                </a:lnTo>
                <a:lnTo>
                  <a:pt x="442110" y="218915"/>
                </a:lnTo>
                <a:lnTo>
                  <a:pt x="404023" y="230459"/>
                </a:lnTo>
                <a:lnTo>
                  <a:pt x="364389" y="237893"/>
                </a:lnTo>
                <a:lnTo>
                  <a:pt x="323869" y="241211"/>
                </a:lnTo>
                <a:lnTo>
                  <a:pt x="283127" y="240405"/>
                </a:lnTo>
                <a:lnTo>
                  <a:pt x="242828" y="235470"/>
                </a:lnTo>
                <a:lnTo>
                  <a:pt x="203635" y="226397"/>
                </a:lnTo>
                <a:lnTo>
                  <a:pt x="166212" y="213181"/>
                </a:lnTo>
                <a:lnTo>
                  <a:pt x="131222" y="195814"/>
                </a:lnTo>
                <a:lnTo>
                  <a:pt x="99329" y="174290"/>
                </a:lnTo>
                <a:lnTo>
                  <a:pt x="71197" y="148602"/>
                </a:lnTo>
                <a:lnTo>
                  <a:pt x="47489" y="118742"/>
                </a:lnTo>
                <a:lnTo>
                  <a:pt x="28869" y="84704"/>
                </a:lnTo>
                <a:lnTo>
                  <a:pt x="16002" y="46482"/>
                </a:lnTo>
                <a:lnTo>
                  <a:pt x="3810" y="48768"/>
                </a:lnTo>
                <a:lnTo>
                  <a:pt x="6858" y="60960"/>
                </a:lnTo>
                <a:lnTo>
                  <a:pt x="13167" y="80612"/>
                </a:lnTo>
                <a:lnTo>
                  <a:pt x="21160" y="99223"/>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5582412" y="3719059"/>
            <a:ext cx="119634" cy="559883"/>
          </a:xfrm>
          <a:custGeom>
            <a:avLst/>
            <a:gdLst/>
            <a:ahLst/>
            <a:cxnLst/>
            <a:rect l="l" t="t" r="r" b="b"/>
            <a:pathLst>
              <a:path w="119634" h="569213">
                <a:moveTo>
                  <a:pt x="89915" y="505206"/>
                </a:moveTo>
                <a:lnTo>
                  <a:pt x="88006" y="492791"/>
                </a:lnTo>
                <a:lnTo>
                  <a:pt x="33059" y="135635"/>
                </a:lnTo>
                <a:lnTo>
                  <a:pt x="20399" y="135635"/>
                </a:lnTo>
                <a:lnTo>
                  <a:pt x="75044" y="494886"/>
                </a:lnTo>
                <a:lnTo>
                  <a:pt x="76961" y="507492"/>
                </a:lnTo>
                <a:lnTo>
                  <a:pt x="44195" y="499872"/>
                </a:lnTo>
                <a:lnTo>
                  <a:pt x="92963" y="569214"/>
                </a:lnTo>
                <a:lnTo>
                  <a:pt x="89915" y="505206"/>
                </a:lnTo>
                <a:close/>
              </a:path>
              <a:path w="119634" h="569213">
                <a:moveTo>
                  <a:pt x="119633" y="487680"/>
                </a:moveTo>
                <a:lnTo>
                  <a:pt x="88006" y="492791"/>
                </a:lnTo>
                <a:lnTo>
                  <a:pt x="89915" y="505206"/>
                </a:lnTo>
                <a:lnTo>
                  <a:pt x="92963" y="569214"/>
                </a:lnTo>
                <a:lnTo>
                  <a:pt x="119633" y="487680"/>
                </a:lnTo>
                <a:close/>
              </a:path>
              <a:path w="119634" h="569213">
                <a:moveTo>
                  <a:pt x="75044" y="494886"/>
                </a:moveTo>
                <a:lnTo>
                  <a:pt x="44195" y="499872"/>
                </a:lnTo>
                <a:lnTo>
                  <a:pt x="76961" y="507492"/>
                </a:lnTo>
                <a:lnTo>
                  <a:pt x="75044" y="494886"/>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6800087" y="3718309"/>
            <a:ext cx="116586" cy="468443"/>
          </a:xfrm>
          <a:custGeom>
            <a:avLst/>
            <a:gdLst/>
            <a:ahLst/>
            <a:cxnLst/>
            <a:rect l="l" t="t" r="r" b="b"/>
            <a:pathLst>
              <a:path w="116585" h="476250">
                <a:moveTo>
                  <a:pt x="87630" y="412242"/>
                </a:moveTo>
                <a:lnTo>
                  <a:pt x="85390" y="400002"/>
                </a:lnTo>
                <a:lnTo>
                  <a:pt x="37152" y="136397"/>
                </a:lnTo>
                <a:lnTo>
                  <a:pt x="24541" y="136397"/>
                </a:lnTo>
                <a:lnTo>
                  <a:pt x="73211" y="402363"/>
                </a:lnTo>
                <a:lnTo>
                  <a:pt x="75438" y="414528"/>
                </a:lnTo>
                <a:lnTo>
                  <a:pt x="41910" y="408431"/>
                </a:lnTo>
                <a:lnTo>
                  <a:pt x="92964" y="476250"/>
                </a:lnTo>
                <a:lnTo>
                  <a:pt x="87630" y="412242"/>
                </a:lnTo>
                <a:close/>
              </a:path>
              <a:path w="116585" h="476250">
                <a:moveTo>
                  <a:pt x="116586" y="393954"/>
                </a:moveTo>
                <a:lnTo>
                  <a:pt x="85390" y="400002"/>
                </a:lnTo>
                <a:lnTo>
                  <a:pt x="87630" y="412242"/>
                </a:lnTo>
                <a:lnTo>
                  <a:pt x="92964" y="476250"/>
                </a:lnTo>
                <a:lnTo>
                  <a:pt x="116586" y="393954"/>
                </a:lnTo>
                <a:close/>
              </a:path>
              <a:path w="116585" h="476250">
                <a:moveTo>
                  <a:pt x="73211" y="402363"/>
                </a:moveTo>
                <a:lnTo>
                  <a:pt x="41910" y="408431"/>
                </a:lnTo>
                <a:lnTo>
                  <a:pt x="75438" y="414528"/>
                </a:lnTo>
                <a:lnTo>
                  <a:pt x="73211" y="402363"/>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3823717" y="4744387"/>
            <a:ext cx="119633" cy="560632"/>
          </a:xfrm>
          <a:custGeom>
            <a:avLst/>
            <a:gdLst/>
            <a:ahLst/>
            <a:cxnLst/>
            <a:rect l="l" t="t" r="r" b="b"/>
            <a:pathLst>
              <a:path w="119634" h="569976">
                <a:moveTo>
                  <a:pt x="108848" y="72389"/>
                </a:moveTo>
                <a:lnTo>
                  <a:pt x="119634" y="2286"/>
                </a:lnTo>
                <a:lnTo>
                  <a:pt x="107442" y="0"/>
                </a:lnTo>
                <a:lnTo>
                  <a:pt x="96321" y="72389"/>
                </a:lnTo>
                <a:lnTo>
                  <a:pt x="108848" y="72389"/>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3338322" y="3883202"/>
            <a:ext cx="201168" cy="1513257"/>
          </a:xfrm>
          <a:custGeom>
            <a:avLst/>
            <a:gdLst/>
            <a:ahLst/>
            <a:cxnLst/>
            <a:rect l="l" t="t" r="r" b="b"/>
            <a:pathLst>
              <a:path w="201168" h="1538477">
                <a:moveTo>
                  <a:pt x="16001" y="28955"/>
                </a:moveTo>
                <a:lnTo>
                  <a:pt x="24383" y="28193"/>
                </a:lnTo>
                <a:lnTo>
                  <a:pt x="29717" y="21335"/>
                </a:lnTo>
                <a:lnTo>
                  <a:pt x="28955" y="13715"/>
                </a:lnTo>
                <a:lnTo>
                  <a:pt x="28193" y="5333"/>
                </a:lnTo>
                <a:lnTo>
                  <a:pt x="21335" y="0"/>
                </a:lnTo>
                <a:lnTo>
                  <a:pt x="13715" y="761"/>
                </a:lnTo>
                <a:lnTo>
                  <a:pt x="5333" y="1523"/>
                </a:lnTo>
                <a:lnTo>
                  <a:pt x="0" y="8381"/>
                </a:lnTo>
                <a:lnTo>
                  <a:pt x="761" y="16001"/>
                </a:lnTo>
                <a:lnTo>
                  <a:pt x="1523" y="24383"/>
                </a:lnTo>
                <a:lnTo>
                  <a:pt x="8381" y="29717"/>
                </a:lnTo>
                <a:lnTo>
                  <a:pt x="16001" y="28955"/>
                </a:lnTo>
                <a:close/>
              </a:path>
              <a:path w="201168" h="1538477">
                <a:moveTo>
                  <a:pt x="22097" y="86105"/>
                </a:moveTo>
                <a:lnTo>
                  <a:pt x="29717" y="85343"/>
                </a:lnTo>
                <a:lnTo>
                  <a:pt x="35813" y="78485"/>
                </a:lnTo>
                <a:lnTo>
                  <a:pt x="35051" y="70103"/>
                </a:lnTo>
                <a:lnTo>
                  <a:pt x="34289" y="62483"/>
                </a:lnTo>
                <a:lnTo>
                  <a:pt x="26669" y="56387"/>
                </a:lnTo>
                <a:lnTo>
                  <a:pt x="19049" y="57149"/>
                </a:lnTo>
                <a:lnTo>
                  <a:pt x="11429" y="57911"/>
                </a:lnTo>
                <a:lnTo>
                  <a:pt x="5333" y="65531"/>
                </a:lnTo>
                <a:lnTo>
                  <a:pt x="6095" y="73151"/>
                </a:lnTo>
                <a:lnTo>
                  <a:pt x="6857" y="80771"/>
                </a:lnTo>
                <a:lnTo>
                  <a:pt x="13715" y="86867"/>
                </a:lnTo>
                <a:lnTo>
                  <a:pt x="22097" y="86105"/>
                </a:lnTo>
                <a:close/>
              </a:path>
              <a:path w="201168" h="1538477">
                <a:moveTo>
                  <a:pt x="33527" y="199643"/>
                </a:moveTo>
                <a:lnTo>
                  <a:pt x="41147" y="198881"/>
                </a:lnTo>
                <a:lnTo>
                  <a:pt x="47243" y="192023"/>
                </a:lnTo>
                <a:lnTo>
                  <a:pt x="46481" y="184403"/>
                </a:lnTo>
                <a:lnTo>
                  <a:pt x="45719" y="176021"/>
                </a:lnTo>
                <a:lnTo>
                  <a:pt x="38099" y="170687"/>
                </a:lnTo>
                <a:lnTo>
                  <a:pt x="30479" y="171449"/>
                </a:lnTo>
                <a:lnTo>
                  <a:pt x="22859" y="172211"/>
                </a:lnTo>
                <a:lnTo>
                  <a:pt x="16763" y="179069"/>
                </a:lnTo>
                <a:lnTo>
                  <a:pt x="17525" y="186689"/>
                </a:lnTo>
                <a:lnTo>
                  <a:pt x="18287" y="195071"/>
                </a:lnTo>
                <a:lnTo>
                  <a:pt x="25145" y="200405"/>
                </a:lnTo>
                <a:lnTo>
                  <a:pt x="33527" y="199643"/>
                </a:lnTo>
                <a:close/>
              </a:path>
              <a:path w="201168" h="1538477">
                <a:moveTo>
                  <a:pt x="38861" y="256793"/>
                </a:moveTo>
                <a:lnTo>
                  <a:pt x="46481" y="256031"/>
                </a:lnTo>
                <a:lnTo>
                  <a:pt x="52577" y="249173"/>
                </a:lnTo>
                <a:lnTo>
                  <a:pt x="51815" y="240791"/>
                </a:lnTo>
                <a:lnTo>
                  <a:pt x="51053" y="233171"/>
                </a:lnTo>
                <a:lnTo>
                  <a:pt x="44195" y="227075"/>
                </a:lnTo>
                <a:lnTo>
                  <a:pt x="36575" y="227837"/>
                </a:lnTo>
                <a:lnTo>
                  <a:pt x="28193" y="228599"/>
                </a:lnTo>
                <a:lnTo>
                  <a:pt x="22859" y="236219"/>
                </a:lnTo>
                <a:lnTo>
                  <a:pt x="23621" y="243839"/>
                </a:lnTo>
                <a:lnTo>
                  <a:pt x="24383" y="251459"/>
                </a:lnTo>
                <a:lnTo>
                  <a:pt x="31241" y="257555"/>
                </a:lnTo>
                <a:lnTo>
                  <a:pt x="38861" y="256793"/>
                </a:lnTo>
                <a:close/>
              </a:path>
              <a:path w="201168" h="1538477">
                <a:moveTo>
                  <a:pt x="44957" y="313181"/>
                </a:moveTo>
                <a:lnTo>
                  <a:pt x="52577" y="312419"/>
                </a:lnTo>
                <a:lnTo>
                  <a:pt x="57911" y="305561"/>
                </a:lnTo>
                <a:lnTo>
                  <a:pt x="57149" y="297941"/>
                </a:lnTo>
                <a:lnTo>
                  <a:pt x="56387" y="290321"/>
                </a:lnTo>
                <a:lnTo>
                  <a:pt x="49529" y="284225"/>
                </a:lnTo>
                <a:lnTo>
                  <a:pt x="41909" y="284987"/>
                </a:lnTo>
                <a:lnTo>
                  <a:pt x="34289" y="285749"/>
                </a:lnTo>
                <a:lnTo>
                  <a:pt x="28193" y="292607"/>
                </a:lnTo>
                <a:lnTo>
                  <a:pt x="28955" y="300989"/>
                </a:lnTo>
                <a:lnTo>
                  <a:pt x="29717" y="308609"/>
                </a:lnTo>
                <a:lnTo>
                  <a:pt x="36575" y="313943"/>
                </a:lnTo>
                <a:lnTo>
                  <a:pt x="44957" y="313181"/>
                </a:lnTo>
                <a:close/>
              </a:path>
              <a:path w="201168" h="1538477">
                <a:moveTo>
                  <a:pt x="56387" y="427481"/>
                </a:moveTo>
                <a:lnTo>
                  <a:pt x="64007" y="426719"/>
                </a:lnTo>
                <a:lnTo>
                  <a:pt x="69341" y="419861"/>
                </a:lnTo>
                <a:lnTo>
                  <a:pt x="68579" y="411479"/>
                </a:lnTo>
                <a:lnTo>
                  <a:pt x="67817" y="403859"/>
                </a:lnTo>
                <a:lnTo>
                  <a:pt x="60959" y="397763"/>
                </a:lnTo>
                <a:lnTo>
                  <a:pt x="53339" y="398525"/>
                </a:lnTo>
                <a:lnTo>
                  <a:pt x="45719" y="399287"/>
                </a:lnTo>
                <a:lnTo>
                  <a:pt x="39623" y="406907"/>
                </a:lnTo>
                <a:lnTo>
                  <a:pt x="40385" y="414527"/>
                </a:lnTo>
                <a:lnTo>
                  <a:pt x="41147" y="422147"/>
                </a:lnTo>
                <a:lnTo>
                  <a:pt x="48005" y="428243"/>
                </a:lnTo>
                <a:lnTo>
                  <a:pt x="56387" y="427481"/>
                </a:lnTo>
                <a:close/>
              </a:path>
              <a:path w="201168" h="1538477">
                <a:moveTo>
                  <a:pt x="61721" y="483869"/>
                </a:moveTo>
                <a:lnTo>
                  <a:pt x="69341" y="483107"/>
                </a:lnTo>
                <a:lnTo>
                  <a:pt x="75437" y="476249"/>
                </a:lnTo>
                <a:lnTo>
                  <a:pt x="74675" y="468629"/>
                </a:lnTo>
                <a:lnTo>
                  <a:pt x="73913" y="461009"/>
                </a:lnTo>
                <a:lnTo>
                  <a:pt x="67055" y="454913"/>
                </a:lnTo>
                <a:lnTo>
                  <a:pt x="58673" y="455675"/>
                </a:lnTo>
                <a:lnTo>
                  <a:pt x="51053" y="456437"/>
                </a:lnTo>
                <a:lnTo>
                  <a:pt x="45719" y="463295"/>
                </a:lnTo>
                <a:lnTo>
                  <a:pt x="46481" y="471677"/>
                </a:lnTo>
                <a:lnTo>
                  <a:pt x="47243" y="479297"/>
                </a:lnTo>
                <a:lnTo>
                  <a:pt x="54101" y="484631"/>
                </a:lnTo>
                <a:lnTo>
                  <a:pt x="61721" y="483869"/>
                </a:lnTo>
                <a:close/>
              </a:path>
              <a:path w="201168" h="1538477">
                <a:moveTo>
                  <a:pt x="73151" y="598169"/>
                </a:moveTo>
                <a:lnTo>
                  <a:pt x="80771" y="597407"/>
                </a:lnTo>
                <a:lnTo>
                  <a:pt x="86867" y="590549"/>
                </a:lnTo>
                <a:lnTo>
                  <a:pt x="86105" y="582167"/>
                </a:lnTo>
                <a:lnTo>
                  <a:pt x="85343" y="574547"/>
                </a:lnTo>
                <a:lnTo>
                  <a:pt x="78485" y="568451"/>
                </a:lnTo>
                <a:lnTo>
                  <a:pt x="70103" y="569213"/>
                </a:lnTo>
                <a:lnTo>
                  <a:pt x="62483" y="569975"/>
                </a:lnTo>
                <a:lnTo>
                  <a:pt x="56387" y="577595"/>
                </a:lnTo>
                <a:lnTo>
                  <a:pt x="57149" y="585215"/>
                </a:lnTo>
                <a:lnTo>
                  <a:pt x="57911" y="592835"/>
                </a:lnTo>
                <a:lnTo>
                  <a:pt x="65531" y="598931"/>
                </a:lnTo>
                <a:lnTo>
                  <a:pt x="73151" y="598169"/>
                </a:lnTo>
                <a:close/>
              </a:path>
              <a:path w="201168" h="1538477">
                <a:moveTo>
                  <a:pt x="107441" y="939545"/>
                </a:moveTo>
                <a:lnTo>
                  <a:pt x="115061" y="938783"/>
                </a:lnTo>
                <a:lnTo>
                  <a:pt x="121157" y="931925"/>
                </a:lnTo>
                <a:lnTo>
                  <a:pt x="120395" y="923543"/>
                </a:lnTo>
                <a:lnTo>
                  <a:pt x="119633" y="915923"/>
                </a:lnTo>
                <a:lnTo>
                  <a:pt x="112013" y="909827"/>
                </a:lnTo>
                <a:lnTo>
                  <a:pt x="104393" y="910589"/>
                </a:lnTo>
                <a:lnTo>
                  <a:pt x="96773" y="911351"/>
                </a:lnTo>
                <a:lnTo>
                  <a:pt x="90677" y="918971"/>
                </a:lnTo>
                <a:lnTo>
                  <a:pt x="91439" y="926591"/>
                </a:lnTo>
                <a:lnTo>
                  <a:pt x="92201" y="934211"/>
                </a:lnTo>
                <a:lnTo>
                  <a:pt x="99059" y="940307"/>
                </a:lnTo>
                <a:lnTo>
                  <a:pt x="107441" y="939545"/>
                </a:lnTo>
                <a:close/>
              </a:path>
              <a:path w="201168" h="1538477">
                <a:moveTo>
                  <a:pt x="101345" y="882395"/>
                </a:moveTo>
                <a:lnTo>
                  <a:pt x="109727" y="881633"/>
                </a:lnTo>
                <a:lnTo>
                  <a:pt x="115061" y="874775"/>
                </a:lnTo>
                <a:lnTo>
                  <a:pt x="114299" y="867155"/>
                </a:lnTo>
                <a:lnTo>
                  <a:pt x="113537" y="858773"/>
                </a:lnTo>
                <a:lnTo>
                  <a:pt x="106679" y="853439"/>
                </a:lnTo>
                <a:lnTo>
                  <a:pt x="99059" y="854201"/>
                </a:lnTo>
                <a:lnTo>
                  <a:pt x="90677" y="854963"/>
                </a:lnTo>
                <a:lnTo>
                  <a:pt x="85343" y="861821"/>
                </a:lnTo>
                <a:lnTo>
                  <a:pt x="86105" y="869441"/>
                </a:lnTo>
                <a:lnTo>
                  <a:pt x="86867" y="877823"/>
                </a:lnTo>
                <a:lnTo>
                  <a:pt x="93725" y="883157"/>
                </a:lnTo>
                <a:lnTo>
                  <a:pt x="101345" y="882395"/>
                </a:lnTo>
                <a:close/>
              </a:path>
              <a:path w="201168" h="1538477">
                <a:moveTo>
                  <a:pt x="96011" y="825245"/>
                </a:moveTo>
                <a:lnTo>
                  <a:pt x="103631" y="824483"/>
                </a:lnTo>
                <a:lnTo>
                  <a:pt x="109727" y="817625"/>
                </a:lnTo>
                <a:lnTo>
                  <a:pt x="108965" y="810005"/>
                </a:lnTo>
                <a:lnTo>
                  <a:pt x="108203" y="802385"/>
                </a:lnTo>
                <a:lnTo>
                  <a:pt x="100583" y="796289"/>
                </a:lnTo>
                <a:lnTo>
                  <a:pt x="92963" y="797051"/>
                </a:lnTo>
                <a:lnTo>
                  <a:pt x="85343" y="797813"/>
                </a:lnTo>
                <a:lnTo>
                  <a:pt x="79247" y="804671"/>
                </a:lnTo>
                <a:lnTo>
                  <a:pt x="80009" y="813053"/>
                </a:lnTo>
                <a:lnTo>
                  <a:pt x="80771" y="820673"/>
                </a:lnTo>
                <a:lnTo>
                  <a:pt x="88391" y="826007"/>
                </a:lnTo>
                <a:lnTo>
                  <a:pt x="96011" y="825245"/>
                </a:lnTo>
                <a:close/>
              </a:path>
              <a:path w="201168" h="1538477">
                <a:moveTo>
                  <a:pt x="89915" y="768857"/>
                </a:moveTo>
                <a:lnTo>
                  <a:pt x="98297" y="768095"/>
                </a:lnTo>
                <a:lnTo>
                  <a:pt x="103631" y="761237"/>
                </a:lnTo>
                <a:lnTo>
                  <a:pt x="102869" y="752855"/>
                </a:lnTo>
                <a:lnTo>
                  <a:pt x="102107" y="745235"/>
                </a:lnTo>
                <a:lnTo>
                  <a:pt x="95249" y="739139"/>
                </a:lnTo>
                <a:lnTo>
                  <a:pt x="87629" y="739901"/>
                </a:lnTo>
                <a:lnTo>
                  <a:pt x="79247" y="740663"/>
                </a:lnTo>
                <a:lnTo>
                  <a:pt x="73913" y="748283"/>
                </a:lnTo>
                <a:lnTo>
                  <a:pt x="74675" y="755903"/>
                </a:lnTo>
                <a:lnTo>
                  <a:pt x="75437" y="763523"/>
                </a:lnTo>
                <a:lnTo>
                  <a:pt x="82295" y="769619"/>
                </a:lnTo>
                <a:lnTo>
                  <a:pt x="89915" y="768857"/>
                </a:lnTo>
                <a:close/>
              </a:path>
              <a:path w="201168" h="1538477">
                <a:moveTo>
                  <a:pt x="84581" y="711707"/>
                </a:moveTo>
                <a:lnTo>
                  <a:pt x="92201" y="710945"/>
                </a:lnTo>
                <a:lnTo>
                  <a:pt x="98297" y="704087"/>
                </a:lnTo>
                <a:lnTo>
                  <a:pt x="97535" y="696467"/>
                </a:lnTo>
                <a:lnTo>
                  <a:pt x="96773" y="688085"/>
                </a:lnTo>
                <a:lnTo>
                  <a:pt x="89915" y="682751"/>
                </a:lnTo>
                <a:lnTo>
                  <a:pt x="81533" y="683513"/>
                </a:lnTo>
                <a:lnTo>
                  <a:pt x="73913" y="684275"/>
                </a:lnTo>
                <a:lnTo>
                  <a:pt x="67817" y="691133"/>
                </a:lnTo>
                <a:lnTo>
                  <a:pt x="68579" y="698753"/>
                </a:lnTo>
                <a:lnTo>
                  <a:pt x="69341" y="707135"/>
                </a:lnTo>
                <a:lnTo>
                  <a:pt x="76961" y="712469"/>
                </a:lnTo>
                <a:lnTo>
                  <a:pt x="84581" y="711707"/>
                </a:lnTo>
                <a:close/>
              </a:path>
              <a:path w="201168" h="1538477">
                <a:moveTo>
                  <a:pt x="78485" y="654557"/>
                </a:moveTo>
                <a:lnTo>
                  <a:pt x="86867" y="653795"/>
                </a:lnTo>
                <a:lnTo>
                  <a:pt x="92201" y="646937"/>
                </a:lnTo>
                <a:lnTo>
                  <a:pt x="91439" y="639317"/>
                </a:lnTo>
                <a:lnTo>
                  <a:pt x="90677" y="631697"/>
                </a:lnTo>
                <a:lnTo>
                  <a:pt x="83819" y="625601"/>
                </a:lnTo>
                <a:lnTo>
                  <a:pt x="76199" y="626363"/>
                </a:lnTo>
                <a:lnTo>
                  <a:pt x="67817" y="627125"/>
                </a:lnTo>
                <a:lnTo>
                  <a:pt x="62483" y="633983"/>
                </a:lnTo>
                <a:lnTo>
                  <a:pt x="63245" y="642365"/>
                </a:lnTo>
                <a:lnTo>
                  <a:pt x="64007" y="649985"/>
                </a:lnTo>
                <a:lnTo>
                  <a:pt x="70865" y="655319"/>
                </a:lnTo>
                <a:lnTo>
                  <a:pt x="78485" y="654557"/>
                </a:lnTo>
                <a:close/>
              </a:path>
              <a:path w="201168" h="1538477">
                <a:moveTo>
                  <a:pt x="67055" y="541019"/>
                </a:moveTo>
                <a:lnTo>
                  <a:pt x="75437" y="540257"/>
                </a:lnTo>
                <a:lnTo>
                  <a:pt x="80771" y="533399"/>
                </a:lnTo>
                <a:lnTo>
                  <a:pt x="80009" y="525779"/>
                </a:lnTo>
                <a:lnTo>
                  <a:pt x="79247" y="517397"/>
                </a:lnTo>
                <a:lnTo>
                  <a:pt x="72389" y="512063"/>
                </a:lnTo>
                <a:lnTo>
                  <a:pt x="64769" y="512825"/>
                </a:lnTo>
                <a:lnTo>
                  <a:pt x="57149" y="513587"/>
                </a:lnTo>
                <a:lnTo>
                  <a:pt x="51053" y="520445"/>
                </a:lnTo>
                <a:lnTo>
                  <a:pt x="51815" y="528065"/>
                </a:lnTo>
                <a:lnTo>
                  <a:pt x="52577" y="536447"/>
                </a:lnTo>
                <a:lnTo>
                  <a:pt x="59435" y="541781"/>
                </a:lnTo>
                <a:lnTo>
                  <a:pt x="67055" y="541019"/>
                </a:lnTo>
                <a:close/>
              </a:path>
              <a:path w="201168" h="1538477">
                <a:moveTo>
                  <a:pt x="50291" y="370331"/>
                </a:moveTo>
                <a:lnTo>
                  <a:pt x="57911" y="369569"/>
                </a:lnTo>
                <a:lnTo>
                  <a:pt x="64007" y="362711"/>
                </a:lnTo>
                <a:lnTo>
                  <a:pt x="63245" y="355091"/>
                </a:lnTo>
                <a:lnTo>
                  <a:pt x="62483" y="346709"/>
                </a:lnTo>
                <a:lnTo>
                  <a:pt x="55625" y="341375"/>
                </a:lnTo>
                <a:lnTo>
                  <a:pt x="47243" y="342137"/>
                </a:lnTo>
                <a:lnTo>
                  <a:pt x="39623" y="342899"/>
                </a:lnTo>
                <a:lnTo>
                  <a:pt x="34289" y="349757"/>
                </a:lnTo>
                <a:lnTo>
                  <a:pt x="35051" y="357377"/>
                </a:lnTo>
                <a:lnTo>
                  <a:pt x="35813" y="365759"/>
                </a:lnTo>
                <a:lnTo>
                  <a:pt x="42671" y="371093"/>
                </a:lnTo>
                <a:lnTo>
                  <a:pt x="50291" y="370331"/>
                </a:lnTo>
                <a:close/>
              </a:path>
              <a:path w="201168" h="1538477">
                <a:moveTo>
                  <a:pt x="27431" y="142493"/>
                </a:moveTo>
                <a:lnTo>
                  <a:pt x="35813" y="141731"/>
                </a:lnTo>
                <a:lnTo>
                  <a:pt x="41147" y="134873"/>
                </a:lnTo>
                <a:lnTo>
                  <a:pt x="40385" y="127253"/>
                </a:lnTo>
                <a:lnTo>
                  <a:pt x="39623" y="119633"/>
                </a:lnTo>
                <a:lnTo>
                  <a:pt x="32765" y="113537"/>
                </a:lnTo>
                <a:lnTo>
                  <a:pt x="25145" y="114299"/>
                </a:lnTo>
                <a:lnTo>
                  <a:pt x="16763" y="115061"/>
                </a:lnTo>
                <a:lnTo>
                  <a:pt x="11429" y="121919"/>
                </a:lnTo>
                <a:lnTo>
                  <a:pt x="12191" y="130301"/>
                </a:lnTo>
                <a:lnTo>
                  <a:pt x="12953" y="137921"/>
                </a:lnTo>
                <a:lnTo>
                  <a:pt x="19811" y="143255"/>
                </a:lnTo>
                <a:lnTo>
                  <a:pt x="27431" y="142493"/>
                </a:lnTo>
                <a:close/>
              </a:path>
            </a:pathLst>
          </a:custGeom>
          <a:solidFill>
            <a:srgbClr val="0000FF"/>
          </a:solidFill>
        </p:spPr>
        <p:txBody>
          <a:bodyPr wrap="square" lIns="0" tIns="0" rIns="0" bIns="0" rtlCol="0">
            <a:noAutofit/>
          </a:bodyPr>
          <a:lstStyle/>
          <a:p>
            <a:endParaRPr/>
          </a:p>
        </p:txBody>
      </p:sp>
      <p:sp>
        <p:nvSpPr>
          <p:cNvPr id="88" name="object 88"/>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9" name="object 89"/>
          <p:cNvSpPr/>
          <p:nvPr/>
        </p:nvSpPr>
        <p:spPr>
          <a:xfrm>
            <a:off x="3589782" y="5305019"/>
            <a:ext cx="608076" cy="466193"/>
          </a:xfrm>
          <a:custGeom>
            <a:avLst/>
            <a:gdLst/>
            <a:ahLst/>
            <a:cxnLst/>
            <a:rect l="l" t="t" r="r" b="b"/>
            <a:pathLst>
              <a:path w="608076" h="473963">
                <a:moveTo>
                  <a:pt x="0" y="236982"/>
                </a:moveTo>
                <a:lnTo>
                  <a:pt x="1009" y="256442"/>
                </a:lnTo>
                <a:lnTo>
                  <a:pt x="3986" y="275466"/>
                </a:lnTo>
                <a:lnTo>
                  <a:pt x="15526" y="311956"/>
                </a:lnTo>
                <a:lnTo>
                  <a:pt x="33988" y="345969"/>
                </a:lnTo>
                <a:lnTo>
                  <a:pt x="58741" y="377019"/>
                </a:lnTo>
                <a:lnTo>
                  <a:pt x="73279" y="391281"/>
                </a:lnTo>
                <a:lnTo>
                  <a:pt x="89154" y="404622"/>
                </a:lnTo>
                <a:lnTo>
                  <a:pt x="106285" y="416979"/>
                </a:lnTo>
                <a:lnTo>
                  <a:pt x="124596" y="428292"/>
                </a:lnTo>
                <a:lnTo>
                  <a:pt x="144005" y="438502"/>
                </a:lnTo>
                <a:lnTo>
                  <a:pt x="164436" y="447546"/>
                </a:lnTo>
                <a:lnTo>
                  <a:pt x="185808" y="455366"/>
                </a:lnTo>
                <a:lnTo>
                  <a:pt x="208044" y="461900"/>
                </a:lnTo>
                <a:lnTo>
                  <a:pt x="231063" y="467087"/>
                </a:lnTo>
                <a:lnTo>
                  <a:pt x="254788" y="470867"/>
                </a:lnTo>
                <a:lnTo>
                  <a:pt x="279139" y="473179"/>
                </a:lnTo>
                <a:lnTo>
                  <a:pt x="304038" y="473964"/>
                </a:lnTo>
                <a:lnTo>
                  <a:pt x="328936" y="473179"/>
                </a:lnTo>
                <a:lnTo>
                  <a:pt x="353287" y="470867"/>
                </a:lnTo>
                <a:lnTo>
                  <a:pt x="377012" y="467087"/>
                </a:lnTo>
                <a:lnTo>
                  <a:pt x="400031" y="461900"/>
                </a:lnTo>
                <a:lnTo>
                  <a:pt x="422267" y="455366"/>
                </a:lnTo>
                <a:lnTo>
                  <a:pt x="443639" y="447546"/>
                </a:lnTo>
                <a:lnTo>
                  <a:pt x="464070" y="438502"/>
                </a:lnTo>
                <a:lnTo>
                  <a:pt x="483479" y="428292"/>
                </a:lnTo>
                <a:lnTo>
                  <a:pt x="501790" y="416979"/>
                </a:lnTo>
                <a:lnTo>
                  <a:pt x="518921" y="404622"/>
                </a:lnTo>
                <a:lnTo>
                  <a:pt x="534796" y="391281"/>
                </a:lnTo>
                <a:lnTo>
                  <a:pt x="549334" y="377019"/>
                </a:lnTo>
                <a:lnTo>
                  <a:pt x="574087" y="345969"/>
                </a:lnTo>
                <a:lnTo>
                  <a:pt x="592549" y="311956"/>
                </a:lnTo>
                <a:lnTo>
                  <a:pt x="604089" y="275466"/>
                </a:lnTo>
                <a:lnTo>
                  <a:pt x="608076" y="236982"/>
                </a:lnTo>
                <a:lnTo>
                  <a:pt x="607066" y="217521"/>
                </a:lnTo>
                <a:lnTo>
                  <a:pt x="599224" y="179973"/>
                </a:lnTo>
                <a:lnTo>
                  <a:pt x="584144" y="144660"/>
                </a:lnTo>
                <a:lnTo>
                  <a:pt x="562458" y="112069"/>
                </a:lnTo>
                <a:lnTo>
                  <a:pt x="534796" y="82682"/>
                </a:lnTo>
                <a:lnTo>
                  <a:pt x="518921" y="69342"/>
                </a:lnTo>
                <a:lnTo>
                  <a:pt x="501790" y="56984"/>
                </a:lnTo>
                <a:lnTo>
                  <a:pt x="483479" y="45671"/>
                </a:lnTo>
                <a:lnTo>
                  <a:pt x="464070" y="35461"/>
                </a:lnTo>
                <a:lnTo>
                  <a:pt x="443639" y="26417"/>
                </a:lnTo>
                <a:lnTo>
                  <a:pt x="422267" y="18597"/>
                </a:lnTo>
                <a:lnTo>
                  <a:pt x="400031" y="12063"/>
                </a:lnTo>
                <a:lnTo>
                  <a:pt x="377012" y="6876"/>
                </a:lnTo>
                <a:lnTo>
                  <a:pt x="353287" y="3096"/>
                </a:lnTo>
                <a:lnTo>
                  <a:pt x="328936" y="784"/>
                </a:lnTo>
                <a:lnTo>
                  <a:pt x="304038" y="0"/>
                </a:lnTo>
                <a:lnTo>
                  <a:pt x="279139" y="784"/>
                </a:lnTo>
                <a:lnTo>
                  <a:pt x="254788" y="3096"/>
                </a:lnTo>
                <a:lnTo>
                  <a:pt x="231063" y="6876"/>
                </a:lnTo>
                <a:lnTo>
                  <a:pt x="208044" y="12063"/>
                </a:lnTo>
                <a:lnTo>
                  <a:pt x="185808" y="18597"/>
                </a:lnTo>
                <a:lnTo>
                  <a:pt x="164436" y="26417"/>
                </a:lnTo>
                <a:lnTo>
                  <a:pt x="144005" y="35461"/>
                </a:lnTo>
                <a:lnTo>
                  <a:pt x="124596" y="45671"/>
                </a:lnTo>
                <a:lnTo>
                  <a:pt x="106285" y="56984"/>
                </a:lnTo>
                <a:lnTo>
                  <a:pt x="89153" y="69342"/>
                </a:lnTo>
                <a:lnTo>
                  <a:pt x="73279" y="82682"/>
                </a:lnTo>
                <a:lnTo>
                  <a:pt x="58741" y="96944"/>
                </a:lnTo>
                <a:lnTo>
                  <a:pt x="33988" y="127994"/>
                </a:lnTo>
                <a:lnTo>
                  <a:pt x="15526" y="162007"/>
                </a:lnTo>
                <a:lnTo>
                  <a:pt x="3986" y="198497"/>
                </a:lnTo>
                <a:lnTo>
                  <a:pt x="1009" y="217521"/>
                </a:lnTo>
                <a:lnTo>
                  <a:pt x="0" y="236982"/>
                </a:lnTo>
                <a:close/>
              </a:path>
            </a:pathLst>
          </a:custGeom>
          <a:solidFill>
            <a:srgbClr val="FF0000"/>
          </a:solidFill>
        </p:spPr>
        <p:txBody>
          <a:bodyPr wrap="square" lIns="0" tIns="0" rIns="0" bIns="0" rtlCol="0">
            <a:noAutofit/>
          </a:bodyPr>
          <a:lstStyle/>
          <a:p>
            <a:endParaRPr/>
          </a:p>
        </p:txBody>
      </p:sp>
      <p:sp>
        <p:nvSpPr>
          <p:cNvPr id="90" name="object 90"/>
          <p:cNvSpPr/>
          <p:nvPr/>
        </p:nvSpPr>
        <p:spPr>
          <a:xfrm>
            <a:off x="3570732" y="5302281"/>
            <a:ext cx="305542" cy="43978"/>
          </a:xfrm>
          <a:custGeom>
            <a:avLst/>
            <a:gdLst/>
            <a:ahLst/>
            <a:cxnLst/>
            <a:rect l="l" t="t" r="r" b="b"/>
            <a:pathLst>
              <a:path w="305542" h="44711">
                <a:moveTo>
                  <a:pt x="204113" y="27891"/>
                </a:moveTo>
                <a:lnTo>
                  <a:pt x="251764" y="28445"/>
                </a:lnTo>
                <a:lnTo>
                  <a:pt x="269777" y="25305"/>
                </a:lnTo>
                <a:lnTo>
                  <a:pt x="287737" y="23151"/>
                </a:lnTo>
                <a:lnTo>
                  <a:pt x="305542" y="21991"/>
                </a:lnTo>
                <a:lnTo>
                  <a:pt x="242716" y="17557"/>
                </a:lnTo>
                <a:lnTo>
                  <a:pt x="204113" y="27891"/>
                </a:lnTo>
                <a:close/>
              </a:path>
              <a:path w="305542" h="44711">
                <a:moveTo>
                  <a:pt x="363815" y="11413"/>
                </a:moveTo>
                <a:lnTo>
                  <a:pt x="323230" y="9317"/>
                </a:lnTo>
                <a:lnTo>
                  <a:pt x="282643" y="11365"/>
                </a:lnTo>
                <a:lnTo>
                  <a:pt x="242716" y="17557"/>
                </a:lnTo>
                <a:lnTo>
                  <a:pt x="305542" y="21991"/>
                </a:lnTo>
                <a:lnTo>
                  <a:pt x="323088" y="21833"/>
                </a:lnTo>
                <a:lnTo>
                  <a:pt x="338328" y="21833"/>
                </a:lnTo>
                <a:lnTo>
                  <a:pt x="369520" y="24249"/>
                </a:lnTo>
                <a:lnTo>
                  <a:pt x="403283" y="30230"/>
                </a:lnTo>
                <a:lnTo>
                  <a:pt x="436861" y="39734"/>
                </a:lnTo>
                <a:lnTo>
                  <a:pt x="469499" y="52712"/>
                </a:lnTo>
                <a:lnTo>
                  <a:pt x="500441" y="69116"/>
                </a:lnTo>
                <a:lnTo>
                  <a:pt x="528932" y="88898"/>
                </a:lnTo>
                <a:lnTo>
                  <a:pt x="554216" y="112011"/>
                </a:lnTo>
                <a:lnTo>
                  <a:pt x="575539" y="138404"/>
                </a:lnTo>
                <a:lnTo>
                  <a:pt x="592143" y="168031"/>
                </a:lnTo>
                <a:lnTo>
                  <a:pt x="603274" y="200844"/>
                </a:lnTo>
                <a:lnTo>
                  <a:pt x="607314" y="229097"/>
                </a:lnTo>
                <a:lnTo>
                  <a:pt x="608076" y="240527"/>
                </a:lnTo>
                <a:lnTo>
                  <a:pt x="607314" y="251195"/>
                </a:lnTo>
                <a:lnTo>
                  <a:pt x="599165" y="289281"/>
                </a:lnTo>
                <a:lnTo>
                  <a:pt x="585050" y="323499"/>
                </a:lnTo>
                <a:lnTo>
                  <a:pt x="565609" y="353844"/>
                </a:lnTo>
                <a:lnTo>
                  <a:pt x="541483" y="380310"/>
                </a:lnTo>
                <a:lnTo>
                  <a:pt x="513312" y="402891"/>
                </a:lnTo>
                <a:lnTo>
                  <a:pt x="481737" y="421582"/>
                </a:lnTo>
                <a:lnTo>
                  <a:pt x="447400" y="436378"/>
                </a:lnTo>
                <a:lnTo>
                  <a:pt x="410940" y="447274"/>
                </a:lnTo>
                <a:lnTo>
                  <a:pt x="372999" y="454263"/>
                </a:lnTo>
                <a:lnTo>
                  <a:pt x="334217" y="457340"/>
                </a:lnTo>
                <a:lnTo>
                  <a:pt x="295236" y="456500"/>
                </a:lnTo>
                <a:lnTo>
                  <a:pt x="256696" y="451738"/>
                </a:lnTo>
                <a:lnTo>
                  <a:pt x="219238" y="443047"/>
                </a:lnTo>
                <a:lnTo>
                  <a:pt x="183502" y="430423"/>
                </a:lnTo>
                <a:lnTo>
                  <a:pt x="150130" y="413860"/>
                </a:lnTo>
                <a:lnTo>
                  <a:pt x="119762" y="393353"/>
                </a:lnTo>
                <a:lnTo>
                  <a:pt x="93038" y="368895"/>
                </a:lnTo>
                <a:lnTo>
                  <a:pt x="70601" y="340483"/>
                </a:lnTo>
                <a:lnTo>
                  <a:pt x="53091" y="308109"/>
                </a:lnTo>
                <a:lnTo>
                  <a:pt x="41148" y="271769"/>
                </a:lnTo>
                <a:lnTo>
                  <a:pt x="38100" y="250433"/>
                </a:lnTo>
                <a:lnTo>
                  <a:pt x="38100" y="228335"/>
                </a:lnTo>
                <a:lnTo>
                  <a:pt x="41148" y="206999"/>
                </a:lnTo>
                <a:lnTo>
                  <a:pt x="52227" y="171978"/>
                </a:lnTo>
                <a:lnTo>
                  <a:pt x="69323" y="140470"/>
                </a:lnTo>
                <a:lnTo>
                  <a:pt x="91605" y="112533"/>
                </a:lnTo>
                <a:lnTo>
                  <a:pt x="118244" y="88226"/>
                </a:lnTo>
                <a:lnTo>
                  <a:pt x="148409" y="67606"/>
                </a:lnTo>
                <a:lnTo>
                  <a:pt x="181270" y="50730"/>
                </a:lnTo>
                <a:lnTo>
                  <a:pt x="215999" y="37657"/>
                </a:lnTo>
                <a:lnTo>
                  <a:pt x="251764" y="28445"/>
                </a:lnTo>
                <a:lnTo>
                  <a:pt x="204113" y="27891"/>
                </a:lnTo>
                <a:lnTo>
                  <a:pt x="167496" y="42366"/>
                </a:lnTo>
                <a:lnTo>
                  <a:pt x="133530" y="60982"/>
                </a:lnTo>
                <a:lnTo>
                  <a:pt x="102878" y="83738"/>
                </a:lnTo>
                <a:lnTo>
                  <a:pt x="76202" y="110633"/>
                </a:lnTo>
                <a:lnTo>
                  <a:pt x="54167" y="141666"/>
                </a:lnTo>
                <a:lnTo>
                  <a:pt x="37435" y="176836"/>
                </a:lnTo>
                <a:lnTo>
                  <a:pt x="26670" y="216143"/>
                </a:lnTo>
                <a:lnTo>
                  <a:pt x="25908" y="227573"/>
                </a:lnTo>
                <a:lnTo>
                  <a:pt x="25146" y="239765"/>
                </a:lnTo>
                <a:lnTo>
                  <a:pt x="25908" y="251195"/>
                </a:lnTo>
                <a:lnTo>
                  <a:pt x="26670" y="263387"/>
                </a:lnTo>
                <a:lnTo>
                  <a:pt x="31242" y="285485"/>
                </a:lnTo>
                <a:lnTo>
                  <a:pt x="44948" y="322037"/>
                </a:lnTo>
                <a:lnTo>
                  <a:pt x="64661" y="354635"/>
                </a:lnTo>
                <a:lnTo>
                  <a:pt x="89545" y="383257"/>
                </a:lnTo>
                <a:lnTo>
                  <a:pt x="118765" y="407885"/>
                </a:lnTo>
                <a:lnTo>
                  <a:pt x="151485" y="428498"/>
                </a:lnTo>
                <a:lnTo>
                  <a:pt x="186869" y="445077"/>
                </a:lnTo>
                <a:lnTo>
                  <a:pt x="224081" y="457602"/>
                </a:lnTo>
                <a:lnTo>
                  <a:pt x="262285" y="466052"/>
                </a:lnTo>
                <a:lnTo>
                  <a:pt x="300646" y="470409"/>
                </a:lnTo>
                <a:lnTo>
                  <a:pt x="319624" y="471045"/>
                </a:lnTo>
                <a:lnTo>
                  <a:pt x="338328" y="470651"/>
                </a:lnTo>
                <a:lnTo>
                  <a:pt x="368046" y="468365"/>
                </a:lnTo>
                <a:lnTo>
                  <a:pt x="402987" y="462521"/>
                </a:lnTo>
                <a:lnTo>
                  <a:pt x="437802" y="452946"/>
                </a:lnTo>
                <a:lnTo>
                  <a:pt x="471728" y="439723"/>
                </a:lnTo>
                <a:lnTo>
                  <a:pt x="504002" y="422934"/>
                </a:lnTo>
                <a:lnTo>
                  <a:pt x="533861" y="402662"/>
                </a:lnTo>
                <a:lnTo>
                  <a:pt x="560545" y="378990"/>
                </a:lnTo>
                <a:lnTo>
                  <a:pt x="583290" y="352001"/>
                </a:lnTo>
                <a:lnTo>
                  <a:pt x="601333" y="321777"/>
                </a:lnTo>
                <a:lnTo>
                  <a:pt x="613913" y="288402"/>
                </a:lnTo>
                <a:lnTo>
                  <a:pt x="620268" y="251957"/>
                </a:lnTo>
                <a:lnTo>
                  <a:pt x="621030" y="239765"/>
                </a:lnTo>
                <a:lnTo>
                  <a:pt x="619506" y="216905"/>
                </a:lnTo>
                <a:lnTo>
                  <a:pt x="608794" y="177473"/>
                </a:lnTo>
                <a:lnTo>
                  <a:pt x="592111" y="142193"/>
                </a:lnTo>
                <a:lnTo>
                  <a:pt x="570118" y="111064"/>
                </a:lnTo>
                <a:lnTo>
                  <a:pt x="543480" y="84086"/>
                </a:lnTo>
                <a:lnTo>
                  <a:pt x="512859" y="61256"/>
                </a:lnTo>
                <a:lnTo>
                  <a:pt x="478919" y="42575"/>
                </a:lnTo>
                <a:lnTo>
                  <a:pt x="442322" y="28041"/>
                </a:lnTo>
                <a:lnTo>
                  <a:pt x="403733" y="17654"/>
                </a:lnTo>
                <a:lnTo>
                  <a:pt x="363815" y="11413"/>
                </a:lnTo>
                <a:close/>
              </a:path>
              <a:path w="305542" h="44711">
                <a:moveTo>
                  <a:pt x="188797" y="6452"/>
                </a:moveTo>
                <a:lnTo>
                  <a:pt x="169903" y="13944"/>
                </a:lnTo>
                <a:lnTo>
                  <a:pt x="151478" y="22465"/>
                </a:lnTo>
                <a:lnTo>
                  <a:pt x="133622" y="32004"/>
                </a:lnTo>
                <a:lnTo>
                  <a:pt x="116438" y="42550"/>
                </a:lnTo>
                <a:lnTo>
                  <a:pt x="100026" y="54091"/>
                </a:lnTo>
                <a:lnTo>
                  <a:pt x="84488" y="66616"/>
                </a:lnTo>
                <a:lnTo>
                  <a:pt x="69926" y="80114"/>
                </a:lnTo>
                <a:lnTo>
                  <a:pt x="56440" y="94574"/>
                </a:lnTo>
                <a:lnTo>
                  <a:pt x="44132" y="109985"/>
                </a:lnTo>
                <a:lnTo>
                  <a:pt x="33103" y="126334"/>
                </a:lnTo>
                <a:lnTo>
                  <a:pt x="23455" y="143612"/>
                </a:lnTo>
                <a:lnTo>
                  <a:pt x="15290" y="161807"/>
                </a:lnTo>
                <a:lnTo>
                  <a:pt x="8707" y="180908"/>
                </a:lnTo>
                <a:lnTo>
                  <a:pt x="3809" y="200903"/>
                </a:lnTo>
                <a:lnTo>
                  <a:pt x="1523" y="213857"/>
                </a:lnTo>
                <a:lnTo>
                  <a:pt x="0" y="226811"/>
                </a:lnTo>
                <a:lnTo>
                  <a:pt x="0" y="240527"/>
                </a:lnTo>
                <a:lnTo>
                  <a:pt x="762" y="253481"/>
                </a:lnTo>
                <a:lnTo>
                  <a:pt x="1524" y="267197"/>
                </a:lnTo>
                <a:lnTo>
                  <a:pt x="6858" y="293105"/>
                </a:lnTo>
                <a:lnTo>
                  <a:pt x="13642" y="313569"/>
                </a:lnTo>
                <a:lnTo>
                  <a:pt x="32114" y="351321"/>
                </a:lnTo>
                <a:lnTo>
                  <a:pt x="56421" y="384803"/>
                </a:lnTo>
                <a:lnTo>
                  <a:pt x="85724" y="413976"/>
                </a:lnTo>
                <a:lnTo>
                  <a:pt x="119180" y="438799"/>
                </a:lnTo>
                <a:lnTo>
                  <a:pt x="155948" y="459234"/>
                </a:lnTo>
                <a:lnTo>
                  <a:pt x="195188" y="475238"/>
                </a:lnTo>
                <a:lnTo>
                  <a:pt x="236059" y="486774"/>
                </a:lnTo>
                <a:lnTo>
                  <a:pt x="277720" y="493800"/>
                </a:lnTo>
                <a:lnTo>
                  <a:pt x="319329" y="496277"/>
                </a:lnTo>
                <a:lnTo>
                  <a:pt x="339852" y="495797"/>
                </a:lnTo>
                <a:lnTo>
                  <a:pt x="371856" y="493511"/>
                </a:lnTo>
                <a:lnTo>
                  <a:pt x="410499" y="486937"/>
                </a:lnTo>
                <a:lnTo>
                  <a:pt x="448759" y="476162"/>
                </a:lnTo>
                <a:lnTo>
                  <a:pt x="485840" y="461303"/>
                </a:lnTo>
                <a:lnTo>
                  <a:pt x="520944" y="442475"/>
                </a:lnTo>
                <a:lnTo>
                  <a:pt x="553273" y="419797"/>
                </a:lnTo>
                <a:lnTo>
                  <a:pt x="582032" y="393384"/>
                </a:lnTo>
                <a:lnTo>
                  <a:pt x="606423" y="363354"/>
                </a:lnTo>
                <a:lnTo>
                  <a:pt x="625648" y="329821"/>
                </a:lnTo>
                <a:lnTo>
                  <a:pt x="638910" y="292904"/>
                </a:lnTo>
                <a:lnTo>
                  <a:pt x="645414" y="252719"/>
                </a:lnTo>
                <a:lnTo>
                  <a:pt x="646176" y="239003"/>
                </a:lnTo>
                <a:lnTo>
                  <a:pt x="645414" y="226049"/>
                </a:lnTo>
                <a:lnTo>
                  <a:pt x="642366" y="199379"/>
                </a:lnTo>
                <a:lnTo>
                  <a:pt x="630240" y="160411"/>
                </a:lnTo>
                <a:lnTo>
                  <a:pt x="612037" y="125108"/>
                </a:lnTo>
                <a:lnTo>
                  <a:pt x="588517" y="93545"/>
                </a:lnTo>
                <a:lnTo>
                  <a:pt x="560444" y="65799"/>
                </a:lnTo>
                <a:lnTo>
                  <a:pt x="528580" y="41945"/>
                </a:lnTo>
                <a:lnTo>
                  <a:pt x="493688" y="22061"/>
                </a:lnTo>
                <a:lnTo>
                  <a:pt x="456530" y="6221"/>
                </a:lnTo>
                <a:lnTo>
                  <a:pt x="417869" y="-5497"/>
                </a:lnTo>
                <a:lnTo>
                  <a:pt x="378468" y="-13018"/>
                </a:lnTo>
                <a:lnTo>
                  <a:pt x="339090" y="-16266"/>
                </a:lnTo>
                <a:lnTo>
                  <a:pt x="306324" y="-16266"/>
                </a:lnTo>
                <a:lnTo>
                  <a:pt x="267031" y="-13003"/>
                </a:lnTo>
                <a:lnTo>
                  <a:pt x="227585" y="-5400"/>
                </a:lnTo>
                <a:lnTo>
                  <a:pt x="286473" y="-1703"/>
                </a:lnTo>
                <a:lnTo>
                  <a:pt x="329469" y="-3269"/>
                </a:lnTo>
                <a:lnTo>
                  <a:pt x="372353" y="-355"/>
                </a:lnTo>
                <a:lnTo>
                  <a:pt x="414398" y="7034"/>
                </a:lnTo>
                <a:lnTo>
                  <a:pt x="454875" y="18896"/>
                </a:lnTo>
                <a:lnTo>
                  <a:pt x="493057" y="35225"/>
                </a:lnTo>
                <a:lnTo>
                  <a:pt x="528217" y="56019"/>
                </a:lnTo>
                <a:lnTo>
                  <a:pt x="559627" y="81273"/>
                </a:lnTo>
                <a:lnTo>
                  <a:pt x="586560" y="110983"/>
                </a:lnTo>
                <a:lnTo>
                  <a:pt x="608288" y="145145"/>
                </a:lnTo>
                <a:lnTo>
                  <a:pt x="624085" y="183756"/>
                </a:lnTo>
                <a:lnTo>
                  <a:pt x="633222" y="226811"/>
                </a:lnTo>
                <a:lnTo>
                  <a:pt x="633222" y="251957"/>
                </a:lnTo>
                <a:lnTo>
                  <a:pt x="624547" y="294260"/>
                </a:lnTo>
                <a:lnTo>
                  <a:pt x="609379" y="332328"/>
                </a:lnTo>
                <a:lnTo>
                  <a:pt x="588411" y="366147"/>
                </a:lnTo>
                <a:lnTo>
                  <a:pt x="562335" y="395703"/>
                </a:lnTo>
                <a:lnTo>
                  <a:pt x="531845" y="420982"/>
                </a:lnTo>
                <a:lnTo>
                  <a:pt x="497633" y="441969"/>
                </a:lnTo>
                <a:lnTo>
                  <a:pt x="460393" y="458649"/>
                </a:lnTo>
                <a:lnTo>
                  <a:pt x="420817" y="471009"/>
                </a:lnTo>
                <a:lnTo>
                  <a:pt x="379599" y="479034"/>
                </a:lnTo>
                <a:lnTo>
                  <a:pt x="337432" y="482710"/>
                </a:lnTo>
                <a:lnTo>
                  <a:pt x="295008" y="482022"/>
                </a:lnTo>
                <a:lnTo>
                  <a:pt x="253021" y="476956"/>
                </a:lnTo>
                <a:lnTo>
                  <a:pt x="212164" y="467498"/>
                </a:lnTo>
                <a:lnTo>
                  <a:pt x="173129" y="453634"/>
                </a:lnTo>
                <a:lnTo>
                  <a:pt x="136609" y="435348"/>
                </a:lnTo>
                <a:lnTo>
                  <a:pt x="103299" y="412627"/>
                </a:lnTo>
                <a:lnTo>
                  <a:pt x="73889" y="385456"/>
                </a:lnTo>
                <a:lnTo>
                  <a:pt x="49075" y="353822"/>
                </a:lnTo>
                <a:lnTo>
                  <a:pt x="29548" y="317709"/>
                </a:lnTo>
                <a:lnTo>
                  <a:pt x="16002" y="277103"/>
                </a:lnTo>
                <a:lnTo>
                  <a:pt x="12954" y="252719"/>
                </a:lnTo>
                <a:lnTo>
                  <a:pt x="12954" y="227573"/>
                </a:lnTo>
                <a:lnTo>
                  <a:pt x="25750" y="172560"/>
                </a:lnTo>
                <a:lnTo>
                  <a:pt x="43457" y="135016"/>
                </a:lnTo>
                <a:lnTo>
                  <a:pt x="66871" y="101983"/>
                </a:lnTo>
                <a:lnTo>
                  <a:pt x="95265" y="73457"/>
                </a:lnTo>
                <a:lnTo>
                  <a:pt x="127912" y="49434"/>
                </a:lnTo>
                <a:lnTo>
                  <a:pt x="164083" y="29910"/>
                </a:lnTo>
                <a:lnTo>
                  <a:pt x="203052" y="14882"/>
                </a:lnTo>
                <a:lnTo>
                  <a:pt x="188797" y="6452"/>
                </a:lnTo>
                <a:close/>
              </a:path>
              <a:path w="305542" h="44711">
                <a:moveTo>
                  <a:pt x="244091" y="4345"/>
                </a:moveTo>
                <a:lnTo>
                  <a:pt x="208058" y="0"/>
                </a:lnTo>
                <a:lnTo>
                  <a:pt x="188797" y="6452"/>
                </a:lnTo>
                <a:lnTo>
                  <a:pt x="203052" y="14882"/>
                </a:lnTo>
                <a:lnTo>
                  <a:pt x="244091" y="4345"/>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3823717" y="4744387"/>
            <a:ext cx="119633" cy="560632"/>
          </a:xfrm>
          <a:custGeom>
            <a:avLst/>
            <a:gdLst/>
            <a:ahLst/>
            <a:cxnLst/>
            <a:rect l="l" t="t" r="r" b="b"/>
            <a:pathLst>
              <a:path w="119634" h="569976">
                <a:moveTo>
                  <a:pt x="29718" y="505968"/>
                </a:moveTo>
                <a:lnTo>
                  <a:pt x="31673" y="493240"/>
                </a:lnTo>
                <a:lnTo>
                  <a:pt x="0" y="488442"/>
                </a:lnTo>
                <a:lnTo>
                  <a:pt x="26670" y="569976"/>
                </a:lnTo>
                <a:lnTo>
                  <a:pt x="29718" y="505968"/>
                </a:lnTo>
                <a:close/>
              </a:path>
              <a:path w="119634" h="569976">
                <a:moveTo>
                  <a:pt x="75438" y="499872"/>
                </a:moveTo>
                <a:lnTo>
                  <a:pt x="43819" y="495081"/>
                </a:lnTo>
                <a:lnTo>
                  <a:pt x="41910" y="507492"/>
                </a:lnTo>
                <a:lnTo>
                  <a:pt x="75438" y="499872"/>
                </a:lnTo>
                <a:close/>
              </a:path>
              <a:path w="119634" h="569976">
                <a:moveTo>
                  <a:pt x="75438" y="499872"/>
                </a:moveTo>
                <a:lnTo>
                  <a:pt x="41910" y="507492"/>
                </a:lnTo>
                <a:lnTo>
                  <a:pt x="43819" y="495081"/>
                </a:lnTo>
                <a:lnTo>
                  <a:pt x="108848" y="72389"/>
                </a:lnTo>
                <a:lnTo>
                  <a:pt x="96321" y="72389"/>
                </a:lnTo>
                <a:lnTo>
                  <a:pt x="31673" y="493240"/>
                </a:lnTo>
                <a:lnTo>
                  <a:pt x="29718" y="505968"/>
                </a:lnTo>
                <a:lnTo>
                  <a:pt x="26670" y="569976"/>
                </a:lnTo>
                <a:lnTo>
                  <a:pt x="75438" y="499872"/>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3338322" y="3883202"/>
            <a:ext cx="201168" cy="1513257"/>
          </a:xfrm>
          <a:custGeom>
            <a:avLst/>
            <a:gdLst/>
            <a:ahLst/>
            <a:cxnLst/>
            <a:rect l="l" t="t" r="r" b="b"/>
            <a:pathLst>
              <a:path w="201168" h="1538477">
                <a:moveTo>
                  <a:pt x="118871" y="1053083"/>
                </a:moveTo>
                <a:lnTo>
                  <a:pt x="126491" y="1052321"/>
                </a:lnTo>
                <a:lnTo>
                  <a:pt x="132587" y="1045463"/>
                </a:lnTo>
                <a:lnTo>
                  <a:pt x="131825" y="1037843"/>
                </a:lnTo>
                <a:lnTo>
                  <a:pt x="131063" y="1029461"/>
                </a:lnTo>
                <a:lnTo>
                  <a:pt x="123443" y="1024127"/>
                </a:lnTo>
                <a:lnTo>
                  <a:pt x="115823" y="1024889"/>
                </a:lnTo>
                <a:lnTo>
                  <a:pt x="108203" y="1025651"/>
                </a:lnTo>
                <a:lnTo>
                  <a:pt x="102107" y="1032509"/>
                </a:lnTo>
                <a:lnTo>
                  <a:pt x="102869" y="1040129"/>
                </a:lnTo>
                <a:lnTo>
                  <a:pt x="103631" y="1048511"/>
                </a:lnTo>
                <a:lnTo>
                  <a:pt x="110489" y="1053845"/>
                </a:lnTo>
                <a:lnTo>
                  <a:pt x="118871" y="1053083"/>
                </a:lnTo>
                <a:close/>
              </a:path>
              <a:path w="201168" h="1538477">
                <a:moveTo>
                  <a:pt x="124205" y="1110233"/>
                </a:moveTo>
                <a:lnTo>
                  <a:pt x="131825" y="1109471"/>
                </a:lnTo>
                <a:lnTo>
                  <a:pt x="137921" y="1102613"/>
                </a:lnTo>
                <a:lnTo>
                  <a:pt x="137159" y="1094231"/>
                </a:lnTo>
                <a:lnTo>
                  <a:pt x="136397" y="1086611"/>
                </a:lnTo>
                <a:lnTo>
                  <a:pt x="129539" y="1080515"/>
                </a:lnTo>
                <a:lnTo>
                  <a:pt x="121157" y="1081277"/>
                </a:lnTo>
                <a:lnTo>
                  <a:pt x="113537" y="1082039"/>
                </a:lnTo>
                <a:lnTo>
                  <a:pt x="108203" y="1089659"/>
                </a:lnTo>
                <a:lnTo>
                  <a:pt x="108965" y="1097279"/>
                </a:lnTo>
                <a:lnTo>
                  <a:pt x="109727" y="1104899"/>
                </a:lnTo>
                <a:lnTo>
                  <a:pt x="116585" y="1110995"/>
                </a:lnTo>
                <a:lnTo>
                  <a:pt x="124205" y="1110233"/>
                </a:lnTo>
                <a:close/>
              </a:path>
              <a:path w="201168" h="1538477">
                <a:moveTo>
                  <a:pt x="130301" y="1166621"/>
                </a:moveTo>
                <a:lnTo>
                  <a:pt x="137921" y="1165859"/>
                </a:lnTo>
                <a:lnTo>
                  <a:pt x="143255" y="1159002"/>
                </a:lnTo>
                <a:lnTo>
                  <a:pt x="142493" y="1151381"/>
                </a:lnTo>
                <a:lnTo>
                  <a:pt x="141731" y="1143761"/>
                </a:lnTo>
                <a:lnTo>
                  <a:pt x="134873" y="1137665"/>
                </a:lnTo>
                <a:lnTo>
                  <a:pt x="127253" y="1138427"/>
                </a:lnTo>
                <a:lnTo>
                  <a:pt x="119633" y="1139189"/>
                </a:lnTo>
                <a:lnTo>
                  <a:pt x="113537" y="1146047"/>
                </a:lnTo>
                <a:lnTo>
                  <a:pt x="114299" y="1154429"/>
                </a:lnTo>
                <a:lnTo>
                  <a:pt x="115061" y="1162049"/>
                </a:lnTo>
                <a:lnTo>
                  <a:pt x="121919" y="1167383"/>
                </a:lnTo>
                <a:lnTo>
                  <a:pt x="130301" y="1166621"/>
                </a:lnTo>
                <a:close/>
              </a:path>
              <a:path w="201168" h="1538477">
                <a:moveTo>
                  <a:pt x="135635" y="1223771"/>
                </a:moveTo>
                <a:lnTo>
                  <a:pt x="143255" y="1223009"/>
                </a:lnTo>
                <a:lnTo>
                  <a:pt x="149351" y="1216152"/>
                </a:lnTo>
                <a:lnTo>
                  <a:pt x="148589" y="1208531"/>
                </a:lnTo>
                <a:lnTo>
                  <a:pt x="147827" y="1200149"/>
                </a:lnTo>
                <a:lnTo>
                  <a:pt x="140969" y="1194815"/>
                </a:lnTo>
                <a:lnTo>
                  <a:pt x="132587" y="1195577"/>
                </a:lnTo>
                <a:lnTo>
                  <a:pt x="124967" y="1196339"/>
                </a:lnTo>
                <a:lnTo>
                  <a:pt x="119633" y="1203197"/>
                </a:lnTo>
                <a:lnTo>
                  <a:pt x="120395" y="1210817"/>
                </a:lnTo>
                <a:lnTo>
                  <a:pt x="121157" y="1219199"/>
                </a:lnTo>
                <a:lnTo>
                  <a:pt x="128015" y="1224533"/>
                </a:lnTo>
                <a:lnTo>
                  <a:pt x="135635" y="1223771"/>
                </a:lnTo>
                <a:close/>
              </a:path>
              <a:path w="201168" h="1538477">
                <a:moveTo>
                  <a:pt x="141731" y="1280921"/>
                </a:moveTo>
                <a:lnTo>
                  <a:pt x="149351" y="1280159"/>
                </a:lnTo>
                <a:lnTo>
                  <a:pt x="154685" y="1273302"/>
                </a:lnTo>
                <a:lnTo>
                  <a:pt x="153923" y="1264919"/>
                </a:lnTo>
                <a:lnTo>
                  <a:pt x="153161" y="1257299"/>
                </a:lnTo>
                <a:lnTo>
                  <a:pt x="146303" y="1251203"/>
                </a:lnTo>
                <a:lnTo>
                  <a:pt x="138683" y="1251965"/>
                </a:lnTo>
                <a:lnTo>
                  <a:pt x="131063" y="1252727"/>
                </a:lnTo>
                <a:lnTo>
                  <a:pt x="124967" y="1260347"/>
                </a:lnTo>
                <a:lnTo>
                  <a:pt x="125729" y="1267967"/>
                </a:lnTo>
                <a:lnTo>
                  <a:pt x="126491" y="1275587"/>
                </a:lnTo>
                <a:lnTo>
                  <a:pt x="133349" y="1281683"/>
                </a:lnTo>
                <a:lnTo>
                  <a:pt x="141731" y="1280921"/>
                </a:lnTo>
                <a:close/>
              </a:path>
              <a:path w="201168" h="1538477">
                <a:moveTo>
                  <a:pt x="147065" y="1337309"/>
                </a:moveTo>
                <a:lnTo>
                  <a:pt x="154685" y="1336547"/>
                </a:lnTo>
                <a:lnTo>
                  <a:pt x="160781" y="1329689"/>
                </a:lnTo>
                <a:lnTo>
                  <a:pt x="160019" y="1322069"/>
                </a:lnTo>
                <a:lnTo>
                  <a:pt x="159257" y="1314449"/>
                </a:lnTo>
                <a:lnTo>
                  <a:pt x="152399" y="1308353"/>
                </a:lnTo>
                <a:lnTo>
                  <a:pt x="144017" y="1309115"/>
                </a:lnTo>
                <a:lnTo>
                  <a:pt x="136397" y="1309877"/>
                </a:lnTo>
                <a:lnTo>
                  <a:pt x="131063" y="1316735"/>
                </a:lnTo>
                <a:lnTo>
                  <a:pt x="131825" y="1325117"/>
                </a:lnTo>
                <a:lnTo>
                  <a:pt x="132587" y="1332737"/>
                </a:lnTo>
                <a:lnTo>
                  <a:pt x="139445" y="1338071"/>
                </a:lnTo>
                <a:lnTo>
                  <a:pt x="147065" y="1337309"/>
                </a:lnTo>
                <a:close/>
              </a:path>
              <a:path w="201168" h="1538477">
                <a:moveTo>
                  <a:pt x="201167" y="1449323"/>
                </a:moveTo>
                <a:lnTo>
                  <a:pt x="115823" y="1457705"/>
                </a:lnTo>
                <a:lnTo>
                  <a:pt x="166877" y="1538477"/>
                </a:lnTo>
                <a:lnTo>
                  <a:pt x="201167" y="1449323"/>
                </a:lnTo>
                <a:close/>
              </a:path>
              <a:path w="201168" h="1538477">
                <a:moveTo>
                  <a:pt x="158495" y="1451609"/>
                </a:moveTo>
                <a:lnTo>
                  <a:pt x="166115" y="1450847"/>
                </a:lnTo>
                <a:lnTo>
                  <a:pt x="172211" y="1443989"/>
                </a:lnTo>
                <a:lnTo>
                  <a:pt x="171449" y="1435607"/>
                </a:lnTo>
                <a:lnTo>
                  <a:pt x="170687" y="1427987"/>
                </a:lnTo>
                <a:lnTo>
                  <a:pt x="163829" y="1421891"/>
                </a:lnTo>
                <a:lnTo>
                  <a:pt x="155447" y="1422653"/>
                </a:lnTo>
                <a:lnTo>
                  <a:pt x="147827" y="1423415"/>
                </a:lnTo>
                <a:lnTo>
                  <a:pt x="141731" y="1431035"/>
                </a:lnTo>
                <a:lnTo>
                  <a:pt x="142493" y="1438655"/>
                </a:lnTo>
                <a:lnTo>
                  <a:pt x="143255" y="1446275"/>
                </a:lnTo>
                <a:lnTo>
                  <a:pt x="150875" y="1452371"/>
                </a:lnTo>
                <a:lnTo>
                  <a:pt x="158495" y="1451609"/>
                </a:lnTo>
                <a:close/>
              </a:path>
              <a:path w="201168" h="1538477">
                <a:moveTo>
                  <a:pt x="152399" y="1394459"/>
                </a:moveTo>
                <a:lnTo>
                  <a:pt x="160781" y="1393697"/>
                </a:lnTo>
                <a:lnTo>
                  <a:pt x="166115" y="1386839"/>
                </a:lnTo>
                <a:lnTo>
                  <a:pt x="165353" y="1379219"/>
                </a:lnTo>
                <a:lnTo>
                  <a:pt x="164591" y="1370837"/>
                </a:lnTo>
                <a:lnTo>
                  <a:pt x="157733" y="1365503"/>
                </a:lnTo>
                <a:lnTo>
                  <a:pt x="150113" y="1366265"/>
                </a:lnTo>
                <a:lnTo>
                  <a:pt x="142493" y="1367027"/>
                </a:lnTo>
                <a:lnTo>
                  <a:pt x="136397" y="1373885"/>
                </a:lnTo>
                <a:lnTo>
                  <a:pt x="137159" y="1381505"/>
                </a:lnTo>
                <a:lnTo>
                  <a:pt x="137921" y="1389887"/>
                </a:lnTo>
                <a:lnTo>
                  <a:pt x="144779" y="1395221"/>
                </a:lnTo>
                <a:lnTo>
                  <a:pt x="152399" y="1394459"/>
                </a:lnTo>
                <a:close/>
              </a:path>
              <a:path w="201168" h="1538477">
                <a:moveTo>
                  <a:pt x="112775" y="995933"/>
                </a:moveTo>
                <a:lnTo>
                  <a:pt x="121157" y="995171"/>
                </a:lnTo>
                <a:lnTo>
                  <a:pt x="126491" y="988313"/>
                </a:lnTo>
                <a:lnTo>
                  <a:pt x="125729" y="980693"/>
                </a:lnTo>
                <a:lnTo>
                  <a:pt x="124967" y="973073"/>
                </a:lnTo>
                <a:lnTo>
                  <a:pt x="118109" y="966977"/>
                </a:lnTo>
                <a:lnTo>
                  <a:pt x="110489" y="967739"/>
                </a:lnTo>
                <a:lnTo>
                  <a:pt x="102107" y="968501"/>
                </a:lnTo>
                <a:lnTo>
                  <a:pt x="96773" y="975359"/>
                </a:lnTo>
                <a:lnTo>
                  <a:pt x="97535" y="983741"/>
                </a:lnTo>
                <a:lnTo>
                  <a:pt x="98297" y="991361"/>
                </a:lnTo>
                <a:lnTo>
                  <a:pt x="105155" y="996695"/>
                </a:lnTo>
                <a:lnTo>
                  <a:pt x="112775" y="995933"/>
                </a:lnTo>
                <a:close/>
              </a:path>
            </a:pathLst>
          </a:custGeom>
          <a:solidFill>
            <a:srgbClr val="0000FF"/>
          </a:solidFill>
        </p:spPr>
        <p:txBody>
          <a:bodyPr wrap="square" lIns="0" tIns="0" rIns="0" bIns="0" rtlCol="0">
            <a:noAutofit/>
          </a:bodyPr>
          <a:lstStyle/>
          <a:p>
            <a:endParaRPr/>
          </a:p>
        </p:txBody>
      </p:sp>
      <p:sp>
        <p:nvSpPr>
          <p:cNvPr id="93" name="object 93"/>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3570732" y="5302281"/>
            <a:ext cx="305542" cy="43978"/>
          </a:xfrm>
          <a:custGeom>
            <a:avLst/>
            <a:gdLst/>
            <a:ahLst/>
            <a:cxnLst/>
            <a:rect l="l" t="t" r="r" b="b"/>
            <a:pathLst>
              <a:path w="305542" h="44711">
                <a:moveTo>
                  <a:pt x="339852" y="495797"/>
                </a:moveTo>
                <a:lnTo>
                  <a:pt x="355854" y="495035"/>
                </a:lnTo>
                <a:lnTo>
                  <a:pt x="371856" y="493511"/>
                </a:lnTo>
                <a:lnTo>
                  <a:pt x="391175" y="490757"/>
                </a:lnTo>
                <a:lnTo>
                  <a:pt x="410499" y="486937"/>
                </a:lnTo>
                <a:lnTo>
                  <a:pt x="420645" y="484367"/>
                </a:lnTo>
                <a:lnTo>
                  <a:pt x="226543" y="484367"/>
                </a:lnTo>
                <a:lnTo>
                  <a:pt x="236059" y="486774"/>
                </a:lnTo>
                <a:lnTo>
                  <a:pt x="256843" y="490853"/>
                </a:lnTo>
                <a:lnTo>
                  <a:pt x="277720" y="493800"/>
                </a:lnTo>
                <a:lnTo>
                  <a:pt x="298583" y="495610"/>
                </a:lnTo>
                <a:lnTo>
                  <a:pt x="319329" y="496277"/>
                </a:lnTo>
                <a:lnTo>
                  <a:pt x="339852" y="495797"/>
                </a:lnTo>
                <a:close/>
              </a:path>
            </a:pathLst>
          </a:custGeom>
          <a:solidFill>
            <a:srgbClr val="000000"/>
          </a:solidFill>
        </p:spPr>
        <p:txBody>
          <a:bodyPr wrap="square" lIns="0" tIns="0" rIns="0" bIns="0" rtlCol="0">
            <a:noAutofit/>
          </a:bodyPr>
          <a:lstStyle/>
          <a:p>
            <a:endParaRPr/>
          </a:p>
        </p:txBody>
      </p:sp>
      <p:sp>
        <p:nvSpPr>
          <p:cNvPr id="11" name="object 11"/>
          <p:cNvSpPr txBox="1"/>
          <p:nvPr/>
        </p:nvSpPr>
        <p:spPr>
          <a:xfrm>
            <a:off x="3350005" y="681740"/>
            <a:ext cx="432364"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10" name="object 10"/>
          <p:cNvSpPr txBox="1"/>
          <p:nvPr/>
        </p:nvSpPr>
        <p:spPr>
          <a:xfrm>
            <a:off x="4077716" y="681740"/>
            <a:ext cx="601280"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9" name="object 9"/>
          <p:cNvSpPr txBox="1"/>
          <p:nvPr/>
        </p:nvSpPr>
        <p:spPr>
          <a:xfrm>
            <a:off x="4698747" y="681740"/>
            <a:ext cx="117849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a:t>
            </a:r>
            <a:r>
              <a:rPr sz="6600" spc="-54" baseline="3103" dirty="0">
                <a:latin typeface="Calibri"/>
                <a:cs typeface="Calibri"/>
              </a:rPr>
              <a:t>t</a:t>
            </a:r>
            <a:r>
              <a:rPr sz="6600" spc="0" baseline="3103" dirty="0">
                <a:latin typeface="Calibri"/>
                <a:cs typeface="Calibri"/>
              </a:rPr>
              <a:t>ar)</a:t>
            </a:r>
            <a:endParaRPr sz="4400">
              <a:latin typeface="Calibri"/>
              <a:cs typeface="Calibri"/>
            </a:endParaRPr>
          </a:p>
        </p:txBody>
      </p:sp>
      <p:sp>
        <p:nvSpPr>
          <p:cNvPr id="8" name="object 8"/>
          <p:cNvSpPr txBox="1"/>
          <p:nvPr/>
        </p:nvSpPr>
        <p:spPr>
          <a:xfrm>
            <a:off x="3279140" y="2468193"/>
            <a:ext cx="388074" cy="225101"/>
          </a:xfrm>
          <a:prstGeom prst="rect">
            <a:avLst/>
          </a:prstGeom>
        </p:spPr>
        <p:txBody>
          <a:bodyPr wrap="square" lIns="0" tIns="0" rIns="0" bIns="0" rtlCol="0">
            <a:noAutofit/>
          </a:bodyPr>
          <a:lstStyle/>
          <a:p>
            <a:pPr marL="12700">
              <a:lnSpc>
                <a:spcPts val="1730"/>
              </a:lnSpc>
              <a:spcBef>
                <a:spcPts val="86"/>
              </a:spcBef>
            </a:pPr>
            <a:r>
              <a:rPr sz="2400" b="1" spc="0" baseline="3413" dirty="0">
                <a:latin typeface="Calibri"/>
                <a:cs typeface="Calibri"/>
              </a:rPr>
              <a:t>g(n)</a:t>
            </a:r>
            <a:endParaRPr sz="1600">
              <a:latin typeface="Calibri"/>
              <a:cs typeface="Calibri"/>
            </a:endParaRPr>
          </a:p>
        </p:txBody>
      </p:sp>
      <p:sp>
        <p:nvSpPr>
          <p:cNvPr id="7" name="object 7"/>
          <p:cNvSpPr txBox="1"/>
          <p:nvPr/>
        </p:nvSpPr>
        <p:spPr>
          <a:xfrm>
            <a:off x="688340" y="3297335"/>
            <a:ext cx="146864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f(n)</a:t>
            </a:r>
            <a:r>
              <a:rPr sz="2700" spc="9" baseline="3034" dirty="0">
                <a:latin typeface="Calibri"/>
                <a:cs typeface="Calibri"/>
              </a:rPr>
              <a:t> </a:t>
            </a:r>
            <a:r>
              <a:rPr sz="2700" spc="0" baseline="3034" dirty="0">
                <a:latin typeface="Calibri"/>
                <a:cs typeface="Calibri"/>
              </a:rPr>
              <a:t>=</a:t>
            </a:r>
            <a:r>
              <a:rPr sz="2700" spc="9" baseline="3034" dirty="0">
                <a:latin typeface="Calibri"/>
                <a:cs typeface="Calibri"/>
              </a:rPr>
              <a:t> </a:t>
            </a:r>
            <a:r>
              <a:rPr sz="2700" spc="0" baseline="3034" dirty="0">
                <a:latin typeface="Calibri"/>
                <a:cs typeface="Calibri"/>
              </a:rPr>
              <a:t>g(n)+h(n)</a:t>
            </a:r>
            <a:endParaRPr sz="1800">
              <a:latin typeface="Calibri"/>
              <a:cs typeface="Calibri"/>
            </a:endParaRPr>
          </a:p>
        </p:txBody>
      </p:sp>
      <p:sp>
        <p:nvSpPr>
          <p:cNvPr id="6" name="object 6"/>
          <p:cNvSpPr txBox="1"/>
          <p:nvPr/>
        </p:nvSpPr>
        <p:spPr>
          <a:xfrm>
            <a:off x="3319527" y="3327317"/>
            <a:ext cx="182361"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n</a:t>
            </a:r>
            <a:endParaRPr sz="1800">
              <a:latin typeface="Calibri"/>
              <a:cs typeface="Calibri"/>
            </a:endParaRPr>
          </a:p>
        </p:txBody>
      </p:sp>
      <p:sp>
        <p:nvSpPr>
          <p:cNvPr id="5" name="object 5"/>
          <p:cNvSpPr txBox="1"/>
          <p:nvPr/>
        </p:nvSpPr>
        <p:spPr>
          <a:xfrm>
            <a:off x="2898141" y="4796353"/>
            <a:ext cx="447095"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h(n)</a:t>
            </a:r>
            <a:endParaRPr sz="1800">
              <a:latin typeface="Calibri"/>
              <a:cs typeface="Calibri"/>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43</a:t>
            </a:r>
            <a:endParaRPr sz="1200">
              <a:latin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object 114"/>
          <p:cNvSpPr txBox="1"/>
          <p:nvPr/>
        </p:nvSpPr>
        <p:spPr>
          <a:xfrm>
            <a:off x="0" y="1830550"/>
            <a:ext cx="9144000" cy="1058803"/>
          </a:xfrm>
          <a:prstGeom prst="rect">
            <a:avLst/>
          </a:prstGeom>
        </p:spPr>
        <p:txBody>
          <a:bodyPr wrap="square" lIns="0" tIns="0" rIns="0" bIns="0" rtlCol="0">
            <a:noAutofit/>
          </a:bodyPr>
          <a:lstStyle/>
          <a:p>
            <a:pPr marL="2682240">
              <a:lnSpc>
                <a:spcPts val="2275"/>
              </a:lnSpc>
              <a:spcBef>
                <a:spcPts val="113"/>
              </a:spcBef>
            </a:pPr>
            <a:r>
              <a:rPr sz="2700" spc="0" baseline="1517" dirty="0">
                <a:latin typeface="Calibri"/>
                <a:cs typeface="Calibri"/>
              </a:rPr>
              <a:t>St  </a:t>
            </a:r>
            <a:r>
              <a:rPr sz="2700" spc="246" baseline="1517" dirty="0">
                <a:latin typeface="Calibri"/>
                <a:cs typeface="Calibri"/>
              </a:rPr>
              <a:t> </a:t>
            </a:r>
            <a:r>
              <a:rPr sz="2700" spc="0" baseline="1517" dirty="0">
                <a:latin typeface="Calibri"/>
                <a:cs typeface="Calibri"/>
              </a:rPr>
              <a:t>t                                                      </a:t>
            </a:r>
            <a:r>
              <a:rPr sz="2700" spc="164" baseline="1517" dirty="0">
                <a:latin typeface="Calibri"/>
                <a:cs typeface="Calibri"/>
              </a:rPr>
              <a:t> </a:t>
            </a:r>
            <a:r>
              <a:rPr sz="2700" spc="0" baseline="10739" dirty="0">
                <a:latin typeface="Tahoma"/>
                <a:cs typeface="Tahoma"/>
              </a:rPr>
              <a:t>A</a:t>
            </a:r>
            <a:endParaRPr sz="1800">
              <a:latin typeface="Tahoma"/>
              <a:cs typeface="Tahoma"/>
            </a:endParaRPr>
          </a:p>
        </p:txBody>
      </p:sp>
      <p:sp>
        <p:nvSpPr>
          <p:cNvPr id="113" name="object 113"/>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112" name="object 112"/>
          <p:cNvSpPr txBox="1"/>
          <p:nvPr/>
        </p:nvSpPr>
        <p:spPr>
          <a:xfrm>
            <a:off x="0" y="3829488"/>
            <a:ext cx="9144000" cy="986101"/>
          </a:xfrm>
          <a:prstGeom prst="rect">
            <a:avLst/>
          </a:prstGeom>
        </p:spPr>
        <p:txBody>
          <a:bodyPr wrap="square" lIns="0" tIns="0" rIns="0" bIns="0" rtlCol="0">
            <a:noAutofit/>
          </a:bodyPr>
          <a:lstStyle/>
          <a:p>
            <a:pPr marL="5998464">
              <a:lnSpc>
                <a:spcPts val="1864"/>
              </a:lnSpc>
              <a:spcBef>
                <a:spcPts val="93"/>
              </a:spcBef>
            </a:pPr>
            <a:r>
              <a:rPr sz="1800" spc="0" dirty="0">
                <a:latin typeface="Tahoma"/>
                <a:cs typeface="Tahoma"/>
              </a:rPr>
              <a:t>F</a:t>
            </a:r>
            <a:endParaRPr sz="1800">
              <a:latin typeface="Tahoma"/>
              <a:cs typeface="Tahoma"/>
            </a:endParaRPr>
          </a:p>
        </p:txBody>
      </p:sp>
      <p:sp>
        <p:nvSpPr>
          <p:cNvPr id="110" name="object 110"/>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8" name="object 48"/>
          <p:cNvSpPr/>
          <p:nvPr/>
        </p:nvSpPr>
        <p:spPr>
          <a:xfrm>
            <a:off x="7010781" y="1335623"/>
            <a:ext cx="0" cy="590612"/>
          </a:xfrm>
          <a:custGeom>
            <a:avLst/>
            <a:gdLst/>
            <a:ahLst/>
            <a:cxnLst/>
            <a:rect l="l" t="t" r="r" b="b"/>
            <a:pathLst>
              <a:path h="600456">
                <a:moveTo>
                  <a:pt x="0" y="0"/>
                </a:moveTo>
                <a:lnTo>
                  <a:pt x="0" y="600455"/>
                </a:lnTo>
              </a:path>
            </a:pathLst>
          </a:custGeom>
          <a:ln w="14223">
            <a:solidFill>
              <a:srgbClr val="000000"/>
            </a:solidFill>
          </a:ln>
        </p:spPr>
        <p:txBody>
          <a:bodyPr wrap="square" lIns="0" tIns="0" rIns="0" bIns="0" rtlCol="0">
            <a:noAutofit/>
          </a:bodyPr>
          <a:lstStyle/>
          <a:p>
            <a:endParaRPr/>
          </a:p>
        </p:txBody>
      </p:sp>
      <p:sp>
        <p:nvSpPr>
          <p:cNvPr id="49" name="object 49"/>
          <p:cNvSpPr/>
          <p:nvPr/>
        </p:nvSpPr>
        <p:spPr>
          <a:xfrm>
            <a:off x="5091684" y="1748976"/>
            <a:ext cx="3838194" cy="0"/>
          </a:xfrm>
          <a:custGeom>
            <a:avLst/>
            <a:gdLst/>
            <a:ahLst/>
            <a:cxnLst/>
            <a:rect l="l" t="t" r="r" b="b"/>
            <a:pathLst>
              <a:path w="3838194">
                <a:moveTo>
                  <a:pt x="3838194" y="0"/>
                </a:moveTo>
                <a:lnTo>
                  <a:pt x="0" y="0"/>
                </a:lnTo>
              </a:path>
            </a:pathLst>
          </a:custGeom>
          <a:ln w="14224">
            <a:solidFill>
              <a:srgbClr val="000000"/>
            </a:solidFill>
          </a:ln>
        </p:spPr>
        <p:txBody>
          <a:bodyPr wrap="square" lIns="0" tIns="0" rIns="0" bIns="0" rtlCol="0">
            <a:noAutofit/>
          </a:bodyPr>
          <a:lstStyle/>
          <a:p>
            <a:endParaRPr/>
          </a:p>
        </p:txBody>
      </p:sp>
      <p:sp>
        <p:nvSpPr>
          <p:cNvPr id="50" name="object 50"/>
          <p:cNvSpPr/>
          <p:nvPr/>
        </p:nvSpPr>
        <p:spPr>
          <a:xfrm>
            <a:off x="5105781" y="1335623"/>
            <a:ext cx="0" cy="590612"/>
          </a:xfrm>
          <a:custGeom>
            <a:avLst/>
            <a:gdLst/>
            <a:ahLst/>
            <a:cxnLst/>
            <a:rect l="l" t="t" r="r" b="b"/>
            <a:pathLst>
              <a:path h="600456">
                <a:moveTo>
                  <a:pt x="0" y="0"/>
                </a:moveTo>
                <a:lnTo>
                  <a:pt x="0" y="600456"/>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8915781" y="1335623"/>
            <a:ext cx="0" cy="590612"/>
          </a:xfrm>
          <a:custGeom>
            <a:avLst/>
            <a:gdLst/>
            <a:ahLst/>
            <a:cxnLst/>
            <a:rect l="l" t="t" r="r" b="b"/>
            <a:pathLst>
              <a:path h="600456">
                <a:moveTo>
                  <a:pt x="0" y="0"/>
                </a:moveTo>
                <a:lnTo>
                  <a:pt x="0" y="600455"/>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5091684" y="1349489"/>
            <a:ext cx="3838194" cy="0"/>
          </a:xfrm>
          <a:custGeom>
            <a:avLst/>
            <a:gdLst/>
            <a:ahLst/>
            <a:cxnLst/>
            <a:rect l="l" t="t" r="r" b="b"/>
            <a:pathLst>
              <a:path w="3838194">
                <a:moveTo>
                  <a:pt x="3838194" y="0"/>
                </a:moveTo>
                <a:lnTo>
                  <a:pt x="0" y="0"/>
                </a:lnTo>
              </a:path>
            </a:pathLst>
          </a:custGeom>
          <a:ln w="29463">
            <a:solidFill>
              <a:srgbClr val="000000"/>
            </a:solidFill>
          </a:ln>
        </p:spPr>
        <p:txBody>
          <a:bodyPr wrap="square" lIns="0" tIns="0" rIns="0" bIns="0" rtlCol="0">
            <a:noAutofit/>
          </a:bodyPr>
          <a:lstStyle/>
          <a:p>
            <a:endParaRPr/>
          </a:p>
        </p:txBody>
      </p:sp>
      <p:sp>
        <p:nvSpPr>
          <p:cNvPr id="53" name="object 5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70107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5" name="object 55"/>
          <p:cNvSpPr/>
          <p:nvPr/>
        </p:nvSpPr>
        <p:spPr>
          <a:xfrm>
            <a:off x="5091684" y="2148840"/>
            <a:ext cx="3838194" cy="0"/>
          </a:xfrm>
          <a:custGeom>
            <a:avLst/>
            <a:gdLst/>
            <a:ahLst/>
            <a:cxnLst/>
            <a:rect l="l" t="t" r="r" b="b"/>
            <a:pathLst>
              <a:path w="3838194">
                <a:moveTo>
                  <a:pt x="3838194" y="0"/>
                </a:moveTo>
                <a:lnTo>
                  <a:pt x="0" y="0"/>
                </a:lnTo>
              </a:path>
            </a:pathLst>
          </a:custGeom>
          <a:ln w="13462">
            <a:solidFill>
              <a:srgbClr val="000000"/>
            </a:solidFill>
          </a:ln>
        </p:spPr>
        <p:txBody>
          <a:bodyPr wrap="square" lIns="0" tIns="0" rIns="0" bIns="0" rtlCol="0">
            <a:noAutofit/>
          </a:bodyPr>
          <a:lstStyle/>
          <a:p>
            <a:endParaRPr/>
          </a:p>
        </p:txBody>
      </p:sp>
      <p:sp>
        <p:nvSpPr>
          <p:cNvPr id="56" name="object 56"/>
          <p:cNvSpPr/>
          <p:nvPr/>
        </p:nvSpPr>
        <p:spPr>
          <a:xfrm>
            <a:off x="5091684" y="2548702"/>
            <a:ext cx="3838194" cy="0"/>
          </a:xfrm>
          <a:custGeom>
            <a:avLst/>
            <a:gdLst/>
            <a:ahLst/>
            <a:cxnLst/>
            <a:rect l="l" t="t" r="r" b="b"/>
            <a:pathLst>
              <a:path w="3838194">
                <a:moveTo>
                  <a:pt x="3838194" y="0"/>
                </a:moveTo>
                <a:lnTo>
                  <a:pt x="0" y="0"/>
                </a:lnTo>
              </a:path>
            </a:pathLst>
          </a:custGeom>
          <a:ln w="14224">
            <a:solidFill>
              <a:srgbClr val="000000"/>
            </a:solidFill>
          </a:ln>
        </p:spPr>
        <p:txBody>
          <a:bodyPr wrap="square" lIns="0" tIns="0" rIns="0" bIns="0" rtlCol="0">
            <a:noAutofit/>
          </a:bodyPr>
          <a:lstStyle/>
          <a:p>
            <a:endParaRPr/>
          </a:p>
        </p:txBody>
      </p:sp>
      <p:sp>
        <p:nvSpPr>
          <p:cNvPr id="57" name="object 57"/>
          <p:cNvSpPr/>
          <p:nvPr/>
        </p:nvSpPr>
        <p:spPr>
          <a:xfrm>
            <a:off x="5105781"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89157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9" name="object 59"/>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60" name="object 60"/>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7" name="object 67"/>
          <p:cNvSpPr/>
          <p:nvPr/>
        </p:nvSpPr>
        <p:spPr>
          <a:xfrm>
            <a:off x="70107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8" name="object 68"/>
          <p:cNvSpPr/>
          <p:nvPr/>
        </p:nvSpPr>
        <p:spPr>
          <a:xfrm>
            <a:off x="5091684" y="2948190"/>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69" name="object 69"/>
          <p:cNvSpPr/>
          <p:nvPr/>
        </p:nvSpPr>
        <p:spPr>
          <a:xfrm>
            <a:off x="5091684" y="3348052"/>
            <a:ext cx="3838194" cy="0"/>
          </a:xfrm>
          <a:custGeom>
            <a:avLst/>
            <a:gdLst/>
            <a:ahLst/>
            <a:cxnLst/>
            <a:rect l="l" t="t" r="r" b="b"/>
            <a:pathLst>
              <a:path w="3838194">
                <a:moveTo>
                  <a:pt x="3838194" y="0"/>
                </a:moveTo>
                <a:lnTo>
                  <a:pt x="0" y="0"/>
                </a:lnTo>
              </a:path>
            </a:pathLst>
          </a:custGeom>
          <a:ln w="13461">
            <a:solidFill>
              <a:srgbClr val="000000"/>
            </a:solidFill>
          </a:ln>
        </p:spPr>
        <p:txBody>
          <a:bodyPr wrap="square" lIns="0" tIns="0" rIns="0" bIns="0" rtlCol="0">
            <a:noAutofit/>
          </a:bodyPr>
          <a:lstStyle/>
          <a:p>
            <a:endParaRPr/>
          </a:p>
        </p:txBody>
      </p:sp>
      <p:sp>
        <p:nvSpPr>
          <p:cNvPr id="70" name="object 70"/>
          <p:cNvSpPr/>
          <p:nvPr/>
        </p:nvSpPr>
        <p:spPr>
          <a:xfrm>
            <a:off x="5091684" y="3747915"/>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71" name="object 71"/>
          <p:cNvSpPr/>
          <p:nvPr/>
        </p:nvSpPr>
        <p:spPr>
          <a:xfrm>
            <a:off x="5105781"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2" name="object 72"/>
          <p:cNvSpPr/>
          <p:nvPr/>
        </p:nvSpPr>
        <p:spPr>
          <a:xfrm>
            <a:off x="8915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3" name="object 73"/>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2" name="object 82"/>
          <p:cNvSpPr/>
          <p:nvPr/>
        </p:nvSpPr>
        <p:spPr>
          <a:xfrm>
            <a:off x="70107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3" name="object 83"/>
          <p:cNvSpPr/>
          <p:nvPr/>
        </p:nvSpPr>
        <p:spPr>
          <a:xfrm>
            <a:off x="5091684" y="4147403"/>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84" name="object 84"/>
          <p:cNvSpPr/>
          <p:nvPr/>
        </p:nvSpPr>
        <p:spPr>
          <a:xfrm>
            <a:off x="5091684" y="4547265"/>
            <a:ext cx="3838194" cy="0"/>
          </a:xfrm>
          <a:custGeom>
            <a:avLst/>
            <a:gdLst/>
            <a:ahLst/>
            <a:cxnLst/>
            <a:rect l="l" t="t" r="r" b="b"/>
            <a:pathLst>
              <a:path w="3838194">
                <a:moveTo>
                  <a:pt x="3838194" y="0"/>
                </a:moveTo>
                <a:lnTo>
                  <a:pt x="0" y="0"/>
                </a:lnTo>
              </a:path>
            </a:pathLst>
          </a:custGeom>
          <a:ln w="13461">
            <a:solidFill>
              <a:srgbClr val="000000"/>
            </a:solidFill>
          </a:ln>
        </p:spPr>
        <p:txBody>
          <a:bodyPr wrap="square" lIns="0" tIns="0" rIns="0" bIns="0" rtlCol="0">
            <a:noAutofit/>
          </a:bodyPr>
          <a:lstStyle/>
          <a:p>
            <a:endParaRPr/>
          </a:p>
        </p:txBody>
      </p:sp>
      <p:sp>
        <p:nvSpPr>
          <p:cNvPr id="85" name="object 85"/>
          <p:cNvSpPr/>
          <p:nvPr/>
        </p:nvSpPr>
        <p:spPr>
          <a:xfrm>
            <a:off x="5105781"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6" name="object 86"/>
          <p:cNvSpPr/>
          <p:nvPr/>
        </p:nvSpPr>
        <p:spPr>
          <a:xfrm>
            <a:off x="8915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7" name="object 87"/>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93" name="object 93"/>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4" name="object 94"/>
          <p:cNvSpPr/>
          <p:nvPr/>
        </p:nvSpPr>
        <p:spPr>
          <a:xfrm>
            <a:off x="7010781" y="4814840"/>
            <a:ext cx="0" cy="546391"/>
          </a:xfrm>
          <a:custGeom>
            <a:avLst/>
            <a:gdLst/>
            <a:ahLst/>
            <a:cxnLst/>
            <a:rect l="l" t="t" r="r" b="b"/>
            <a:pathLst>
              <a:path h="555498">
                <a:moveTo>
                  <a:pt x="0" y="762"/>
                </a:moveTo>
                <a:lnTo>
                  <a:pt x="0" y="555498"/>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5091684" y="4947128"/>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8915781" y="4814840"/>
            <a:ext cx="0" cy="546391"/>
          </a:xfrm>
          <a:custGeom>
            <a:avLst/>
            <a:gdLst/>
            <a:ahLst/>
            <a:cxnLst/>
            <a:rect l="l" t="t" r="r" b="b"/>
            <a:pathLst>
              <a:path h="555498">
                <a:moveTo>
                  <a:pt x="0" y="762"/>
                </a:moveTo>
                <a:lnTo>
                  <a:pt x="0" y="555498"/>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5091684" y="5346990"/>
            <a:ext cx="3838194" cy="0"/>
          </a:xfrm>
          <a:custGeom>
            <a:avLst/>
            <a:gdLst/>
            <a:ahLst/>
            <a:cxnLst/>
            <a:rect l="l" t="t" r="r" b="b"/>
            <a:pathLst>
              <a:path w="3838194">
                <a:moveTo>
                  <a:pt x="3838194" y="0"/>
                </a:moveTo>
                <a:lnTo>
                  <a:pt x="0" y="0"/>
                </a:lnTo>
              </a:path>
            </a:pathLst>
          </a:custGeom>
          <a:ln w="30225">
            <a:solidFill>
              <a:srgbClr val="000000"/>
            </a:solidFill>
          </a:ln>
        </p:spPr>
        <p:txBody>
          <a:bodyPr wrap="square" lIns="0" tIns="0" rIns="0" bIns="0" rtlCol="0">
            <a:noAutofit/>
          </a:bodyPr>
          <a:lstStyle/>
          <a:p>
            <a:endParaRPr/>
          </a:p>
        </p:txBody>
      </p:sp>
      <p:sp>
        <p:nvSpPr>
          <p:cNvPr id="98" name="object 98"/>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99" name="object 99"/>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101" name="object 101"/>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5" name="object 105"/>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7" name="object 107"/>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108" name="object 108"/>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9" name="object 109"/>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47" name="object 47"/>
          <p:cNvSpPr txBox="1"/>
          <p:nvPr/>
        </p:nvSpPr>
        <p:spPr>
          <a:xfrm>
            <a:off x="3593084"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46" name="object 46"/>
          <p:cNvSpPr txBox="1"/>
          <p:nvPr/>
        </p:nvSpPr>
        <p:spPr>
          <a:xfrm>
            <a:off x="4320795"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5" name="object 45"/>
          <p:cNvSpPr txBox="1"/>
          <p:nvPr/>
        </p:nvSpPr>
        <p:spPr>
          <a:xfrm>
            <a:off x="2669540" y="1873270"/>
            <a:ext cx="5043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p:txBody>
      </p:sp>
      <p:sp>
        <p:nvSpPr>
          <p:cNvPr id="44" name="object 44"/>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3" name="object 43"/>
          <p:cNvSpPr txBox="1"/>
          <p:nvPr/>
        </p:nvSpPr>
        <p:spPr>
          <a:xfrm>
            <a:off x="2898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2" name="object 42"/>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1" name="object 41"/>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0" name="object 40"/>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9" name="object 39"/>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8" name="object 38"/>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7" name="object 37"/>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6" name="object 36"/>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5" name="object 35"/>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4" name="object 34"/>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3" name="object 33"/>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2" name="object 32"/>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1" name="object 31"/>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30" name="object 30"/>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9" name="object 29"/>
          <p:cNvSpPr txBox="1"/>
          <p:nvPr/>
        </p:nvSpPr>
        <p:spPr>
          <a:xfrm>
            <a:off x="5260332" y="5395959"/>
            <a:ext cx="1653380" cy="249836"/>
          </a:xfrm>
          <a:prstGeom prst="rect">
            <a:avLst/>
          </a:prstGeom>
        </p:spPr>
        <p:txBody>
          <a:bodyPr wrap="square" lIns="0" tIns="0" rIns="0" bIns="0" rtlCol="0">
            <a:noAutofit/>
          </a:bodyPr>
          <a:lstStyle/>
          <a:p>
            <a:pPr marL="12700">
              <a:lnSpc>
                <a:spcPts val="1935"/>
              </a:lnSpc>
              <a:spcBef>
                <a:spcPts val="96"/>
              </a:spcBef>
            </a:pPr>
            <a:r>
              <a:rPr sz="2700" b="1" i="1" spc="0" baseline="3034" dirty="0">
                <a:latin typeface="Calibri"/>
                <a:cs typeface="Calibri"/>
              </a:rPr>
              <a:t>f(n)</a:t>
            </a:r>
            <a:r>
              <a:rPr sz="2700" b="1" i="1" spc="14" baseline="3034" dirty="0">
                <a:latin typeface="Calibri"/>
                <a:cs typeface="Calibri"/>
              </a:rPr>
              <a:t> </a:t>
            </a:r>
            <a:r>
              <a:rPr sz="2700" b="1" i="1" spc="0" baseline="3034" dirty="0">
                <a:latin typeface="Calibri"/>
                <a:cs typeface="Calibri"/>
              </a:rPr>
              <a:t>=</a:t>
            </a:r>
            <a:r>
              <a:rPr sz="2700" b="1" i="1" spc="14" baseline="3034" dirty="0">
                <a:latin typeface="Calibri"/>
                <a:cs typeface="Calibri"/>
              </a:rPr>
              <a:t> </a:t>
            </a:r>
            <a:r>
              <a:rPr sz="2700" b="1" i="1" spc="0" baseline="3034" dirty="0">
                <a:latin typeface="Calibri"/>
                <a:cs typeface="Calibri"/>
              </a:rPr>
              <a:t>g(n)</a:t>
            </a:r>
            <a:r>
              <a:rPr sz="2700" b="1" i="1" spc="14" baseline="3034" dirty="0">
                <a:latin typeface="Calibri"/>
                <a:cs typeface="Calibri"/>
              </a:rPr>
              <a:t> </a:t>
            </a:r>
            <a:r>
              <a:rPr sz="2700" b="1" i="1" spc="0" baseline="3034" dirty="0">
                <a:latin typeface="Calibri"/>
                <a:cs typeface="Calibri"/>
              </a:rPr>
              <a:t>+</a:t>
            </a:r>
            <a:r>
              <a:rPr sz="2700" b="1" i="1" spc="14"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endParaRPr sz="1800">
              <a:latin typeface="Calibri"/>
              <a:cs typeface="Calibri"/>
            </a:endParaRPr>
          </a:p>
        </p:txBody>
      </p:sp>
      <p:sp>
        <p:nvSpPr>
          <p:cNvPr id="28" name="object 28"/>
          <p:cNvSpPr txBox="1"/>
          <p:nvPr/>
        </p:nvSpPr>
        <p:spPr>
          <a:xfrm>
            <a:off x="3431540" y="5800694"/>
            <a:ext cx="5535620"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g(n):</a:t>
            </a:r>
            <a:r>
              <a:rPr sz="2700" b="1" spc="4" baseline="3034" dirty="0">
                <a:latin typeface="Calibri"/>
                <a:cs typeface="Calibri"/>
              </a:rPr>
              <a:t> </a:t>
            </a:r>
            <a:r>
              <a:rPr sz="2700" spc="0" baseline="3034" dirty="0">
                <a:latin typeface="Calibri"/>
                <a:cs typeface="Calibri"/>
              </a:rPr>
              <a:t>is</a:t>
            </a:r>
            <a:r>
              <a:rPr sz="2700" spc="4" baseline="3034" dirty="0">
                <a:latin typeface="Calibri"/>
                <a:cs typeface="Calibri"/>
              </a:rPr>
              <a:t> </a:t>
            </a:r>
            <a:r>
              <a:rPr sz="2700" spc="0" baseline="3034" dirty="0">
                <a:latin typeface="Calibri"/>
                <a:cs typeface="Calibri"/>
              </a:rPr>
              <a:t>the</a:t>
            </a:r>
            <a:r>
              <a:rPr sz="2700" spc="9" baseline="3034" dirty="0">
                <a:latin typeface="Calibri"/>
                <a:cs typeface="Calibri"/>
              </a:rPr>
              <a:t> </a:t>
            </a:r>
            <a:r>
              <a:rPr sz="2700" spc="-29" baseline="3034" dirty="0">
                <a:latin typeface="Calibri"/>
                <a:cs typeface="Calibri"/>
              </a:rPr>
              <a:t>ex</a:t>
            </a:r>
            <a:r>
              <a:rPr sz="2700" spc="0" baseline="3034" dirty="0">
                <a:latin typeface="Calibri"/>
                <a:cs typeface="Calibri"/>
              </a:rPr>
              <a:t>act</a:t>
            </a:r>
            <a:r>
              <a:rPr sz="2700" spc="9" baseline="3034" dirty="0">
                <a:latin typeface="Calibri"/>
                <a:cs typeface="Calibri"/>
              </a:rPr>
              <a:t> </a:t>
            </a:r>
            <a:r>
              <a:rPr sz="2700" spc="-14" baseline="3034" dirty="0">
                <a:latin typeface="Calibri"/>
                <a:cs typeface="Calibri"/>
              </a:rPr>
              <a:t>c</a:t>
            </a:r>
            <a:r>
              <a:rPr sz="2700" spc="0" baseline="3034" dirty="0">
                <a:latin typeface="Calibri"/>
                <a:cs typeface="Calibri"/>
              </a:rPr>
              <a:t>o</a:t>
            </a:r>
            <a:r>
              <a:rPr sz="2700" spc="-19" baseline="3034" dirty="0">
                <a:latin typeface="Calibri"/>
                <a:cs typeface="Calibri"/>
              </a:rPr>
              <a:t>s</a:t>
            </a:r>
            <a:r>
              <a:rPr sz="2700" spc="0" baseline="3034" dirty="0">
                <a:latin typeface="Calibri"/>
                <a:cs typeface="Calibri"/>
              </a:rPr>
              <a:t>t</a:t>
            </a:r>
            <a:r>
              <a:rPr sz="2700" spc="4" baseline="3034" dirty="0">
                <a:latin typeface="Calibri"/>
                <a:cs typeface="Calibri"/>
              </a:rPr>
              <a:t> </a:t>
            </a:r>
            <a:r>
              <a:rPr sz="2700" spc="-19" baseline="3034" dirty="0">
                <a:latin typeface="Calibri"/>
                <a:cs typeface="Calibri"/>
              </a:rPr>
              <a:t>t</a:t>
            </a:r>
            <a:r>
              <a:rPr sz="2700" spc="0" baseline="3034" dirty="0">
                <a:latin typeface="Calibri"/>
                <a:cs typeface="Calibri"/>
              </a:rPr>
              <a:t>o</a:t>
            </a:r>
            <a:r>
              <a:rPr sz="2700" spc="4" baseline="3034" dirty="0">
                <a:latin typeface="Calibri"/>
                <a:cs typeface="Calibri"/>
              </a:rPr>
              <a:t> </a:t>
            </a:r>
            <a:r>
              <a:rPr sz="2700" spc="-19" baseline="3034" dirty="0">
                <a:latin typeface="Calibri"/>
                <a:cs typeface="Calibri"/>
              </a:rPr>
              <a:t>r</a:t>
            </a:r>
            <a:r>
              <a:rPr sz="2700" spc="0" baseline="3034" dirty="0">
                <a:latin typeface="Calibri"/>
                <a:cs typeface="Calibri"/>
              </a:rPr>
              <a:t>each</a:t>
            </a:r>
            <a:r>
              <a:rPr sz="2700" spc="4" baseline="3034" dirty="0">
                <a:latin typeface="Calibri"/>
                <a:cs typeface="Calibri"/>
              </a:rPr>
              <a:t> </a:t>
            </a:r>
            <a:r>
              <a:rPr sz="2700" spc="0" baseline="3034" dirty="0">
                <a:latin typeface="Calibri"/>
                <a:cs typeface="Calibri"/>
              </a:rPr>
              <a:t>node</a:t>
            </a:r>
            <a:r>
              <a:rPr sz="2700" spc="14" baseline="3034" dirty="0">
                <a:latin typeface="Calibri"/>
                <a:cs typeface="Calibri"/>
              </a:rPr>
              <a:t> </a:t>
            </a:r>
            <a:r>
              <a:rPr sz="2700" i="1" spc="0" baseline="3034" dirty="0">
                <a:latin typeface="Calibri"/>
                <a:cs typeface="Calibri"/>
              </a:rPr>
              <a:t>n</a:t>
            </a:r>
            <a:r>
              <a:rPr sz="2700" i="1" spc="4" baseline="3034" dirty="0">
                <a:latin typeface="Calibri"/>
                <a:cs typeface="Calibri"/>
              </a:rPr>
              <a:t> </a:t>
            </a:r>
            <a:r>
              <a:rPr sz="2700" spc="0" baseline="3034" dirty="0">
                <a:latin typeface="Calibri"/>
                <a:cs typeface="Calibri"/>
              </a:rPr>
              <a:t>f</a:t>
            </a:r>
            <a:r>
              <a:rPr sz="2700" spc="-25" baseline="3034" dirty="0">
                <a:latin typeface="Calibri"/>
                <a:cs typeface="Calibri"/>
              </a:rPr>
              <a:t>r</a:t>
            </a:r>
            <a:r>
              <a:rPr sz="2700" spc="0" baseline="3034" dirty="0">
                <a:latin typeface="Calibri"/>
                <a:cs typeface="Calibri"/>
              </a:rPr>
              <a:t>om</a:t>
            </a:r>
            <a:r>
              <a:rPr sz="2700" spc="-4" baseline="3034" dirty="0">
                <a:latin typeface="Calibri"/>
                <a:cs typeface="Calibri"/>
              </a:rPr>
              <a:t> </a:t>
            </a:r>
            <a:r>
              <a:rPr sz="2700" spc="0" baseline="3034" dirty="0">
                <a:latin typeface="Calibri"/>
                <a:cs typeface="Calibri"/>
              </a:rPr>
              <a:t>the</a:t>
            </a:r>
            <a:r>
              <a:rPr sz="2700" spc="19" baseline="3034" dirty="0">
                <a:latin typeface="Calibri"/>
                <a:cs typeface="Calibri"/>
              </a:rPr>
              <a:t> </a:t>
            </a:r>
            <a:r>
              <a:rPr sz="2700" spc="0" baseline="3034" dirty="0">
                <a:latin typeface="Calibri"/>
                <a:cs typeface="Calibri"/>
              </a:rPr>
              <a:t>initial</a:t>
            </a:r>
            <a:r>
              <a:rPr sz="2700" spc="-9" baseline="3034" dirty="0">
                <a:latin typeface="Calibri"/>
                <a:cs typeface="Calibri"/>
              </a:rPr>
              <a:t> </a:t>
            </a:r>
            <a:r>
              <a:rPr sz="2700" spc="-19" baseline="3034" dirty="0">
                <a:latin typeface="Calibri"/>
                <a:cs typeface="Calibri"/>
              </a:rPr>
              <a:t>s</a:t>
            </a:r>
            <a:r>
              <a:rPr sz="2700" spc="-25" baseline="3034" dirty="0">
                <a:latin typeface="Calibri"/>
                <a:cs typeface="Calibri"/>
              </a:rPr>
              <a:t>t</a:t>
            </a:r>
            <a:r>
              <a:rPr sz="2700" spc="-14" baseline="3034" dirty="0">
                <a:latin typeface="Calibri"/>
                <a:cs typeface="Calibri"/>
              </a:rPr>
              <a:t>a</a:t>
            </a:r>
            <a:r>
              <a:rPr sz="2700" spc="-19" baseline="3034" dirty="0">
                <a:latin typeface="Calibri"/>
                <a:cs typeface="Calibri"/>
              </a:rPr>
              <a:t>t</a:t>
            </a:r>
            <a:r>
              <a:rPr sz="2700" spc="0" baseline="3034" dirty="0">
                <a:latin typeface="Calibri"/>
                <a:cs typeface="Calibri"/>
              </a:rPr>
              <a:t>e.</a:t>
            </a:r>
            <a:endParaRPr sz="1800">
              <a:latin typeface="Calibri"/>
              <a:cs typeface="Calibri"/>
            </a:endParaRPr>
          </a:p>
        </p:txBody>
      </p:sp>
      <p:sp>
        <p:nvSpPr>
          <p:cNvPr id="27" name="object 2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44</a:t>
            </a:r>
            <a:endParaRPr sz="1200">
              <a:latin typeface="Calibri"/>
              <a:cs typeface="Calibri"/>
            </a:endParaRPr>
          </a:p>
        </p:txBody>
      </p:sp>
      <p:sp>
        <p:nvSpPr>
          <p:cNvPr id="23" name="object 2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2" name="object 2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
        <p:nvSpPr>
          <p:cNvPr id="21" name="object 21"/>
          <p:cNvSpPr txBox="1"/>
          <p:nvPr/>
        </p:nvSpPr>
        <p:spPr>
          <a:xfrm>
            <a:off x="5105782" y="1349488"/>
            <a:ext cx="1904999" cy="399488"/>
          </a:xfrm>
          <a:prstGeom prst="rect">
            <a:avLst/>
          </a:prstGeom>
        </p:spPr>
        <p:txBody>
          <a:bodyPr wrap="square" lIns="0" tIns="0" rIns="0" bIns="0" rtlCol="0">
            <a:noAutofit/>
          </a:bodyPr>
          <a:lstStyle/>
          <a:p>
            <a:pPr marL="618235" marR="619226"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10781" y="1349488"/>
            <a:ext cx="1905000" cy="399488"/>
          </a:xfrm>
          <a:prstGeom prst="rect">
            <a:avLst/>
          </a:prstGeom>
        </p:spPr>
        <p:txBody>
          <a:bodyPr wrap="square" lIns="0" tIns="0" rIns="0" bIns="0" rtlCol="0">
            <a:noAutofit/>
          </a:bodyPr>
          <a:lstStyle/>
          <a:p>
            <a:pPr marL="114315">
              <a:lnSpc>
                <a:spcPct val="100585"/>
              </a:lnSpc>
              <a:spcBef>
                <a:spcPts val="345"/>
              </a:spcBef>
            </a:pPr>
            <a:r>
              <a:rPr sz="1800" b="1" spc="0" dirty="0">
                <a:latin typeface="Tahoma"/>
                <a:cs typeface="Tahoma"/>
              </a:rPr>
              <a:t>Heuristic: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05782" y="1748978"/>
            <a:ext cx="1904999" cy="399863"/>
          </a:xfrm>
          <a:prstGeom prst="rect">
            <a:avLst/>
          </a:prstGeom>
        </p:spPr>
        <p:txBody>
          <a:bodyPr wrap="square" lIns="0" tIns="0" rIns="0" bIns="0" rtlCol="0">
            <a:noAutofit/>
          </a:bodyPr>
          <a:lstStyle/>
          <a:p>
            <a:pPr marL="853693" marR="85445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10781" y="1748978"/>
            <a:ext cx="1905000" cy="399863"/>
          </a:xfrm>
          <a:prstGeom prst="rect">
            <a:avLst/>
          </a:prstGeom>
        </p:spPr>
        <p:txBody>
          <a:bodyPr wrap="square" lIns="0" tIns="0" rIns="0" bIns="0" rtlCol="0">
            <a:noAutofit/>
          </a:bodyPr>
          <a:lstStyle/>
          <a:p>
            <a:pPr marL="734822" marR="735492"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05782" y="2148840"/>
            <a:ext cx="1904999" cy="399862"/>
          </a:xfrm>
          <a:prstGeom prst="rect">
            <a:avLst/>
          </a:prstGeom>
        </p:spPr>
        <p:txBody>
          <a:bodyPr wrap="square" lIns="0" tIns="0" rIns="0" bIns="0" rtlCol="0">
            <a:noAutofit/>
          </a:bodyPr>
          <a:lstStyle/>
          <a:p>
            <a:pPr marL="854455" marR="8562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10781" y="2148840"/>
            <a:ext cx="1905000" cy="399862"/>
          </a:xfrm>
          <a:prstGeom prst="rect">
            <a:avLst/>
          </a:prstGeom>
        </p:spPr>
        <p:txBody>
          <a:bodyPr wrap="square" lIns="0" tIns="0" rIns="0" bIns="0" rtlCol="0">
            <a:noAutofit/>
          </a:bodyPr>
          <a:lstStyle/>
          <a:p>
            <a:pPr marL="734730" marR="735583"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05782" y="2548702"/>
            <a:ext cx="1904999" cy="399488"/>
          </a:xfrm>
          <a:prstGeom prst="rect">
            <a:avLst/>
          </a:prstGeom>
        </p:spPr>
        <p:txBody>
          <a:bodyPr wrap="square" lIns="0" tIns="0" rIns="0" bIns="0" rtlCol="0">
            <a:noAutofit/>
          </a:bodyPr>
          <a:lstStyle/>
          <a:p>
            <a:pPr marL="853701" marR="854219"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10781" y="2548702"/>
            <a:ext cx="1905000" cy="399488"/>
          </a:xfrm>
          <a:prstGeom prst="rect">
            <a:avLst/>
          </a:prstGeom>
        </p:spPr>
        <p:txBody>
          <a:bodyPr wrap="square" lIns="0" tIns="0" rIns="0" bIns="0" rtlCol="0">
            <a:noAutofit/>
          </a:bodyPr>
          <a:lstStyle/>
          <a:p>
            <a:pPr marL="734913" marR="7354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05782" y="2948190"/>
            <a:ext cx="1904999"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10781" y="2948190"/>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05782" y="3348052"/>
            <a:ext cx="1904999"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10781" y="3348052"/>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05782" y="3747915"/>
            <a:ext cx="1904999"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10781" y="3747915"/>
            <a:ext cx="1905000" cy="399488"/>
          </a:xfrm>
          <a:prstGeom prst="rect">
            <a:avLst/>
          </a:prstGeom>
        </p:spPr>
        <p:txBody>
          <a:bodyPr wrap="square" lIns="0" tIns="0" rIns="0" bIns="0" rtlCol="0">
            <a:noAutofit/>
          </a:bodyPr>
          <a:lstStyle/>
          <a:p>
            <a:pPr marL="734822" marR="735492"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05782" y="4147403"/>
            <a:ext cx="1904999"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10781" y="4147403"/>
            <a:ext cx="1905000" cy="399862"/>
          </a:xfrm>
          <a:prstGeom prst="rect">
            <a:avLst/>
          </a:prstGeom>
        </p:spPr>
        <p:txBody>
          <a:bodyPr wrap="square" lIns="0" tIns="0" rIns="0" bIns="0" rtlCol="0">
            <a:noAutofit/>
          </a:bodyPr>
          <a:lstStyle/>
          <a:p>
            <a:pPr marL="734715" marR="735599"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05782" y="4547266"/>
            <a:ext cx="1904999" cy="399863"/>
          </a:xfrm>
          <a:prstGeom prst="rect">
            <a:avLst/>
          </a:prstGeom>
        </p:spPr>
        <p:txBody>
          <a:bodyPr wrap="square" lIns="0" tIns="0" rIns="0" bIns="0" rtlCol="0">
            <a:noAutofit/>
          </a:bodyPr>
          <a:lstStyle/>
          <a:p>
            <a:pPr marL="844542" marR="846462"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010781" y="4547266"/>
            <a:ext cx="1905000" cy="399863"/>
          </a:xfrm>
          <a:prstGeom prst="rect">
            <a:avLst/>
          </a:prstGeom>
        </p:spPr>
        <p:txBody>
          <a:bodyPr wrap="square" lIns="0" tIns="0" rIns="0" bIns="0" rtlCol="0">
            <a:noAutofit/>
          </a:bodyPr>
          <a:lstStyle/>
          <a:p>
            <a:pPr marL="797305" marR="798007"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5105782" y="4947129"/>
            <a:ext cx="1904999" cy="399862"/>
          </a:xfrm>
          <a:prstGeom prst="rect">
            <a:avLst/>
          </a:prstGeom>
        </p:spPr>
        <p:txBody>
          <a:bodyPr wrap="square" lIns="0" tIns="0" rIns="0" bIns="0" rtlCol="0">
            <a:noAutofit/>
          </a:bodyPr>
          <a:lstStyle/>
          <a:p>
            <a:pPr marL="879601" marR="880440"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10781" y="4947129"/>
            <a:ext cx="1905000" cy="399862"/>
          </a:xfrm>
          <a:prstGeom prst="rect">
            <a:avLst/>
          </a:prstGeom>
        </p:spPr>
        <p:txBody>
          <a:bodyPr wrap="square" lIns="0" tIns="0" rIns="0" bIns="0" rtlCol="0">
            <a:noAutofit/>
          </a:bodyPr>
          <a:lstStyle/>
          <a:p>
            <a:pPr marL="859774" marR="860719"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object 67"/>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65" name="object 6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64" name="object 64"/>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0" name="object 30"/>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31" name="object 31"/>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32" name="object 32"/>
          <p:cNvSpPr/>
          <p:nvPr/>
        </p:nvSpPr>
        <p:spPr>
          <a:xfrm>
            <a:off x="89919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33" name="object 33"/>
          <p:cNvSpPr/>
          <p:nvPr/>
        </p:nvSpPr>
        <p:spPr>
          <a:xfrm>
            <a:off x="6768083" y="1769213"/>
            <a:ext cx="2237994" cy="0"/>
          </a:xfrm>
          <a:custGeom>
            <a:avLst/>
            <a:gdLst/>
            <a:ahLst/>
            <a:cxnLst/>
            <a:rect l="l" t="t" r="r" b="b"/>
            <a:pathLst>
              <a:path w="2237994">
                <a:moveTo>
                  <a:pt x="2237994" y="0"/>
                </a:moveTo>
                <a:lnTo>
                  <a:pt x="0" y="0"/>
                </a:lnTo>
              </a:path>
            </a:pathLst>
          </a:custGeom>
          <a:ln w="29463">
            <a:solidFill>
              <a:srgbClr val="000000"/>
            </a:solidFill>
          </a:ln>
        </p:spPr>
        <p:txBody>
          <a:bodyPr wrap="square" lIns="0" tIns="0" rIns="0" bIns="0" rtlCol="0">
            <a:noAutofit/>
          </a:bodyPr>
          <a:lstStyle/>
          <a:p>
            <a:endParaRPr/>
          </a:p>
        </p:txBody>
      </p:sp>
      <p:sp>
        <p:nvSpPr>
          <p:cNvPr id="34" name="object 34"/>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5" name="object 35"/>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37" name="object 37"/>
          <p:cNvSpPr/>
          <p:nvPr/>
        </p:nvSpPr>
        <p:spPr>
          <a:xfrm>
            <a:off x="6768083" y="2398800"/>
            <a:ext cx="2237994" cy="0"/>
          </a:xfrm>
          <a:custGeom>
            <a:avLst/>
            <a:gdLst/>
            <a:ahLst/>
            <a:cxnLst/>
            <a:rect l="l" t="t" r="r" b="b"/>
            <a:pathLst>
              <a:path w="2237994">
                <a:moveTo>
                  <a:pt x="2237994" y="0"/>
                </a:moveTo>
                <a:lnTo>
                  <a:pt x="0" y="0"/>
                </a:lnTo>
              </a:path>
            </a:pathLst>
          </a:custGeom>
          <a:ln w="14224">
            <a:solidFill>
              <a:srgbClr val="000000"/>
            </a:solidFill>
          </a:ln>
        </p:spPr>
        <p:txBody>
          <a:bodyPr wrap="square" lIns="0" tIns="0" rIns="0" bIns="0" rtlCol="0">
            <a:noAutofit/>
          </a:bodyPr>
          <a:lstStyle/>
          <a:p>
            <a:endParaRPr/>
          </a:p>
        </p:txBody>
      </p:sp>
      <p:sp>
        <p:nvSpPr>
          <p:cNvPr id="38" name="object 38"/>
          <p:cNvSpPr/>
          <p:nvPr/>
        </p:nvSpPr>
        <p:spPr>
          <a:xfrm>
            <a:off x="6768083" y="279828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39" name="object 39"/>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0" name="object 40"/>
          <p:cNvSpPr/>
          <p:nvPr/>
        </p:nvSpPr>
        <p:spPr>
          <a:xfrm>
            <a:off x="89919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41" name="object 41"/>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42" name="object 42"/>
          <p:cNvSpPr/>
          <p:nvPr/>
        </p:nvSpPr>
        <p:spPr>
          <a:xfrm>
            <a:off x="6768083" y="3198150"/>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43" name="object 43"/>
          <p:cNvSpPr/>
          <p:nvPr/>
        </p:nvSpPr>
        <p:spPr>
          <a:xfrm>
            <a:off x="6768083" y="3598013"/>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44" name="object 44"/>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5" name="object 45"/>
          <p:cNvSpPr/>
          <p:nvPr/>
        </p:nvSpPr>
        <p:spPr>
          <a:xfrm>
            <a:off x="89919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46" name="object 46"/>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7" name="object 47"/>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48" name="object 48"/>
          <p:cNvSpPr/>
          <p:nvPr/>
        </p:nvSpPr>
        <p:spPr>
          <a:xfrm>
            <a:off x="6768083" y="3997501"/>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49" name="object 49"/>
          <p:cNvSpPr/>
          <p:nvPr/>
        </p:nvSpPr>
        <p:spPr>
          <a:xfrm>
            <a:off x="6768083" y="4397364"/>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50" name="object 50"/>
          <p:cNvSpPr/>
          <p:nvPr/>
        </p:nvSpPr>
        <p:spPr>
          <a:xfrm>
            <a:off x="6768083" y="4797226"/>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51" name="object 51"/>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89919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3" name="object 53"/>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54" name="object 54"/>
          <p:cNvSpPr/>
          <p:nvPr/>
        </p:nvSpPr>
        <p:spPr>
          <a:xfrm>
            <a:off x="6768083" y="5196714"/>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55" name="object 55"/>
          <p:cNvSpPr/>
          <p:nvPr/>
        </p:nvSpPr>
        <p:spPr>
          <a:xfrm>
            <a:off x="6768083" y="5596578"/>
            <a:ext cx="2237994" cy="0"/>
          </a:xfrm>
          <a:custGeom>
            <a:avLst/>
            <a:gdLst/>
            <a:ahLst/>
            <a:cxnLst/>
            <a:rect l="l" t="t" r="r" b="b"/>
            <a:pathLst>
              <a:path w="2237994">
                <a:moveTo>
                  <a:pt x="2237994" y="0"/>
                </a:moveTo>
                <a:lnTo>
                  <a:pt x="0" y="0"/>
                </a:lnTo>
              </a:path>
            </a:pathLst>
          </a:custGeom>
          <a:ln w="13462">
            <a:solidFill>
              <a:srgbClr val="000000"/>
            </a:solidFill>
          </a:ln>
        </p:spPr>
        <p:txBody>
          <a:bodyPr wrap="square" lIns="0" tIns="0" rIns="0" bIns="0" rtlCol="0">
            <a:noAutofit/>
          </a:bodyPr>
          <a:lstStyle/>
          <a:p>
            <a:endParaRPr/>
          </a:p>
        </p:txBody>
      </p:sp>
      <p:sp>
        <p:nvSpPr>
          <p:cNvPr id="56" name="object 56"/>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7" name="object 57"/>
          <p:cNvSpPr/>
          <p:nvPr/>
        </p:nvSpPr>
        <p:spPr>
          <a:xfrm>
            <a:off x="89919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60" name="object 60"/>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61" name="object 61"/>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62" name="object 62"/>
          <p:cNvSpPr/>
          <p:nvPr/>
        </p:nvSpPr>
        <p:spPr>
          <a:xfrm>
            <a:off x="89919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6768083" y="5996440"/>
            <a:ext cx="2237994" cy="0"/>
          </a:xfrm>
          <a:custGeom>
            <a:avLst/>
            <a:gdLst/>
            <a:ahLst/>
            <a:cxnLst/>
            <a:rect l="l" t="t" r="r" b="b"/>
            <a:pathLst>
              <a:path w="2237994">
                <a:moveTo>
                  <a:pt x="2237994" y="0"/>
                </a:moveTo>
                <a:lnTo>
                  <a:pt x="0" y="0"/>
                </a:lnTo>
              </a:path>
            </a:pathLst>
          </a:custGeom>
          <a:ln w="29464">
            <a:solidFill>
              <a:srgbClr val="000000"/>
            </a:solidFill>
          </a:ln>
        </p:spPr>
        <p:txBody>
          <a:bodyPr wrap="square" lIns="0" tIns="0" rIns="0" bIns="0" rtlCol="0">
            <a:noAutofit/>
          </a:bodyPr>
          <a:lstStyle/>
          <a:p>
            <a:endParaRPr/>
          </a:p>
        </p:txBody>
      </p:sp>
      <p:sp>
        <p:nvSpPr>
          <p:cNvPr id="29" name="object 29"/>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28" name="object 28"/>
          <p:cNvSpPr txBox="1"/>
          <p:nvPr/>
        </p:nvSpPr>
        <p:spPr>
          <a:xfrm>
            <a:off x="2867661" y="758939"/>
            <a:ext cx="288676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7" name="object 27"/>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6" name="object 26"/>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5" name="object 25"/>
          <p:cNvSpPr txBox="1"/>
          <p:nvPr/>
        </p:nvSpPr>
        <p:spPr>
          <a:xfrm>
            <a:off x="4498340" y="1962461"/>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4" name="object 2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3" name="object 2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2" name="object 2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45</a:t>
            </a:r>
            <a:endParaRPr sz="12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373885" cy="629586"/>
          </a:xfrm>
          <a:prstGeom prst="rect">
            <a:avLst/>
          </a:prstGeom>
        </p:spPr>
        <p:txBody>
          <a:bodyPr wrap="square" lIns="0" tIns="0" rIns="0" bIns="0" rtlCol="0">
            <a:noAutofit/>
          </a:bodyPr>
          <a:lstStyle/>
          <a:p>
            <a:pPr marL="98050" marR="98736" algn="ctr">
              <a:lnSpc>
                <a:spcPct val="100585"/>
              </a:lnSpc>
              <a:spcBef>
                <a:spcPts val="345"/>
              </a:spcBef>
            </a:pPr>
            <a:r>
              <a:rPr sz="1800" b="1" spc="0" dirty="0">
                <a:latin typeface="Tahoma"/>
                <a:cs typeface="Tahoma"/>
              </a:rPr>
              <a:t>Heuristic:</a:t>
            </a:r>
            <a:endParaRPr sz="1800">
              <a:latin typeface="Tahoma"/>
              <a:cs typeface="Tahoma"/>
            </a:endParaRPr>
          </a:p>
          <a:p>
            <a:pPr marL="406407" marR="4078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7" marR="32028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373885" cy="399487"/>
          </a:xfrm>
          <a:prstGeom prst="rect">
            <a:avLst/>
          </a:prstGeom>
        </p:spPr>
        <p:txBody>
          <a:bodyPr wrap="square" lIns="0" tIns="0" rIns="0" bIns="0" rtlCol="0">
            <a:noAutofit/>
          </a:bodyPr>
          <a:lstStyle/>
          <a:p>
            <a:pPr marL="468975" marR="4702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373885" cy="399862"/>
          </a:xfrm>
          <a:prstGeom prst="rect">
            <a:avLst/>
          </a:prstGeom>
        </p:spPr>
        <p:txBody>
          <a:bodyPr wrap="square" lIns="0" tIns="0" rIns="0" bIns="0" rtlCol="0">
            <a:noAutofit/>
          </a:bodyPr>
          <a:lstStyle/>
          <a:p>
            <a:pPr marL="468800" marR="470400"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373885" cy="399863"/>
          </a:xfrm>
          <a:prstGeom prst="rect">
            <a:avLst/>
          </a:prstGeom>
        </p:spPr>
        <p:txBody>
          <a:bodyPr wrap="square" lIns="0" tIns="0" rIns="0" bIns="0" rtlCol="0">
            <a:noAutofit/>
          </a:bodyPr>
          <a:lstStyle/>
          <a:p>
            <a:pPr marL="468960" marR="470240"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373885" cy="399488"/>
          </a:xfrm>
          <a:prstGeom prst="rect">
            <a:avLst/>
          </a:prstGeom>
        </p:spPr>
        <p:txBody>
          <a:bodyPr wrap="square" lIns="0" tIns="0" rIns="0" bIns="0" rtlCol="0">
            <a:noAutofit/>
          </a:bodyPr>
          <a:lstStyle/>
          <a:p>
            <a:pPr marL="468883" marR="4703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373885" cy="399862"/>
          </a:xfrm>
          <a:prstGeom prst="rect">
            <a:avLst/>
          </a:prstGeom>
        </p:spPr>
        <p:txBody>
          <a:bodyPr wrap="square" lIns="0" tIns="0" rIns="0" bIns="0" rtlCol="0">
            <a:noAutofit/>
          </a:bodyPr>
          <a:lstStyle/>
          <a:p>
            <a:pPr marL="468876" marR="47032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373885" cy="399863"/>
          </a:xfrm>
          <a:prstGeom prst="rect">
            <a:avLst/>
          </a:prstGeom>
        </p:spPr>
        <p:txBody>
          <a:bodyPr wrap="square" lIns="0" tIns="0" rIns="0" bIns="0" rtlCol="0">
            <a:noAutofit/>
          </a:bodyPr>
          <a:lstStyle/>
          <a:p>
            <a:pPr marL="468784" marR="470415"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373885" cy="399488"/>
          </a:xfrm>
          <a:prstGeom prst="rect">
            <a:avLst/>
          </a:prstGeom>
        </p:spPr>
        <p:txBody>
          <a:bodyPr wrap="square" lIns="0" tIns="0" rIns="0" bIns="0" rtlCol="0">
            <a:noAutofit/>
          </a:bodyPr>
          <a:lstStyle/>
          <a:p>
            <a:pPr marL="468777" marR="470423"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373885" cy="399863"/>
          </a:xfrm>
          <a:prstGeom prst="rect">
            <a:avLst/>
          </a:prstGeom>
        </p:spPr>
        <p:txBody>
          <a:bodyPr wrap="square" lIns="0" tIns="0" rIns="0" bIns="0" rtlCol="0">
            <a:noAutofit/>
          </a:bodyPr>
          <a:lstStyle/>
          <a:p>
            <a:pPr marL="531299" marR="533082"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373885" cy="399862"/>
          </a:xfrm>
          <a:prstGeom prst="rect">
            <a:avLst/>
          </a:prstGeom>
        </p:spPr>
        <p:txBody>
          <a:bodyPr wrap="square" lIns="0" tIns="0" rIns="0" bIns="0" rtlCol="0">
            <a:noAutofit/>
          </a:bodyPr>
          <a:lstStyle/>
          <a:p>
            <a:pPr marL="593851" marR="5955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object 90"/>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88" name="object 88"/>
          <p:cNvSpPr/>
          <p:nvPr/>
        </p:nvSpPr>
        <p:spPr>
          <a:xfrm>
            <a:off x="0" y="191874"/>
            <a:ext cx="9144000" cy="491677"/>
          </a:xfrm>
          <a:prstGeom prst="rect">
            <a:avLst/>
          </a:prstGeom>
          <a:blipFill>
            <a:blip r:embed="rId3" cstate="print"/>
            <a:stretch>
              <a:fillRect/>
            </a:stretch>
          </a:blipFill>
        </p:spPr>
        <p:txBody>
          <a:bodyPr wrap="square" lIns="0" tIns="0" rIns="0" bIns="0" rtlCol="0">
            <a:noAutofit/>
          </a:bodyPr>
          <a:lstStyle/>
          <a:p>
            <a:endParaRPr/>
          </a:p>
        </p:txBody>
      </p:sp>
      <p:sp>
        <p:nvSpPr>
          <p:cNvPr id="40" name="object 40"/>
          <p:cNvSpPr/>
          <p:nvPr/>
        </p:nvSpPr>
        <p:spPr>
          <a:xfrm>
            <a:off x="31242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41" name="object 41"/>
          <p:cNvSpPr/>
          <p:nvPr/>
        </p:nvSpPr>
        <p:spPr>
          <a:xfrm>
            <a:off x="32004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42" name="object 42"/>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43" name="object 43"/>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44" name="object 44"/>
          <p:cNvSpPr/>
          <p:nvPr/>
        </p:nvSpPr>
        <p:spPr>
          <a:xfrm>
            <a:off x="9068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45" name="object 45"/>
          <p:cNvSpPr/>
          <p:nvPr/>
        </p:nvSpPr>
        <p:spPr>
          <a:xfrm>
            <a:off x="6768083" y="1769213"/>
            <a:ext cx="2314194" cy="0"/>
          </a:xfrm>
          <a:custGeom>
            <a:avLst/>
            <a:gdLst/>
            <a:ahLst/>
            <a:cxnLst/>
            <a:rect l="l" t="t" r="r" b="b"/>
            <a:pathLst>
              <a:path w="2314194">
                <a:moveTo>
                  <a:pt x="2314194" y="0"/>
                </a:moveTo>
                <a:lnTo>
                  <a:pt x="0" y="0"/>
                </a:lnTo>
              </a:path>
            </a:pathLst>
          </a:custGeom>
          <a:ln w="29463">
            <a:solidFill>
              <a:srgbClr val="000000"/>
            </a:solidFill>
          </a:ln>
        </p:spPr>
        <p:txBody>
          <a:bodyPr wrap="square" lIns="0" tIns="0" rIns="0" bIns="0" rtlCol="0">
            <a:noAutofit/>
          </a:bodyPr>
          <a:lstStyle/>
          <a:p>
            <a:endParaRPr/>
          </a:p>
        </p:txBody>
      </p:sp>
      <p:sp>
        <p:nvSpPr>
          <p:cNvPr id="46" name="object 4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7" name="object 47"/>
          <p:cNvSpPr/>
          <p:nvPr/>
        </p:nvSpPr>
        <p:spPr>
          <a:xfrm>
            <a:off x="31242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48" name="object 48"/>
          <p:cNvSpPr/>
          <p:nvPr/>
        </p:nvSpPr>
        <p:spPr>
          <a:xfrm>
            <a:off x="31181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32004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50" name="object 50"/>
          <p:cNvSpPr/>
          <p:nvPr/>
        </p:nvSpPr>
        <p:spPr>
          <a:xfrm>
            <a:off x="33512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33467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12176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4" name="object 54"/>
          <p:cNvSpPr/>
          <p:nvPr/>
        </p:nvSpPr>
        <p:spPr>
          <a:xfrm>
            <a:off x="6768083" y="2398800"/>
            <a:ext cx="2314194" cy="0"/>
          </a:xfrm>
          <a:custGeom>
            <a:avLst/>
            <a:gdLst/>
            <a:ahLst/>
            <a:cxnLst/>
            <a:rect l="l" t="t" r="r" b="b"/>
            <a:pathLst>
              <a:path w="2314194">
                <a:moveTo>
                  <a:pt x="2314194" y="0"/>
                </a:moveTo>
                <a:lnTo>
                  <a:pt x="0" y="0"/>
                </a:lnTo>
              </a:path>
            </a:pathLst>
          </a:custGeom>
          <a:ln w="14224">
            <a:solidFill>
              <a:srgbClr val="000000"/>
            </a:solidFill>
          </a:ln>
        </p:spPr>
        <p:txBody>
          <a:bodyPr wrap="square" lIns="0" tIns="0" rIns="0" bIns="0" rtlCol="0">
            <a:noAutofit/>
          </a:bodyPr>
          <a:lstStyle/>
          <a:p>
            <a:endParaRPr/>
          </a:p>
        </p:txBody>
      </p:sp>
      <p:sp>
        <p:nvSpPr>
          <p:cNvPr id="55" name="object 55"/>
          <p:cNvSpPr/>
          <p:nvPr/>
        </p:nvSpPr>
        <p:spPr>
          <a:xfrm>
            <a:off x="6768083" y="2798288"/>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56" name="object 56"/>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57" name="object 57"/>
          <p:cNvSpPr/>
          <p:nvPr/>
        </p:nvSpPr>
        <p:spPr>
          <a:xfrm>
            <a:off x="90681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9" name="object 59"/>
          <p:cNvSpPr/>
          <p:nvPr/>
        </p:nvSpPr>
        <p:spPr>
          <a:xfrm>
            <a:off x="54803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9845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31943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33512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33467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12176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6768083" y="3198150"/>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67" name="object 67"/>
          <p:cNvSpPr/>
          <p:nvPr/>
        </p:nvSpPr>
        <p:spPr>
          <a:xfrm>
            <a:off x="6768083" y="3598013"/>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68" name="object 68"/>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9" name="object 69"/>
          <p:cNvSpPr/>
          <p:nvPr/>
        </p:nvSpPr>
        <p:spPr>
          <a:xfrm>
            <a:off x="9068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0" name="object 70"/>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1" name="object 71"/>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2" name="object 72"/>
          <p:cNvSpPr/>
          <p:nvPr/>
        </p:nvSpPr>
        <p:spPr>
          <a:xfrm>
            <a:off x="6768083" y="3997501"/>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73" name="object 73"/>
          <p:cNvSpPr/>
          <p:nvPr/>
        </p:nvSpPr>
        <p:spPr>
          <a:xfrm>
            <a:off x="6768083" y="4397364"/>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74" name="object 74"/>
          <p:cNvSpPr/>
          <p:nvPr/>
        </p:nvSpPr>
        <p:spPr>
          <a:xfrm>
            <a:off x="6768083" y="4797226"/>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9068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77" name="object 77"/>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78" name="object 78"/>
          <p:cNvSpPr/>
          <p:nvPr/>
        </p:nvSpPr>
        <p:spPr>
          <a:xfrm>
            <a:off x="6768083" y="5196714"/>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79" name="object 79"/>
          <p:cNvSpPr/>
          <p:nvPr/>
        </p:nvSpPr>
        <p:spPr>
          <a:xfrm>
            <a:off x="6768083" y="5596578"/>
            <a:ext cx="2314194" cy="0"/>
          </a:xfrm>
          <a:custGeom>
            <a:avLst/>
            <a:gdLst/>
            <a:ahLst/>
            <a:cxnLst/>
            <a:rect l="l" t="t" r="r" b="b"/>
            <a:pathLst>
              <a:path w="2314194">
                <a:moveTo>
                  <a:pt x="2314194" y="0"/>
                </a:moveTo>
                <a:lnTo>
                  <a:pt x="0" y="0"/>
                </a:lnTo>
              </a:path>
            </a:pathLst>
          </a:custGeom>
          <a:ln w="13462">
            <a:solidFill>
              <a:srgbClr val="000000"/>
            </a:solidFill>
          </a:ln>
        </p:spPr>
        <p:txBody>
          <a:bodyPr wrap="square" lIns="0" tIns="0" rIns="0" bIns="0" rtlCol="0">
            <a:noAutofit/>
          </a:bodyPr>
          <a:lstStyle/>
          <a:p>
            <a:endParaRPr/>
          </a:p>
        </p:txBody>
      </p:sp>
      <p:sp>
        <p:nvSpPr>
          <p:cNvPr id="80" name="object 80"/>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1" name="object 81"/>
          <p:cNvSpPr/>
          <p:nvPr/>
        </p:nvSpPr>
        <p:spPr>
          <a:xfrm>
            <a:off x="9068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r>
              <a:rPr lang="en-GB" dirty="0"/>
              <a:t>C= g(n)+h(n) =&gt; 118+329=447</a:t>
            </a:r>
          </a:p>
          <a:p>
            <a:r>
              <a:rPr lang="en-GB" dirty="0"/>
              <a:t>E= g(n)+h(n) =&gt; 140+253=393</a:t>
            </a:r>
          </a:p>
          <a:p>
            <a:r>
              <a:rPr lang="en-GB" dirty="0"/>
              <a:t>B= g(n)+h(n) =&gt; 75+374=449</a:t>
            </a:r>
            <a:endParaRPr dirty="0"/>
          </a:p>
        </p:txBody>
      </p:sp>
      <p:sp>
        <p:nvSpPr>
          <p:cNvPr id="84" name="object 84"/>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85" name="object 85"/>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86" name="object 86"/>
          <p:cNvSpPr/>
          <p:nvPr/>
        </p:nvSpPr>
        <p:spPr>
          <a:xfrm>
            <a:off x="9068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87" name="object 87"/>
          <p:cNvSpPr/>
          <p:nvPr/>
        </p:nvSpPr>
        <p:spPr>
          <a:xfrm>
            <a:off x="6768083" y="5996440"/>
            <a:ext cx="2314194" cy="0"/>
          </a:xfrm>
          <a:custGeom>
            <a:avLst/>
            <a:gdLst/>
            <a:ahLst/>
            <a:cxnLst/>
            <a:rect l="l" t="t" r="r" b="b"/>
            <a:pathLst>
              <a:path w="2314194">
                <a:moveTo>
                  <a:pt x="2314194" y="0"/>
                </a:moveTo>
                <a:lnTo>
                  <a:pt x="0" y="0"/>
                </a:lnTo>
              </a:path>
            </a:pathLst>
          </a:custGeom>
          <a:ln w="29464">
            <a:solidFill>
              <a:srgbClr val="000000"/>
            </a:solidFill>
          </a:ln>
        </p:spPr>
        <p:txBody>
          <a:bodyPr wrap="square" lIns="0" tIns="0" rIns="0" bIns="0" rtlCol="0">
            <a:noAutofit/>
          </a:bodyPr>
          <a:lstStyle/>
          <a:p>
            <a:endParaRPr/>
          </a:p>
        </p:txBody>
      </p:sp>
      <p:sp>
        <p:nvSpPr>
          <p:cNvPr id="39" name="object 39"/>
          <p:cNvSpPr/>
          <p:nvPr/>
        </p:nvSpPr>
        <p:spPr>
          <a:xfrm>
            <a:off x="31181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8" name="object 38"/>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37" name="object 37"/>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6" name="object 36"/>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35" name="object 35"/>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4" name="object 34"/>
          <p:cNvSpPr txBox="1"/>
          <p:nvPr/>
        </p:nvSpPr>
        <p:spPr>
          <a:xfrm>
            <a:off x="37363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33" name="object 33"/>
          <p:cNvSpPr txBox="1"/>
          <p:nvPr/>
        </p:nvSpPr>
        <p:spPr>
          <a:xfrm>
            <a:off x="16789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32" name="object 32"/>
          <p:cNvSpPr txBox="1"/>
          <p:nvPr/>
        </p:nvSpPr>
        <p:spPr>
          <a:xfrm>
            <a:off x="46507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31" name="object 31"/>
          <p:cNvSpPr txBox="1"/>
          <p:nvPr/>
        </p:nvSpPr>
        <p:spPr>
          <a:xfrm>
            <a:off x="3431548" y="2576302"/>
            <a:ext cx="852037" cy="685307"/>
          </a:xfrm>
          <a:prstGeom prst="rect">
            <a:avLst/>
          </a:prstGeom>
        </p:spPr>
        <p:txBody>
          <a:bodyPr wrap="square" lIns="0" tIns="0" rIns="0" bIns="0" rtlCol="0">
            <a:noAutofit/>
          </a:bodyPr>
          <a:lstStyle/>
          <a:p>
            <a:pPr marL="12700" marR="34289">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a:p>
            <a:pPr marL="317492">
              <a:lnSpc>
                <a:spcPct val="101725"/>
              </a:lnSpc>
              <a:spcBef>
                <a:spcPts val="1192"/>
              </a:spcBef>
            </a:pPr>
            <a:r>
              <a:rPr sz="1800" spc="0" dirty="0">
                <a:latin typeface="Calibri"/>
                <a:cs typeface="Calibri"/>
              </a:rPr>
              <a:t>[393]</a:t>
            </a:r>
            <a:endParaRPr sz="1800">
              <a:latin typeface="Calibri"/>
              <a:cs typeface="Calibri"/>
            </a:endParaRPr>
          </a:p>
        </p:txBody>
      </p:sp>
      <p:sp>
        <p:nvSpPr>
          <p:cNvPr id="30" name="object 30"/>
          <p:cNvSpPr txBox="1"/>
          <p:nvPr/>
        </p:nvSpPr>
        <p:spPr>
          <a:xfrm>
            <a:off x="60223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9" name="object 29"/>
          <p:cNvSpPr txBox="1"/>
          <p:nvPr/>
        </p:nvSpPr>
        <p:spPr>
          <a:xfrm>
            <a:off x="56413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28" name="object 28"/>
          <p:cNvSpPr txBox="1"/>
          <p:nvPr/>
        </p:nvSpPr>
        <p:spPr>
          <a:xfrm>
            <a:off x="3355341" y="308672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27" name="object 27"/>
          <p:cNvSpPr txBox="1"/>
          <p:nvPr/>
        </p:nvSpPr>
        <p:spPr>
          <a:xfrm>
            <a:off x="307340"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26" name="object 26"/>
          <p:cNvSpPr txBox="1"/>
          <p:nvPr/>
        </p:nvSpPr>
        <p:spPr>
          <a:xfrm>
            <a:off x="11455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5" name="object 25"/>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4" name="object 24"/>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3" name="object 23"/>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46</a:t>
            </a:r>
            <a:endParaRPr sz="1200">
              <a:latin typeface="Calibri"/>
              <a:cs typeface="Calibri"/>
            </a:endParaRPr>
          </a:p>
        </p:txBody>
      </p:sp>
      <p:sp>
        <p:nvSpPr>
          <p:cNvPr id="22" name="object 22"/>
          <p:cNvSpPr txBox="1"/>
          <p:nvPr/>
        </p:nvSpPr>
        <p:spPr>
          <a:xfrm>
            <a:off x="32004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450085" cy="629586"/>
          </a:xfrm>
          <a:prstGeom prst="rect">
            <a:avLst/>
          </a:prstGeom>
        </p:spPr>
        <p:txBody>
          <a:bodyPr wrap="square" lIns="0" tIns="0" rIns="0" bIns="0" rtlCol="0">
            <a:noAutofit/>
          </a:bodyPr>
          <a:lstStyle/>
          <a:p>
            <a:pPr marL="136150" marR="136836" algn="ctr">
              <a:lnSpc>
                <a:spcPct val="100585"/>
              </a:lnSpc>
              <a:spcBef>
                <a:spcPts val="345"/>
              </a:spcBef>
            </a:pPr>
            <a:r>
              <a:rPr sz="1800" b="1" spc="0" dirty="0">
                <a:latin typeface="Tahoma"/>
                <a:cs typeface="Tahoma"/>
              </a:rPr>
              <a:t>Heuristic:</a:t>
            </a:r>
            <a:endParaRPr sz="1800">
              <a:latin typeface="Tahoma"/>
              <a:cs typeface="Tahoma"/>
            </a:endParaRPr>
          </a:p>
          <a:p>
            <a:pPr marL="444507" marR="4459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0" marR="320294"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450085" cy="399487"/>
          </a:xfrm>
          <a:prstGeom prst="rect">
            <a:avLst/>
          </a:prstGeom>
        </p:spPr>
        <p:txBody>
          <a:bodyPr wrap="square" lIns="0" tIns="0" rIns="0" bIns="0" rtlCol="0">
            <a:noAutofit/>
          </a:bodyPr>
          <a:lstStyle/>
          <a:p>
            <a:pPr marL="507075" marR="5083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450085" cy="399862"/>
          </a:xfrm>
          <a:prstGeom prst="rect">
            <a:avLst/>
          </a:prstGeom>
        </p:spPr>
        <p:txBody>
          <a:bodyPr wrap="square" lIns="0" tIns="0" rIns="0" bIns="0" rtlCol="0">
            <a:noAutofit/>
          </a:bodyPr>
          <a:lstStyle/>
          <a:p>
            <a:pPr marL="506907" marR="508492"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450085" cy="399863"/>
          </a:xfrm>
          <a:prstGeom prst="rect">
            <a:avLst/>
          </a:prstGeom>
        </p:spPr>
        <p:txBody>
          <a:bodyPr wrap="square" lIns="0" tIns="0" rIns="0" bIns="0" rtlCol="0">
            <a:noAutofit/>
          </a:bodyPr>
          <a:lstStyle/>
          <a:p>
            <a:pPr marL="507067" marR="508332"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450085" cy="399488"/>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450085" cy="399862"/>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450085" cy="399863"/>
          </a:xfrm>
          <a:prstGeom prst="rect">
            <a:avLst/>
          </a:prstGeom>
        </p:spPr>
        <p:txBody>
          <a:bodyPr wrap="square" lIns="0" tIns="0" rIns="0" bIns="0" rtlCol="0">
            <a:noAutofit/>
          </a:bodyPr>
          <a:lstStyle/>
          <a:p>
            <a:pPr marL="506869" marR="508530"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450085" cy="399488"/>
          </a:xfrm>
          <a:prstGeom prst="rect">
            <a:avLst/>
          </a:prstGeom>
        </p:spPr>
        <p:txBody>
          <a:bodyPr wrap="square" lIns="0" tIns="0" rIns="0" bIns="0" rtlCol="0">
            <a:noAutofit/>
          </a:bodyPr>
          <a:lstStyle/>
          <a:p>
            <a:pPr marL="506884" marR="508515"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450085" cy="399863"/>
          </a:xfrm>
          <a:prstGeom prst="rect">
            <a:avLst/>
          </a:prstGeom>
        </p:spPr>
        <p:txBody>
          <a:bodyPr wrap="square" lIns="0" tIns="0" rIns="0" bIns="0" rtlCol="0">
            <a:noAutofit/>
          </a:bodyPr>
          <a:lstStyle/>
          <a:p>
            <a:pPr marL="569407" marR="571174"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450085" cy="399862"/>
          </a:xfrm>
          <a:prstGeom prst="rect">
            <a:avLst/>
          </a:prstGeom>
        </p:spPr>
        <p:txBody>
          <a:bodyPr wrap="square" lIns="0" tIns="0" rIns="0" bIns="0" rtlCol="0">
            <a:noAutofit/>
          </a:bodyPr>
          <a:lstStyle/>
          <a:p>
            <a:pPr marL="631951" marR="6336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object 106"/>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104" name="object 104"/>
          <p:cNvSpPr/>
          <p:nvPr/>
        </p:nvSpPr>
        <p:spPr>
          <a:xfrm>
            <a:off x="0" y="191874"/>
            <a:ext cx="9144000" cy="491677"/>
          </a:xfrm>
          <a:prstGeom prst="rect">
            <a:avLst/>
          </a:prstGeom>
          <a:blipFill>
            <a:blip r:embed="rId3" cstate="print"/>
            <a:stretch>
              <a:fillRect/>
            </a:stretch>
          </a:blipFill>
        </p:spPr>
        <p:txBody>
          <a:bodyPr wrap="square" lIns="0" tIns="0" rIns="0" bIns="0" rtlCol="0">
            <a:noAutofit/>
          </a:bodyPr>
          <a:lstStyle/>
          <a:p>
            <a:endParaRPr/>
          </a:p>
        </p:txBody>
      </p:sp>
      <p:sp>
        <p:nvSpPr>
          <p:cNvPr id="47" name="object 47"/>
          <p:cNvSpPr/>
          <p:nvPr/>
        </p:nvSpPr>
        <p:spPr>
          <a:xfrm>
            <a:off x="29718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48" name="object 48"/>
          <p:cNvSpPr/>
          <p:nvPr/>
        </p:nvSpPr>
        <p:spPr>
          <a:xfrm>
            <a:off x="30480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49" name="object 49"/>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50" name="object 50"/>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9068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52" name="object 52"/>
          <p:cNvSpPr/>
          <p:nvPr/>
        </p:nvSpPr>
        <p:spPr>
          <a:xfrm>
            <a:off x="6768083" y="1769213"/>
            <a:ext cx="2314194" cy="0"/>
          </a:xfrm>
          <a:custGeom>
            <a:avLst/>
            <a:gdLst/>
            <a:ahLst/>
            <a:cxnLst/>
            <a:rect l="l" t="t" r="r" b="b"/>
            <a:pathLst>
              <a:path w="2314194">
                <a:moveTo>
                  <a:pt x="2314194" y="0"/>
                </a:moveTo>
                <a:lnTo>
                  <a:pt x="0" y="0"/>
                </a:lnTo>
              </a:path>
            </a:pathLst>
          </a:custGeom>
          <a:ln w="29463">
            <a:solidFill>
              <a:srgbClr val="000000"/>
            </a:solidFill>
          </a:ln>
        </p:spPr>
        <p:txBody>
          <a:bodyPr wrap="square" lIns="0" tIns="0" rIns="0" bIns="0" rtlCol="0">
            <a:noAutofit/>
          </a:bodyPr>
          <a:lstStyle/>
          <a:p>
            <a:endParaRPr/>
          </a:p>
        </p:txBody>
      </p:sp>
      <p:sp>
        <p:nvSpPr>
          <p:cNvPr id="53" name="object 53"/>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29718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29657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30480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31988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3194304" y="2262016"/>
            <a:ext cx="89154" cy="676056"/>
          </a:xfrm>
          <a:custGeom>
            <a:avLst/>
            <a:gdLst/>
            <a:ahLst/>
            <a:cxnLst/>
            <a:rect l="l" t="t" r="r" b="b"/>
            <a:pathLst>
              <a:path w="89154" h="687324">
                <a:moveTo>
                  <a:pt x="83820" y="637794"/>
                </a:moveTo>
                <a:lnTo>
                  <a:pt x="12954" y="0"/>
                </a:lnTo>
                <a:lnTo>
                  <a:pt x="0" y="1524"/>
                </a:lnTo>
                <a:lnTo>
                  <a:pt x="70696" y="637794"/>
                </a:lnTo>
                <a:lnTo>
                  <a:pt x="83820" y="637794"/>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10652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1" name="object 61"/>
          <p:cNvSpPr/>
          <p:nvPr/>
        </p:nvSpPr>
        <p:spPr>
          <a:xfrm>
            <a:off x="6768083" y="2398800"/>
            <a:ext cx="2314194" cy="0"/>
          </a:xfrm>
          <a:custGeom>
            <a:avLst/>
            <a:gdLst/>
            <a:ahLst/>
            <a:cxnLst/>
            <a:rect l="l" t="t" r="r" b="b"/>
            <a:pathLst>
              <a:path w="2314194">
                <a:moveTo>
                  <a:pt x="2314194" y="0"/>
                </a:moveTo>
                <a:lnTo>
                  <a:pt x="0" y="0"/>
                </a:lnTo>
              </a:path>
            </a:pathLst>
          </a:custGeom>
          <a:ln w="14224">
            <a:solidFill>
              <a:srgbClr val="000000"/>
            </a:solidFill>
          </a:ln>
        </p:spPr>
        <p:txBody>
          <a:bodyPr wrap="square" lIns="0" tIns="0" rIns="0" bIns="0" rtlCol="0">
            <a:noAutofit/>
          </a:bodyPr>
          <a:lstStyle/>
          <a:p>
            <a:endParaRPr/>
          </a:p>
        </p:txBody>
      </p:sp>
      <p:sp>
        <p:nvSpPr>
          <p:cNvPr id="62" name="object 62"/>
          <p:cNvSpPr/>
          <p:nvPr/>
        </p:nvSpPr>
        <p:spPr>
          <a:xfrm>
            <a:off x="6768083" y="2798288"/>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63" name="object 63"/>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90681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5" name="object 65"/>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53279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8321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30480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69" name="object 69"/>
          <p:cNvSpPr/>
          <p:nvPr/>
        </p:nvSpPr>
        <p:spPr>
          <a:xfrm>
            <a:off x="30419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2"/>
                </a:move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8"/>
                </a:lnTo>
                <a:lnTo>
                  <a:pt x="35070" y="-95888"/>
                </a:lnTo>
                <a:lnTo>
                  <a:pt x="52082" y="-126103"/>
                </a:lnTo>
                <a:lnTo>
                  <a:pt x="72624" y="-152139"/>
                </a:lnTo>
                <a:lnTo>
                  <a:pt x="96176" y="-174007"/>
                </a:lnTo>
                <a:lnTo>
                  <a:pt x="122218" y="-191722"/>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31242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71" name="object 71"/>
          <p:cNvSpPr/>
          <p:nvPr/>
        </p:nvSpPr>
        <p:spPr>
          <a:xfrm>
            <a:off x="32727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22098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FFFFFF"/>
          </a:solidFill>
        </p:spPr>
        <p:txBody>
          <a:bodyPr wrap="square" lIns="0" tIns="0" rIns="0" bIns="0" rtlCol="0">
            <a:noAutofit/>
          </a:bodyPr>
          <a:lstStyle/>
          <a:p>
            <a:endParaRPr/>
          </a:p>
        </p:txBody>
      </p:sp>
      <p:sp>
        <p:nvSpPr>
          <p:cNvPr id="73" name="object 73"/>
          <p:cNvSpPr/>
          <p:nvPr/>
        </p:nvSpPr>
        <p:spPr>
          <a:xfrm>
            <a:off x="23599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31988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3194304" y="2262016"/>
            <a:ext cx="89154" cy="676056"/>
          </a:xfrm>
          <a:custGeom>
            <a:avLst/>
            <a:gdLst/>
            <a:ahLst/>
            <a:cxnLst/>
            <a:rect l="l" t="t" r="r" b="b"/>
            <a:pathLst>
              <a:path w="89154" h="687324">
                <a:moveTo>
                  <a:pt x="89154" y="685800"/>
                </a:moveTo>
                <a:lnTo>
                  <a:pt x="83820" y="637793"/>
                </a:lnTo>
                <a:lnTo>
                  <a:pt x="70696" y="637793"/>
                </a:lnTo>
                <a:lnTo>
                  <a:pt x="76200" y="687324"/>
                </a:lnTo>
                <a:lnTo>
                  <a:pt x="89154" y="685800"/>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10652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8" name="object 78"/>
          <p:cNvSpPr/>
          <p:nvPr/>
        </p:nvSpPr>
        <p:spPr>
          <a:xfrm>
            <a:off x="6768083" y="3198150"/>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79" name="object 79"/>
          <p:cNvSpPr/>
          <p:nvPr/>
        </p:nvSpPr>
        <p:spPr>
          <a:xfrm>
            <a:off x="6768083" y="3598013"/>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80" name="object 80"/>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1" name="object 81"/>
          <p:cNvSpPr/>
          <p:nvPr/>
        </p:nvSpPr>
        <p:spPr>
          <a:xfrm>
            <a:off x="9068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2" name="object 82"/>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3" name="object 83"/>
          <p:cNvSpPr/>
          <p:nvPr/>
        </p:nvSpPr>
        <p:spPr>
          <a:xfrm>
            <a:off x="37277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52082" y="-126103"/>
                </a:lnTo>
                <a:lnTo>
                  <a:pt x="72624" y="-152139"/>
                </a:lnTo>
                <a:lnTo>
                  <a:pt x="96176" y="-174007"/>
                </a:lnTo>
                <a:lnTo>
                  <a:pt x="122218" y="-191722"/>
                </a:lnTo>
                <a:lnTo>
                  <a:pt x="150232" y="-205299"/>
                </a:lnTo>
                <a:lnTo>
                  <a:pt x="172985"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30" y="-212598"/>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2098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85" name="object 85"/>
          <p:cNvSpPr/>
          <p:nvPr/>
        </p:nvSpPr>
        <p:spPr>
          <a:xfrm>
            <a:off x="22037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22860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FFFFFF"/>
          </a:solidFill>
        </p:spPr>
        <p:txBody>
          <a:bodyPr wrap="square" lIns="0" tIns="0" rIns="0" bIns="0" rtlCol="0">
            <a:noAutofit/>
          </a:bodyPr>
          <a:lstStyle/>
          <a:p>
            <a:endParaRPr/>
          </a:p>
        </p:txBody>
      </p:sp>
      <p:sp>
        <p:nvSpPr>
          <p:cNvPr id="87" name="object 87"/>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8" name="object 88"/>
          <p:cNvSpPr/>
          <p:nvPr/>
        </p:nvSpPr>
        <p:spPr>
          <a:xfrm>
            <a:off x="6768083" y="3997501"/>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89" name="object 89"/>
          <p:cNvSpPr/>
          <p:nvPr/>
        </p:nvSpPr>
        <p:spPr>
          <a:xfrm>
            <a:off x="6768083" y="4397364"/>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90" name="object 90"/>
          <p:cNvSpPr/>
          <p:nvPr/>
        </p:nvSpPr>
        <p:spPr>
          <a:xfrm>
            <a:off x="6768083" y="4797226"/>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91" name="object 91"/>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2" name="object 92"/>
          <p:cNvSpPr/>
          <p:nvPr/>
        </p:nvSpPr>
        <p:spPr>
          <a:xfrm>
            <a:off x="9068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4" name="object 94"/>
          <p:cNvSpPr/>
          <p:nvPr/>
        </p:nvSpPr>
        <p:spPr>
          <a:xfrm>
            <a:off x="6768083" y="5196714"/>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6768083" y="5596578"/>
            <a:ext cx="2314194" cy="0"/>
          </a:xfrm>
          <a:custGeom>
            <a:avLst/>
            <a:gdLst/>
            <a:ahLst/>
            <a:cxnLst/>
            <a:rect l="l" t="t" r="r" b="b"/>
            <a:pathLst>
              <a:path w="2314194">
                <a:moveTo>
                  <a:pt x="2314194" y="0"/>
                </a:moveTo>
                <a:lnTo>
                  <a:pt x="0" y="0"/>
                </a:lnTo>
              </a:path>
            </a:pathLst>
          </a:custGeom>
          <a:ln w="13462">
            <a:solidFill>
              <a:srgbClr val="000000"/>
            </a:solidFill>
          </a:ln>
        </p:spPr>
        <p:txBody>
          <a:bodyPr wrap="square" lIns="0" tIns="0" rIns="0" bIns="0" rtlCol="0">
            <a:noAutofit/>
          </a:bodyPr>
          <a:lstStyle/>
          <a:p>
            <a:endParaRPr/>
          </a:p>
        </p:txBody>
      </p:sp>
      <p:sp>
        <p:nvSpPr>
          <p:cNvPr id="96" name="object 96"/>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7" name="object 97"/>
          <p:cNvSpPr/>
          <p:nvPr/>
        </p:nvSpPr>
        <p:spPr>
          <a:xfrm>
            <a:off x="9068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8" name="object 98"/>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r>
              <a:rPr lang="en-US" dirty="0"/>
              <a:t>F=  g(n)+h(n)=&gt; [(140+99)+178]=417	</a:t>
            </a:r>
          </a:p>
          <a:p>
            <a:r>
              <a:rPr lang="en-US" dirty="0"/>
              <a:t>G= g(n)+h(n)=&gt; 140+80+193=413</a:t>
            </a:r>
          </a:p>
        </p:txBody>
      </p:sp>
      <p:sp>
        <p:nvSpPr>
          <p:cNvPr id="100" name="object 100"/>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101" name="object 101"/>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02" name="object 102"/>
          <p:cNvSpPr/>
          <p:nvPr/>
        </p:nvSpPr>
        <p:spPr>
          <a:xfrm>
            <a:off x="9068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03" name="object 103"/>
          <p:cNvSpPr/>
          <p:nvPr/>
        </p:nvSpPr>
        <p:spPr>
          <a:xfrm>
            <a:off x="6768083" y="5996440"/>
            <a:ext cx="2314194" cy="0"/>
          </a:xfrm>
          <a:custGeom>
            <a:avLst/>
            <a:gdLst/>
            <a:ahLst/>
            <a:cxnLst/>
            <a:rect l="l" t="t" r="r" b="b"/>
            <a:pathLst>
              <a:path w="2314194">
                <a:moveTo>
                  <a:pt x="2314194" y="0"/>
                </a:moveTo>
                <a:lnTo>
                  <a:pt x="0" y="0"/>
                </a:lnTo>
              </a:path>
            </a:pathLst>
          </a:custGeom>
          <a:ln w="29464">
            <a:solidFill>
              <a:srgbClr val="000000"/>
            </a:solidFill>
          </a:ln>
        </p:spPr>
        <p:txBody>
          <a:bodyPr wrap="square" lIns="0" tIns="0" rIns="0" bIns="0" rtlCol="0">
            <a:noAutofit/>
          </a:bodyPr>
          <a:lstStyle/>
          <a:p>
            <a:endParaRPr/>
          </a:p>
        </p:txBody>
      </p:sp>
      <p:sp>
        <p:nvSpPr>
          <p:cNvPr id="46" name="object 46"/>
          <p:cNvSpPr/>
          <p:nvPr/>
        </p:nvSpPr>
        <p:spPr>
          <a:xfrm>
            <a:off x="29657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3727704" y="4061586"/>
            <a:ext cx="185606" cy="443503"/>
          </a:xfrm>
          <a:custGeom>
            <a:avLst/>
            <a:gdLst/>
            <a:ahLst/>
            <a:cxnLst/>
            <a:rect l="l" t="t" r="r" b="b"/>
            <a:pathLst>
              <a:path w="185606" h="450895">
                <a:moveTo>
                  <a:pt x="172985" y="-212598"/>
                </a:moveTo>
                <a:lnTo>
                  <a:pt x="179696" y="-214750"/>
                </a:lnTo>
                <a:lnTo>
                  <a:pt x="210090" y="-220090"/>
                </a:lnTo>
                <a:lnTo>
                  <a:pt x="240896" y="-221332"/>
                </a:lnTo>
                <a:lnTo>
                  <a:pt x="271593" y="-218490"/>
                </a:lnTo>
                <a:lnTo>
                  <a:pt x="297230"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85" y="-212598"/>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22037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43" name="object 43"/>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42" name="object 42"/>
          <p:cNvSpPr txBox="1"/>
          <p:nvPr/>
        </p:nvSpPr>
        <p:spPr>
          <a:xfrm>
            <a:off x="2867661" y="758939"/>
            <a:ext cx="288676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1" name="object 41"/>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0" name="object 40"/>
          <p:cNvSpPr txBox="1"/>
          <p:nvPr/>
        </p:nvSpPr>
        <p:spPr>
          <a:xfrm>
            <a:off x="35839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39" name="object 39"/>
          <p:cNvSpPr txBox="1"/>
          <p:nvPr/>
        </p:nvSpPr>
        <p:spPr>
          <a:xfrm>
            <a:off x="15265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38" name="object 38"/>
          <p:cNvSpPr txBox="1"/>
          <p:nvPr/>
        </p:nvSpPr>
        <p:spPr>
          <a:xfrm>
            <a:off x="44983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37" name="object 37"/>
          <p:cNvSpPr txBox="1"/>
          <p:nvPr/>
        </p:nvSpPr>
        <p:spPr>
          <a:xfrm>
            <a:off x="32791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6" name="object 36"/>
          <p:cNvSpPr txBox="1"/>
          <p:nvPr/>
        </p:nvSpPr>
        <p:spPr>
          <a:xfrm>
            <a:off x="58699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35" name="object 35"/>
          <p:cNvSpPr txBox="1"/>
          <p:nvPr/>
        </p:nvSpPr>
        <p:spPr>
          <a:xfrm>
            <a:off x="35839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34" name="object 34"/>
          <p:cNvSpPr txBox="1"/>
          <p:nvPr/>
        </p:nvSpPr>
        <p:spPr>
          <a:xfrm>
            <a:off x="54889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3" name="object 33"/>
          <p:cNvSpPr txBox="1"/>
          <p:nvPr/>
        </p:nvSpPr>
        <p:spPr>
          <a:xfrm>
            <a:off x="1549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32" name="object 32"/>
          <p:cNvSpPr txBox="1"/>
          <p:nvPr/>
        </p:nvSpPr>
        <p:spPr>
          <a:xfrm>
            <a:off x="9931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1" name="object 31"/>
          <p:cNvSpPr txBox="1"/>
          <p:nvPr/>
        </p:nvSpPr>
        <p:spPr>
          <a:xfrm>
            <a:off x="25171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0" name="object 30"/>
          <p:cNvSpPr txBox="1"/>
          <p:nvPr/>
        </p:nvSpPr>
        <p:spPr>
          <a:xfrm>
            <a:off x="43459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29" name="object 29"/>
          <p:cNvSpPr txBox="1"/>
          <p:nvPr/>
        </p:nvSpPr>
        <p:spPr>
          <a:xfrm>
            <a:off x="1526556"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28" name="object 28"/>
          <p:cNvSpPr txBox="1"/>
          <p:nvPr/>
        </p:nvSpPr>
        <p:spPr>
          <a:xfrm>
            <a:off x="2364740" y="398613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27" name="object 27"/>
          <p:cNvSpPr txBox="1"/>
          <p:nvPr/>
        </p:nvSpPr>
        <p:spPr>
          <a:xfrm>
            <a:off x="3888740"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26" name="object 2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5" name="object 2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4" name="object 2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47</a:t>
            </a:r>
            <a:endParaRPr sz="1200">
              <a:latin typeface="Calibri"/>
              <a:cs typeface="Calibri"/>
            </a:endParaRPr>
          </a:p>
        </p:txBody>
      </p:sp>
      <p:sp>
        <p:nvSpPr>
          <p:cNvPr id="23" name="object 23"/>
          <p:cNvSpPr txBox="1"/>
          <p:nvPr/>
        </p:nvSpPr>
        <p:spPr>
          <a:xfrm>
            <a:off x="31242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0480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450085" cy="629586"/>
          </a:xfrm>
          <a:prstGeom prst="rect">
            <a:avLst/>
          </a:prstGeom>
        </p:spPr>
        <p:txBody>
          <a:bodyPr wrap="square" lIns="0" tIns="0" rIns="0" bIns="0" rtlCol="0">
            <a:noAutofit/>
          </a:bodyPr>
          <a:lstStyle/>
          <a:p>
            <a:pPr marL="136150" marR="136836" algn="ctr">
              <a:lnSpc>
                <a:spcPct val="100585"/>
              </a:lnSpc>
              <a:spcBef>
                <a:spcPts val="345"/>
              </a:spcBef>
            </a:pPr>
            <a:r>
              <a:rPr sz="1800" b="1" spc="0" dirty="0">
                <a:latin typeface="Tahoma"/>
                <a:cs typeface="Tahoma"/>
              </a:rPr>
              <a:t>Heuristic:</a:t>
            </a:r>
            <a:endParaRPr sz="1800">
              <a:latin typeface="Tahoma"/>
              <a:cs typeface="Tahoma"/>
            </a:endParaRPr>
          </a:p>
          <a:p>
            <a:pPr marL="444507" marR="4459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0" marR="320294"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450085" cy="399487"/>
          </a:xfrm>
          <a:prstGeom prst="rect">
            <a:avLst/>
          </a:prstGeom>
        </p:spPr>
        <p:txBody>
          <a:bodyPr wrap="square" lIns="0" tIns="0" rIns="0" bIns="0" rtlCol="0">
            <a:noAutofit/>
          </a:bodyPr>
          <a:lstStyle/>
          <a:p>
            <a:pPr marL="507075" marR="5083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450085" cy="399862"/>
          </a:xfrm>
          <a:prstGeom prst="rect">
            <a:avLst/>
          </a:prstGeom>
        </p:spPr>
        <p:txBody>
          <a:bodyPr wrap="square" lIns="0" tIns="0" rIns="0" bIns="0" rtlCol="0">
            <a:noAutofit/>
          </a:bodyPr>
          <a:lstStyle/>
          <a:p>
            <a:pPr marL="506907" marR="508492"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450085" cy="399863"/>
          </a:xfrm>
          <a:prstGeom prst="rect">
            <a:avLst/>
          </a:prstGeom>
        </p:spPr>
        <p:txBody>
          <a:bodyPr wrap="square" lIns="0" tIns="0" rIns="0" bIns="0" rtlCol="0">
            <a:noAutofit/>
          </a:bodyPr>
          <a:lstStyle/>
          <a:p>
            <a:pPr marL="507067" marR="508332"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450085" cy="399488"/>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450085" cy="399862"/>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450085" cy="399863"/>
          </a:xfrm>
          <a:prstGeom prst="rect">
            <a:avLst/>
          </a:prstGeom>
        </p:spPr>
        <p:txBody>
          <a:bodyPr wrap="square" lIns="0" tIns="0" rIns="0" bIns="0" rtlCol="0">
            <a:noAutofit/>
          </a:bodyPr>
          <a:lstStyle/>
          <a:p>
            <a:pPr marL="506869" marR="508530"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450085" cy="399488"/>
          </a:xfrm>
          <a:prstGeom prst="rect">
            <a:avLst/>
          </a:prstGeom>
        </p:spPr>
        <p:txBody>
          <a:bodyPr wrap="square" lIns="0" tIns="0" rIns="0" bIns="0" rtlCol="0">
            <a:noAutofit/>
          </a:bodyPr>
          <a:lstStyle/>
          <a:p>
            <a:pPr marL="506884" marR="508515"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450085" cy="399863"/>
          </a:xfrm>
          <a:prstGeom prst="rect">
            <a:avLst/>
          </a:prstGeom>
        </p:spPr>
        <p:txBody>
          <a:bodyPr wrap="square" lIns="0" tIns="0" rIns="0" bIns="0" rtlCol="0">
            <a:noAutofit/>
          </a:bodyPr>
          <a:lstStyle/>
          <a:p>
            <a:pPr marL="569407" marR="571174"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450085" cy="399862"/>
          </a:xfrm>
          <a:prstGeom prst="rect">
            <a:avLst/>
          </a:prstGeom>
        </p:spPr>
        <p:txBody>
          <a:bodyPr wrap="square" lIns="0" tIns="0" rIns="0" bIns="0" rtlCol="0">
            <a:noAutofit/>
          </a:bodyPr>
          <a:lstStyle/>
          <a:p>
            <a:pPr marL="631951" marR="6336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bject 115"/>
          <p:cNvSpPr/>
          <p:nvPr/>
        </p:nvSpPr>
        <p:spPr>
          <a:xfrm>
            <a:off x="0" y="191874"/>
            <a:ext cx="9144000" cy="491677"/>
          </a:xfrm>
          <a:prstGeom prst="rect">
            <a:avLst/>
          </a:prstGeom>
          <a:blipFill>
            <a:blip r:embed="rId3" cstate="print"/>
            <a:stretch>
              <a:fillRect/>
            </a:stretch>
          </a:blipFill>
        </p:spPr>
        <p:txBody>
          <a:bodyPr wrap="square" lIns="0" tIns="0" rIns="0" bIns="0" rtlCol="0">
            <a:noAutofit/>
          </a:bodyPr>
          <a:lstStyle/>
          <a:p>
            <a:endParaRPr/>
          </a:p>
        </p:txBody>
      </p:sp>
      <p:sp>
        <p:nvSpPr>
          <p:cNvPr id="50" name="object 50"/>
          <p:cNvSpPr/>
          <p:nvPr/>
        </p:nvSpPr>
        <p:spPr>
          <a:xfrm>
            <a:off x="30480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51" name="object 51"/>
          <p:cNvSpPr/>
          <p:nvPr/>
        </p:nvSpPr>
        <p:spPr>
          <a:xfrm>
            <a:off x="31242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52" name="object 52"/>
          <p:cNvSpPr/>
          <p:nvPr/>
        </p:nvSpPr>
        <p:spPr>
          <a:xfrm>
            <a:off x="7539608"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53" name="object 53"/>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54" name="object 54"/>
          <p:cNvSpPr/>
          <p:nvPr/>
        </p:nvSpPr>
        <p:spPr>
          <a:xfrm>
            <a:off x="89919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6768083" y="1769213"/>
            <a:ext cx="2237994" cy="0"/>
          </a:xfrm>
          <a:custGeom>
            <a:avLst/>
            <a:gdLst/>
            <a:ahLst/>
            <a:cxnLst/>
            <a:rect l="l" t="t" r="r" b="b"/>
            <a:pathLst>
              <a:path w="2237994">
                <a:moveTo>
                  <a:pt x="2237994" y="0"/>
                </a:moveTo>
                <a:lnTo>
                  <a:pt x="0" y="0"/>
                </a:lnTo>
              </a:path>
            </a:pathLst>
          </a:custGeom>
          <a:ln w="29463">
            <a:solidFill>
              <a:srgbClr val="000000"/>
            </a:solidFill>
          </a:ln>
        </p:spPr>
        <p:txBody>
          <a:bodyPr wrap="square" lIns="0" tIns="0" rIns="0" bIns="0" rtlCol="0">
            <a:noAutofit/>
          </a:bodyPr>
          <a:lstStyle/>
          <a:p>
            <a:endParaRPr/>
          </a:p>
        </p:txBody>
      </p:sp>
      <p:sp>
        <p:nvSpPr>
          <p:cNvPr id="56" name="object 56"/>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7" name="object 57"/>
          <p:cNvSpPr/>
          <p:nvPr/>
        </p:nvSpPr>
        <p:spPr>
          <a:xfrm>
            <a:off x="30480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30419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31242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32750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32705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1414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7539608"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64" name="object 64"/>
          <p:cNvSpPr/>
          <p:nvPr/>
        </p:nvSpPr>
        <p:spPr>
          <a:xfrm>
            <a:off x="6768083" y="2398800"/>
            <a:ext cx="2237994" cy="0"/>
          </a:xfrm>
          <a:custGeom>
            <a:avLst/>
            <a:gdLst/>
            <a:ahLst/>
            <a:cxnLst/>
            <a:rect l="l" t="t" r="r" b="b"/>
            <a:pathLst>
              <a:path w="2237994">
                <a:moveTo>
                  <a:pt x="2237994" y="0"/>
                </a:moveTo>
                <a:lnTo>
                  <a:pt x="0" y="0"/>
                </a:lnTo>
              </a:path>
            </a:pathLst>
          </a:custGeom>
          <a:ln w="14224">
            <a:solidFill>
              <a:srgbClr val="000000"/>
            </a:solidFill>
          </a:ln>
        </p:spPr>
        <p:txBody>
          <a:bodyPr wrap="square" lIns="0" tIns="0" rIns="0" bIns="0" rtlCol="0">
            <a:noAutofit/>
          </a:bodyPr>
          <a:lstStyle/>
          <a:p>
            <a:endParaRPr/>
          </a:p>
        </p:txBody>
      </p:sp>
      <p:sp>
        <p:nvSpPr>
          <p:cNvPr id="65" name="object 65"/>
          <p:cNvSpPr/>
          <p:nvPr/>
        </p:nvSpPr>
        <p:spPr>
          <a:xfrm>
            <a:off x="6768083" y="279828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66" name="object 66"/>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7" name="object 67"/>
          <p:cNvSpPr/>
          <p:nvPr/>
        </p:nvSpPr>
        <p:spPr>
          <a:xfrm>
            <a:off x="89919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8" name="object 68"/>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9" name="object 69"/>
          <p:cNvSpPr/>
          <p:nvPr/>
        </p:nvSpPr>
        <p:spPr>
          <a:xfrm>
            <a:off x="54041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9083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31242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72" name="object 72"/>
          <p:cNvSpPr/>
          <p:nvPr/>
        </p:nvSpPr>
        <p:spPr>
          <a:xfrm>
            <a:off x="31181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2"/>
                </a:move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8"/>
                </a:lnTo>
                <a:lnTo>
                  <a:pt x="35070" y="-95888"/>
                </a:lnTo>
                <a:lnTo>
                  <a:pt x="52082" y="-126103"/>
                </a:lnTo>
                <a:lnTo>
                  <a:pt x="72624" y="-152139"/>
                </a:lnTo>
                <a:lnTo>
                  <a:pt x="96176" y="-174007"/>
                </a:lnTo>
                <a:lnTo>
                  <a:pt x="122218" y="-191722"/>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32004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74" name="object 74"/>
          <p:cNvSpPr/>
          <p:nvPr/>
        </p:nvSpPr>
        <p:spPr>
          <a:xfrm>
            <a:off x="33489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22860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76" name="object 76"/>
          <p:cNvSpPr/>
          <p:nvPr/>
        </p:nvSpPr>
        <p:spPr>
          <a:xfrm>
            <a:off x="24361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32750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32705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1414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7539608"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1" name="object 81"/>
          <p:cNvSpPr/>
          <p:nvPr/>
        </p:nvSpPr>
        <p:spPr>
          <a:xfrm>
            <a:off x="6768083" y="3158052"/>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82" name="object 82"/>
          <p:cNvSpPr/>
          <p:nvPr/>
        </p:nvSpPr>
        <p:spPr>
          <a:xfrm>
            <a:off x="6768083" y="3557914"/>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83" name="object 83"/>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4" name="object 84"/>
          <p:cNvSpPr/>
          <p:nvPr/>
        </p:nvSpPr>
        <p:spPr>
          <a:xfrm>
            <a:off x="89919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85" name="object 85"/>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6" name="object 86"/>
          <p:cNvSpPr/>
          <p:nvPr/>
        </p:nvSpPr>
        <p:spPr>
          <a:xfrm>
            <a:off x="38039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22860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88" name="object 88"/>
          <p:cNvSpPr/>
          <p:nvPr/>
        </p:nvSpPr>
        <p:spPr>
          <a:xfrm>
            <a:off x="22799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52082" y="-126103"/>
                </a:lnTo>
                <a:lnTo>
                  <a:pt x="72624" y="-152139"/>
                </a:lnTo>
                <a:lnTo>
                  <a:pt x="96176" y="-174007"/>
                </a:lnTo>
                <a:lnTo>
                  <a:pt x="122218" y="-191722"/>
                </a:lnTo>
                <a:lnTo>
                  <a:pt x="150232" y="-205299"/>
                </a:lnTo>
                <a:lnTo>
                  <a:pt x="172985"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30" y="-212598"/>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23622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90" name="object 90"/>
          <p:cNvSpPr/>
          <p:nvPr/>
        </p:nvSpPr>
        <p:spPr>
          <a:xfrm>
            <a:off x="1447800" y="4721902"/>
            <a:ext cx="457200" cy="449705"/>
          </a:xfrm>
          <a:custGeom>
            <a:avLst/>
            <a:gdLst/>
            <a:ahLst/>
            <a:cxnLst/>
            <a:rect l="l" t="t" r="r" b="b"/>
            <a:pathLst>
              <a:path w="457200" h="457200">
                <a:moveTo>
                  <a:pt x="414128" y="95249"/>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49"/>
                </a:lnTo>
                <a:lnTo>
                  <a:pt x="414128" y="95249"/>
                </a:lnTo>
                <a:close/>
              </a:path>
            </a:pathLst>
          </a:custGeom>
          <a:solidFill>
            <a:srgbClr val="FFFFFF"/>
          </a:solidFill>
        </p:spPr>
        <p:txBody>
          <a:bodyPr wrap="square" lIns="0" tIns="0" rIns="0" bIns="0" rtlCol="0">
            <a:noAutofit/>
          </a:bodyPr>
          <a:lstStyle/>
          <a:p>
            <a:endParaRPr/>
          </a:p>
        </p:txBody>
      </p:sp>
      <p:sp>
        <p:nvSpPr>
          <p:cNvPr id="91" name="object 91"/>
          <p:cNvSpPr/>
          <p:nvPr/>
        </p:nvSpPr>
        <p:spPr>
          <a:xfrm>
            <a:off x="14417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1524000" y="4806221"/>
            <a:ext cx="304800" cy="0"/>
          </a:xfrm>
          <a:custGeom>
            <a:avLst/>
            <a:gdLst/>
            <a:ahLst/>
            <a:cxnLst/>
            <a:rect l="l" t="t" r="r" b="b"/>
            <a:pathLst>
              <a:path w="304800">
                <a:moveTo>
                  <a:pt x="304800" y="0"/>
                </a:moveTo>
                <a:lnTo>
                  <a:pt x="0" y="0"/>
                </a:lnTo>
              </a:path>
            </a:pathLst>
          </a:custGeom>
          <a:ln w="20320">
            <a:solidFill>
              <a:srgbClr val="FFFFFF"/>
            </a:solidFill>
          </a:ln>
        </p:spPr>
        <p:txBody>
          <a:bodyPr wrap="square" lIns="0" tIns="0" rIns="0" bIns="0" rtlCol="0">
            <a:noAutofit/>
          </a:bodyPr>
          <a:lstStyle/>
          <a:p>
            <a:endParaRPr/>
          </a:p>
        </p:txBody>
      </p:sp>
      <p:sp>
        <p:nvSpPr>
          <p:cNvPr id="93" name="object 93"/>
          <p:cNvSpPr/>
          <p:nvPr/>
        </p:nvSpPr>
        <p:spPr>
          <a:xfrm>
            <a:off x="1749552" y="4266950"/>
            <a:ext cx="768858" cy="446707"/>
          </a:xfrm>
          <a:custGeom>
            <a:avLst/>
            <a:gdLst/>
            <a:ahLst/>
            <a:cxnLst/>
            <a:rect l="l" t="t" r="r" b="b"/>
            <a:pathLst>
              <a:path w="768857" h="454151">
                <a:moveTo>
                  <a:pt x="768857" y="11429"/>
                </a:moveTo>
                <a:lnTo>
                  <a:pt x="761999" y="0"/>
                </a:lnTo>
                <a:lnTo>
                  <a:pt x="0" y="443483"/>
                </a:lnTo>
                <a:lnTo>
                  <a:pt x="6857" y="454151"/>
                </a:lnTo>
                <a:lnTo>
                  <a:pt x="768857" y="11429"/>
                </a:lnTo>
                <a:close/>
              </a:path>
            </a:pathLst>
          </a:custGeom>
          <a:solidFill>
            <a:srgbClr val="000000"/>
          </a:solidFill>
        </p:spPr>
        <p:txBody>
          <a:bodyPr wrap="square" lIns="0" tIns="0" rIns="0" bIns="0" rtlCol="0">
            <a:noAutofit/>
          </a:bodyPr>
          <a:lstStyle/>
          <a:p>
            <a:endParaRPr/>
          </a:p>
        </p:txBody>
      </p:sp>
      <p:sp>
        <p:nvSpPr>
          <p:cNvPr id="94" name="object 94"/>
          <p:cNvSpPr/>
          <p:nvPr/>
        </p:nvSpPr>
        <p:spPr>
          <a:xfrm>
            <a:off x="7539608"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95" name="object 95"/>
          <p:cNvSpPr/>
          <p:nvPr/>
        </p:nvSpPr>
        <p:spPr>
          <a:xfrm>
            <a:off x="6768083" y="3957777"/>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6768083" y="4357265"/>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97" name="object 97"/>
          <p:cNvSpPr/>
          <p:nvPr/>
        </p:nvSpPr>
        <p:spPr>
          <a:xfrm>
            <a:off x="6768083" y="4757129"/>
            <a:ext cx="2237994" cy="0"/>
          </a:xfrm>
          <a:custGeom>
            <a:avLst/>
            <a:gdLst/>
            <a:ahLst/>
            <a:cxnLst/>
            <a:rect l="l" t="t" r="r" b="b"/>
            <a:pathLst>
              <a:path w="2237994">
                <a:moveTo>
                  <a:pt x="2237994" y="0"/>
                </a:moveTo>
                <a:lnTo>
                  <a:pt x="0" y="0"/>
                </a:lnTo>
              </a:path>
            </a:pathLst>
          </a:custGeom>
          <a:ln w="13462">
            <a:solidFill>
              <a:srgbClr val="000000"/>
            </a:solidFill>
          </a:ln>
        </p:spPr>
        <p:txBody>
          <a:bodyPr wrap="square" lIns="0" tIns="0" rIns="0" bIns="0" rtlCol="0">
            <a:noAutofit/>
          </a:bodyPr>
          <a:lstStyle/>
          <a:p>
            <a:endParaRPr/>
          </a:p>
        </p:txBody>
      </p:sp>
      <p:sp>
        <p:nvSpPr>
          <p:cNvPr id="98" name="object 98"/>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99" name="object 99"/>
          <p:cNvSpPr/>
          <p:nvPr/>
        </p:nvSpPr>
        <p:spPr>
          <a:xfrm>
            <a:off x="89919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0" name="object 100"/>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1" name="object 101"/>
          <p:cNvSpPr/>
          <p:nvPr/>
        </p:nvSpPr>
        <p:spPr>
          <a:xfrm>
            <a:off x="1447800" y="472190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49"/>
                </a:lnTo>
                <a:lnTo>
                  <a:pt x="43287" y="95249"/>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102" name="object 102"/>
          <p:cNvSpPr/>
          <p:nvPr/>
        </p:nvSpPr>
        <p:spPr>
          <a:xfrm>
            <a:off x="14417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3" name="object 103"/>
          <p:cNvSpPr/>
          <p:nvPr/>
        </p:nvSpPr>
        <p:spPr>
          <a:xfrm>
            <a:off x="1524000" y="4814841"/>
            <a:ext cx="304800" cy="343275"/>
          </a:xfrm>
          <a:custGeom>
            <a:avLst/>
            <a:gdLst/>
            <a:ahLst/>
            <a:cxnLst/>
            <a:rect l="l" t="t" r="r" b="b"/>
            <a:pathLst>
              <a:path w="304800" h="348996">
                <a:moveTo>
                  <a:pt x="304800" y="761"/>
                </a:moveTo>
                <a:lnTo>
                  <a:pt x="0" y="761"/>
                </a:lnTo>
                <a:lnTo>
                  <a:pt x="0" y="348996"/>
                </a:lnTo>
                <a:lnTo>
                  <a:pt x="304800" y="348996"/>
                </a:lnTo>
                <a:lnTo>
                  <a:pt x="304800" y="761"/>
                </a:lnTo>
                <a:close/>
              </a:path>
            </a:pathLst>
          </a:custGeom>
          <a:solidFill>
            <a:srgbClr val="FFFFFF"/>
          </a:solidFill>
        </p:spPr>
        <p:txBody>
          <a:bodyPr wrap="square" lIns="0" tIns="0" rIns="0" bIns="0" rtlCol="0">
            <a:noAutofit/>
          </a:bodyPr>
          <a:lstStyle/>
          <a:p>
            <a:endParaRPr/>
          </a:p>
        </p:txBody>
      </p:sp>
      <p:sp>
        <p:nvSpPr>
          <p:cNvPr id="104" name="object 104"/>
          <p:cNvSpPr/>
          <p:nvPr/>
        </p:nvSpPr>
        <p:spPr>
          <a:xfrm>
            <a:off x="7539608"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5" name="object 105"/>
          <p:cNvSpPr/>
          <p:nvPr/>
        </p:nvSpPr>
        <p:spPr>
          <a:xfrm>
            <a:off x="6768083" y="5156990"/>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06" name="object 106"/>
          <p:cNvSpPr/>
          <p:nvPr/>
        </p:nvSpPr>
        <p:spPr>
          <a:xfrm>
            <a:off x="6768083" y="555647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8" name="object 108"/>
          <p:cNvSpPr/>
          <p:nvPr/>
        </p:nvSpPr>
        <p:spPr>
          <a:xfrm>
            <a:off x="89919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9" name="object 109"/>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r>
              <a:rPr lang="en-US"/>
              <a:t>H= 140+80+97+98=415</a:t>
            </a:r>
            <a:endParaRPr lang="en-US" dirty="0"/>
          </a:p>
        </p:txBody>
      </p:sp>
      <p:sp>
        <p:nvSpPr>
          <p:cNvPr id="111" name="object 111"/>
          <p:cNvSpPr/>
          <p:nvPr/>
        </p:nvSpPr>
        <p:spPr>
          <a:xfrm>
            <a:off x="7539608" y="5777958"/>
            <a:ext cx="0" cy="192624"/>
          </a:xfrm>
          <a:custGeom>
            <a:avLst/>
            <a:gdLst/>
            <a:ahLst/>
            <a:cxnLst/>
            <a:rect l="l" t="t" r="r" b="b"/>
            <a:pathLst>
              <a:path h="195834">
                <a:moveTo>
                  <a:pt x="0" y="762"/>
                </a:moveTo>
                <a:lnTo>
                  <a:pt x="0" y="195834"/>
                </a:lnTo>
              </a:path>
            </a:pathLst>
          </a:custGeom>
          <a:ln w="14223">
            <a:solidFill>
              <a:srgbClr val="000000"/>
            </a:solidFill>
          </a:ln>
        </p:spPr>
        <p:txBody>
          <a:bodyPr wrap="square" lIns="0" tIns="0" rIns="0" bIns="0" rtlCol="0">
            <a:noAutofit/>
          </a:bodyPr>
          <a:lstStyle/>
          <a:p>
            <a:endParaRPr/>
          </a:p>
        </p:txBody>
      </p:sp>
      <p:sp>
        <p:nvSpPr>
          <p:cNvPr id="112" name="object 112"/>
          <p:cNvSpPr/>
          <p:nvPr/>
        </p:nvSpPr>
        <p:spPr>
          <a:xfrm>
            <a:off x="6782181" y="5777958"/>
            <a:ext cx="0" cy="192624"/>
          </a:xfrm>
          <a:custGeom>
            <a:avLst/>
            <a:gdLst/>
            <a:ahLst/>
            <a:cxnLst/>
            <a:rect l="l" t="t" r="r" b="b"/>
            <a:pathLst>
              <a:path h="195834">
                <a:moveTo>
                  <a:pt x="0" y="762"/>
                </a:moveTo>
                <a:lnTo>
                  <a:pt x="0" y="195834"/>
                </a:lnTo>
              </a:path>
            </a:pathLst>
          </a:custGeom>
          <a:ln w="29464">
            <a:solidFill>
              <a:srgbClr val="000000"/>
            </a:solidFill>
          </a:ln>
        </p:spPr>
        <p:txBody>
          <a:bodyPr wrap="square" lIns="0" tIns="0" rIns="0" bIns="0" rtlCol="0">
            <a:noAutofit/>
          </a:bodyPr>
          <a:lstStyle/>
          <a:p>
            <a:endParaRPr/>
          </a:p>
        </p:txBody>
      </p:sp>
      <p:sp>
        <p:nvSpPr>
          <p:cNvPr id="113" name="object 113"/>
          <p:cNvSpPr/>
          <p:nvPr/>
        </p:nvSpPr>
        <p:spPr>
          <a:xfrm>
            <a:off x="8991981" y="5777958"/>
            <a:ext cx="0" cy="192624"/>
          </a:xfrm>
          <a:custGeom>
            <a:avLst/>
            <a:gdLst/>
            <a:ahLst/>
            <a:cxnLst/>
            <a:rect l="l" t="t" r="r" b="b"/>
            <a:pathLst>
              <a:path h="195834">
                <a:moveTo>
                  <a:pt x="0" y="762"/>
                </a:moveTo>
                <a:lnTo>
                  <a:pt x="0" y="195834"/>
                </a:lnTo>
              </a:path>
            </a:pathLst>
          </a:custGeom>
          <a:ln w="29464">
            <a:solidFill>
              <a:srgbClr val="000000"/>
            </a:solidFill>
          </a:ln>
        </p:spPr>
        <p:txBody>
          <a:bodyPr wrap="square" lIns="0" tIns="0" rIns="0" bIns="0" rtlCol="0">
            <a:noAutofit/>
          </a:bodyPr>
          <a:lstStyle/>
          <a:p>
            <a:endParaRPr/>
          </a:p>
        </p:txBody>
      </p:sp>
      <p:sp>
        <p:nvSpPr>
          <p:cNvPr id="114" name="object 114"/>
          <p:cNvSpPr/>
          <p:nvPr/>
        </p:nvSpPr>
        <p:spPr>
          <a:xfrm>
            <a:off x="6768083" y="5956342"/>
            <a:ext cx="2237994" cy="0"/>
          </a:xfrm>
          <a:custGeom>
            <a:avLst/>
            <a:gdLst/>
            <a:ahLst/>
            <a:cxnLst/>
            <a:rect l="l" t="t" r="r" b="b"/>
            <a:pathLst>
              <a:path w="2237994">
                <a:moveTo>
                  <a:pt x="2237994" y="0"/>
                </a:moveTo>
                <a:lnTo>
                  <a:pt x="0" y="0"/>
                </a:lnTo>
              </a:path>
            </a:pathLst>
          </a:custGeom>
          <a:ln w="30226">
            <a:solidFill>
              <a:srgbClr val="000000"/>
            </a:solidFill>
          </a:ln>
        </p:spPr>
        <p:txBody>
          <a:bodyPr wrap="square" lIns="0" tIns="0" rIns="0" bIns="0" rtlCol="0">
            <a:noAutofit/>
          </a:bodyPr>
          <a:lstStyle/>
          <a:p>
            <a:endParaRPr/>
          </a:p>
        </p:txBody>
      </p:sp>
      <p:sp>
        <p:nvSpPr>
          <p:cNvPr id="49" name="object 49"/>
          <p:cNvSpPr/>
          <p:nvPr/>
        </p:nvSpPr>
        <p:spPr>
          <a:xfrm>
            <a:off x="30419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38039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2279904" y="4061586"/>
            <a:ext cx="185606" cy="443503"/>
          </a:xfrm>
          <a:custGeom>
            <a:avLst/>
            <a:gdLst/>
            <a:ahLst/>
            <a:cxnLst/>
            <a:rect l="l" t="t" r="r" b="b"/>
            <a:pathLst>
              <a:path w="185606" h="450895">
                <a:moveTo>
                  <a:pt x="172985" y="-212598"/>
                </a:moveTo>
                <a:lnTo>
                  <a:pt x="179696" y="-214750"/>
                </a:lnTo>
                <a:lnTo>
                  <a:pt x="210090" y="-220090"/>
                </a:lnTo>
                <a:lnTo>
                  <a:pt x="240896" y="-221332"/>
                </a:lnTo>
                <a:lnTo>
                  <a:pt x="271593" y="-218490"/>
                </a:lnTo>
                <a:lnTo>
                  <a:pt x="297230"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85" y="-212598"/>
                </a:lnTo>
                <a:close/>
              </a:path>
            </a:pathLst>
          </a:custGeom>
          <a:solidFill>
            <a:srgbClr val="000000"/>
          </a:solidFill>
        </p:spPr>
        <p:txBody>
          <a:bodyPr wrap="square" lIns="0" tIns="0" rIns="0" bIns="0" rtlCol="0">
            <a:noAutofit/>
          </a:bodyPr>
          <a:lstStyle/>
          <a:p>
            <a:endParaRPr/>
          </a:p>
        </p:txBody>
      </p:sp>
      <p:sp>
        <p:nvSpPr>
          <p:cNvPr id="46" name="object 46"/>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45" name="object 45"/>
          <p:cNvSpPr txBox="1"/>
          <p:nvPr/>
        </p:nvSpPr>
        <p:spPr>
          <a:xfrm>
            <a:off x="2867661" y="758939"/>
            <a:ext cx="288676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4" name="object 44"/>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3" name="object 43"/>
          <p:cNvSpPr txBox="1"/>
          <p:nvPr/>
        </p:nvSpPr>
        <p:spPr>
          <a:xfrm>
            <a:off x="36601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42" name="object 42"/>
          <p:cNvSpPr txBox="1"/>
          <p:nvPr/>
        </p:nvSpPr>
        <p:spPr>
          <a:xfrm>
            <a:off x="16027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1" name="object 41"/>
          <p:cNvSpPr txBox="1"/>
          <p:nvPr/>
        </p:nvSpPr>
        <p:spPr>
          <a:xfrm>
            <a:off x="45745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0" name="object 40"/>
          <p:cNvSpPr txBox="1"/>
          <p:nvPr/>
        </p:nvSpPr>
        <p:spPr>
          <a:xfrm>
            <a:off x="33553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9" name="object 39"/>
          <p:cNvSpPr txBox="1"/>
          <p:nvPr/>
        </p:nvSpPr>
        <p:spPr>
          <a:xfrm>
            <a:off x="59461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38" name="object 38"/>
          <p:cNvSpPr txBox="1"/>
          <p:nvPr/>
        </p:nvSpPr>
        <p:spPr>
          <a:xfrm>
            <a:off x="36601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37" name="object 37"/>
          <p:cNvSpPr txBox="1"/>
          <p:nvPr/>
        </p:nvSpPr>
        <p:spPr>
          <a:xfrm>
            <a:off x="55651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6" name="object 36"/>
          <p:cNvSpPr txBox="1"/>
          <p:nvPr/>
        </p:nvSpPr>
        <p:spPr>
          <a:xfrm>
            <a:off x="2311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35" name="object 35"/>
          <p:cNvSpPr txBox="1"/>
          <p:nvPr/>
        </p:nvSpPr>
        <p:spPr>
          <a:xfrm>
            <a:off x="10693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4" name="object 34"/>
          <p:cNvSpPr txBox="1"/>
          <p:nvPr/>
        </p:nvSpPr>
        <p:spPr>
          <a:xfrm>
            <a:off x="25933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3" name="object 33"/>
          <p:cNvSpPr txBox="1"/>
          <p:nvPr/>
        </p:nvSpPr>
        <p:spPr>
          <a:xfrm>
            <a:off x="44221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32" name="object 32"/>
          <p:cNvSpPr txBox="1"/>
          <p:nvPr/>
        </p:nvSpPr>
        <p:spPr>
          <a:xfrm>
            <a:off x="1602756"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31" name="object 31"/>
          <p:cNvSpPr txBox="1"/>
          <p:nvPr/>
        </p:nvSpPr>
        <p:spPr>
          <a:xfrm>
            <a:off x="39649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0" name="object 30"/>
          <p:cNvSpPr txBox="1"/>
          <p:nvPr/>
        </p:nvSpPr>
        <p:spPr>
          <a:xfrm>
            <a:off x="2212341" y="4482309"/>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29" name="object 29"/>
          <p:cNvSpPr txBox="1"/>
          <p:nvPr/>
        </p:nvSpPr>
        <p:spPr>
          <a:xfrm>
            <a:off x="840748" y="485707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[415]</a:t>
            </a:r>
            <a:endParaRPr sz="1800">
              <a:latin typeface="Calibri"/>
              <a:cs typeface="Calibri"/>
            </a:endParaRPr>
          </a:p>
        </p:txBody>
      </p:sp>
      <p:sp>
        <p:nvSpPr>
          <p:cNvPr id="28" name="object 28"/>
          <p:cNvSpPr txBox="1"/>
          <p:nvPr/>
        </p:nvSpPr>
        <p:spPr>
          <a:xfrm>
            <a:off x="1602740" y="487130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27" name="object 27"/>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6" name="object 26"/>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5" name="object 25"/>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48</a:t>
            </a:r>
            <a:endParaRPr sz="1200">
              <a:latin typeface="Calibri"/>
              <a:cs typeface="Calibri"/>
            </a:endParaRPr>
          </a:p>
        </p:txBody>
      </p:sp>
      <p:sp>
        <p:nvSpPr>
          <p:cNvPr id="24" name="object 24"/>
          <p:cNvSpPr txBox="1"/>
          <p:nvPr/>
        </p:nvSpPr>
        <p:spPr>
          <a:xfrm>
            <a:off x="23622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32004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1242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757428" cy="629586"/>
          </a:xfrm>
          <a:prstGeom prst="rect">
            <a:avLst/>
          </a:prstGeom>
        </p:spPr>
        <p:txBody>
          <a:bodyPr wrap="square" lIns="0" tIns="0" rIns="0" bIns="0" rtlCol="0">
            <a:noAutofit/>
          </a:bodyPr>
          <a:lstStyle/>
          <a:p>
            <a:pPr marL="310515" marR="101181" indent="-168401">
              <a:lnSpc>
                <a:spcPts val="2160"/>
              </a:lnSpc>
              <a:spcBef>
                <a:spcPts val="523"/>
              </a:spcBef>
            </a:pPr>
            <a:r>
              <a:rPr sz="1800" b="1" spc="0" dirty="0">
                <a:latin typeface="Tahoma"/>
                <a:cs typeface="Tahoma"/>
              </a:rPr>
              <a:t>Stat e</a:t>
            </a:r>
            <a:endParaRPr sz="1800">
              <a:latin typeface="Tahoma"/>
              <a:cs typeface="Tahoma"/>
            </a:endParaRPr>
          </a:p>
        </p:txBody>
      </p:sp>
      <p:sp>
        <p:nvSpPr>
          <p:cNvPr id="20" name="object 20"/>
          <p:cNvSpPr txBox="1"/>
          <p:nvPr/>
        </p:nvSpPr>
        <p:spPr>
          <a:xfrm>
            <a:off x="7539610" y="1769215"/>
            <a:ext cx="1452371" cy="629586"/>
          </a:xfrm>
          <a:prstGeom prst="rect">
            <a:avLst/>
          </a:prstGeom>
        </p:spPr>
        <p:txBody>
          <a:bodyPr wrap="square" lIns="0" tIns="0" rIns="0" bIns="0" rtlCol="0">
            <a:noAutofit/>
          </a:bodyPr>
          <a:lstStyle/>
          <a:p>
            <a:pPr marL="137674" marR="137598" algn="ctr">
              <a:lnSpc>
                <a:spcPct val="100585"/>
              </a:lnSpc>
              <a:spcBef>
                <a:spcPts val="345"/>
              </a:spcBef>
            </a:pPr>
            <a:r>
              <a:rPr sz="1800" b="1" spc="0" dirty="0">
                <a:latin typeface="Tahoma"/>
                <a:cs typeface="Tahoma"/>
              </a:rPr>
              <a:t>Heuristic:</a:t>
            </a:r>
            <a:endParaRPr sz="1800">
              <a:latin typeface="Tahoma"/>
              <a:cs typeface="Tahoma"/>
            </a:endParaRPr>
          </a:p>
          <a:p>
            <a:pPr marL="446031" marR="446747"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757428" cy="399487"/>
          </a:xfrm>
          <a:prstGeom prst="rect">
            <a:avLst/>
          </a:prstGeom>
        </p:spPr>
        <p:txBody>
          <a:bodyPr wrap="square" lIns="0" tIns="0" rIns="0" bIns="0" rtlCol="0">
            <a:noAutofit/>
          </a:bodyPr>
          <a:lstStyle/>
          <a:p>
            <a:pPr marL="279915" marR="280662"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539610" y="2398800"/>
            <a:ext cx="1452371" cy="399487"/>
          </a:xfrm>
          <a:prstGeom prst="rect">
            <a:avLst/>
          </a:prstGeom>
        </p:spPr>
        <p:txBody>
          <a:bodyPr wrap="square" lIns="0" tIns="0" rIns="0" bIns="0" rtlCol="0">
            <a:noAutofit/>
          </a:bodyPr>
          <a:lstStyle/>
          <a:p>
            <a:pPr marL="508599" marR="509087"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757428" cy="359764"/>
          </a:xfrm>
          <a:prstGeom prst="rect">
            <a:avLst/>
          </a:prstGeom>
        </p:spPr>
        <p:txBody>
          <a:bodyPr wrap="square" lIns="0" tIns="0" rIns="0" bIns="0" rtlCol="0">
            <a:noAutofit/>
          </a:bodyPr>
          <a:lstStyle/>
          <a:p>
            <a:pPr marL="280669" marR="282422"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539610" y="2798288"/>
            <a:ext cx="1452371" cy="359764"/>
          </a:xfrm>
          <a:prstGeom prst="rect">
            <a:avLst/>
          </a:prstGeom>
        </p:spPr>
        <p:txBody>
          <a:bodyPr wrap="square" lIns="0" tIns="0" rIns="0" bIns="0" rtlCol="0">
            <a:noAutofit/>
          </a:bodyPr>
          <a:lstStyle/>
          <a:p>
            <a:pPr marL="508416" marR="509269"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58052"/>
            <a:ext cx="757428" cy="399862"/>
          </a:xfrm>
          <a:prstGeom prst="rect">
            <a:avLst/>
          </a:prstGeom>
        </p:spPr>
        <p:txBody>
          <a:bodyPr wrap="square" lIns="0" tIns="0" rIns="0" bIns="0" rtlCol="0">
            <a:noAutofit/>
          </a:bodyPr>
          <a:lstStyle/>
          <a:p>
            <a:pPr marL="279915" marR="28043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539610" y="3158052"/>
            <a:ext cx="1452371" cy="399862"/>
          </a:xfrm>
          <a:prstGeom prst="rect">
            <a:avLst/>
          </a:prstGeom>
        </p:spPr>
        <p:txBody>
          <a:bodyPr wrap="square" lIns="0" tIns="0" rIns="0" bIns="0" rtlCol="0">
            <a:noAutofit/>
          </a:bodyPr>
          <a:lstStyle/>
          <a:p>
            <a:pPr marL="508599" marR="509087"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57915"/>
            <a:ext cx="757428" cy="399863"/>
          </a:xfrm>
          <a:prstGeom prst="rect">
            <a:avLst/>
          </a:prstGeom>
        </p:spPr>
        <p:txBody>
          <a:bodyPr wrap="square" lIns="0" tIns="0" rIns="0" bIns="0" rtlCol="0">
            <a:noAutofit/>
          </a:bodyPr>
          <a:lstStyle/>
          <a:p>
            <a:pPr marL="270771" marR="271975"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539610" y="3557915"/>
            <a:ext cx="1452371" cy="399863"/>
          </a:xfrm>
          <a:prstGeom prst="rect">
            <a:avLst/>
          </a:prstGeom>
        </p:spPr>
        <p:txBody>
          <a:bodyPr wrap="square" lIns="0" tIns="0" rIns="0" bIns="0" rtlCol="0">
            <a:noAutofit/>
          </a:bodyPr>
          <a:lstStyle/>
          <a:p>
            <a:pPr marL="508462" marR="509224"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57777"/>
            <a:ext cx="757428" cy="399488"/>
          </a:xfrm>
          <a:prstGeom prst="rect">
            <a:avLst/>
          </a:prstGeom>
        </p:spPr>
        <p:txBody>
          <a:bodyPr wrap="square" lIns="0" tIns="0" rIns="0" bIns="0" rtlCol="0">
            <a:noAutofit/>
          </a:bodyPr>
          <a:lstStyle/>
          <a:p>
            <a:pPr marL="284479" marR="285013"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539610" y="3957777"/>
            <a:ext cx="1452371" cy="399488"/>
          </a:xfrm>
          <a:prstGeom prst="rect">
            <a:avLst/>
          </a:prstGeom>
        </p:spPr>
        <p:txBody>
          <a:bodyPr wrap="square" lIns="0" tIns="0" rIns="0" bIns="0" rtlCol="0">
            <a:noAutofit/>
          </a:bodyPr>
          <a:lstStyle/>
          <a:p>
            <a:pPr marL="508500" marR="509186"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57265"/>
            <a:ext cx="757428" cy="399863"/>
          </a:xfrm>
          <a:prstGeom prst="rect">
            <a:avLst/>
          </a:prstGeom>
        </p:spPr>
        <p:txBody>
          <a:bodyPr wrap="square" lIns="0" tIns="0" rIns="0" bIns="0" rtlCol="0">
            <a:noAutofit/>
          </a:bodyPr>
          <a:lstStyle/>
          <a:p>
            <a:pPr marL="289051" marR="289585"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539610" y="4357265"/>
            <a:ext cx="1452371" cy="399863"/>
          </a:xfrm>
          <a:prstGeom prst="rect">
            <a:avLst/>
          </a:prstGeom>
        </p:spPr>
        <p:txBody>
          <a:bodyPr wrap="square" lIns="0" tIns="0" rIns="0" bIns="0" rtlCol="0">
            <a:noAutofit/>
          </a:bodyPr>
          <a:lstStyle/>
          <a:p>
            <a:pPr marL="508386" marR="509300"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57128"/>
            <a:ext cx="757428" cy="399862"/>
          </a:xfrm>
          <a:prstGeom prst="rect">
            <a:avLst/>
          </a:prstGeom>
        </p:spPr>
        <p:txBody>
          <a:bodyPr wrap="square" lIns="0" tIns="0" rIns="0" bIns="0" rtlCol="0">
            <a:noAutofit/>
          </a:bodyPr>
          <a:lstStyle/>
          <a:p>
            <a:pPr marL="272286" marR="272975"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539610" y="4757128"/>
            <a:ext cx="1452371" cy="399862"/>
          </a:xfrm>
          <a:prstGeom prst="rect">
            <a:avLst/>
          </a:prstGeom>
        </p:spPr>
        <p:txBody>
          <a:bodyPr wrap="square" lIns="0" tIns="0" rIns="0" bIns="0" rtlCol="0">
            <a:noAutofit/>
          </a:bodyPr>
          <a:lstStyle/>
          <a:p>
            <a:pPr marL="508400" marR="509286"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56990"/>
            <a:ext cx="757428" cy="399488"/>
          </a:xfrm>
          <a:prstGeom prst="rect">
            <a:avLst/>
          </a:prstGeom>
        </p:spPr>
        <p:txBody>
          <a:bodyPr wrap="square" lIns="0" tIns="0" rIns="0" bIns="0" rtlCol="0">
            <a:noAutofit/>
          </a:bodyPr>
          <a:lstStyle/>
          <a:p>
            <a:pPr marL="270755" marR="272677"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539610" y="5156990"/>
            <a:ext cx="1452371" cy="399488"/>
          </a:xfrm>
          <a:prstGeom prst="rect">
            <a:avLst/>
          </a:prstGeom>
        </p:spPr>
        <p:txBody>
          <a:bodyPr wrap="square" lIns="0" tIns="0" rIns="0" bIns="0" rtlCol="0">
            <a:noAutofit/>
          </a:bodyPr>
          <a:lstStyle/>
          <a:p>
            <a:pPr marL="570922" marR="571945"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56478"/>
            <a:ext cx="757428" cy="399863"/>
          </a:xfrm>
          <a:prstGeom prst="rect">
            <a:avLst/>
          </a:prstGeom>
        </p:spPr>
        <p:txBody>
          <a:bodyPr wrap="square" lIns="0" tIns="0" rIns="0" bIns="0" rtlCol="0">
            <a:noAutofit/>
          </a:bodyPr>
          <a:lstStyle/>
          <a:p>
            <a:pPr marL="305815" marR="306654"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539610" y="5556478"/>
            <a:ext cx="1452371" cy="399863"/>
          </a:xfrm>
          <a:prstGeom prst="rect">
            <a:avLst/>
          </a:prstGeom>
        </p:spPr>
        <p:txBody>
          <a:bodyPr wrap="square" lIns="0" tIns="0" rIns="0" bIns="0" rtlCol="0">
            <a:noAutofit/>
          </a:bodyPr>
          <a:lstStyle/>
          <a:p>
            <a:pPr marL="633475" marR="634390"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object 125"/>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123" name="object 12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6" name="object 56"/>
          <p:cNvSpPr/>
          <p:nvPr/>
        </p:nvSpPr>
        <p:spPr>
          <a:xfrm>
            <a:off x="3200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3276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58" name="object 58"/>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59" name="object 59"/>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0" name="object 60"/>
          <p:cNvSpPr/>
          <p:nvPr/>
        </p:nvSpPr>
        <p:spPr>
          <a:xfrm>
            <a:off x="9068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1" name="object 61"/>
          <p:cNvSpPr/>
          <p:nvPr/>
        </p:nvSpPr>
        <p:spPr>
          <a:xfrm>
            <a:off x="6768083" y="1769213"/>
            <a:ext cx="2314194" cy="0"/>
          </a:xfrm>
          <a:custGeom>
            <a:avLst/>
            <a:gdLst/>
            <a:ahLst/>
            <a:cxnLst/>
            <a:rect l="l" t="t" r="r" b="b"/>
            <a:pathLst>
              <a:path w="2314194">
                <a:moveTo>
                  <a:pt x="2314194" y="0"/>
                </a:moveTo>
                <a:lnTo>
                  <a:pt x="0" y="0"/>
                </a:lnTo>
              </a:path>
            </a:pathLst>
          </a:custGeom>
          <a:ln w="29463">
            <a:solidFill>
              <a:srgbClr val="000000"/>
            </a:solidFill>
          </a:ln>
        </p:spPr>
        <p:txBody>
          <a:bodyPr wrap="square" lIns="0" tIns="0" rIns="0" bIns="0" rtlCol="0">
            <a:noAutofit/>
          </a:bodyPr>
          <a:lstStyle/>
          <a:p>
            <a:endParaRPr/>
          </a:p>
        </p:txBody>
      </p:sp>
      <p:sp>
        <p:nvSpPr>
          <p:cNvPr id="62" name="object 62"/>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3200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4" name="object 64"/>
          <p:cNvSpPr/>
          <p:nvPr/>
        </p:nvSpPr>
        <p:spPr>
          <a:xfrm>
            <a:off x="3194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3276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66" name="object 66"/>
          <p:cNvSpPr/>
          <p:nvPr/>
        </p:nvSpPr>
        <p:spPr>
          <a:xfrm>
            <a:off x="3427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3422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1293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0" name="object 70"/>
          <p:cNvSpPr/>
          <p:nvPr/>
        </p:nvSpPr>
        <p:spPr>
          <a:xfrm>
            <a:off x="6768083" y="2398800"/>
            <a:ext cx="2314194" cy="0"/>
          </a:xfrm>
          <a:custGeom>
            <a:avLst/>
            <a:gdLst/>
            <a:ahLst/>
            <a:cxnLst/>
            <a:rect l="l" t="t" r="r" b="b"/>
            <a:pathLst>
              <a:path w="2314194">
                <a:moveTo>
                  <a:pt x="2314194" y="0"/>
                </a:moveTo>
                <a:lnTo>
                  <a:pt x="0" y="0"/>
                </a:lnTo>
              </a:path>
            </a:pathLst>
          </a:custGeom>
          <a:ln w="14224">
            <a:solidFill>
              <a:srgbClr val="000000"/>
            </a:solidFill>
          </a:ln>
        </p:spPr>
        <p:txBody>
          <a:bodyPr wrap="square" lIns="0" tIns="0" rIns="0" bIns="0" rtlCol="0">
            <a:noAutofit/>
          </a:bodyPr>
          <a:lstStyle/>
          <a:p>
            <a:endParaRPr/>
          </a:p>
        </p:txBody>
      </p:sp>
      <p:sp>
        <p:nvSpPr>
          <p:cNvPr id="71" name="object 71"/>
          <p:cNvSpPr/>
          <p:nvPr/>
        </p:nvSpPr>
        <p:spPr>
          <a:xfrm>
            <a:off x="6768083" y="2798288"/>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72" name="object 72"/>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3" name="object 73"/>
          <p:cNvSpPr/>
          <p:nvPr/>
        </p:nvSpPr>
        <p:spPr>
          <a:xfrm>
            <a:off x="90681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4" name="object 74"/>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5" name="object 75"/>
          <p:cNvSpPr/>
          <p:nvPr/>
        </p:nvSpPr>
        <p:spPr>
          <a:xfrm>
            <a:off x="5556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1060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3276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78" name="object 78"/>
          <p:cNvSpPr/>
          <p:nvPr/>
        </p:nvSpPr>
        <p:spPr>
          <a:xfrm>
            <a:off x="3270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2"/>
                </a:move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8"/>
                </a:lnTo>
                <a:lnTo>
                  <a:pt x="35070" y="-95888"/>
                </a:lnTo>
                <a:lnTo>
                  <a:pt x="52082" y="-126103"/>
                </a:lnTo>
                <a:lnTo>
                  <a:pt x="72624" y="-152139"/>
                </a:lnTo>
                <a:lnTo>
                  <a:pt x="96176" y="-174007"/>
                </a:lnTo>
                <a:lnTo>
                  <a:pt x="122218" y="-191722"/>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3352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80" name="object 80"/>
          <p:cNvSpPr/>
          <p:nvPr/>
        </p:nvSpPr>
        <p:spPr>
          <a:xfrm>
            <a:off x="3501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2438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82" name="object 82"/>
          <p:cNvSpPr/>
          <p:nvPr/>
        </p:nvSpPr>
        <p:spPr>
          <a:xfrm>
            <a:off x="2588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3427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3422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85" name="object 85"/>
          <p:cNvSpPr/>
          <p:nvPr/>
        </p:nvSpPr>
        <p:spPr>
          <a:xfrm>
            <a:off x="1293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87" name="object 87"/>
          <p:cNvSpPr/>
          <p:nvPr/>
        </p:nvSpPr>
        <p:spPr>
          <a:xfrm>
            <a:off x="6768083" y="3198150"/>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88" name="object 88"/>
          <p:cNvSpPr/>
          <p:nvPr/>
        </p:nvSpPr>
        <p:spPr>
          <a:xfrm>
            <a:off x="6768083" y="3598013"/>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89" name="object 89"/>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0" name="object 90"/>
          <p:cNvSpPr/>
          <p:nvPr/>
        </p:nvSpPr>
        <p:spPr>
          <a:xfrm>
            <a:off x="9068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1" name="object 9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2" name="object 92"/>
          <p:cNvSpPr/>
          <p:nvPr/>
        </p:nvSpPr>
        <p:spPr>
          <a:xfrm>
            <a:off x="3956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3" name="object 93"/>
          <p:cNvSpPr/>
          <p:nvPr/>
        </p:nvSpPr>
        <p:spPr>
          <a:xfrm>
            <a:off x="2438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94" name="object 94"/>
          <p:cNvSpPr/>
          <p:nvPr/>
        </p:nvSpPr>
        <p:spPr>
          <a:xfrm>
            <a:off x="2432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5" name="object 95"/>
          <p:cNvSpPr/>
          <p:nvPr/>
        </p:nvSpPr>
        <p:spPr>
          <a:xfrm>
            <a:off x="2514601" y="3911684"/>
            <a:ext cx="304799" cy="360513"/>
          </a:xfrm>
          <a:custGeom>
            <a:avLst/>
            <a:gdLst/>
            <a:ahLst/>
            <a:cxnLst/>
            <a:rect l="l" t="t" r="r" b="b"/>
            <a:pathLst>
              <a:path w="304799" h="366522">
                <a:moveTo>
                  <a:pt x="0" y="0"/>
                </a:moveTo>
                <a:lnTo>
                  <a:pt x="0" y="366522"/>
                </a:lnTo>
                <a:lnTo>
                  <a:pt x="304799" y="366522"/>
                </a:lnTo>
                <a:lnTo>
                  <a:pt x="304799" y="0"/>
                </a:lnTo>
                <a:lnTo>
                  <a:pt x="0" y="0"/>
                </a:lnTo>
                <a:close/>
              </a:path>
            </a:pathLst>
          </a:custGeom>
          <a:solidFill>
            <a:srgbClr val="BF504C"/>
          </a:solidFill>
        </p:spPr>
        <p:txBody>
          <a:bodyPr wrap="square" lIns="0" tIns="0" rIns="0" bIns="0" rtlCol="0">
            <a:noAutofit/>
          </a:bodyPr>
          <a:lstStyle/>
          <a:p>
            <a:endParaRPr/>
          </a:p>
        </p:txBody>
      </p:sp>
      <p:sp>
        <p:nvSpPr>
          <p:cNvPr id="96" name="object 96"/>
          <p:cNvSpPr/>
          <p:nvPr/>
        </p:nvSpPr>
        <p:spPr>
          <a:xfrm>
            <a:off x="1600200" y="4736142"/>
            <a:ext cx="457200" cy="449705"/>
          </a:xfrm>
          <a:custGeom>
            <a:avLst/>
            <a:gdLst/>
            <a:ahLst/>
            <a:cxnLst/>
            <a:rect l="l" t="t" r="r" b="b"/>
            <a:pathLst>
              <a:path w="457200" h="457200">
                <a:moveTo>
                  <a:pt x="402829" y="80772"/>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2"/>
                </a:lnTo>
                <a:lnTo>
                  <a:pt x="402829" y="80772"/>
                </a:lnTo>
                <a:close/>
              </a:path>
            </a:pathLst>
          </a:custGeom>
          <a:solidFill>
            <a:srgbClr val="BF504C"/>
          </a:solidFill>
        </p:spPr>
        <p:txBody>
          <a:bodyPr wrap="square" lIns="0" tIns="0" rIns="0" bIns="0" rtlCol="0">
            <a:noAutofit/>
          </a:bodyPr>
          <a:lstStyle/>
          <a:p>
            <a:endParaRPr/>
          </a:p>
        </p:txBody>
      </p:sp>
      <p:sp>
        <p:nvSpPr>
          <p:cNvPr id="97" name="object 97"/>
          <p:cNvSpPr/>
          <p:nvPr/>
        </p:nvSpPr>
        <p:spPr>
          <a:xfrm>
            <a:off x="1676400" y="4813342"/>
            <a:ext cx="304800" cy="0"/>
          </a:xfrm>
          <a:custGeom>
            <a:avLst/>
            <a:gdLst/>
            <a:ahLst/>
            <a:cxnLst/>
            <a:rect l="l" t="t" r="r" b="b"/>
            <a:pathLst>
              <a:path w="304800">
                <a:moveTo>
                  <a:pt x="304800" y="0"/>
                </a:moveTo>
                <a:lnTo>
                  <a:pt x="0" y="0"/>
                </a:lnTo>
              </a:path>
            </a:pathLst>
          </a:custGeom>
          <a:ln w="5842">
            <a:solidFill>
              <a:srgbClr val="BF504C"/>
            </a:solidFill>
          </a:ln>
        </p:spPr>
        <p:txBody>
          <a:bodyPr wrap="square" lIns="0" tIns="0" rIns="0" bIns="0" rtlCol="0">
            <a:noAutofit/>
          </a:bodyPr>
          <a:lstStyle/>
          <a:p>
            <a:endParaRPr/>
          </a:p>
        </p:txBody>
      </p:sp>
      <p:sp>
        <p:nvSpPr>
          <p:cNvPr id="98" name="object 98"/>
          <p:cNvSpPr/>
          <p:nvPr/>
        </p:nvSpPr>
        <p:spPr>
          <a:xfrm>
            <a:off x="1901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99" name="object 99"/>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0" name="object 100"/>
          <p:cNvSpPr/>
          <p:nvPr/>
        </p:nvSpPr>
        <p:spPr>
          <a:xfrm>
            <a:off x="6768083" y="3997501"/>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101" name="object 101"/>
          <p:cNvSpPr/>
          <p:nvPr/>
        </p:nvSpPr>
        <p:spPr>
          <a:xfrm>
            <a:off x="6768083" y="4397364"/>
            <a:ext cx="2314194" cy="0"/>
          </a:xfrm>
          <a:custGeom>
            <a:avLst/>
            <a:gdLst/>
            <a:ahLst/>
            <a:cxnLst/>
            <a:rect l="l" t="t" r="r" b="b"/>
            <a:pathLst>
              <a:path w="2314194">
                <a:moveTo>
                  <a:pt x="2314194" y="0"/>
                </a:moveTo>
                <a:lnTo>
                  <a:pt x="0" y="0"/>
                </a:lnTo>
              </a:path>
            </a:pathLst>
          </a:custGeom>
          <a:ln w="13461">
            <a:solidFill>
              <a:srgbClr val="000000"/>
            </a:solidFill>
          </a:ln>
        </p:spPr>
        <p:txBody>
          <a:bodyPr wrap="square" lIns="0" tIns="0" rIns="0" bIns="0" rtlCol="0">
            <a:noAutofit/>
          </a:bodyPr>
          <a:lstStyle/>
          <a:p>
            <a:endParaRPr/>
          </a:p>
        </p:txBody>
      </p:sp>
      <p:sp>
        <p:nvSpPr>
          <p:cNvPr id="102" name="object 102"/>
          <p:cNvSpPr/>
          <p:nvPr/>
        </p:nvSpPr>
        <p:spPr>
          <a:xfrm>
            <a:off x="6768083" y="4797226"/>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103" name="object 103"/>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4" name="object 104"/>
          <p:cNvSpPr/>
          <p:nvPr/>
        </p:nvSpPr>
        <p:spPr>
          <a:xfrm>
            <a:off x="9068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05" name="object 10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6" name="object 106"/>
          <p:cNvSpPr/>
          <p:nvPr/>
        </p:nvSpPr>
        <p:spPr>
          <a:xfrm>
            <a:off x="8321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07" name="object 107"/>
          <p:cNvSpPr/>
          <p:nvPr/>
        </p:nvSpPr>
        <p:spPr>
          <a:xfrm>
            <a:off x="1600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2"/>
                </a:lnTo>
                <a:lnTo>
                  <a:pt x="54623" y="8077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08" name="object 108"/>
          <p:cNvSpPr/>
          <p:nvPr/>
        </p:nvSpPr>
        <p:spPr>
          <a:xfrm>
            <a:off x="1594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7"/>
                </a:lnTo>
                <a:lnTo>
                  <a:pt x="52730" y="-147827"/>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7"/>
                </a:lnTo>
                <a:lnTo>
                  <a:pt x="401068" y="-147827"/>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109" name="object 109"/>
          <p:cNvSpPr/>
          <p:nvPr/>
        </p:nvSpPr>
        <p:spPr>
          <a:xfrm>
            <a:off x="1676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BF504C"/>
          </a:solidFill>
        </p:spPr>
        <p:txBody>
          <a:bodyPr wrap="square" lIns="0" tIns="0" rIns="0" bIns="0" rtlCol="0">
            <a:noAutofit/>
          </a:bodyPr>
          <a:lstStyle/>
          <a:p>
            <a:endParaRPr/>
          </a:p>
        </p:txBody>
      </p:sp>
      <p:sp>
        <p:nvSpPr>
          <p:cNvPr id="110" name="object 110"/>
          <p:cNvSpPr/>
          <p:nvPr/>
        </p:nvSpPr>
        <p:spPr>
          <a:xfrm>
            <a:off x="1063752" y="518060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11" name="object 111"/>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12" name="object 112"/>
          <p:cNvSpPr/>
          <p:nvPr/>
        </p:nvSpPr>
        <p:spPr>
          <a:xfrm>
            <a:off x="6768083" y="5196714"/>
            <a:ext cx="2314194" cy="0"/>
          </a:xfrm>
          <a:custGeom>
            <a:avLst/>
            <a:gdLst/>
            <a:ahLst/>
            <a:cxnLst/>
            <a:rect l="l" t="t" r="r" b="b"/>
            <a:pathLst>
              <a:path w="2314194">
                <a:moveTo>
                  <a:pt x="2314194" y="0"/>
                </a:moveTo>
                <a:lnTo>
                  <a:pt x="0" y="0"/>
                </a:lnTo>
              </a:path>
            </a:pathLst>
          </a:custGeom>
          <a:ln w="14223">
            <a:solidFill>
              <a:srgbClr val="000000"/>
            </a:solidFill>
          </a:ln>
        </p:spPr>
        <p:txBody>
          <a:bodyPr wrap="square" lIns="0" tIns="0" rIns="0" bIns="0" rtlCol="0">
            <a:noAutofit/>
          </a:bodyPr>
          <a:lstStyle/>
          <a:p>
            <a:endParaRPr/>
          </a:p>
        </p:txBody>
      </p:sp>
      <p:sp>
        <p:nvSpPr>
          <p:cNvPr id="113" name="object 113"/>
          <p:cNvSpPr/>
          <p:nvPr/>
        </p:nvSpPr>
        <p:spPr>
          <a:xfrm>
            <a:off x="6768083" y="5596578"/>
            <a:ext cx="2314194" cy="0"/>
          </a:xfrm>
          <a:custGeom>
            <a:avLst/>
            <a:gdLst/>
            <a:ahLst/>
            <a:cxnLst/>
            <a:rect l="l" t="t" r="r" b="b"/>
            <a:pathLst>
              <a:path w="2314194">
                <a:moveTo>
                  <a:pt x="2314194" y="0"/>
                </a:moveTo>
                <a:lnTo>
                  <a:pt x="0" y="0"/>
                </a:lnTo>
              </a:path>
            </a:pathLst>
          </a:custGeom>
          <a:ln w="13462">
            <a:solidFill>
              <a:srgbClr val="000000"/>
            </a:solidFill>
          </a:ln>
        </p:spPr>
        <p:txBody>
          <a:bodyPr wrap="square" lIns="0" tIns="0" rIns="0" bIns="0" rtlCol="0">
            <a:noAutofit/>
          </a:bodyPr>
          <a:lstStyle/>
          <a:p>
            <a:endParaRPr/>
          </a:p>
        </p:txBody>
      </p:sp>
      <p:sp>
        <p:nvSpPr>
          <p:cNvPr id="114" name="object 114"/>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5" name="object 115"/>
          <p:cNvSpPr/>
          <p:nvPr/>
        </p:nvSpPr>
        <p:spPr>
          <a:xfrm>
            <a:off x="9068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6" name="object 116"/>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18" name="object 118"/>
          <p:cNvSpPr/>
          <p:nvPr/>
        </p:nvSpPr>
        <p:spPr>
          <a:xfrm>
            <a:off x="8321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19" name="object 119"/>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120" name="object 120"/>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21" name="object 121"/>
          <p:cNvSpPr/>
          <p:nvPr/>
        </p:nvSpPr>
        <p:spPr>
          <a:xfrm>
            <a:off x="9068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22" name="object 122"/>
          <p:cNvSpPr/>
          <p:nvPr/>
        </p:nvSpPr>
        <p:spPr>
          <a:xfrm>
            <a:off x="6768083" y="5996440"/>
            <a:ext cx="2314194" cy="0"/>
          </a:xfrm>
          <a:custGeom>
            <a:avLst/>
            <a:gdLst/>
            <a:ahLst/>
            <a:cxnLst/>
            <a:rect l="l" t="t" r="r" b="b"/>
            <a:pathLst>
              <a:path w="2314194">
                <a:moveTo>
                  <a:pt x="2314194" y="0"/>
                </a:moveTo>
                <a:lnTo>
                  <a:pt x="0" y="0"/>
                </a:lnTo>
              </a:path>
            </a:pathLst>
          </a:custGeom>
          <a:ln w="29464">
            <a:solidFill>
              <a:srgbClr val="000000"/>
            </a:solidFill>
          </a:ln>
        </p:spPr>
        <p:txBody>
          <a:bodyPr wrap="square" lIns="0" tIns="0" rIns="0" bIns="0" rtlCol="0">
            <a:noAutofit/>
          </a:bodyPr>
          <a:lstStyle/>
          <a:p>
            <a:endParaRPr/>
          </a:p>
        </p:txBody>
      </p:sp>
      <p:sp>
        <p:nvSpPr>
          <p:cNvPr id="55" name="object 55"/>
          <p:cNvSpPr/>
          <p:nvPr/>
        </p:nvSpPr>
        <p:spPr>
          <a:xfrm>
            <a:off x="3194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3956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2432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1594104" y="4960995"/>
            <a:ext cx="185606" cy="443503"/>
          </a:xfrm>
          <a:custGeom>
            <a:avLst/>
            <a:gdLst/>
            <a:ahLst/>
            <a:cxnLst/>
            <a:rect l="l" t="t" r="r" b="b"/>
            <a:pathLst>
              <a:path w="185606" h="450895">
                <a:moveTo>
                  <a:pt x="69218" y="-147827"/>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7"/>
                </a:lnTo>
                <a:lnTo>
                  <a:pt x="417211" y="-147827"/>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7"/>
                </a:lnTo>
                <a:lnTo>
                  <a:pt x="69218" y="-147827"/>
                </a:lnTo>
                <a:close/>
              </a:path>
            </a:pathLst>
          </a:custGeom>
          <a:solidFill>
            <a:srgbClr val="000000"/>
          </a:solidFill>
        </p:spPr>
        <p:txBody>
          <a:bodyPr wrap="square" lIns="0" tIns="0" rIns="0" bIns="0" rtlCol="0">
            <a:noAutofit/>
          </a:bodyPr>
          <a:lstStyle/>
          <a:p>
            <a:endParaRPr/>
          </a:p>
        </p:txBody>
      </p:sp>
      <p:sp>
        <p:nvSpPr>
          <p:cNvPr id="51" name="object 51"/>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50" name="object 50"/>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9" name="object 49"/>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48" name="object 48"/>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7" name="object 47"/>
          <p:cNvSpPr txBox="1"/>
          <p:nvPr/>
        </p:nvSpPr>
        <p:spPr>
          <a:xfrm>
            <a:off x="3812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46" name="object 46"/>
          <p:cNvSpPr txBox="1"/>
          <p:nvPr/>
        </p:nvSpPr>
        <p:spPr>
          <a:xfrm>
            <a:off x="17551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5" name="object 45"/>
          <p:cNvSpPr txBox="1"/>
          <p:nvPr/>
        </p:nvSpPr>
        <p:spPr>
          <a:xfrm>
            <a:off x="4726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4" name="object 44"/>
          <p:cNvSpPr txBox="1"/>
          <p:nvPr/>
        </p:nvSpPr>
        <p:spPr>
          <a:xfrm>
            <a:off x="3507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43" name="object 43"/>
          <p:cNvSpPr txBox="1"/>
          <p:nvPr/>
        </p:nvSpPr>
        <p:spPr>
          <a:xfrm>
            <a:off x="6098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42" name="object 42"/>
          <p:cNvSpPr txBox="1"/>
          <p:nvPr/>
        </p:nvSpPr>
        <p:spPr>
          <a:xfrm>
            <a:off x="3812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41" name="object 41"/>
          <p:cNvSpPr txBox="1"/>
          <p:nvPr/>
        </p:nvSpPr>
        <p:spPr>
          <a:xfrm>
            <a:off x="5717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0" name="object 40"/>
          <p:cNvSpPr txBox="1"/>
          <p:nvPr/>
        </p:nvSpPr>
        <p:spPr>
          <a:xfrm>
            <a:off x="383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39" name="object 39"/>
          <p:cNvSpPr txBox="1"/>
          <p:nvPr/>
        </p:nvSpPr>
        <p:spPr>
          <a:xfrm>
            <a:off x="1221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8" name="object 38"/>
          <p:cNvSpPr txBox="1"/>
          <p:nvPr/>
        </p:nvSpPr>
        <p:spPr>
          <a:xfrm>
            <a:off x="2745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7" name="object 37"/>
          <p:cNvSpPr txBox="1"/>
          <p:nvPr/>
        </p:nvSpPr>
        <p:spPr>
          <a:xfrm>
            <a:off x="45745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36" name="object 36"/>
          <p:cNvSpPr txBox="1"/>
          <p:nvPr/>
        </p:nvSpPr>
        <p:spPr>
          <a:xfrm>
            <a:off x="1755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35" name="object 35"/>
          <p:cNvSpPr txBox="1"/>
          <p:nvPr/>
        </p:nvSpPr>
        <p:spPr>
          <a:xfrm>
            <a:off x="41173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4" name="object 34"/>
          <p:cNvSpPr txBox="1"/>
          <p:nvPr/>
        </p:nvSpPr>
        <p:spPr>
          <a:xfrm>
            <a:off x="2364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3" name="object 33"/>
          <p:cNvSpPr txBox="1"/>
          <p:nvPr/>
        </p:nvSpPr>
        <p:spPr>
          <a:xfrm>
            <a:off x="993141" y="487129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[415]</a:t>
            </a:r>
            <a:endParaRPr sz="1800">
              <a:latin typeface="Calibri"/>
              <a:cs typeface="Calibri"/>
            </a:endParaRPr>
          </a:p>
        </p:txBody>
      </p:sp>
      <p:sp>
        <p:nvSpPr>
          <p:cNvPr id="32" name="object 32"/>
          <p:cNvSpPr txBox="1"/>
          <p:nvPr/>
        </p:nvSpPr>
        <p:spPr>
          <a:xfrm>
            <a:off x="1450340" y="5410200"/>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101</a:t>
            </a:r>
            <a:endParaRPr sz="1800">
              <a:latin typeface="Calibri"/>
              <a:cs typeface="Calibri"/>
            </a:endParaRPr>
          </a:p>
        </p:txBody>
      </p:sp>
      <p:sp>
        <p:nvSpPr>
          <p:cNvPr id="31" name="object 31"/>
          <p:cNvSpPr txBox="1"/>
          <p:nvPr/>
        </p:nvSpPr>
        <p:spPr>
          <a:xfrm>
            <a:off x="993140" y="5770713"/>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0" name="object 30"/>
          <p:cNvSpPr txBox="1"/>
          <p:nvPr/>
        </p:nvSpPr>
        <p:spPr>
          <a:xfrm>
            <a:off x="1374148" y="577071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[418]</a:t>
            </a:r>
            <a:endParaRPr sz="1800">
              <a:latin typeface="Calibri"/>
              <a:cs typeface="Calibri"/>
            </a:endParaRPr>
          </a:p>
        </p:txBody>
      </p:sp>
      <p:sp>
        <p:nvSpPr>
          <p:cNvPr id="29" name="object 29"/>
          <p:cNvSpPr txBox="1"/>
          <p:nvPr/>
        </p:nvSpPr>
        <p:spPr>
          <a:xfrm>
            <a:off x="231148" y="5784946"/>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28" name="object 28"/>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7" name="object 27"/>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6" name="object 26"/>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49</a:t>
            </a:r>
            <a:endParaRPr sz="1200">
              <a:latin typeface="Calibri"/>
              <a:cs typeface="Calibri"/>
            </a:endParaRPr>
          </a:p>
        </p:txBody>
      </p:sp>
      <p:sp>
        <p:nvSpPr>
          <p:cNvPr id="25" name="object 25"/>
          <p:cNvSpPr txBox="1"/>
          <p:nvPr/>
        </p:nvSpPr>
        <p:spPr>
          <a:xfrm>
            <a:off x="1676400" y="4813029"/>
            <a:ext cx="304800" cy="358577"/>
          </a:xfrm>
          <a:prstGeom prst="rect">
            <a:avLst/>
          </a:prstGeom>
        </p:spPr>
        <p:txBody>
          <a:bodyPr wrap="square" lIns="0" tIns="0" rIns="0" bIns="0" rtlCol="0">
            <a:noAutofit/>
          </a:bodyPr>
          <a:lstStyle/>
          <a:p>
            <a:pPr marL="91439">
              <a:lnSpc>
                <a:spcPct val="101725"/>
              </a:lnSpc>
              <a:spcBef>
                <a:spcPts val="315"/>
              </a:spcBef>
            </a:pPr>
            <a:r>
              <a:rPr sz="1800" spc="0" dirty="0">
                <a:latin typeface="Calibri"/>
                <a:cs typeface="Calibri"/>
              </a:rPr>
              <a:t>H</a:t>
            </a:r>
            <a:endParaRPr sz="1800">
              <a:latin typeface="Calibri"/>
              <a:cs typeface="Calibri"/>
            </a:endParaRPr>
          </a:p>
        </p:txBody>
      </p:sp>
      <p:sp>
        <p:nvSpPr>
          <p:cNvPr id="24" name="object 24"/>
          <p:cNvSpPr txBox="1"/>
          <p:nvPr/>
        </p:nvSpPr>
        <p:spPr>
          <a:xfrm>
            <a:off x="2514601" y="3911684"/>
            <a:ext cx="304799"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3352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276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450085" cy="629586"/>
          </a:xfrm>
          <a:prstGeom prst="rect">
            <a:avLst/>
          </a:prstGeom>
        </p:spPr>
        <p:txBody>
          <a:bodyPr wrap="square" lIns="0" tIns="0" rIns="0" bIns="0" rtlCol="0">
            <a:noAutofit/>
          </a:bodyPr>
          <a:lstStyle/>
          <a:p>
            <a:pPr marL="136150" marR="136836" algn="ctr">
              <a:lnSpc>
                <a:spcPct val="100585"/>
              </a:lnSpc>
              <a:spcBef>
                <a:spcPts val="345"/>
              </a:spcBef>
            </a:pPr>
            <a:r>
              <a:rPr sz="1800" b="1" spc="0" dirty="0">
                <a:latin typeface="Tahoma"/>
                <a:cs typeface="Tahoma"/>
              </a:rPr>
              <a:t>Heuristic:</a:t>
            </a:r>
            <a:endParaRPr sz="1800">
              <a:latin typeface="Tahoma"/>
              <a:cs typeface="Tahoma"/>
            </a:endParaRPr>
          </a:p>
          <a:p>
            <a:pPr marL="444507" marR="4459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0" marR="320294"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450085" cy="399487"/>
          </a:xfrm>
          <a:prstGeom prst="rect">
            <a:avLst/>
          </a:prstGeom>
        </p:spPr>
        <p:txBody>
          <a:bodyPr wrap="square" lIns="0" tIns="0" rIns="0" bIns="0" rtlCol="0">
            <a:noAutofit/>
          </a:bodyPr>
          <a:lstStyle/>
          <a:p>
            <a:pPr marL="507075" marR="5083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450085" cy="399862"/>
          </a:xfrm>
          <a:prstGeom prst="rect">
            <a:avLst/>
          </a:prstGeom>
        </p:spPr>
        <p:txBody>
          <a:bodyPr wrap="square" lIns="0" tIns="0" rIns="0" bIns="0" rtlCol="0">
            <a:noAutofit/>
          </a:bodyPr>
          <a:lstStyle/>
          <a:p>
            <a:pPr marL="506907" marR="508492"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450085" cy="399863"/>
          </a:xfrm>
          <a:prstGeom prst="rect">
            <a:avLst/>
          </a:prstGeom>
        </p:spPr>
        <p:txBody>
          <a:bodyPr wrap="square" lIns="0" tIns="0" rIns="0" bIns="0" rtlCol="0">
            <a:noAutofit/>
          </a:bodyPr>
          <a:lstStyle/>
          <a:p>
            <a:pPr marL="507067" marR="508332"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450085" cy="399488"/>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450085" cy="399862"/>
          </a:xfrm>
          <a:prstGeom prst="rect">
            <a:avLst/>
          </a:prstGeom>
        </p:spPr>
        <p:txBody>
          <a:bodyPr wrap="square" lIns="0" tIns="0" rIns="0" bIns="0" rtlCol="0">
            <a:noAutofit/>
          </a:bodyPr>
          <a:lstStyle/>
          <a:p>
            <a:pPr marL="506983" marR="508416"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450085" cy="399863"/>
          </a:xfrm>
          <a:prstGeom prst="rect">
            <a:avLst/>
          </a:prstGeom>
        </p:spPr>
        <p:txBody>
          <a:bodyPr wrap="square" lIns="0" tIns="0" rIns="0" bIns="0" rtlCol="0">
            <a:noAutofit/>
          </a:bodyPr>
          <a:lstStyle/>
          <a:p>
            <a:pPr marL="506869" marR="508530"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450085" cy="399488"/>
          </a:xfrm>
          <a:prstGeom prst="rect">
            <a:avLst/>
          </a:prstGeom>
        </p:spPr>
        <p:txBody>
          <a:bodyPr wrap="square" lIns="0" tIns="0" rIns="0" bIns="0" rtlCol="0">
            <a:noAutofit/>
          </a:bodyPr>
          <a:lstStyle/>
          <a:p>
            <a:pPr marL="506884" marR="508515"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450085" cy="399863"/>
          </a:xfrm>
          <a:prstGeom prst="rect">
            <a:avLst/>
          </a:prstGeom>
        </p:spPr>
        <p:txBody>
          <a:bodyPr wrap="square" lIns="0" tIns="0" rIns="0" bIns="0" rtlCol="0">
            <a:noAutofit/>
          </a:bodyPr>
          <a:lstStyle/>
          <a:p>
            <a:pPr marL="569407" marR="571174"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450085" cy="399862"/>
          </a:xfrm>
          <a:prstGeom prst="rect">
            <a:avLst/>
          </a:prstGeom>
        </p:spPr>
        <p:txBody>
          <a:bodyPr wrap="square" lIns="0" tIns="0" rIns="0" bIns="0" rtlCol="0">
            <a:noAutofit/>
          </a:bodyPr>
          <a:lstStyle/>
          <a:p>
            <a:pPr marL="631951" marR="6336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object 137"/>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135" name="object 13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8" name="object 58"/>
          <p:cNvSpPr/>
          <p:nvPr/>
        </p:nvSpPr>
        <p:spPr>
          <a:xfrm>
            <a:off x="31242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59" name="object 59"/>
          <p:cNvSpPr/>
          <p:nvPr/>
        </p:nvSpPr>
        <p:spPr>
          <a:xfrm>
            <a:off x="32004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60" name="object 60"/>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61" name="object 61"/>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2" name="object 62"/>
          <p:cNvSpPr/>
          <p:nvPr/>
        </p:nvSpPr>
        <p:spPr>
          <a:xfrm>
            <a:off x="89919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6768083" y="1769213"/>
            <a:ext cx="2237994" cy="0"/>
          </a:xfrm>
          <a:custGeom>
            <a:avLst/>
            <a:gdLst/>
            <a:ahLst/>
            <a:cxnLst/>
            <a:rect l="l" t="t" r="r" b="b"/>
            <a:pathLst>
              <a:path w="2237994">
                <a:moveTo>
                  <a:pt x="2237994" y="0"/>
                </a:moveTo>
                <a:lnTo>
                  <a:pt x="0" y="0"/>
                </a:lnTo>
              </a:path>
            </a:pathLst>
          </a:custGeom>
          <a:ln w="29463">
            <a:solidFill>
              <a:srgbClr val="000000"/>
            </a:solidFill>
          </a:ln>
        </p:spPr>
        <p:txBody>
          <a:bodyPr wrap="square" lIns="0" tIns="0" rIns="0" bIns="0" rtlCol="0">
            <a:noAutofit/>
          </a:bodyPr>
          <a:lstStyle/>
          <a:p>
            <a:endParaRPr/>
          </a:p>
        </p:txBody>
      </p:sp>
      <p:sp>
        <p:nvSpPr>
          <p:cNvPr id="64" name="object 64"/>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5" name="object 65"/>
          <p:cNvSpPr/>
          <p:nvPr/>
        </p:nvSpPr>
        <p:spPr>
          <a:xfrm>
            <a:off x="31242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6" name="object 66"/>
          <p:cNvSpPr/>
          <p:nvPr/>
        </p:nvSpPr>
        <p:spPr>
          <a:xfrm>
            <a:off x="31181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32004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68" name="object 68"/>
          <p:cNvSpPr/>
          <p:nvPr/>
        </p:nvSpPr>
        <p:spPr>
          <a:xfrm>
            <a:off x="33512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33467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12176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2" name="object 72"/>
          <p:cNvSpPr/>
          <p:nvPr/>
        </p:nvSpPr>
        <p:spPr>
          <a:xfrm>
            <a:off x="6768083" y="2398800"/>
            <a:ext cx="2237994" cy="0"/>
          </a:xfrm>
          <a:custGeom>
            <a:avLst/>
            <a:gdLst/>
            <a:ahLst/>
            <a:cxnLst/>
            <a:rect l="l" t="t" r="r" b="b"/>
            <a:pathLst>
              <a:path w="2237994">
                <a:moveTo>
                  <a:pt x="2237994" y="0"/>
                </a:moveTo>
                <a:lnTo>
                  <a:pt x="0" y="0"/>
                </a:lnTo>
              </a:path>
            </a:pathLst>
          </a:custGeom>
          <a:ln w="14224">
            <a:solidFill>
              <a:srgbClr val="000000"/>
            </a:solidFill>
          </a:ln>
        </p:spPr>
        <p:txBody>
          <a:bodyPr wrap="square" lIns="0" tIns="0" rIns="0" bIns="0" rtlCol="0">
            <a:noAutofit/>
          </a:bodyPr>
          <a:lstStyle/>
          <a:p>
            <a:endParaRPr/>
          </a:p>
        </p:txBody>
      </p:sp>
      <p:sp>
        <p:nvSpPr>
          <p:cNvPr id="73" name="object 73"/>
          <p:cNvSpPr/>
          <p:nvPr/>
        </p:nvSpPr>
        <p:spPr>
          <a:xfrm>
            <a:off x="6768083" y="279828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74" name="object 74"/>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5" name="object 75"/>
          <p:cNvSpPr/>
          <p:nvPr/>
        </p:nvSpPr>
        <p:spPr>
          <a:xfrm>
            <a:off x="89919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7" name="object 77"/>
          <p:cNvSpPr/>
          <p:nvPr/>
        </p:nvSpPr>
        <p:spPr>
          <a:xfrm>
            <a:off x="54803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9845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32004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80" name="object 80"/>
          <p:cNvSpPr/>
          <p:nvPr/>
        </p:nvSpPr>
        <p:spPr>
          <a:xfrm>
            <a:off x="31943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32766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82" name="object 82"/>
          <p:cNvSpPr/>
          <p:nvPr/>
        </p:nvSpPr>
        <p:spPr>
          <a:xfrm>
            <a:off x="38862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83" name="object 83"/>
          <p:cNvSpPr/>
          <p:nvPr/>
        </p:nvSpPr>
        <p:spPr>
          <a:xfrm>
            <a:off x="34251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3622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85" name="object 85"/>
          <p:cNvSpPr/>
          <p:nvPr/>
        </p:nvSpPr>
        <p:spPr>
          <a:xfrm>
            <a:off x="25123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33512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33467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2176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768083" y="3198150"/>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6768083" y="3598013"/>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89919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38862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96" name="object 96"/>
          <p:cNvSpPr/>
          <p:nvPr/>
        </p:nvSpPr>
        <p:spPr>
          <a:xfrm>
            <a:off x="38801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7" name="object 97"/>
          <p:cNvSpPr/>
          <p:nvPr/>
        </p:nvSpPr>
        <p:spPr>
          <a:xfrm>
            <a:off x="39624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98" name="object 98"/>
          <p:cNvSpPr/>
          <p:nvPr/>
        </p:nvSpPr>
        <p:spPr>
          <a:xfrm>
            <a:off x="23622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99" name="object 99"/>
          <p:cNvSpPr/>
          <p:nvPr/>
        </p:nvSpPr>
        <p:spPr>
          <a:xfrm>
            <a:off x="23561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52082" y="-126103"/>
                </a:lnTo>
                <a:lnTo>
                  <a:pt x="72624" y="-152139"/>
                </a:lnTo>
                <a:lnTo>
                  <a:pt x="96176" y="-174007"/>
                </a:lnTo>
                <a:lnTo>
                  <a:pt x="122218" y="-191722"/>
                </a:lnTo>
                <a:lnTo>
                  <a:pt x="150232" y="-205299"/>
                </a:lnTo>
                <a:lnTo>
                  <a:pt x="172985"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30" y="-212598"/>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100" name="object 100"/>
          <p:cNvSpPr/>
          <p:nvPr/>
        </p:nvSpPr>
        <p:spPr>
          <a:xfrm>
            <a:off x="24384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101" name="object 101"/>
          <p:cNvSpPr/>
          <p:nvPr/>
        </p:nvSpPr>
        <p:spPr>
          <a:xfrm>
            <a:off x="1524000" y="4736142"/>
            <a:ext cx="457200" cy="449705"/>
          </a:xfrm>
          <a:custGeom>
            <a:avLst/>
            <a:gdLst/>
            <a:ahLst/>
            <a:cxnLst/>
            <a:rect l="l" t="t" r="r" b="b"/>
            <a:pathLst>
              <a:path w="457200" h="457200">
                <a:moveTo>
                  <a:pt x="402829" y="80772"/>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2"/>
                </a:lnTo>
                <a:lnTo>
                  <a:pt x="402829" y="80772"/>
                </a:lnTo>
                <a:close/>
              </a:path>
            </a:pathLst>
          </a:custGeom>
          <a:solidFill>
            <a:srgbClr val="BF504C"/>
          </a:solidFill>
        </p:spPr>
        <p:txBody>
          <a:bodyPr wrap="square" lIns="0" tIns="0" rIns="0" bIns="0" rtlCol="0">
            <a:noAutofit/>
          </a:bodyPr>
          <a:lstStyle/>
          <a:p>
            <a:endParaRPr/>
          </a:p>
        </p:txBody>
      </p:sp>
      <p:sp>
        <p:nvSpPr>
          <p:cNvPr id="102" name="object 102"/>
          <p:cNvSpPr/>
          <p:nvPr/>
        </p:nvSpPr>
        <p:spPr>
          <a:xfrm>
            <a:off x="1600200" y="4813342"/>
            <a:ext cx="304800" cy="0"/>
          </a:xfrm>
          <a:custGeom>
            <a:avLst/>
            <a:gdLst/>
            <a:ahLst/>
            <a:cxnLst/>
            <a:rect l="l" t="t" r="r" b="b"/>
            <a:pathLst>
              <a:path w="304800">
                <a:moveTo>
                  <a:pt x="304800" y="0"/>
                </a:moveTo>
                <a:lnTo>
                  <a:pt x="0" y="0"/>
                </a:lnTo>
              </a:path>
            </a:pathLst>
          </a:custGeom>
          <a:ln w="5842">
            <a:solidFill>
              <a:srgbClr val="BF504C"/>
            </a:solidFill>
          </a:ln>
        </p:spPr>
        <p:txBody>
          <a:bodyPr wrap="square" lIns="0" tIns="0" rIns="0" bIns="0" rtlCol="0">
            <a:noAutofit/>
          </a:bodyPr>
          <a:lstStyle/>
          <a:p>
            <a:endParaRPr/>
          </a:p>
        </p:txBody>
      </p:sp>
      <p:sp>
        <p:nvSpPr>
          <p:cNvPr id="103" name="object 103"/>
          <p:cNvSpPr/>
          <p:nvPr/>
        </p:nvSpPr>
        <p:spPr>
          <a:xfrm>
            <a:off x="18257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4572000" y="4721902"/>
            <a:ext cx="457200" cy="449705"/>
          </a:xfrm>
          <a:custGeom>
            <a:avLst/>
            <a:gdLst/>
            <a:ahLst/>
            <a:cxnLst/>
            <a:rect l="l" t="t" r="r" b="b"/>
            <a:pathLst>
              <a:path w="457200" h="457200">
                <a:moveTo>
                  <a:pt x="414128" y="95249"/>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49"/>
                </a:lnTo>
                <a:lnTo>
                  <a:pt x="414128" y="95249"/>
                </a:lnTo>
                <a:close/>
              </a:path>
            </a:pathLst>
          </a:custGeom>
          <a:solidFill>
            <a:srgbClr val="FFFFFF"/>
          </a:solidFill>
        </p:spPr>
        <p:txBody>
          <a:bodyPr wrap="square" lIns="0" tIns="0" rIns="0" bIns="0" rtlCol="0">
            <a:noAutofit/>
          </a:bodyPr>
          <a:lstStyle/>
          <a:p>
            <a:endParaRPr/>
          </a:p>
        </p:txBody>
      </p:sp>
      <p:sp>
        <p:nvSpPr>
          <p:cNvPr id="105" name="object 105"/>
          <p:cNvSpPr/>
          <p:nvPr/>
        </p:nvSpPr>
        <p:spPr>
          <a:xfrm>
            <a:off x="45659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4648200" y="4806221"/>
            <a:ext cx="304800" cy="0"/>
          </a:xfrm>
          <a:custGeom>
            <a:avLst/>
            <a:gdLst/>
            <a:ahLst/>
            <a:cxnLst/>
            <a:rect l="l" t="t" r="r" b="b"/>
            <a:pathLst>
              <a:path w="304800">
                <a:moveTo>
                  <a:pt x="304800" y="0"/>
                </a:moveTo>
                <a:lnTo>
                  <a:pt x="0" y="0"/>
                </a:lnTo>
              </a:path>
            </a:pathLst>
          </a:custGeom>
          <a:ln w="20320">
            <a:solidFill>
              <a:srgbClr val="FFFFFF"/>
            </a:solidFill>
          </a:ln>
        </p:spPr>
        <p:txBody>
          <a:bodyPr wrap="square" lIns="0" tIns="0" rIns="0" bIns="0" rtlCol="0">
            <a:noAutofit/>
          </a:bodyPr>
          <a:lstStyle/>
          <a:p>
            <a:endParaRPr/>
          </a:p>
        </p:txBody>
      </p:sp>
      <p:sp>
        <p:nvSpPr>
          <p:cNvPr id="107" name="object 107"/>
          <p:cNvSpPr/>
          <p:nvPr/>
        </p:nvSpPr>
        <p:spPr>
          <a:xfrm>
            <a:off x="41871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108" name="object 108"/>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9" name="object 109"/>
          <p:cNvSpPr/>
          <p:nvPr/>
        </p:nvSpPr>
        <p:spPr>
          <a:xfrm>
            <a:off x="6768083" y="3997501"/>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10" name="object 110"/>
          <p:cNvSpPr/>
          <p:nvPr/>
        </p:nvSpPr>
        <p:spPr>
          <a:xfrm>
            <a:off x="6768083" y="4397364"/>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111" name="object 111"/>
          <p:cNvSpPr/>
          <p:nvPr/>
        </p:nvSpPr>
        <p:spPr>
          <a:xfrm>
            <a:off x="6768083" y="4797226"/>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12" name="object 112"/>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3" name="object 113"/>
          <p:cNvSpPr/>
          <p:nvPr/>
        </p:nvSpPr>
        <p:spPr>
          <a:xfrm>
            <a:off x="89919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4" name="object 114"/>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15" name="object 115"/>
          <p:cNvSpPr/>
          <p:nvPr/>
        </p:nvSpPr>
        <p:spPr>
          <a:xfrm>
            <a:off x="755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16" name="object 116"/>
          <p:cNvSpPr/>
          <p:nvPr/>
        </p:nvSpPr>
        <p:spPr>
          <a:xfrm>
            <a:off x="15240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2"/>
                </a:lnTo>
                <a:lnTo>
                  <a:pt x="54623" y="8077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17" name="object 117"/>
          <p:cNvSpPr/>
          <p:nvPr/>
        </p:nvSpPr>
        <p:spPr>
          <a:xfrm>
            <a:off x="15179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7"/>
                </a:lnTo>
                <a:lnTo>
                  <a:pt x="52730" y="-147827"/>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7"/>
                </a:lnTo>
                <a:lnTo>
                  <a:pt x="401068" y="-147827"/>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118" name="object 118"/>
          <p:cNvSpPr/>
          <p:nvPr/>
        </p:nvSpPr>
        <p:spPr>
          <a:xfrm>
            <a:off x="16002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BF504C"/>
          </a:solidFill>
        </p:spPr>
        <p:txBody>
          <a:bodyPr wrap="square" lIns="0" tIns="0" rIns="0" bIns="0" rtlCol="0">
            <a:noAutofit/>
          </a:bodyPr>
          <a:lstStyle/>
          <a:p>
            <a:endParaRPr/>
          </a:p>
        </p:txBody>
      </p:sp>
      <p:sp>
        <p:nvSpPr>
          <p:cNvPr id="119" name="object 119"/>
          <p:cNvSpPr/>
          <p:nvPr/>
        </p:nvSpPr>
        <p:spPr>
          <a:xfrm>
            <a:off x="987552" y="518060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20" name="object 120"/>
          <p:cNvSpPr/>
          <p:nvPr/>
        </p:nvSpPr>
        <p:spPr>
          <a:xfrm>
            <a:off x="4572000" y="472190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49"/>
                </a:lnTo>
                <a:lnTo>
                  <a:pt x="43287" y="95249"/>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121" name="object 121"/>
          <p:cNvSpPr/>
          <p:nvPr/>
        </p:nvSpPr>
        <p:spPr>
          <a:xfrm>
            <a:off x="45659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22" name="object 122"/>
          <p:cNvSpPr/>
          <p:nvPr/>
        </p:nvSpPr>
        <p:spPr>
          <a:xfrm>
            <a:off x="4648200" y="4814841"/>
            <a:ext cx="304800" cy="343275"/>
          </a:xfrm>
          <a:custGeom>
            <a:avLst/>
            <a:gdLst/>
            <a:ahLst/>
            <a:cxnLst/>
            <a:rect l="l" t="t" r="r" b="b"/>
            <a:pathLst>
              <a:path w="304800" h="348996">
                <a:moveTo>
                  <a:pt x="304800" y="761"/>
                </a:moveTo>
                <a:lnTo>
                  <a:pt x="0" y="761"/>
                </a:lnTo>
                <a:lnTo>
                  <a:pt x="0" y="348996"/>
                </a:lnTo>
                <a:lnTo>
                  <a:pt x="304800" y="348996"/>
                </a:lnTo>
                <a:lnTo>
                  <a:pt x="304800" y="761"/>
                </a:lnTo>
                <a:close/>
              </a:path>
            </a:pathLst>
          </a:custGeom>
          <a:solidFill>
            <a:srgbClr val="FFFFFF"/>
          </a:solidFill>
        </p:spPr>
        <p:txBody>
          <a:bodyPr wrap="square" lIns="0" tIns="0" rIns="0" bIns="0" rtlCol="0">
            <a:noAutofit/>
          </a:bodyPr>
          <a:lstStyle/>
          <a:p>
            <a:endParaRPr/>
          </a:p>
        </p:txBody>
      </p:sp>
      <p:sp>
        <p:nvSpPr>
          <p:cNvPr id="123" name="object 123"/>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24" name="object 124"/>
          <p:cNvSpPr/>
          <p:nvPr/>
        </p:nvSpPr>
        <p:spPr>
          <a:xfrm>
            <a:off x="6768083" y="5196714"/>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25" name="object 125"/>
          <p:cNvSpPr/>
          <p:nvPr/>
        </p:nvSpPr>
        <p:spPr>
          <a:xfrm>
            <a:off x="6768083" y="5596578"/>
            <a:ext cx="2237994" cy="0"/>
          </a:xfrm>
          <a:custGeom>
            <a:avLst/>
            <a:gdLst/>
            <a:ahLst/>
            <a:cxnLst/>
            <a:rect l="l" t="t" r="r" b="b"/>
            <a:pathLst>
              <a:path w="2237994">
                <a:moveTo>
                  <a:pt x="2237994" y="0"/>
                </a:moveTo>
                <a:lnTo>
                  <a:pt x="0" y="0"/>
                </a:lnTo>
              </a:path>
            </a:pathLst>
          </a:custGeom>
          <a:ln w="13462">
            <a:solidFill>
              <a:srgbClr val="000000"/>
            </a:solidFill>
          </a:ln>
        </p:spPr>
        <p:txBody>
          <a:bodyPr wrap="square" lIns="0" tIns="0" rIns="0" bIns="0" rtlCol="0">
            <a:noAutofit/>
          </a:bodyPr>
          <a:lstStyle/>
          <a:p>
            <a:endParaRPr/>
          </a:p>
        </p:txBody>
      </p:sp>
      <p:sp>
        <p:nvSpPr>
          <p:cNvPr id="126" name="object 126"/>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7" name="object 127"/>
          <p:cNvSpPr/>
          <p:nvPr/>
        </p:nvSpPr>
        <p:spPr>
          <a:xfrm>
            <a:off x="89919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8" name="object 128"/>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30" name="object 130"/>
          <p:cNvSpPr/>
          <p:nvPr/>
        </p:nvSpPr>
        <p:spPr>
          <a:xfrm>
            <a:off x="755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31" name="object 131"/>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132" name="object 132"/>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3" name="object 133"/>
          <p:cNvSpPr/>
          <p:nvPr/>
        </p:nvSpPr>
        <p:spPr>
          <a:xfrm>
            <a:off x="89919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4" name="object 134"/>
          <p:cNvSpPr/>
          <p:nvPr/>
        </p:nvSpPr>
        <p:spPr>
          <a:xfrm>
            <a:off x="6768083" y="5996440"/>
            <a:ext cx="2237994" cy="0"/>
          </a:xfrm>
          <a:custGeom>
            <a:avLst/>
            <a:gdLst/>
            <a:ahLst/>
            <a:cxnLst/>
            <a:rect l="l" t="t" r="r" b="b"/>
            <a:pathLst>
              <a:path w="2237994">
                <a:moveTo>
                  <a:pt x="2237994" y="0"/>
                </a:moveTo>
                <a:lnTo>
                  <a:pt x="0" y="0"/>
                </a:lnTo>
              </a:path>
            </a:pathLst>
          </a:custGeom>
          <a:ln w="29464">
            <a:solidFill>
              <a:srgbClr val="000000"/>
            </a:solidFill>
          </a:ln>
        </p:spPr>
        <p:txBody>
          <a:bodyPr wrap="square" lIns="0" tIns="0" rIns="0" bIns="0" rtlCol="0">
            <a:noAutofit/>
          </a:bodyPr>
          <a:lstStyle/>
          <a:p>
            <a:endParaRPr/>
          </a:p>
        </p:txBody>
      </p:sp>
      <p:sp>
        <p:nvSpPr>
          <p:cNvPr id="57" name="object 57"/>
          <p:cNvSpPr/>
          <p:nvPr/>
        </p:nvSpPr>
        <p:spPr>
          <a:xfrm>
            <a:off x="31181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38801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2356104" y="4061586"/>
            <a:ext cx="185606" cy="443503"/>
          </a:xfrm>
          <a:custGeom>
            <a:avLst/>
            <a:gdLst/>
            <a:ahLst/>
            <a:cxnLst/>
            <a:rect l="l" t="t" r="r" b="b"/>
            <a:pathLst>
              <a:path w="185606" h="450895">
                <a:moveTo>
                  <a:pt x="172985" y="-212598"/>
                </a:moveTo>
                <a:lnTo>
                  <a:pt x="179696" y="-214750"/>
                </a:lnTo>
                <a:lnTo>
                  <a:pt x="210090" y="-220090"/>
                </a:lnTo>
                <a:lnTo>
                  <a:pt x="240896" y="-221332"/>
                </a:lnTo>
                <a:lnTo>
                  <a:pt x="271593" y="-218490"/>
                </a:lnTo>
                <a:lnTo>
                  <a:pt x="297230"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85" y="-212598"/>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1517904" y="4960995"/>
            <a:ext cx="185606" cy="443503"/>
          </a:xfrm>
          <a:custGeom>
            <a:avLst/>
            <a:gdLst/>
            <a:ahLst/>
            <a:cxnLst/>
            <a:rect l="l" t="t" r="r" b="b"/>
            <a:pathLst>
              <a:path w="185606" h="450895">
                <a:moveTo>
                  <a:pt x="69218" y="-147827"/>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7"/>
                </a:lnTo>
                <a:lnTo>
                  <a:pt x="417211" y="-147827"/>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7"/>
                </a:lnTo>
                <a:lnTo>
                  <a:pt x="69218" y="-147827"/>
                </a:lnTo>
                <a:close/>
              </a:path>
            </a:pathLst>
          </a:custGeom>
          <a:solidFill>
            <a:srgbClr val="000000"/>
          </a:solidFill>
        </p:spPr>
        <p:txBody>
          <a:bodyPr wrap="square" lIns="0" tIns="0" rIns="0" bIns="0" rtlCol="0">
            <a:noAutofit/>
          </a:bodyPr>
          <a:lstStyle/>
          <a:p>
            <a:endParaRPr/>
          </a:p>
        </p:txBody>
      </p:sp>
      <p:sp>
        <p:nvSpPr>
          <p:cNvPr id="53" name="object 53"/>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52" name="object 52"/>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1" name="object 51"/>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50" name="object 50"/>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49" name="object 49"/>
          <p:cNvSpPr txBox="1"/>
          <p:nvPr/>
        </p:nvSpPr>
        <p:spPr>
          <a:xfrm>
            <a:off x="37363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48" name="object 48"/>
          <p:cNvSpPr txBox="1"/>
          <p:nvPr/>
        </p:nvSpPr>
        <p:spPr>
          <a:xfrm>
            <a:off x="16789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7" name="object 47"/>
          <p:cNvSpPr txBox="1"/>
          <p:nvPr/>
        </p:nvSpPr>
        <p:spPr>
          <a:xfrm>
            <a:off x="46507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6" name="object 46"/>
          <p:cNvSpPr txBox="1"/>
          <p:nvPr/>
        </p:nvSpPr>
        <p:spPr>
          <a:xfrm>
            <a:off x="34315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45" name="object 45"/>
          <p:cNvSpPr txBox="1"/>
          <p:nvPr/>
        </p:nvSpPr>
        <p:spPr>
          <a:xfrm>
            <a:off x="60223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44" name="object 44"/>
          <p:cNvSpPr txBox="1"/>
          <p:nvPr/>
        </p:nvSpPr>
        <p:spPr>
          <a:xfrm>
            <a:off x="37363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43" name="object 43"/>
          <p:cNvSpPr txBox="1"/>
          <p:nvPr/>
        </p:nvSpPr>
        <p:spPr>
          <a:xfrm>
            <a:off x="56413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2" name="object 42"/>
          <p:cNvSpPr txBox="1"/>
          <p:nvPr/>
        </p:nvSpPr>
        <p:spPr>
          <a:xfrm>
            <a:off x="307340"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41" name="object 41"/>
          <p:cNvSpPr txBox="1"/>
          <p:nvPr/>
        </p:nvSpPr>
        <p:spPr>
          <a:xfrm>
            <a:off x="11455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0" name="object 40"/>
          <p:cNvSpPr txBox="1"/>
          <p:nvPr/>
        </p:nvSpPr>
        <p:spPr>
          <a:xfrm>
            <a:off x="26695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9" name="object 39"/>
          <p:cNvSpPr txBox="1"/>
          <p:nvPr/>
        </p:nvSpPr>
        <p:spPr>
          <a:xfrm>
            <a:off x="4498347" y="3911190"/>
            <a:ext cx="559540" cy="610334"/>
          </a:xfrm>
          <a:prstGeom prst="rect">
            <a:avLst/>
          </a:prstGeom>
        </p:spPr>
        <p:txBody>
          <a:bodyPr wrap="square" lIns="0" tIns="0" rIns="0" bIns="0" rtlCol="0">
            <a:noAutofit/>
          </a:bodyPr>
          <a:lstStyle/>
          <a:p>
            <a:pPr marL="12700" marR="12295">
              <a:lnSpc>
                <a:spcPts val="1935"/>
              </a:lnSpc>
              <a:spcBef>
                <a:spcPts val="96"/>
              </a:spcBef>
            </a:pPr>
            <a:r>
              <a:rPr sz="2700" spc="0" baseline="3034" dirty="0">
                <a:latin typeface="Calibri"/>
                <a:cs typeface="Calibri"/>
              </a:rPr>
              <a:t>[417]</a:t>
            </a:r>
            <a:endParaRPr sz="1800">
              <a:latin typeface="Calibri"/>
              <a:cs typeface="Calibri"/>
            </a:endParaRPr>
          </a:p>
          <a:p>
            <a:pPr marL="165100">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38" name="object 38"/>
          <p:cNvSpPr txBox="1"/>
          <p:nvPr/>
        </p:nvSpPr>
        <p:spPr>
          <a:xfrm>
            <a:off x="16789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37" name="object 37"/>
          <p:cNvSpPr txBox="1"/>
          <p:nvPr/>
        </p:nvSpPr>
        <p:spPr>
          <a:xfrm>
            <a:off x="22885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6" name="object 36"/>
          <p:cNvSpPr txBox="1"/>
          <p:nvPr/>
        </p:nvSpPr>
        <p:spPr>
          <a:xfrm>
            <a:off x="916941" y="487129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[415]</a:t>
            </a:r>
            <a:endParaRPr sz="1800">
              <a:latin typeface="Calibri"/>
              <a:cs typeface="Calibri"/>
            </a:endParaRPr>
          </a:p>
        </p:txBody>
      </p:sp>
      <p:sp>
        <p:nvSpPr>
          <p:cNvPr id="35" name="object 35"/>
          <p:cNvSpPr txBox="1"/>
          <p:nvPr/>
        </p:nvSpPr>
        <p:spPr>
          <a:xfrm>
            <a:off x="4726940" y="4871304"/>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4" name="object 34"/>
          <p:cNvSpPr txBox="1"/>
          <p:nvPr/>
        </p:nvSpPr>
        <p:spPr>
          <a:xfrm>
            <a:off x="5107948" y="4871304"/>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33" name="object 33"/>
          <p:cNvSpPr txBox="1"/>
          <p:nvPr/>
        </p:nvSpPr>
        <p:spPr>
          <a:xfrm>
            <a:off x="1374140" y="5410200"/>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101</a:t>
            </a:r>
            <a:endParaRPr sz="1800">
              <a:latin typeface="Calibri"/>
              <a:cs typeface="Calibri"/>
            </a:endParaRPr>
          </a:p>
        </p:txBody>
      </p:sp>
      <p:sp>
        <p:nvSpPr>
          <p:cNvPr id="32" name="object 32"/>
          <p:cNvSpPr txBox="1"/>
          <p:nvPr/>
        </p:nvSpPr>
        <p:spPr>
          <a:xfrm>
            <a:off x="916940" y="5770713"/>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1" name="object 31"/>
          <p:cNvSpPr txBox="1"/>
          <p:nvPr/>
        </p:nvSpPr>
        <p:spPr>
          <a:xfrm>
            <a:off x="1297948" y="577071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[418]</a:t>
            </a:r>
            <a:endParaRPr sz="1800">
              <a:latin typeface="Calibri"/>
              <a:cs typeface="Calibri"/>
            </a:endParaRPr>
          </a:p>
        </p:txBody>
      </p:sp>
      <p:sp>
        <p:nvSpPr>
          <p:cNvPr id="30" name="object 30"/>
          <p:cNvSpPr txBox="1"/>
          <p:nvPr/>
        </p:nvSpPr>
        <p:spPr>
          <a:xfrm>
            <a:off x="154948" y="5784946"/>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29" name="object 29"/>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8" name="object 28"/>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7" name="object 27"/>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50</a:t>
            </a:r>
            <a:endParaRPr sz="1200">
              <a:latin typeface="Calibri"/>
              <a:cs typeface="Calibri"/>
            </a:endParaRPr>
          </a:p>
        </p:txBody>
      </p:sp>
      <p:sp>
        <p:nvSpPr>
          <p:cNvPr id="26" name="object 26"/>
          <p:cNvSpPr txBox="1"/>
          <p:nvPr/>
        </p:nvSpPr>
        <p:spPr>
          <a:xfrm>
            <a:off x="1600200" y="4813029"/>
            <a:ext cx="304800" cy="358577"/>
          </a:xfrm>
          <a:prstGeom prst="rect">
            <a:avLst/>
          </a:prstGeom>
        </p:spPr>
        <p:txBody>
          <a:bodyPr wrap="square" lIns="0" tIns="0" rIns="0" bIns="0" rtlCol="0">
            <a:noAutofit/>
          </a:bodyPr>
          <a:lstStyle/>
          <a:p>
            <a:pPr marL="91440">
              <a:lnSpc>
                <a:spcPct val="101725"/>
              </a:lnSpc>
              <a:spcBef>
                <a:spcPts val="315"/>
              </a:spcBef>
            </a:pPr>
            <a:r>
              <a:rPr sz="1800" spc="0" dirty="0">
                <a:latin typeface="Calibri"/>
                <a:cs typeface="Calibri"/>
              </a:rPr>
              <a:t>H</a:t>
            </a:r>
            <a:endParaRPr sz="1800">
              <a:latin typeface="Calibri"/>
              <a:cs typeface="Calibri"/>
            </a:endParaRPr>
          </a:p>
        </p:txBody>
      </p:sp>
      <p:sp>
        <p:nvSpPr>
          <p:cNvPr id="25" name="object 25"/>
          <p:cNvSpPr txBox="1"/>
          <p:nvPr/>
        </p:nvSpPr>
        <p:spPr>
          <a:xfrm>
            <a:off x="39624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24" name="object 24"/>
          <p:cNvSpPr txBox="1"/>
          <p:nvPr/>
        </p:nvSpPr>
        <p:spPr>
          <a:xfrm>
            <a:off x="24384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32766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2004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373885" cy="629586"/>
          </a:xfrm>
          <a:prstGeom prst="rect">
            <a:avLst/>
          </a:prstGeom>
        </p:spPr>
        <p:txBody>
          <a:bodyPr wrap="square" lIns="0" tIns="0" rIns="0" bIns="0" rtlCol="0">
            <a:noAutofit/>
          </a:bodyPr>
          <a:lstStyle/>
          <a:p>
            <a:pPr marL="98050" marR="98736" algn="ctr">
              <a:lnSpc>
                <a:spcPct val="100585"/>
              </a:lnSpc>
              <a:spcBef>
                <a:spcPts val="345"/>
              </a:spcBef>
            </a:pPr>
            <a:r>
              <a:rPr sz="1800" b="1" spc="0" dirty="0">
                <a:latin typeface="Tahoma"/>
                <a:cs typeface="Tahoma"/>
              </a:rPr>
              <a:t>Heuristic:</a:t>
            </a:r>
            <a:endParaRPr sz="1800">
              <a:latin typeface="Tahoma"/>
              <a:cs typeface="Tahoma"/>
            </a:endParaRPr>
          </a:p>
          <a:p>
            <a:pPr marL="406407" marR="4078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7" marR="32028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373885" cy="399487"/>
          </a:xfrm>
          <a:prstGeom prst="rect">
            <a:avLst/>
          </a:prstGeom>
        </p:spPr>
        <p:txBody>
          <a:bodyPr wrap="square" lIns="0" tIns="0" rIns="0" bIns="0" rtlCol="0">
            <a:noAutofit/>
          </a:bodyPr>
          <a:lstStyle/>
          <a:p>
            <a:pPr marL="468975" marR="4702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373885" cy="399862"/>
          </a:xfrm>
          <a:prstGeom prst="rect">
            <a:avLst/>
          </a:prstGeom>
        </p:spPr>
        <p:txBody>
          <a:bodyPr wrap="square" lIns="0" tIns="0" rIns="0" bIns="0" rtlCol="0">
            <a:noAutofit/>
          </a:bodyPr>
          <a:lstStyle/>
          <a:p>
            <a:pPr marL="468800" marR="470400"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373885" cy="399863"/>
          </a:xfrm>
          <a:prstGeom prst="rect">
            <a:avLst/>
          </a:prstGeom>
        </p:spPr>
        <p:txBody>
          <a:bodyPr wrap="square" lIns="0" tIns="0" rIns="0" bIns="0" rtlCol="0">
            <a:noAutofit/>
          </a:bodyPr>
          <a:lstStyle/>
          <a:p>
            <a:pPr marL="468960" marR="470240"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373885" cy="399488"/>
          </a:xfrm>
          <a:prstGeom prst="rect">
            <a:avLst/>
          </a:prstGeom>
        </p:spPr>
        <p:txBody>
          <a:bodyPr wrap="square" lIns="0" tIns="0" rIns="0" bIns="0" rtlCol="0">
            <a:noAutofit/>
          </a:bodyPr>
          <a:lstStyle/>
          <a:p>
            <a:pPr marL="468883" marR="4703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373885" cy="399862"/>
          </a:xfrm>
          <a:prstGeom prst="rect">
            <a:avLst/>
          </a:prstGeom>
        </p:spPr>
        <p:txBody>
          <a:bodyPr wrap="square" lIns="0" tIns="0" rIns="0" bIns="0" rtlCol="0">
            <a:noAutofit/>
          </a:bodyPr>
          <a:lstStyle/>
          <a:p>
            <a:pPr marL="468876" marR="47032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373885" cy="399863"/>
          </a:xfrm>
          <a:prstGeom prst="rect">
            <a:avLst/>
          </a:prstGeom>
        </p:spPr>
        <p:txBody>
          <a:bodyPr wrap="square" lIns="0" tIns="0" rIns="0" bIns="0" rtlCol="0">
            <a:noAutofit/>
          </a:bodyPr>
          <a:lstStyle/>
          <a:p>
            <a:pPr marL="468784" marR="470415"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373885" cy="399488"/>
          </a:xfrm>
          <a:prstGeom prst="rect">
            <a:avLst/>
          </a:prstGeom>
        </p:spPr>
        <p:txBody>
          <a:bodyPr wrap="square" lIns="0" tIns="0" rIns="0" bIns="0" rtlCol="0">
            <a:noAutofit/>
          </a:bodyPr>
          <a:lstStyle/>
          <a:p>
            <a:pPr marL="468777" marR="470423"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373885" cy="399863"/>
          </a:xfrm>
          <a:prstGeom prst="rect">
            <a:avLst/>
          </a:prstGeom>
        </p:spPr>
        <p:txBody>
          <a:bodyPr wrap="square" lIns="0" tIns="0" rIns="0" bIns="0" rtlCol="0">
            <a:noAutofit/>
          </a:bodyPr>
          <a:lstStyle/>
          <a:p>
            <a:pPr marL="531299" marR="533082"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373885" cy="399862"/>
          </a:xfrm>
          <a:prstGeom prst="rect">
            <a:avLst/>
          </a:prstGeom>
        </p:spPr>
        <p:txBody>
          <a:bodyPr wrap="square" lIns="0" tIns="0" rIns="0" bIns="0" rtlCol="0">
            <a:noAutofit/>
          </a:bodyPr>
          <a:lstStyle/>
          <a:p>
            <a:pPr marL="593851" marR="5955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object 139"/>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137" name="object 137"/>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9" name="object 59"/>
          <p:cNvSpPr/>
          <p:nvPr/>
        </p:nvSpPr>
        <p:spPr>
          <a:xfrm>
            <a:off x="3200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3276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61" name="object 61"/>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62" name="object 62"/>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89919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6768083" y="1769213"/>
            <a:ext cx="2237994" cy="0"/>
          </a:xfrm>
          <a:custGeom>
            <a:avLst/>
            <a:gdLst/>
            <a:ahLst/>
            <a:cxnLst/>
            <a:rect l="l" t="t" r="r" b="b"/>
            <a:pathLst>
              <a:path w="2237994">
                <a:moveTo>
                  <a:pt x="2237994" y="0"/>
                </a:moveTo>
                <a:lnTo>
                  <a:pt x="0" y="0"/>
                </a:lnTo>
              </a:path>
            </a:pathLst>
          </a:custGeom>
          <a:ln w="29463">
            <a:solidFill>
              <a:srgbClr val="000000"/>
            </a:solidFill>
          </a:ln>
        </p:spPr>
        <p:txBody>
          <a:bodyPr wrap="square" lIns="0" tIns="0" rIns="0" bIns="0" rtlCol="0">
            <a:noAutofit/>
          </a:bodyPr>
          <a:lstStyle/>
          <a:p>
            <a:endParaRPr/>
          </a:p>
        </p:txBody>
      </p:sp>
      <p:sp>
        <p:nvSpPr>
          <p:cNvPr id="65" name="object 65"/>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3200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7" name="object 67"/>
          <p:cNvSpPr/>
          <p:nvPr/>
        </p:nvSpPr>
        <p:spPr>
          <a:xfrm>
            <a:off x="3194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3276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69" name="object 69"/>
          <p:cNvSpPr/>
          <p:nvPr/>
        </p:nvSpPr>
        <p:spPr>
          <a:xfrm>
            <a:off x="3427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3422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293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3" name="object 73"/>
          <p:cNvSpPr/>
          <p:nvPr/>
        </p:nvSpPr>
        <p:spPr>
          <a:xfrm>
            <a:off x="6768083" y="2398800"/>
            <a:ext cx="2237994" cy="0"/>
          </a:xfrm>
          <a:custGeom>
            <a:avLst/>
            <a:gdLst/>
            <a:ahLst/>
            <a:cxnLst/>
            <a:rect l="l" t="t" r="r" b="b"/>
            <a:pathLst>
              <a:path w="2237994">
                <a:moveTo>
                  <a:pt x="2237994" y="0"/>
                </a:moveTo>
                <a:lnTo>
                  <a:pt x="0" y="0"/>
                </a:lnTo>
              </a:path>
            </a:pathLst>
          </a:custGeom>
          <a:ln w="14224">
            <a:solidFill>
              <a:srgbClr val="000000"/>
            </a:solidFill>
          </a:ln>
        </p:spPr>
        <p:txBody>
          <a:bodyPr wrap="square" lIns="0" tIns="0" rIns="0" bIns="0" rtlCol="0">
            <a:noAutofit/>
          </a:bodyPr>
          <a:lstStyle/>
          <a:p>
            <a:endParaRPr/>
          </a:p>
        </p:txBody>
      </p:sp>
      <p:sp>
        <p:nvSpPr>
          <p:cNvPr id="74" name="object 74"/>
          <p:cNvSpPr/>
          <p:nvPr/>
        </p:nvSpPr>
        <p:spPr>
          <a:xfrm>
            <a:off x="6768083" y="279828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89919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7" name="object 7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5556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060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3276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81" name="object 81"/>
          <p:cNvSpPr/>
          <p:nvPr/>
        </p:nvSpPr>
        <p:spPr>
          <a:xfrm>
            <a:off x="3270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2"/>
                </a:move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8"/>
                </a:lnTo>
                <a:lnTo>
                  <a:pt x="35070" y="-95888"/>
                </a:lnTo>
                <a:lnTo>
                  <a:pt x="52082" y="-126103"/>
                </a:lnTo>
                <a:lnTo>
                  <a:pt x="72624" y="-152139"/>
                </a:lnTo>
                <a:lnTo>
                  <a:pt x="96176" y="-174007"/>
                </a:lnTo>
                <a:lnTo>
                  <a:pt x="122218" y="-191722"/>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3352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83" name="object 83"/>
          <p:cNvSpPr/>
          <p:nvPr/>
        </p:nvSpPr>
        <p:spPr>
          <a:xfrm>
            <a:off x="3501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438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85" name="object 85"/>
          <p:cNvSpPr/>
          <p:nvPr/>
        </p:nvSpPr>
        <p:spPr>
          <a:xfrm>
            <a:off x="2588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3427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3422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293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768083" y="3198150"/>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6768083" y="3598013"/>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89919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3956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2438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97" name="object 97"/>
          <p:cNvSpPr/>
          <p:nvPr/>
        </p:nvSpPr>
        <p:spPr>
          <a:xfrm>
            <a:off x="2432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2514601" y="3911684"/>
            <a:ext cx="304799" cy="360513"/>
          </a:xfrm>
          <a:custGeom>
            <a:avLst/>
            <a:gdLst/>
            <a:ahLst/>
            <a:cxnLst/>
            <a:rect l="l" t="t" r="r" b="b"/>
            <a:pathLst>
              <a:path w="304799" h="366522">
                <a:moveTo>
                  <a:pt x="0" y="0"/>
                </a:moveTo>
                <a:lnTo>
                  <a:pt x="0" y="366522"/>
                </a:lnTo>
                <a:lnTo>
                  <a:pt x="304799" y="366522"/>
                </a:lnTo>
                <a:lnTo>
                  <a:pt x="304799" y="0"/>
                </a:lnTo>
                <a:lnTo>
                  <a:pt x="0" y="0"/>
                </a:lnTo>
                <a:close/>
              </a:path>
            </a:pathLst>
          </a:custGeom>
          <a:solidFill>
            <a:srgbClr val="BF504C"/>
          </a:solidFill>
        </p:spPr>
        <p:txBody>
          <a:bodyPr wrap="square" lIns="0" tIns="0" rIns="0" bIns="0" rtlCol="0">
            <a:noAutofit/>
          </a:bodyPr>
          <a:lstStyle/>
          <a:p>
            <a:endParaRPr/>
          </a:p>
        </p:txBody>
      </p:sp>
      <p:sp>
        <p:nvSpPr>
          <p:cNvPr id="99" name="object 99"/>
          <p:cNvSpPr/>
          <p:nvPr/>
        </p:nvSpPr>
        <p:spPr>
          <a:xfrm>
            <a:off x="1600200" y="4736142"/>
            <a:ext cx="457200" cy="449705"/>
          </a:xfrm>
          <a:custGeom>
            <a:avLst/>
            <a:gdLst/>
            <a:ahLst/>
            <a:cxnLst/>
            <a:rect l="l" t="t" r="r" b="b"/>
            <a:pathLst>
              <a:path w="457200" h="457200">
                <a:moveTo>
                  <a:pt x="402829" y="80772"/>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2"/>
                </a:lnTo>
                <a:lnTo>
                  <a:pt x="402829" y="80772"/>
                </a:lnTo>
                <a:close/>
              </a:path>
            </a:pathLst>
          </a:custGeom>
          <a:solidFill>
            <a:srgbClr val="BF504C"/>
          </a:solidFill>
        </p:spPr>
        <p:txBody>
          <a:bodyPr wrap="square" lIns="0" tIns="0" rIns="0" bIns="0" rtlCol="0">
            <a:noAutofit/>
          </a:bodyPr>
          <a:lstStyle/>
          <a:p>
            <a:endParaRPr/>
          </a:p>
        </p:txBody>
      </p:sp>
      <p:sp>
        <p:nvSpPr>
          <p:cNvPr id="100" name="object 100"/>
          <p:cNvSpPr/>
          <p:nvPr/>
        </p:nvSpPr>
        <p:spPr>
          <a:xfrm>
            <a:off x="1676400" y="4813342"/>
            <a:ext cx="304800" cy="0"/>
          </a:xfrm>
          <a:custGeom>
            <a:avLst/>
            <a:gdLst/>
            <a:ahLst/>
            <a:cxnLst/>
            <a:rect l="l" t="t" r="r" b="b"/>
            <a:pathLst>
              <a:path w="304800">
                <a:moveTo>
                  <a:pt x="304800" y="0"/>
                </a:moveTo>
                <a:lnTo>
                  <a:pt x="0" y="0"/>
                </a:lnTo>
              </a:path>
            </a:pathLst>
          </a:custGeom>
          <a:ln w="5842">
            <a:solidFill>
              <a:srgbClr val="BF504C"/>
            </a:solidFill>
          </a:ln>
        </p:spPr>
        <p:txBody>
          <a:bodyPr wrap="square" lIns="0" tIns="0" rIns="0" bIns="0" rtlCol="0">
            <a:noAutofit/>
          </a:bodyPr>
          <a:lstStyle/>
          <a:p>
            <a:endParaRPr/>
          </a:p>
        </p:txBody>
      </p:sp>
      <p:sp>
        <p:nvSpPr>
          <p:cNvPr id="101" name="object 101"/>
          <p:cNvSpPr/>
          <p:nvPr/>
        </p:nvSpPr>
        <p:spPr>
          <a:xfrm>
            <a:off x="1901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4648200" y="4721902"/>
            <a:ext cx="457200" cy="449705"/>
          </a:xfrm>
          <a:custGeom>
            <a:avLst/>
            <a:gdLst/>
            <a:ahLst/>
            <a:cxnLst/>
            <a:rect l="l" t="t" r="r" b="b"/>
            <a:pathLst>
              <a:path w="457200" h="457200">
                <a:moveTo>
                  <a:pt x="414128" y="95249"/>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49"/>
                </a:lnTo>
                <a:lnTo>
                  <a:pt x="414128" y="95249"/>
                </a:lnTo>
                <a:close/>
              </a:path>
            </a:pathLst>
          </a:custGeom>
          <a:solidFill>
            <a:srgbClr val="FFFFFF"/>
          </a:solidFill>
        </p:spPr>
        <p:txBody>
          <a:bodyPr wrap="square" lIns="0" tIns="0" rIns="0" bIns="0" rtlCol="0">
            <a:noAutofit/>
          </a:bodyPr>
          <a:lstStyle/>
          <a:p>
            <a:endParaRPr/>
          </a:p>
        </p:txBody>
      </p:sp>
      <p:sp>
        <p:nvSpPr>
          <p:cNvPr id="103" name="object 103"/>
          <p:cNvSpPr/>
          <p:nvPr/>
        </p:nvSpPr>
        <p:spPr>
          <a:xfrm>
            <a:off x="4642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4724400" y="4806221"/>
            <a:ext cx="304800" cy="0"/>
          </a:xfrm>
          <a:custGeom>
            <a:avLst/>
            <a:gdLst/>
            <a:ahLst/>
            <a:cxnLst/>
            <a:rect l="l" t="t" r="r" b="b"/>
            <a:pathLst>
              <a:path w="304800">
                <a:moveTo>
                  <a:pt x="304800" y="0"/>
                </a:moveTo>
                <a:lnTo>
                  <a:pt x="0" y="0"/>
                </a:lnTo>
              </a:path>
            </a:pathLst>
          </a:custGeom>
          <a:ln w="20320">
            <a:solidFill>
              <a:srgbClr val="FFFFFF"/>
            </a:solidFill>
          </a:ln>
        </p:spPr>
        <p:txBody>
          <a:bodyPr wrap="square" lIns="0" tIns="0" rIns="0" bIns="0" rtlCol="0">
            <a:noAutofit/>
          </a:bodyPr>
          <a:lstStyle/>
          <a:p>
            <a:endParaRPr/>
          </a:p>
        </p:txBody>
      </p:sp>
      <p:sp>
        <p:nvSpPr>
          <p:cNvPr id="105" name="object 105"/>
          <p:cNvSpPr/>
          <p:nvPr/>
        </p:nvSpPr>
        <p:spPr>
          <a:xfrm>
            <a:off x="4263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6768083" y="3997501"/>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6768083" y="4397364"/>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109" name="object 109"/>
          <p:cNvSpPr/>
          <p:nvPr/>
        </p:nvSpPr>
        <p:spPr>
          <a:xfrm>
            <a:off x="6768083" y="4797226"/>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10" name="object 110"/>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1" name="object 111"/>
          <p:cNvSpPr/>
          <p:nvPr/>
        </p:nvSpPr>
        <p:spPr>
          <a:xfrm>
            <a:off x="89919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2" name="object 11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13" name="object 113"/>
          <p:cNvSpPr/>
          <p:nvPr/>
        </p:nvSpPr>
        <p:spPr>
          <a:xfrm>
            <a:off x="8382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BF504C"/>
          </a:solidFill>
        </p:spPr>
        <p:txBody>
          <a:bodyPr wrap="square" lIns="0" tIns="0" rIns="0" bIns="0" rtlCol="0">
            <a:noAutofit/>
          </a:bodyPr>
          <a:lstStyle/>
          <a:p>
            <a:endParaRPr/>
          </a:p>
        </p:txBody>
      </p:sp>
      <p:sp>
        <p:nvSpPr>
          <p:cNvPr id="114" name="object 114"/>
          <p:cNvSpPr/>
          <p:nvPr/>
        </p:nvSpPr>
        <p:spPr>
          <a:xfrm>
            <a:off x="8321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15" name="object 115"/>
          <p:cNvSpPr/>
          <p:nvPr/>
        </p:nvSpPr>
        <p:spPr>
          <a:xfrm>
            <a:off x="9144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BF504C"/>
          </a:solidFill>
        </p:spPr>
        <p:txBody>
          <a:bodyPr wrap="square" lIns="0" tIns="0" rIns="0" bIns="0" rtlCol="0">
            <a:noAutofit/>
          </a:bodyPr>
          <a:lstStyle/>
          <a:p>
            <a:endParaRPr/>
          </a:p>
        </p:txBody>
      </p:sp>
      <p:sp>
        <p:nvSpPr>
          <p:cNvPr id="116" name="object 116"/>
          <p:cNvSpPr/>
          <p:nvPr/>
        </p:nvSpPr>
        <p:spPr>
          <a:xfrm>
            <a:off x="1600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2"/>
                </a:lnTo>
                <a:lnTo>
                  <a:pt x="54623" y="8077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17" name="object 117"/>
          <p:cNvSpPr/>
          <p:nvPr/>
        </p:nvSpPr>
        <p:spPr>
          <a:xfrm>
            <a:off x="1594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7"/>
                </a:lnTo>
                <a:lnTo>
                  <a:pt x="52730" y="-147827"/>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7"/>
                </a:lnTo>
                <a:lnTo>
                  <a:pt x="401068" y="-147827"/>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118" name="object 118"/>
          <p:cNvSpPr/>
          <p:nvPr/>
        </p:nvSpPr>
        <p:spPr>
          <a:xfrm>
            <a:off x="1676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BF504C"/>
          </a:solidFill>
        </p:spPr>
        <p:txBody>
          <a:bodyPr wrap="square" lIns="0" tIns="0" rIns="0" bIns="0" rtlCol="0">
            <a:noAutofit/>
          </a:bodyPr>
          <a:lstStyle/>
          <a:p>
            <a:endParaRPr/>
          </a:p>
        </p:txBody>
      </p:sp>
      <p:sp>
        <p:nvSpPr>
          <p:cNvPr id="119" name="object 119"/>
          <p:cNvSpPr/>
          <p:nvPr/>
        </p:nvSpPr>
        <p:spPr>
          <a:xfrm>
            <a:off x="1063752" y="518060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20" name="object 120"/>
          <p:cNvSpPr/>
          <p:nvPr/>
        </p:nvSpPr>
        <p:spPr>
          <a:xfrm>
            <a:off x="4648200" y="472190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49"/>
                </a:lnTo>
                <a:lnTo>
                  <a:pt x="43287" y="95249"/>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121" name="object 121"/>
          <p:cNvSpPr/>
          <p:nvPr/>
        </p:nvSpPr>
        <p:spPr>
          <a:xfrm>
            <a:off x="4642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22" name="object 122"/>
          <p:cNvSpPr/>
          <p:nvPr/>
        </p:nvSpPr>
        <p:spPr>
          <a:xfrm>
            <a:off x="4724400" y="4814841"/>
            <a:ext cx="304800" cy="343275"/>
          </a:xfrm>
          <a:custGeom>
            <a:avLst/>
            <a:gdLst/>
            <a:ahLst/>
            <a:cxnLst/>
            <a:rect l="l" t="t" r="r" b="b"/>
            <a:pathLst>
              <a:path w="304800" h="348996">
                <a:moveTo>
                  <a:pt x="304800" y="761"/>
                </a:moveTo>
                <a:lnTo>
                  <a:pt x="0" y="761"/>
                </a:lnTo>
                <a:lnTo>
                  <a:pt x="0" y="348996"/>
                </a:lnTo>
                <a:lnTo>
                  <a:pt x="304800" y="348996"/>
                </a:lnTo>
                <a:lnTo>
                  <a:pt x="304800" y="761"/>
                </a:lnTo>
                <a:close/>
              </a:path>
            </a:pathLst>
          </a:custGeom>
          <a:solidFill>
            <a:srgbClr val="FFFFFF"/>
          </a:solidFill>
        </p:spPr>
        <p:txBody>
          <a:bodyPr wrap="square" lIns="0" tIns="0" rIns="0" bIns="0" rtlCol="0">
            <a:noAutofit/>
          </a:bodyPr>
          <a:lstStyle/>
          <a:p>
            <a:endParaRPr/>
          </a:p>
        </p:txBody>
      </p:sp>
      <p:sp>
        <p:nvSpPr>
          <p:cNvPr id="123" name="object 123"/>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24" name="object 124"/>
          <p:cNvSpPr/>
          <p:nvPr/>
        </p:nvSpPr>
        <p:spPr>
          <a:xfrm>
            <a:off x="6768083" y="5196714"/>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25" name="object 125"/>
          <p:cNvSpPr/>
          <p:nvPr/>
        </p:nvSpPr>
        <p:spPr>
          <a:xfrm>
            <a:off x="6768083" y="5596578"/>
            <a:ext cx="2237994" cy="0"/>
          </a:xfrm>
          <a:custGeom>
            <a:avLst/>
            <a:gdLst/>
            <a:ahLst/>
            <a:cxnLst/>
            <a:rect l="l" t="t" r="r" b="b"/>
            <a:pathLst>
              <a:path w="2237994">
                <a:moveTo>
                  <a:pt x="2237994" y="0"/>
                </a:moveTo>
                <a:lnTo>
                  <a:pt x="0" y="0"/>
                </a:lnTo>
              </a:path>
            </a:pathLst>
          </a:custGeom>
          <a:ln w="13462">
            <a:solidFill>
              <a:srgbClr val="000000"/>
            </a:solidFill>
          </a:ln>
        </p:spPr>
        <p:txBody>
          <a:bodyPr wrap="square" lIns="0" tIns="0" rIns="0" bIns="0" rtlCol="0">
            <a:noAutofit/>
          </a:bodyPr>
          <a:lstStyle/>
          <a:p>
            <a:endParaRPr/>
          </a:p>
        </p:txBody>
      </p:sp>
      <p:sp>
        <p:nvSpPr>
          <p:cNvPr id="126" name="object 126"/>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7" name="object 127"/>
          <p:cNvSpPr/>
          <p:nvPr/>
        </p:nvSpPr>
        <p:spPr>
          <a:xfrm>
            <a:off x="89919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8" name="object 128"/>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30" name="object 130"/>
          <p:cNvSpPr/>
          <p:nvPr/>
        </p:nvSpPr>
        <p:spPr>
          <a:xfrm>
            <a:off x="8382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131" name="object 131"/>
          <p:cNvSpPr/>
          <p:nvPr/>
        </p:nvSpPr>
        <p:spPr>
          <a:xfrm>
            <a:off x="8321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32" name="object 132"/>
          <p:cNvSpPr/>
          <p:nvPr/>
        </p:nvSpPr>
        <p:spPr>
          <a:xfrm>
            <a:off x="9144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BF504C"/>
          </a:solidFill>
        </p:spPr>
        <p:txBody>
          <a:bodyPr wrap="square" lIns="0" tIns="0" rIns="0" bIns="0" rtlCol="0">
            <a:noAutofit/>
          </a:bodyPr>
          <a:lstStyle/>
          <a:p>
            <a:endParaRPr/>
          </a:p>
        </p:txBody>
      </p:sp>
      <p:sp>
        <p:nvSpPr>
          <p:cNvPr id="133" name="object 133"/>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134" name="object 134"/>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5" name="object 135"/>
          <p:cNvSpPr/>
          <p:nvPr/>
        </p:nvSpPr>
        <p:spPr>
          <a:xfrm>
            <a:off x="89919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6" name="object 136"/>
          <p:cNvSpPr/>
          <p:nvPr/>
        </p:nvSpPr>
        <p:spPr>
          <a:xfrm>
            <a:off x="6768083" y="5996440"/>
            <a:ext cx="2237994" cy="0"/>
          </a:xfrm>
          <a:custGeom>
            <a:avLst/>
            <a:gdLst/>
            <a:ahLst/>
            <a:cxnLst/>
            <a:rect l="l" t="t" r="r" b="b"/>
            <a:pathLst>
              <a:path w="2237994">
                <a:moveTo>
                  <a:pt x="2237994" y="0"/>
                </a:moveTo>
                <a:lnTo>
                  <a:pt x="0" y="0"/>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3194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956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2432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1594104" y="4960995"/>
            <a:ext cx="185606" cy="443503"/>
          </a:xfrm>
          <a:custGeom>
            <a:avLst/>
            <a:gdLst/>
            <a:ahLst/>
            <a:cxnLst/>
            <a:rect l="l" t="t" r="r" b="b"/>
            <a:pathLst>
              <a:path w="185606" h="450895">
                <a:moveTo>
                  <a:pt x="69218" y="-147827"/>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7"/>
                </a:lnTo>
                <a:lnTo>
                  <a:pt x="417211" y="-147827"/>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7"/>
                </a:lnTo>
                <a:lnTo>
                  <a:pt x="69218" y="-147827"/>
                </a:lnTo>
                <a:close/>
              </a:path>
            </a:pathLst>
          </a:custGeom>
          <a:solidFill>
            <a:srgbClr val="000000"/>
          </a:solidFill>
        </p:spPr>
        <p:txBody>
          <a:bodyPr wrap="square" lIns="0" tIns="0" rIns="0" bIns="0" rtlCol="0">
            <a:noAutofit/>
          </a:bodyPr>
          <a:lstStyle/>
          <a:p>
            <a:endParaRPr/>
          </a:p>
        </p:txBody>
      </p:sp>
      <p:sp>
        <p:nvSpPr>
          <p:cNvPr id="54" name="object 54"/>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53" name="object 53"/>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2" name="object 52"/>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51" name="object 51"/>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0" name="object 50"/>
          <p:cNvSpPr txBox="1"/>
          <p:nvPr/>
        </p:nvSpPr>
        <p:spPr>
          <a:xfrm>
            <a:off x="3812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49" name="object 49"/>
          <p:cNvSpPr txBox="1"/>
          <p:nvPr/>
        </p:nvSpPr>
        <p:spPr>
          <a:xfrm>
            <a:off x="17551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8" name="object 48"/>
          <p:cNvSpPr txBox="1"/>
          <p:nvPr/>
        </p:nvSpPr>
        <p:spPr>
          <a:xfrm>
            <a:off x="4726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7" name="object 47"/>
          <p:cNvSpPr txBox="1"/>
          <p:nvPr/>
        </p:nvSpPr>
        <p:spPr>
          <a:xfrm>
            <a:off x="3507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46" name="object 46"/>
          <p:cNvSpPr txBox="1"/>
          <p:nvPr/>
        </p:nvSpPr>
        <p:spPr>
          <a:xfrm>
            <a:off x="6098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45" name="object 45"/>
          <p:cNvSpPr txBox="1"/>
          <p:nvPr/>
        </p:nvSpPr>
        <p:spPr>
          <a:xfrm>
            <a:off x="3812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44" name="object 44"/>
          <p:cNvSpPr txBox="1"/>
          <p:nvPr/>
        </p:nvSpPr>
        <p:spPr>
          <a:xfrm>
            <a:off x="5717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3" name="object 43"/>
          <p:cNvSpPr txBox="1"/>
          <p:nvPr/>
        </p:nvSpPr>
        <p:spPr>
          <a:xfrm>
            <a:off x="383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42" name="object 42"/>
          <p:cNvSpPr txBox="1"/>
          <p:nvPr/>
        </p:nvSpPr>
        <p:spPr>
          <a:xfrm>
            <a:off x="1221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1" name="object 41"/>
          <p:cNvSpPr txBox="1"/>
          <p:nvPr/>
        </p:nvSpPr>
        <p:spPr>
          <a:xfrm>
            <a:off x="2745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40" name="object 40"/>
          <p:cNvSpPr txBox="1"/>
          <p:nvPr/>
        </p:nvSpPr>
        <p:spPr>
          <a:xfrm>
            <a:off x="4574548" y="3911190"/>
            <a:ext cx="559533" cy="610334"/>
          </a:xfrm>
          <a:prstGeom prst="rect">
            <a:avLst/>
          </a:prstGeom>
        </p:spPr>
        <p:txBody>
          <a:bodyPr wrap="square" lIns="0" tIns="0" rIns="0" bIns="0" rtlCol="0">
            <a:noAutofit/>
          </a:bodyPr>
          <a:lstStyle/>
          <a:p>
            <a:pPr marL="12700" marR="12287">
              <a:lnSpc>
                <a:spcPts val="1935"/>
              </a:lnSpc>
              <a:spcBef>
                <a:spcPts val="96"/>
              </a:spcBef>
            </a:pPr>
            <a:r>
              <a:rPr sz="2700" spc="0" baseline="3034" dirty="0">
                <a:latin typeface="Calibri"/>
                <a:cs typeface="Calibri"/>
              </a:rPr>
              <a:t>[417]</a:t>
            </a:r>
            <a:endParaRPr sz="1800">
              <a:latin typeface="Calibri"/>
              <a:cs typeface="Calibri"/>
            </a:endParaRPr>
          </a:p>
          <a:p>
            <a:pPr marL="165092">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39" name="object 39"/>
          <p:cNvSpPr txBox="1"/>
          <p:nvPr/>
        </p:nvSpPr>
        <p:spPr>
          <a:xfrm>
            <a:off x="1755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38" name="object 38"/>
          <p:cNvSpPr txBox="1"/>
          <p:nvPr/>
        </p:nvSpPr>
        <p:spPr>
          <a:xfrm>
            <a:off x="41173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7" name="object 37"/>
          <p:cNvSpPr txBox="1"/>
          <p:nvPr/>
        </p:nvSpPr>
        <p:spPr>
          <a:xfrm>
            <a:off x="2364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6" name="object 36"/>
          <p:cNvSpPr txBox="1"/>
          <p:nvPr/>
        </p:nvSpPr>
        <p:spPr>
          <a:xfrm>
            <a:off x="993141" y="487129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[415]</a:t>
            </a:r>
            <a:endParaRPr sz="1800">
              <a:latin typeface="Calibri"/>
              <a:cs typeface="Calibri"/>
            </a:endParaRPr>
          </a:p>
        </p:txBody>
      </p:sp>
      <p:sp>
        <p:nvSpPr>
          <p:cNvPr id="35" name="object 35"/>
          <p:cNvSpPr txBox="1"/>
          <p:nvPr/>
        </p:nvSpPr>
        <p:spPr>
          <a:xfrm>
            <a:off x="4803140" y="4871304"/>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4" name="object 34"/>
          <p:cNvSpPr txBox="1"/>
          <p:nvPr/>
        </p:nvSpPr>
        <p:spPr>
          <a:xfrm>
            <a:off x="5184148" y="4871304"/>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33" name="object 33"/>
          <p:cNvSpPr txBox="1"/>
          <p:nvPr/>
        </p:nvSpPr>
        <p:spPr>
          <a:xfrm>
            <a:off x="1450340" y="5410200"/>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101</a:t>
            </a:r>
            <a:endParaRPr sz="1800">
              <a:latin typeface="Calibri"/>
              <a:cs typeface="Calibri"/>
            </a:endParaRPr>
          </a:p>
        </p:txBody>
      </p:sp>
      <p:sp>
        <p:nvSpPr>
          <p:cNvPr id="32" name="object 32"/>
          <p:cNvSpPr txBox="1"/>
          <p:nvPr/>
        </p:nvSpPr>
        <p:spPr>
          <a:xfrm>
            <a:off x="1374147" y="5770713"/>
            <a:ext cx="55527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[418]</a:t>
            </a:r>
            <a:endParaRPr sz="1800">
              <a:latin typeface="Calibri"/>
              <a:cs typeface="Calibri"/>
            </a:endParaRPr>
          </a:p>
        </p:txBody>
      </p:sp>
      <p:sp>
        <p:nvSpPr>
          <p:cNvPr id="31" name="object 31"/>
          <p:cNvSpPr txBox="1"/>
          <p:nvPr/>
        </p:nvSpPr>
        <p:spPr>
          <a:xfrm>
            <a:off x="231148" y="5784946"/>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30" name="object 30"/>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9" name="object 29"/>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8" name="object 28"/>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51</a:t>
            </a:r>
            <a:endParaRPr sz="1200">
              <a:latin typeface="Calibri"/>
              <a:cs typeface="Calibri"/>
            </a:endParaRPr>
          </a:p>
        </p:txBody>
      </p:sp>
      <p:sp>
        <p:nvSpPr>
          <p:cNvPr id="27" name="object 27"/>
          <p:cNvSpPr txBox="1"/>
          <p:nvPr/>
        </p:nvSpPr>
        <p:spPr>
          <a:xfrm>
            <a:off x="9144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6" name="object 26"/>
          <p:cNvSpPr txBox="1"/>
          <p:nvPr/>
        </p:nvSpPr>
        <p:spPr>
          <a:xfrm>
            <a:off x="914400" y="5778708"/>
            <a:ext cx="304800" cy="278817"/>
          </a:xfrm>
          <a:prstGeom prst="rect">
            <a:avLst/>
          </a:prstGeom>
        </p:spPr>
        <p:txBody>
          <a:bodyPr wrap="square" lIns="0" tIns="0" rIns="0" bIns="0" rtlCol="0">
            <a:noAutofit/>
          </a:bodyPr>
          <a:lstStyle/>
          <a:p>
            <a:pPr marL="91440">
              <a:lnSpc>
                <a:spcPts val="1870"/>
              </a:lnSpc>
              <a:spcBef>
                <a:spcPts val="93"/>
              </a:spcBef>
            </a:pPr>
            <a:r>
              <a:rPr sz="2700" spc="0" baseline="3034" dirty="0">
                <a:latin typeface="Calibri"/>
                <a:cs typeface="Calibri"/>
              </a:rPr>
              <a:t>I</a:t>
            </a:r>
            <a:endParaRPr sz="1800">
              <a:latin typeface="Calibri"/>
              <a:cs typeface="Calibri"/>
            </a:endParaRPr>
          </a:p>
        </p:txBody>
      </p:sp>
      <p:sp>
        <p:nvSpPr>
          <p:cNvPr id="25" name="object 25"/>
          <p:cNvSpPr txBox="1"/>
          <p:nvPr/>
        </p:nvSpPr>
        <p:spPr>
          <a:xfrm>
            <a:off x="1676400" y="4813029"/>
            <a:ext cx="304800" cy="358577"/>
          </a:xfrm>
          <a:prstGeom prst="rect">
            <a:avLst/>
          </a:prstGeom>
        </p:spPr>
        <p:txBody>
          <a:bodyPr wrap="square" lIns="0" tIns="0" rIns="0" bIns="0" rtlCol="0">
            <a:noAutofit/>
          </a:bodyPr>
          <a:lstStyle/>
          <a:p>
            <a:pPr marL="91439">
              <a:lnSpc>
                <a:spcPct val="101725"/>
              </a:lnSpc>
              <a:spcBef>
                <a:spcPts val="315"/>
              </a:spcBef>
            </a:pPr>
            <a:r>
              <a:rPr sz="1800" spc="0" dirty="0">
                <a:latin typeface="Calibri"/>
                <a:cs typeface="Calibri"/>
              </a:rPr>
              <a:t>H</a:t>
            </a:r>
            <a:endParaRPr sz="1800">
              <a:latin typeface="Calibri"/>
              <a:cs typeface="Calibri"/>
            </a:endParaRPr>
          </a:p>
        </p:txBody>
      </p:sp>
      <p:sp>
        <p:nvSpPr>
          <p:cNvPr id="24" name="object 24"/>
          <p:cNvSpPr txBox="1"/>
          <p:nvPr/>
        </p:nvSpPr>
        <p:spPr>
          <a:xfrm>
            <a:off x="2514601" y="3911684"/>
            <a:ext cx="304799"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3352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276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373885" cy="629586"/>
          </a:xfrm>
          <a:prstGeom prst="rect">
            <a:avLst/>
          </a:prstGeom>
        </p:spPr>
        <p:txBody>
          <a:bodyPr wrap="square" lIns="0" tIns="0" rIns="0" bIns="0" rtlCol="0">
            <a:noAutofit/>
          </a:bodyPr>
          <a:lstStyle/>
          <a:p>
            <a:pPr marL="98050" marR="98736" algn="ctr">
              <a:lnSpc>
                <a:spcPct val="100585"/>
              </a:lnSpc>
              <a:spcBef>
                <a:spcPts val="345"/>
              </a:spcBef>
            </a:pPr>
            <a:r>
              <a:rPr sz="1800" b="1" spc="0" dirty="0">
                <a:latin typeface="Tahoma"/>
                <a:cs typeface="Tahoma"/>
              </a:rPr>
              <a:t>Heuristic:</a:t>
            </a:r>
            <a:endParaRPr sz="1800">
              <a:latin typeface="Tahoma"/>
              <a:cs typeface="Tahoma"/>
            </a:endParaRPr>
          </a:p>
          <a:p>
            <a:pPr marL="406407" marR="4078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7" marR="32028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373885" cy="399487"/>
          </a:xfrm>
          <a:prstGeom prst="rect">
            <a:avLst/>
          </a:prstGeom>
        </p:spPr>
        <p:txBody>
          <a:bodyPr wrap="square" lIns="0" tIns="0" rIns="0" bIns="0" rtlCol="0">
            <a:noAutofit/>
          </a:bodyPr>
          <a:lstStyle/>
          <a:p>
            <a:pPr marL="468975" marR="4702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373885" cy="399862"/>
          </a:xfrm>
          <a:prstGeom prst="rect">
            <a:avLst/>
          </a:prstGeom>
        </p:spPr>
        <p:txBody>
          <a:bodyPr wrap="square" lIns="0" tIns="0" rIns="0" bIns="0" rtlCol="0">
            <a:noAutofit/>
          </a:bodyPr>
          <a:lstStyle/>
          <a:p>
            <a:pPr marL="468800" marR="470400"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373885" cy="399863"/>
          </a:xfrm>
          <a:prstGeom prst="rect">
            <a:avLst/>
          </a:prstGeom>
        </p:spPr>
        <p:txBody>
          <a:bodyPr wrap="square" lIns="0" tIns="0" rIns="0" bIns="0" rtlCol="0">
            <a:noAutofit/>
          </a:bodyPr>
          <a:lstStyle/>
          <a:p>
            <a:pPr marL="468960" marR="470240"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373885" cy="399488"/>
          </a:xfrm>
          <a:prstGeom prst="rect">
            <a:avLst/>
          </a:prstGeom>
        </p:spPr>
        <p:txBody>
          <a:bodyPr wrap="square" lIns="0" tIns="0" rIns="0" bIns="0" rtlCol="0">
            <a:noAutofit/>
          </a:bodyPr>
          <a:lstStyle/>
          <a:p>
            <a:pPr marL="468883" marR="4703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373885" cy="399862"/>
          </a:xfrm>
          <a:prstGeom prst="rect">
            <a:avLst/>
          </a:prstGeom>
        </p:spPr>
        <p:txBody>
          <a:bodyPr wrap="square" lIns="0" tIns="0" rIns="0" bIns="0" rtlCol="0">
            <a:noAutofit/>
          </a:bodyPr>
          <a:lstStyle/>
          <a:p>
            <a:pPr marL="468876" marR="47032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373885" cy="399863"/>
          </a:xfrm>
          <a:prstGeom prst="rect">
            <a:avLst/>
          </a:prstGeom>
        </p:spPr>
        <p:txBody>
          <a:bodyPr wrap="square" lIns="0" tIns="0" rIns="0" bIns="0" rtlCol="0">
            <a:noAutofit/>
          </a:bodyPr>
          <a:lstStyle/>
          <a:p>
            <a:pPr marL="468784" marR="470415"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373885" cy="399488"/>
          </a:xfrm>
          <a:prstGeom prst="rect">
            <a:avLst/>
          </a:prstGeom>
        </p:spPr>
        <p:txBody>
          <a:bodyPr wrap="square" lIns="0" tIns="0" rIns="0" bIns="0" rtlCol="0">
            <a:noAutofit/>
          </a:bodyPr>
          <a:lstStyle/>
          <a:p>
            <a:pPr marL="468777" marR="470423"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373885" cy="399863"/>
          </a:xfrm>
          <a:prstGeom prst="rect">
            <a:avLst/>
          </a:prstGeom>
        </p:spPr>
        <p:txBody>
          <a:bodyPr wrap="square" lIns="0" tIns="0" rIns="0" bIns="0" rtlCol="0">
            <a:noAutofit/>
          </a:bodyPr>
          <a:lstStyle/>
          <a:p>
            <a:pPr marL="531299" marR="533082"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373885" cy="399862"/>
          </a:xfrm>
          <a:prstGeom prst="rect">
            <a:avLst/>
          </a:prstGeom>
        </p:spPr>
        <p:txBody>
          <a:bodyPr wrap="square" lIns="0" tIns="0" rIns="0" bIns="0" rtlCol="0">
            <a:noAutofit/>
          </a:bodyPr>
          <a:lstStyle/>
          <a:p>
            <a:pPr marL="593851" marR="5955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object 139"/>
          <p:cNvSpPr txBox="1"/>
          <p:nvPr/>
        </p:nvSpPr>
        <p:spPr>
          <a:xfrm>
            <a:off x="0" y="5678523"/>
            <a:ext cx="9144000" cy="1067050"/>
          </a:xfrm>
          <a:prstGeom prst="rect">
            <a:avLst/>
          </a:prstGeom>
        </p:spPr>
        <p:txBody>
          <a:bodyPr wrap="square" lIns="0" tIns="0" rIns="0" bIns="0" rtlCol="0">
            <a:noAutofit/>
          </a:bodyPr>
          <a:lstStyle/>
          <a:p>
            <a:pPr marR="1902028" algn="r">
              <a:lnSpc>
                <a:spcPts val="1864"/>
              </a:lnSpc>
              <a:spcBef>
                <a:spcPts val="93"/>
              </a:spcBef>
            </a:pPr>
            <a:r>
              <a:rPr sz="1800" spc="0" dirty="0">
                <a:latin typeface="Tahoma"/>
                <a:cs typeface="Tahoma"/>
              </a:rPr>
              <a:t>I</a:t>
            </a:r>
            <a:endParaRPr sz="1800">
              <a:latin typeface="Tahoma"/>
              <a:cs typeface="Tahoma"/>
            </a:endParaRPr>
          </a:p>
        </p:txBody>
      </p:sp>
      <p:sp>
        <p:nvSpPr>
          <p:cNvPr id="137" name="object 137"/>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59" name="object 59"/>
          <p:cNvSpPr/>
          <p:nvPr/>
        </p:nvSpPr>
        <p:spPr>
          <a:xfrm>
            <a:off x="33528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4E80BD"/>
          </a:solidFill>
        </p:spPr>
        <p:txBody>
          <a:bodyPr wrap="square" lIns="0" tIns="0" rIns="0" bIns="0" rtlCol="0">
            <a:noAutofit/>
          </a:bodyPr>
          <a:lstStyle/>
          <a:p>
            <a:endParaRPr/>
          </a:p>
        </p:txBody>
      </p:sp>
      <p:sp>
        <p:nvSpPr>
          <p:cNvPr id="60" name="object 60"/>
          <p:cNvSpPr/>
          <p:nvPr/>
        </p:nvSpPr>
        <p:spPr>
          <a:xfrm>
            <a:off x="3429000" y="1907123"/>
            <a:ext cx="304800" cy="0"/>
          </a:xfrm>
          <a:custGeom>
            <a:avLst/>
            <a:gdLst/>
            <a:ahLst/>
            <a:cxnLst/>
            <a:rect l="l" t="t" r="r" b="b"/>
            <a:pathLst>
              <a:path w="304800">
                <a:moveTo>
                  <a:pt x="304800" y="0"/>
                </a:moveTo>
                <a:lnTo>
                  <a:pt x="0" y="0"/>
                </a:lnTo>
              </a:path>
            </a:pathLst>
          </a:custGeom>
          <a:ln w="40132">
            <a:solidFill>
              <a:srgbClr val="4E80BD"/>
            </a:solidFill>
          </a:ln>
        </p:spPr>
        <p:txBody>
          <a:bodyPr wrap="square" lIns="0" tIns="0" rIns="0" bIns="0" rtlCol="0">
            <a:noAutofit/>
          </a:bodyPr>
          <a:lstStyle/>
          <a:p>
            <a:endParaRPr/>
          </a:p>
        </p:txBody>
      </p:sp>
      <p:sp>
        <p:nvSpPr>
          <p:cNvPr id="61" name="object 61"/>
          <p:cNvSpPr/>
          <p:nvPr/>
        </p:nvSpPr>
        <p:spPr>
          <a:xfrm>
            <a:off x="7618095" y="1755347"/>
            <a:ext cx="0" cy="170888"/>
          </a:xfrm>
          <a:custGeom>
            <a:avLst/>
            <a:gdLst/>
            <a:ahLst/>
            <a:cxnLst/>
            <a:rect l="l" t="t" r="r" b="b"/>
            <a:pathLst>
              <a:path h="173736">
                <a:moveTo>
                  <a:pt x="0" y="0"/>
                </a:moveTo>
                <a:lnTo>
                  <a:pt x="0" y="173735"/>
                </a:lnTo>
              </a:path>
            </a:pathLst>
          </a:custGeom>
          <a:ln w="14223">
            <a:solidFill>
              <a:srgbClr val="000000"/>
            </a:solidFill>
          </a:ln>
        </p:spPr>
        <p:txBody>
          <a:bodyPr wrap="square" lIns="0" tIns="0" rIns="0" bIns="0" rtlCol="0">
            <a:noAutofit/>
          </a:bodyPr>
          <a:lstStyle/>
          <a:p>
            <a:endParaRPr/>
          </a:p>
        </p:txBody>
      </p:sp>
      <p:sp>
        <p:nvSpPr>
          <p:cNvPr id="62" name="object 62"/>
          <p:cNvSpPr/>
          <p:nvPr/>
        </p:nvSpPr>
        <p:spPr>
          <a:xfrm>
            <a:off x="67821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3" name="object 63"/>
          <p:cNvSpPr/>
          <p:nvPr/>
        </p:nvSpPr>
        <p:spPr>
          <a:xfrm>
            <a:off x="8991981" y="1755347"/>
            <a:ext cx="0" cy="170888"/>
          </a:xfrm>
          <a:custGeom>
            <a:avLst/>
            <a:gdLst/>
            <a:ahLst/>
            <a:cxnLst/>
            <a:rect l="l" t="t" r="r" b="b"/>
            <a:pathLst>
              <a:path h="173736">
                <a:moveTo>
                  <a:pt x="0" y="0"/>
                </a:moveTo>
                <a:lnTo>
                  <a:pt x="0" y="173735"/>
                </a:lnTo>
              </a:path>
            </a:pathLst>
          </a:custGeom>
          <a:ln w="29464">
            <a:solidFill>
              <a:srgbClr val="000000"/>
            </a:solidFill>
          </a:ln>
        </p:spPr>
        <p:txBody>
          <a:bodyPr wrap="square" lIns="0" tIns="0" rIns="0" bIns="0" rtlCol="0">
            <a:noAutofit/>
          </a:bodyPr>
          <a:lstStyle/>
          <a:p>
            <a:endParaRPr/>
          </a:p>
        </p:txBody>
      </p:sp>
      <p:sp>
        <p:nvSpPr>
          <p:cNvPr id="64" name="object 64"/>
          <p:cNvSpPr/>
          <p:nvPr/>
        </p:nvSpPr>
        <p:spPr>
          <a:xfrm>
            <a:off x="6768083" y="1769213"/>
            <a:ext cx="2237994" cy="0"/>
          </a:xfrm>
          <a:custGeom>
            <a:avLst/>
            <a:gdLst/>
            <a:ahLst/>
            <a:cxnLst/>
            <a:rect l="l" t="t" r="r" b="b"/>
            <a:pathLst>
              <a:path w="2237994">
                <a:moveTo>
                  <a:pt x="2237994" y="0"/>
                </a:moveTo>
                <a:lnTo>
                  <a:pt x="0" y="0"/>
                </a:lnTo>
              </a:path>
            </a:pathLst>
          </a:custGeom>
          <a:ln w="29463">
            <a:solidFill>
              <a:srgbClr val="000000"/>
            </a:solidFill>
          </a:ln>
        </p:spPr>
        <p:txBody>
          <a:bodyPr wrap="square" lIns="0" tIns="0" rIns="0" bIns="0" rtlCol="0">
            <a:noAutofit/>
          </a:bodyPr>
          <a:lstStyle/>
          <a:p>
            <a:endParaRPr/>
          </a:p>
        </p:txBody>
      </p:sp>
      <p:sp>
        <p:nvSpPr>
          <p:cNvPr id="65" name="object 65"/>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33528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67" name="object 67"/>
          <p:cNvSpPr/>
          <p:nvPr/>
        </p:nvSpPr>
        <p:spPr>
          <a:xfrm>
            <a:off x="33467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7"/>
                </a:lnTo>
                <a:lnTo>
                  <a:pt x="425827" y="-113537"/>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34290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4E80BD"/>
          </a:solidFill>
        </p:spPr>
        <p:txBody>
          <a:bodyPr wrap="square" lIns="0" tIns="0" rIns="0" bIns="0" rtlCol="0">
            <a:noAutofit/>
          </a:bodyPr>
          <a:lstStyle/>
          <a:p>
            <a:endParaRPr/>
          </a:p>
        </p:txBody>
      </p:sp>
      <p:sp>
        <p:nvSpPr>
          <p:cNvPr id="69" name="object 69"/>
          <p:cNvSpPr/>
          <p:nvPr/>
        </p:nvSpPr>
        <p:spPr>
          <a:xfrm>
            <a:off x="35798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35753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14462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72" name="object 72"/>
          <p:cNvSpPr/>
          <p:nvPr/>
        </p:nvSpPr>
        <p:spPr>
          <a:xfrm>
            <a:off x="7618095"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3" name="object 73"/>
          <p:cNvSpPr/>
          <p:nvPr/>
        </p:nvSpPr>
        <p:spPr>
          <a:xfrm>
            <a:off x="6768083" y="2398800"/>
            <a:ext cx="2237994" cy="0"/>
          </a:xfrm>
          <a:custGeom>
            <a:avLst/>
            <a:gdLst/>
            <a:ahLst/>
            <a:cxnLst/>
            <a:rect l="l" t="t" r="r" b="b"/>
            <a:pathLst>
              <a:path w="2237994">
                <a:moveTo>
                  <a:pt x="2237994" y="0"/>
                </a:moveTo>
                <a:lnTo>
                  <a:pt x="0" y="0"/>
                </a:lnTo>
              </a:path>
            </a:pathLst>
          </a:custGeom>
          <a:ln w="14224">
            <a:solidFill>
              <a:srgbClr val="000000"/>
            </a:solidFill>
          </a:ln>
        </p:spPr>
        <p:txBody>
          <a:bodyPr wrap="square" lIns="0" tIns="0" rIns="0" bIns="0" rtlCol="0">
            <a:noAutofit/>
          </a:bodyPr>
          <a:lstStyle/>
          <a:p>
            <a:endParaRPr/>
          </a:p>
        </p:txBody>
      </p:sp>
      <p:sp>
        <p:nvSpPr>
          <p:cNvPr id="74" name="object 74"/>
          <p:cNvSpPr/>
          <p:nvPr/>
        </p:nvSpPr>
        <p:spPr>
          <a:xfrm>
            <a:off x="6768083" y="2798288"/>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75" name="object 75"/>
          <p:cNvSpPr/>
          <p:nvPr/>
        </p:nvSpPr>
        <p:spPr>
          <a:xfrm>
            <a:off x="6782181" y="1925486"/>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89919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77" name="object 7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57089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2131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34290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81" name="object 81"/>
          <p:cNvSpPr/>
          <p:nvPr/>
        </p:nvSpPr>
        <p:spPr>
          <a:xfrm>
            <a:off x="34229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35052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4E80BD"/>
          </a:solidFill>
        </p:spPr>
        <p:txBody>
          <a:bodyPr wrap="square" lIns="0" tIns="0" rIns="0" bIns="0" rtlCol="0">
            <a:noAutofit/>
          </a:bodyPr>
          <a:lstStyle/>
          <a:p>
            <a:endParaRPr/>
          </a:p>
        </p:txBody>
      </p:sp>
      <p:sp>
        <p:nvSpPr>
          <p:cNvPr id="83" name="object 83"/>
          <p:cNvSpPr/>
          <p:nvPr/>
        </p:nvSpPr>
        <p:spPr>
          <a:xfrm>
            <a:off x="36537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5908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4E80BD"/>
          </a:solidFill>
        </p:spPr>
        <p:txBody>
          <a:bodyPr wrap="square" lIns="0" tIns="0" rIns="0" bIns="0" rtlCol="0">
            <a:noAutofit/>
          </a:bodyPr>
          <a:lstStyle/>
          <a:p>
            <a:endParaRPr/>
          </a:p>
        </p:txBody>
      </p:sp>
      <p:sp>
        <p:nvSpPr>
          <p:cNvPr id="85" name="object 85"/>
          <p:cNvSpPr/>
          <p:nvPr/>
        </p:nvSpPr>
        <p:spPr>
          <a:xfrm>
            <a:off x="27409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86" name="object 86"/>
          <p:cNvSpPr/>
          <p:nvPr/>
        </p:nvSpPr>
        <p:spPr>
          <a:xfrm>
            <a:off x="35798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35753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88" name="object 88"/>
          <p:cNvSpPr/>
          <p:nvPr/>
        </p:nvSpPr>
        <p:spPr>
          <a:xfrm>
            <a:off x="14462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89" name="object 89"/>
          <p:cNvSpPr/>
          <p:nvPr/>
        </p:nvSpPr>
        <p:spPr>
          <a:xfrm>
            <a:off x="7618095"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90" name="object 90"/>
          <p:cNvSpPr/>
          <p:nvPr/>
        </p:nvSpPr>
        <p:spPr>
          <a:xfrm>
            <a:off x="6768083" y="3198150"/>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91" name="object 91"/>
          <p:cNvSpPr/>
          <p:nvPr/>
        </p:nvSpPr>
        <p:spPr>
          <a:xfrm>
            <a:off x="6768083" y="3598013"/>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92" name="object 92"/>
          <p:cNvSpPr/>
          <p:nvPr/>
        </p:nvSpPr>
        <p:spPr>
          <a:xfrm>
            <a:off x="67821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3" name="object 93"/>
          <p:cNvSpPr/>
          <p:nvPr/>
        </p:nvSpPr>
        <p:spPr>
          <a:xfrm>
            <a:off x="89919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94" name="object 94"/>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41087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6" name="object 96"/>
          <p:cNvSpPr/>
          <p:nvPr/>
        </p:nvSpPr>
        <p:spPr>
          <a:xfrm>
            <a:off x="25908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97" name="object 97"/>
          <p:cNvSpPr/>
          <p:nvPr/>
        </p:nvSpPr>
        <p:spPr>
          <a:xfrm>
            <a:off x="25847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8" name="object 98"/>
          <p:cNvSpPr/>
          <p:nvPr/>
        </p:nvSpPr>
        <p:spPr>
          <a:xfrm>
            <a:off x="2667001" y="3911684"/>
            <a:ext cx="304799" cy="360513"/>
          </a:xfrm>
          <a:custGeom>
            <a:avLst/>
            <a:gdLst/>
            <a:ahLst/>
            <a:cxnLst/>
            <a:rect l="l" t="t" r="r" b="b"/>
            <a:pathLst>
              <a:path w="304799" h="366522">
                <a:moveTo>
                  <a:pt x="0" y="0"/>
                </a:moveTo>
                <a:lnTo>
                  <a:pt x="0" y="366522"/>
                </a:lnTo>
                <a:lnTo>
                  <a:pt x="304799" y="366522"/>
                </a:lnTo>
                <a:lnTo>
                  <a:pt x="304799" y="0"/>
                </a:lnTo>
                <a:lnTo>
                  <a:pt x="0" y="0"/>
                </a:lnTo>
                <a:close/>
              </a:path>
            </a:pathLst>
          </a:custGeom>
          <a:solidFill>
            <a:srgbClr val="4E80BD"/>
          </a:solidFill>
        </p:spPr>
        <p:txBody>
          <a:bodyPr wrap="square" lIns="0" tIns="0" rIns="0" bIns="0" rtlCol="0">
            <a:noAutofit/>
          </a:bodyPr>
          <a:lstStyle/>
          <a:p>
            <a:endParaRPr/>
          </a:p>
        </p:txBody>
      </p:sp>
      <p:sp>
        <p:nvSpPr>
          <p:cNvPr id="99" name="object 99"/>
          <p:cNvSpPr/>
          <p:nvPr/>
        </p:nvSpPr>
        <p:spPr>
          <a:xfrm>
            <a:off x="1752600" y="4736142"/>
            <a:ext cx="457200" cy="449705"/>
          </a:xfrm>
          <a:custGeom>
            <a:avLst/>
            <a:gdLst/>
            <a:ahLst/>
            <a:cxnLst/>
            <a:rect l="l" t="t" r="r" b="b"/>
            <a:pathLst>
              <a:path w="457200" h="457200">
                <a:moveTo>
                  <a:pt x="402829" y="80772"/>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2"/>
                </a:lnTo>
                <a:lnTo>
                  <a:pt x="402829" y="80772"/>
                </a:lnTo>
                <a:close/>
              </a:path>
            </a:pathLst>
          </a:custGeom>
          <a:solidFill>
            <a:srgbClr val="4E80BD"/>
          </a:solidFill>
        </p:spPr>
        <p:txBody>
          <a:bodyPr wrap="square" lIns="0" tIns="0" rIns="0" bIns="0" rtlCol="0">
            <a:noAutofit/>
          </a:bodyPr>
          <a:lstStyle/>
          <a:p>
            <a:endParaRPr/>
          </a:p>
        </p:txBody>
      </p:sp>
      <p:sp>
        <p:nvSpPr>
          <p:cNvPr id="100" name="object 100"/>
          <p:cNvSpPr/>
          <p:nvPr/>
        </p:nvSpPr>
        <p:spPr>
          <a:xfrm>
            <a:off x="1828800" y="4813342"/>
            <a:ext cx="304800" cy="0"/>
          </a:xfrm>
          <a:custGeom>
            <a:avLst/>
            <a:gdLst/>
            <a:ahLst/>
            <a:cxnLst/>
            <a:rect l="l" t="t" r="r" b="b"/>
            <a:pathLst>
              <a:path w="304800">
                <a:moveTo>
                  <a:pt x="304800" y="0"/>
                </a:moveTo>
                <a:lnTo>
                  <a:pt x="0" y="0"/>
                </a:lnTo>
              </a:path>
            </a:pathLst>
          </a:custGeom>
          <a:ln w="5842">
            <a:solidFill>
              <a:srgbClr val="4E80BD"/>
            </a:solidFill>
          </a:ln>
        </p:spPr>
        <p:txBody>
          <a:bodyPr wrap="square" lIns="0" tIns="0" rIns="0" bIns="0" rtlCol="0">
            <a:noAutofit/>
          </a:bodyPr>
          <a:lstStyle/>
          <a:p>
            <a:endParaRPr/>
          </a:p>
        </p:txBody>
      </p:sp>
      <p:sp>
        <p:nvSpPr>
          <p:cNvPr id="101" name="object 101"/>
          <p:cNvSpPr/>
          <p:nvPr/>
        </p:nvSpPr>
        <p:spPr>
          <a:xfrm>
            <a:off x="20543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4800600" y="4721902"/>
            <a:ext cx="457200" cy="449705"/>
          </a:xfrm>
          <a:custGeom>
            <a:avLst/>
            <a:gdLst/>
            <a:ahLst/>
            <a:cxnLst/>
            <a:rect l="l" t="t" r="r" b="b"/>
            <a:pathLst>
              <a:path w="457200" h="457200">
                <a:moveTo>
                  <a:pt x="414128" y="95249"/>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49"/>
                </a:lnTo>
                <a:lnTo>
                  <a:pt x="414128" y="95249"/>
                </a:lnTo>
                <a:close/>
              </a:path>
            </a:pathLst>
          </a:custGeom>
          <a:solidFill>
            <a:srgbClr val="FFFFFF"/>
          </a:solidFill>
        </p:spPr>
        <p:txBody>
          <a:bodyPr wrap="square" lIns="0" tIns="0" rIns="0" bIns="0" rtlCol="0">
            <a:noAutofit/>
          </a:bodyPr>
          <a:lstStyle/>
          <a:p>
            <a:endParaRPr/>
          </a:p>
        </p:txBody>
      </p:sp>
      <p:sp>
        <p:nvSpPr>
          <p:cNvPr id="103" name="object 103"/>
          <p:cNvSpPr/>
          <p:nvPr/>
        </p:nvSpPr>
        <p:spPr>
          <a:xfrm>
            <a:off x="4794504"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4876800" y="4806221"/>
            <a:ext cx="304800" cy="0"/>
          </a:xfrm>
          <a:custGeom>
            <a:avLst/>
            <a:gdLst/>
            <a:ahLst/>
            <a:cxnLst/>
            <a:rect l="l" t="t" r="r" b="b"/>
            <a:pathLst>
              <a:path w="304800">
                <a:moveTo>
                  <a:pt x="304800" y="0"/>
                </a:moveTo>
                <a:lnTo>
                  <a:pt x="0" y="0"/>
                </a:lnTo>
              </a:path>
            </a:pathLst>
          </a:custGeom>
          <a:ln w="20320">
            <a:solidFill>
              <a:srgbClr val="FFFFFF"/>
            </a:solidFill>
          </a:ln>
        </p:spPr>
        <p:txBody>
          <a:bodyPr wrap="square" lIns="0" tIns="0" rIns="0" bIns="0" rtlCol="0">
            <a:noAutofit/>
          </a:bodyPr>
          <a:lstStyle/>
          <a:p>
            <a:endParaRPr/>
          </a:p>
        </p:txBody>
      </p:sp>
      <p:sp>
        <p:nvSpPr>
          <p:cNvPr id="105" name="object 105"/>
          <p:cNvSpPr/>
          <p:nvPr/>
        </p:nvSpPr>
        <p:spPr>
          <a:xfrm>
            <a:off x="44157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7618095"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07" name="object 107"/>
          <p:cNvSpPr/>
          <p:nvPr/>
        </p:nvSpPr>
        <p:spPr>
          <a:xfrm>
            <a:off x="6768083" y="3997501"/>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08" name="object 108"/>
          <p:cNvSpPr/>
          <p:nvPr/>
        </p:nvSpPr>
        <p:spPr>
          <a:xfrm>
            <a:off x="6768083" y="4397364"/>
            <a:ext cx="2237994" cy="0"/>
          </a:xfrm>
          <a:custGeom>
            <a:avLst/>
            <a:gdLst/>
            <a:ahLst/>
            <a:cxnLst/>
            <a:rect l="l" t="t" r="r" b="b"/>
            <a:pathLst>
              <a:path w="2237994">
                <a:moveTo>
                  <a:pt x="2237994" y="0"/>
                </a:moveTo>
                <a:lnTo>
                  <a:pt x="0" y="0"/>
                </a:lnTo>
              </a:path>
            </a:pathLst>
          </a:custGeom>
          <a:ln w="13461">
            <a:solidFill>
              <a:srgbClr val="000000"/>
            </a:solidFill>
          </a:ln>
        </p:spPr>
        <p:txBody>
          <a:bodyPr wrap="square" lIns="0" tIns="0" rIns="0" bIns="0" rtlCol="0">
            <a:noAutofit/>
          </a:bodyPr>
          <a:lstStyle/>
          <a:p>
            <a:endParaRPr/>
          </a:p>
        </p:txBody>
      </p:sp>
      <p:sp>
        <p:nvSpPr>
          <p:cNvPr id="109" name="object 109"/>
          <p:cNvSpPr/>
          <p:nvPr/>
        </p:nvSpPr>
        <p:spPr>
          <a:xfrm>
            <a:off x="6768083" y="4797226"/>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10" name="object 110"/>
          <p:cNvSpPr/>
          <p:nvPr/>
        </p:nvSpPr>
        <p:spPr>
          <a:xfrm>
            <a:off x="67821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1" name="object 111"/>
          <p:cNvSpPr/>
          <p:nvPr/>
        </p:nvSpPr>
        <p:spPr>
          <a:xfrm>
            <a:off x="89919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12" name="object 11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13" name="object 113"/>
          <p:cNvSpPr/>
          <p:nvPr/>
        </p:nvSpPr>
        <p:spPr>
          <a:xfrm>
            <a:off x="9906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4E80BD"/>
          </a:solidFill>
        </p:spPr>
        <p:txBody>
          <a:bodyPr wrap="square" lIns="0" tIns="0" rIns="0" bIns="0" rtlCol="0">
            <a:noAutofit/>
          </a:bodyPr>
          <a:lstStyle/>
          <a:p>
            <a:endParaRPr/>
          </a:p>
        </p:txBody>
      </p:sp>
      <p:sp>
        <p:nvSpPr>
          <p:cNvPr id="114" name="object 114"/>
          <p:cNvSpPr/>
          <p:nvPr/>
        </p:nvSpPr>
        <p:spPr>
          <a:xfrm>
            <a:off x="9845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115" name="object 115"/>
          <p:cNvSpPr/>
          <p:nvPr/>
        </p:nvSpPr>
        <p:spPr>
          <a:xfrm>
            <a:off x="10668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4E80BD"/>
          </a:solidFill>
        </p:spPr>
        <p:txBody>
          <a:bodyPr wrap="square" lIns="0" tIns="0" rIns="0" bIns="0" rtlCol="0">
            <a:noAutofit/>
          </a:bodyPr>
          <a:lstStyle/>
          <a:p>
            <a:endParaRPr/>
          </a:p>
        </p:txBody>
      </p:sp>
      <p:sp>
        <p:nvSpPr>
          <p:cNvPr id="116" name="object 116"/>
          <p:cNvSpPr/>
          <p:nvPr/>
        </p:nvSpPr>
        <p:spPr>
          <a:xfrm>
            <a:off x="17526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2"/>
                </a:lnTo>
                <a:lnTo>
                  <a:pt x="54623" y="8077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117" name="object 117"/>
          <p:cNvSpPr/>
          <p:nvPr/>
        </p:nvSpPr>
        <p:spPr>
          <a:xfrm>
            <a:off x="17465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7"/>
                </a:lnTo>
                <a:lnTo>
                  <a:pt x="52730" y="-147827"/>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118" name="object 118"/>
          <p:cNvSpPr/>
          <p:nvPr/>
        </p:nvSpPr>
        <p:spPr>
          <a:xfrm>
            <a:off x="18288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4E80BD"/>
          </a:solidFill>
        </p:spPr>
        <p:txBody>
          <a:bodyPr wrap="square" lIns="0" tIns="0" rIns="0" bIns="0" rtlCol="0">
            <a:noAutofit/>
          </a:bodyPr>
          <a:lstStyle/>
          <a:p>
            <a:endParaRPr/>
          </a:p>
        </p:txBody>
      </p:sp>
      <p:sp>
        <p:nvSpPr>
          <p:cNvPr id="119" name="object 119"/>
          <p:cNvSpPr/>
          <p:nvPr/>
        </p:nvSpPr>
        <p:spPr>
          <a:xfrm>
            <a:off x="1216152" y="518060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120" name="object 120"/>
          <p:cNvSpPr/>
          <p:nvPr/>
        </p:nvSpPr>
        <p:spPr>
          <a:xfrm>
            <a:off x="4800600" y="472190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49"/>
                </a:lnTo>
                <a:lnTo>
                  <a:pt x="43287" y="95249"/>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121" name="object 121"/>
          <p:cNvSpPr/>
          <p:nvPr/>
        </p:nvSpPr>
        <p:spPr>
          <a:xfrm>
            <a:off x="4794504"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22" name="object 122"/>
          <p:cNvSpPr/>
          <p:nvPr/>
        </p:nvSpPr>
        <p:spPr>
          <a:xfrm>
            <a:off x="4876800" y="4814841"/>
            <a:ext cx="304800" cy="343275"/>
          </a:xfrm>
          <a:custGeom>
            <a:avLst/>
            <a:gdLst/>
            <a:ahLst/>
            <a:cxnLst/>
            <a:rect l="l" t="t" r="r" b="b"/>
            <a:pathLst>
              <a:path w="304800" h="348996">
                <a:moveTo>
                  <a:pt x="304800" y="761"/>
                </a:moveTo>
                <a:lnTo>
                  <a:pt x="0" y="761"/>
                </a:lnTo>
                <a:lnTo>
                  <a:pt x="0" y="348996"/>
                </a:lnTo>
                <a:lnTo>
                  <a:pt x="304800" y="348996"/>
                </a:lnTo>
                <a:lnTo>
                  <a:pt x="304800" y="761"/>
                </a:lnTo>
                <a:close/>
              </a:path>
            </a:pathLst>
          </a:custGeom>
          <a:solidFill>
            <a:srgbClr val="FFFFFF"/>
          </a:solidFill>
        </p:spPr>
        <p:txBody>
          <a:bodyPr wrap="square" lIns="0" tIns="0" rIns="0" bIns="0" rtlCol="0">
            <a:noAutofit/>
          </a:bodyPr>
          <a:lstStyle/>
          <a:p>
            <a:endParaRPr/>
          </a:p>
        </p:txBody>
      </p:sp>
      <p:sp>
        <p:nvSpPr>
          <p:cNvPr id="123" name="object 123"/>
          <p:cNvSpPr/>
          <p:nvPr/>
        </p:nvSpPr>
        <p:spPr>
          <a:xfrm>
            <a:off x="7618095" y="4814839"/>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124" name="object 124"/>
          <p:cNvSpPr/>
          <p:nvPr/>
        </p:nvSpPr>
        <p:spPr>
          <a:xfrm>
            <a:off x="6768083" y="5196714"/>
            <a:ext cx="2237994" cy="0"/>
          </a:xfrm>
          <a:custGeom>
            <a:avLst/>
            <a:gdLst/>
            <a:ahLst/>
            <a:cxnLst/>
            <a:rect l="l" t="t" r="r" b="b"/>
            <a:pathLst>
              <a:path w="2237994">
                <a:moveTo>
                  <a:pt x="2237994" y="0"/>
                </a:moveTo>
                <a:lnTo>
                  <a:pt x="0" y="0"/>
                </a:lnTo>
              </a:path>
            </a:pathLst>
          </a:custGeom>
          <a:ln w="14223">
            <a:solidFill>
              <a:srgbClr val="000000"/>
            </a:solidFill>
          </a:ln>
        </p:spPr>
        <p:txBody>
          <a:bodyPr wrap="square" lIns="0" tIns="0" rIns="0" bIns="0" rtlCol="0">
            <a:noAutofit/>
          </a:bodyPr>
          <a:lstStyle/>
          <a:p>
            <a:endParaRPr/>
          </a:p>
        </p:txBody>
      </p:sp>
      <p:sp>
        <p:nvSpPr>
          <p:cNvPr id="125" name="object 125"/>
          <p:cNvSpPr/>
          <p:nvPr/>
        </p:nvSpPr>
        <p:spPr>
          <a:xfrm>
            <a:off x="6768083" y="5596578"/>
            <a:ext cx="2237994" cy="0"/>
          </a:xfrm>
          <a:custGeom>
            <a:avLst/>
            <a:gdLst/>
            <a:ahLst/>
            <a:cxnLst/>
            <a:rect l="l" t="t" r="r" b="b"/>
            <a:pathLst>
              <a:path w="2237994">
                <a:moveTo>
                  <a:pt x="2237994" y="0"/>
                </a:moveTo>
                <a:lnTo>
                  <a:pt x="0" y="0"/>
                </a:lnTo>
              </a:path>
            </a:pathLst>
          </a:custGeom>
          <a:ln w="13462">
            <a:solidFill>
              <a:srgbClr val="000000"/>
            </a:solidFill>
          </a:ln>
        </p:spPr>
        <p:txBody>
          <a:bodyPr wrap="square" lIns="0" tIns="0" rIns="0" bIns="0" rtlCol="0">
            <a:noAutofit/>
          </a:bodyPr>
          <a:lstStyle/>
          <a:p>
            <a:endParaRPr/>
          </a:p>
        </p:txBody>
      </p:sp>
      <p:sp>
        <p:nvSpPr>
          <p:cNvPr id="126" name="object 126"/>
          <p:cNvSpPr/>
          <p:nvPr/>
        </p:nvSpPr>
        <p:spPr>
          <a:xfrm>
            <a:off x="67821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7" name="object 127"/>
          <p:cNvSpPr/>
          <p:nvPr/>
        </p:nvSpPr>
        <p:spPr>
          <a:xfrm>
            <a:off x="8991981" y="4814839"/>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128" name="object 128"/>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30" name="object 130"/>
          <p:cNvSpPr/>
          <p:nvPr/>
        </p:nvSpPr>
        <p:spPr>
          <a:xfrm>
            <a:off x="9906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131" name="object 131"/>
          <p:cNvSpPr/>
          <p:nvPr/>
        </p:nvSpPr>
        <p:spPr>
          <a:xfrm>
            <a:off x="9845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32" name="object 132"/>
          <p:cNvSpPr/>
          <p:nvPr/>
        </p:nvSpPr>
        <p:spPr>
          <a:xfrm>
            <a:off x="10668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4E80BD"/>
          </a:solidFill>
        </p:spPr>
        <p:txBody>
          <a:bodyPr wrap="square" lIns="0" tIns="0" rIns="0" bIns="0" rtlCol="0">
            <a:noAutofit/>
          </a:bodyPr>
          <a:lstStyle/>
          <a:p>
            <a:endParaRPr/>
          </a:p>
        </p:txBody>
      </p:sp>
      <p:sp>
        <p:nvSpPr>
          <p:cNvPr id="133" name="object 133"/>
          <p:cNvSpPr/>
          <p:nvPr/>
        </p:nvSpPr>
        <p:spPr>
          <a:xfrm>
            <a:off x="7618095" y="5777958"/>
            <a:ext cx="0" cy="232348"/>
          </a:xfrm>
          <a:custGeom>
            <a:avLst/>
            <a:gdLst/>
            <a:ahLst/>
            <a:cxnLst/>
            <a:rect l="l" t="t" r="r" b="b"/>
            <a:pathLst>
              <a:path h="236220">
                <a:moveTo>
                  <a:pt x="0" y="762"/>
                </a:moveTo>
                <a:lnTo>
                  <a:pt x="0" y="236220"/>
                </a:lnTo>
              </a:path>
            </a:pathLst>
          </a:custGeom>
          <a:ln w="14223">
            <a:solidFill>
              <a:srgbClr val="000000"/>
            </a:solidFill>
          </a:ln>
        </p:spPr>
        <p:txBody>
          <a:bodyPr wrap="square" lIns="0" tIns="0" rIns="0" bIns="0" rtlCol="0">
            <a:noAutofit/>
          </a:bodyPr>
          <a:lstStyle/>
          <a:p>
            <a:endParaRPr/>
          </a:p>
        </p:txBody>
      </p:sp>
      <p:sp>
        <p:nvSpPr>
          <p:cNvPr id="134" name="object 134"/>
          <p:cNvSpPr/>
          <p:nvPr/>
        </p:nvSpPr>
        <p:spPr>
          <a:xfrm>
            <a:off x="67821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5" name="object 135"/>
          <p:cNvSpPr/>
          <p:nvPr/>
        </p:nvSpPr>
        <p:spPr>
          <a:xfrm>
            <a:off x="8991981" y="5777958"/>
            <a:ext cx="0" cy="232348"/>
          </a:xfrm>
          <a:custGeom>
            <a:avLst/>
            <a:gdLst/>
            <a:ahLst/>
            <a:cxnLst/>
            <a:rect l="l" t="t" r="r" b="b"/>
            <a:pathLst>
              <a:path h="236220">
                <a:moveTo>
                  <a:pt x="0" y="762"/>
                </a:moveTo>
                <a:lnTo>
                  <a:pt x="0" y="236220"/>
                </a:lnTo>
              </a:path>
            </a:pathLst>
          </a:custGeom>
          <a:ln w="29464">
            <a:solidFill>
              <a:srgbClr val="000000"/>
            </a:solidFill>
          </a:ln>
        </p:spPr>
        <p:txBody>
          <a:bodyPr wrap="square" lIns="0" tIns="0" rIns="0" bIns="0" rtlCol="0">
            <a:noAutofit/>
          </a:bodyPr>
          <a:lstStyle/>
          <a:p>
            <a:endParaRPr/>
          </a:p>
        </p:txBody>
      </p:sp>
      <p:sp>
        <p:nvSpPr>
          <p:cNvPr id="136" name="object 136"/>
          <p:cNvSpPr/>
          <p:nvPr/>
        </p:nvSpPr>
        <p:spPr>
          <a:xfrm>
            <a:off x="6768083" y="5996440"/>
            <a:ext cx="2237994" cy="0"/>
          </a:xfrm>
          <a:custGeom>
            <a:avLst/>
            <a:gdLst/>
            <a:ahLst/>
            <a:cxnLst/>
            <a:rect l="l" t="t" r="r" b="b"/>
            <a:pathLst>
              <a:path w="2237994">
                <a:moveTo>
                  <a:pt x="2237994" y="0"/>
                </a:moveTo>
                <a:lnTo>
                  <a:pt x="0" y="0"/>
                </a:lnTo>
              </a:path>
            </a:pathLst>
          </a:custGeom>
          <a:ln w="29464">
            <a:solidFill>
              <a:srgbClr val="000000"/>
            </a:solidFill>
          </a:ln>
        </p:spPr>
        <p:txBody>
          <a:bodyPr wrap="square" lIns="0" tIns="0" rIns="0" bIns="0" rtlCol="0">
            <a:noAutofit/>
          </a:bodyPr>
          <a:lstStyle/>
          <a:p>
            <a:endParaRPr/>
          </a:p>
        </p:txBody>
      </p:sp>
      <p:sp>
        <p:nvSpPr>
          <p:cNvPr id="58" name="object 58"/>
          <p:cNvSpPr/>
          <p:nvPr/>
        </p:nvSpPr>
        <p:spPr>
          <a:xfrm>
            <a:off x="33467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41087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25847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1746504" y="4960995"/>
            <a:ext cx="185606" cy="443503"/>
          </a:xfrm>
          <a:custGeom>
            <a:avLst/>
            <a:gdLst/>
            <a:ahLst/>
            <a:cxnLst/>
            <a:rect l="l" t="t" r="r" b="b"/>
            <a:pathLst>
              <a:path w="185606" h="450895">
                <a:moveTo>
                  <a:pt x="69218" y="-147827"/>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7"/>
                </a:lnTo>
                <a:lnTo>
                  <a:pt x="69218" y="-147827"/>
                </a:lnTo>
                <a:close/>
              </a:path>
            </a:pathLst>
          </a:custGeom>
          <a:solidFill>
            <a:srgbClr val="000000"/>
          </a:solidFill>
        </p:spPr>
        <p:txBody>
          <a:bodyPr wrap="square" lIns="0" tIns="0" rIns="0" bIns="0" rtlCol="0">
            <a:noAutofit/>
          </a:bodyPr>
          <a:lstStyle/>
          <a:p>
            <a:endParaRPr/>
          </a:p>
        </p:txBody>
      </p:sp>
      <p:sp>
        <p:nvSpPr>
          <p:cNvPr id="54" name="object 54"/>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53" name="object 53"/>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2" name="object 52"/>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51" name="object 51"/>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50" name="object 50"/>
          <p:cNvSpPr txBox="1"/>
          <p:nvPr/>
        </p:nvSpPr>
        <p:spPr>
          <a:xfrm>
            <a:off x="39649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49" name="object 49"/>
          <p:cNvSpPr txBox="1"/>
          <p:nvPr/>
        </p:nvSpPr>
        <p:spPr>
          <a:xfrm>
            <a:off x="1907540" y="233721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48" name="object 48"/>
          <p:cNvSpPr txBox="1"/>
          <p:nvPr/>
        </p:nvSpPr>
        <p:spPr>
          <a:xfrm>
            <a:off x="48793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47" name="object 47"/>
          <p:cNvSpPr txBox="1"/>
          <p:nvPr/>
        </p:nvSpPr>
        <p:spPr>
          <a:xfrm>
            <a:off x="36601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46" name="object 46"/>
          <p:cNvSpPr txBox="1"/>
          <p:nvPr/>
        </p:nvSpPr>
        <p:spPr>
          <a:xfrm>
            <a:off x="62509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45" name="object 45"/>
          <p:cNvSpPr txBox="1"/>
          <p:nvPr/>
        </p:nvSpPr>
        <p:spPr>
          <a:xfrm>
            <a:off x="39649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44" name="object 44"/>
          <p:cNvSpPr txBox="1"/>
          <p:nvPr/>
        </p:nvSpPr>
        <p:spPr>
          <a:xfrm>
            <a:off x="58699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43" name="object 43"/>
          <p:cNvSpPr txBox="1"/>
          <p:nvPr/>
        </p:nvSpPr>
        <p:spPr>
          <a:xfrm>
            <a:off x="5359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42" name="object 42"/>
          <p:cNvSpPr txBox="1"/>
          <p:nvPr/>
        </p:nvSpPr>
        <p:spPr>
          <a:xfrm>
            <a:off x="13741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41" name="object 41"/>
          <p:cNvSpPr txBox="1"/>
          <p:nvPr/>
        </p:nvSpPr>
        <p:spPr>
          <a:xfrm>
            <a:off x="28981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40" name="object 40"/>
          <p:cNvSpPr txBox="1"/>
          <p:nvPr/>
        </p:nvSpPr>
        <p:spPr>
          <a:xfrm>
            <a:off x="4726941" y="3911190"/>
            <a:ext cx="547253" cy="610334"/>
          </a:xfrm>
          <a:prstGeom prst="rect">
            <a:avLst/>
          </a:prstGeom>
        </p:spPr>
        <p:txBody>
          <a:bodyPr wrap="square" lIns="0" tIns="0" rIns="0" bIns="0" rtlCol="0">
            <a:noAutofit/>
          </a:bodyPr>
          <a:lstStyle/>
          <a:p>
            <a:pPr marL="12707">
              <a:lnSpc>
                <a:spcPts val="1935"/>
              </a:lnSpc>
              <a:spcBef>
                <a:spcPts val="96"/>
              </a:spcBef>
            </a:pPr>
            <a:r>
              <a:rPr sz="2700" spc="0" baseline="3034" dirty="0">
                <a:latin typeface="Calibri"/>
                <a:cs typeface="Calibri"/>
              </a:rPr>
              <a:t>[417]</a:t>
            </a:r>
            <a:endParaRPr sz="1800">
              <a:latin typeface="Calibri"/>
              <a:cs typeface="Calibri"/>
            </a:endParaRPr>
          </a:p>
          <a:p>
            <a:pPr marL="12700" marR="34289">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39" name="object 39"/>
          <p:cNvSpPr txBox="1"/>
          <p:nvPr/>
        </p:nvSpPr>
        <p:spPr>
          <a:xfrm>
            <a:off x="19075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38" name="object 38"/>
          <p:cNvSpPr txBox="1"/>
          <p:nvPr/>
        </p:nvSpPr>
        <p:spPr>
          <a:xfrm>
            <a:off x="42697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37" name="object 37"/>
          <p:cNvSpPr txBox="1"/>
          <p:nvPr/>
        </p:nvSpPr>
        <p:spPr>
          <a:xfrm>
            <a:off x="25171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36" name="object 36"/>
          <p:cNvSpPr txBox="1"/>
          <p:nvPr/>
        </p:nvSpPr>
        <p:spPr>
          <a:xfrm>
            <a:off x="1145541" y="4871296"/>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[415]</a:t>
            </a:r>
            <a:endParaRPr sz="1800">
              <a:latin typeface="Calibri"/>
              <a:cs typeface="Calibri"/>
            </a:endParaRPr>
          </a:p>
        </p:txBody>
      </p:sp>
      <p:sp>
        <p:nvSpPr>
          <p:cNvPr id="35" name="object 35"/>
          <p:cNvSpPr txBox="1"/>
          <p:nvPr/>
        </p:nvSpPr>
        <p:spPr>
          <a:xfrm>
            <a:off x="4955540" y="4871304"/>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34" name="object 34"/>
          <p:cNvSpPr txBox="1"/>
          <p:nvPr/>
        </p:nvSpPr>
        <p:spPr>
          <a:xfrm>
            <a:off x="5336548" y="4871304"/>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33" name="object 33"/>
          <p:cNvSpPr txBox="1"/>
          <p:nvPr/>
        </p:nvSpPr>
        <p:spPr>
          <a:xfrm>
            <a:off x="1602740" y="5410200"/>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101</a:t>
            </a:r>
            <a:endParaRPr sz="1800">
              <a:latin typeface="Calibri"/>
              <a:cs typeface="Calibri"/>
            </a:endParaRPr>
          </a:p>
        </p:txBody>
      </p:sp>
      <p:sp>
        <p:nvSpPr>
          <p:cNvPr id="32" name="object 32"/>
          <p:cNvSpPr txBox="1"/>
          <p:nvPr/>
        </p:nvSpPr>
        <p:spPr>
          <a:xfrm>
            <a:off x="1526547" y="5770713"/>
            <a:ext cx="555276"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BF504C"/>
                </a:solidFill>
                <a:latin typeface="Calibri"/>
                <a:cs typeface="Calibri"/>
              </a:rPr>
              <a:t>[418]</a:t>
            </a:r>
            <a:endParaRPr sz="1800">
              <a:latin typeface="Calibri"/>
              <a:cs typeface="Calibri"/>
            </a:endParaRPr>
          </a:p>
        </p:txBody>
      </p:sp>
      <p:sp>
        <p:nvSpPr>
          <p:cNvPr id="31" name="object 31"/>
          <p:cNvSpPr txBox="1"/>
          <p:nvPr/>
        </p:nvSpPr>
        <p:spPr>
          <a:xfrm>
            <a:off x="383548" y="5784946"/>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30" name="object 30"/>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9" name="object 29"/>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8" name="object 28"/>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52</a:t>
            </a:r>
            <a:endParaRPr sz="1200">
              <a:latin typeface="Calibri"/>
              <a:cs typeface="Calibri"/>
            </a:endParaRPr>
          </a:p>
        </p:txBody>
      </p:sp>
      <p:sp>
        <p:nvSpPr>
          <p:cNvPr id="27" name="object 27"/>
          <p:cNvSpPr txBox="1"/>
          <p:nvPr/>
        </p:nvSpPr>
        <p:spPr>
          <a:xfrm>
            <a:off x="10668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6" name="object 26"/>
          <p:cNvSpPr txBox="1"/>
          <p:nvPr/>
        </p:nvSpPr>
        <p:spPr>
          <a:xfrm>
            <a:off x="1066800" y="5778708"/>
            <a:ext cx="304800" cy="278817"/>
          </a:xfrm>
          <a:prstGeom prst="rect">
            <a:avLst/>
          </a:prstGeom>
        </p:spPr>
        <p:txBody>
          <a:bodyPr wrap="square" lIns="0" tIns="0" rIns="0" bIns="0" rtlCol="0">
            <a:noAutofit/>
          </a:bodyPr>
          <a:lstStyle/>
          <a:p>
            <a:pPr marL="91440">
              <a:lnSpc>
                <a:spcPts val="1870"/>
              </a:lnSpc>
              <a:spcBef>
                <a:spcPts val="93"/>
              </a:spcBef>
            </a:pPr>
            <a:r>
              <a:rPr sz="2700" spc="0" baseline="3034" dirty="0">
                <a:latin typeface="Calibri"/>
                <a:cs typeface="Calibri"/>
              </a:rPr>
              <a:t>I</a:t>
            </a:r>
            <a:endParaRPr sz="1800">
              <a:latin typeface="Calibri"/>
              <a:cs typeface="Calibri"/>
            </a:endParaRPr>
          </a:p>
        </p:txBody>
      </p:sp>
      <p:sp>
        <p:nvSpPr>
          <p:cNvPr id="25" name="object 25"/>
          <p:cNvSpPr txBox="1"/>
          <p:nvPr/>
        </p:nvSpPr>
        <p:spPr>
          <a:xfrm>
            <a:off x="1828800" y="4813029"/>
            <a:ext cx="304800" cy="358577"/>
          </a:xfrm>
          <a:prstGeom prst="rect">
            <a:avLst/>
          </a:prstGeom>
        </p:spPr>
        <p:txBody>
          <a:bodyPr wrap="square" lIns="0" tIns="0" rIns="0" bIns="0" rtlCol="0">
            <a:noAutofit/>
          </a:bodyPr>
          <a:lstStyle/>
          <a:p>
            <a:pPr marL="91439">
              <a:lnSpc>
                <a:spcPct val="101725"/>
              </a:lnSpc>
              <a:spcBef>
                <a:spcPts val="315"/>
              </a:spcBef>
            </a:pPr>
            <a:r>
              <a:rPr sz="1800" spc="0" dirty="0">
                <a:latin typeface="Calibri"/>
                <a:cs typeface="Calibri"/>
              </a:rPr>
              <a:t>H</a:t>
            </a:r>
            <a:endParaRPr sz="1800">
              <a:latin typeface="Calibri"/>
              <a:cs typeface="Calibri"/>
            </a:endParaRPr>
          </a:p>
        </p:txBody>
      </p:sp>
      <p:sp>
        <p:nvSpPr>
          <p:cNvPr id="24" name="object 24"/>
          <p:cNvSpPr txBox="1"/>
          <p:nvPr/>
        </p:nvSpPr>
        <p:spPr>
          <a:xfrm>
            <a:off x="2667001" y="3911684"/>
            <a:ext cx="304799"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23" name="object 23"/>
          <p:cNvSpPr txBox="1"/>
          <p:nvPr/>
        </p:nvSpPr>
        <p:spPr>
          <a:xfrm>
            <a:off x="35052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2" name="object 22"/>
          <p:cNvSpPr txBox="1"/>
          <p:nvPr/>
        </p:nvSpPr>
        <p:spPr>
          <a:xfrm>
            <a:off x="34290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
        <p:nvSpPr>
          <p:cNvPr id="21" name="object 21"/>
          <p:cNvSpPr txBox="1"/>
          <p:nvPr/>
        </p:nvSpPr>
        <p:spPr>
          <a:xfrm>
            <a:off x="6782181" y="1769215"/>
            <a:ext cx="835914" cy="629586"/>
          </a:xfrm>
          <a:prstGeom prst="rect">
            <a:avLst/>
          </a:prstGeom>
        </p:spPr>
        <p:txBody>
          <a:bodyPr wrap="square" lIns="0" tIns="0" rIns="0" bIns="0" rtlCol="0">
            <a:noAutofit/>
          </a:bodyPr>
          <a:lstStyle/>
          <a:p>
            <a:pPr marL="113155">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618096" y="1769215"/>
            <a:ext cx="1373885" cy="629586"/>
          </a:xfrm>
          <a:prstGeom prst="rect">
            <a:avLst/>
          </a:prstGeom>
        </p:spPr>
        <p:txBody>
          <a:bodyPr wrap="square" lIns="0" tIns="0" rIns="0" bIns="0" rtlCol="0">
            <a:noAutofit/>
          </a:bodyPr>
          <a:lstStyle/>
          <a:p>
            <a:pPr marL="98050" marR="98736" algn="ctr">
              <a:lnSpc>
                <a:spcPct val="100585"/>
              </a:lnSpc>
              <a:spcBef>
                <a:spcPts val="345"/>
              </a:spcBef>
            </a:pPr>
            <a:r>
              <a:rPr sz="1800" b="1" spc="0" dirty="0">
                <a:latin typeface="Tahoma"/>
                <a:cs typeface="Tahoma"/>
              </a:rPr>
              <a:t>Heuristic:</a:t>
            </a:r>
            <a:endParaRPr sz="1800">
              <a:latin typeface="Tahoma"/>
              <a:cs typeface="Tahoma"/>
            </a:endParaRPr>
          </a:p>
          <a:p>
            <a:pPr marL="406407" marR="407885" algn="ctr">
              <a:lnSpc>
                <a:spcPts val="2160"/>
              </a:lnSpc>
              <a:spcBef>
                <a:spcPts val="108"/>
              </a:spcBef>
            </a:pPr>
            <a:r>
              <a:rPr sz="2700" b="1" spc="0" baseline="-1534" dirty="0">
                <a:latin typeface="Tahoma"/>
                <a:cs typeface="Tahoma"/>
              </a:rPr>
              <a:t>h(n)</a:t>
            </a:r>
            <a:endParaRPr sz="1800">
              <a:latin typeface="Tahoma"/>
              <a:cs typeface="Tahoma"/>
            </a:endParaRPr>
          </a:p>
        </p:txBody>
      </p:sp>
      <p:sp>
        <p:nvSpPr>
          <p:cNvPr id="19" name="object 19"/>
          <p:cNvSpPr txBox="1"/>
          <p:nvPr/>
        </p:nvSpPr>
        <p:spPr>
          <a:xfrm>
            <a:off x="6782181" y="2398800"/>
            <a:ext cx="835914" cy="399487"/>
          </a:xfrm>
          <a:prstGeom prst="rect">
            <a:avLst/>
          </a:prstGeom>
        </p:spPr>
        <p:txBody>
          <a:bodyPr wrap="square" lIns="0" tIns="0" rIns="0" bIns="0" rtlCol="0">
            <a:noAutofit/>
          </a:bodyPr>
          <a:lstStyle/>
          <a:p>
            <a:pPr marL="318777" marR="320286"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618096" y="2398800"/>
            <a:ext cx="1373885" cy="399487"/>
          </a:xfrm>
          <a:prstGeom prst="rect">
            <a:avLst/>
          </a:prstGeom>
        </p:spPr>
        <p:txBody>
          <a:bodyPr wrap="square" lIns="0" tIns="0" rIns="0" bIns="0" rtlCol="0">
            <a:noAutofit/>
          </a:bodyPr>
          <a:lstStyle/>
          <a:p>
            <a:pPr marL="468975" marR="470225"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6782181" y="2798288"/>
            <a:ext cx="835914" cy="399862"/>
          </a:xfrm>
          <a:prstGeom prst="rect">
            <a:avLst/>
          </a:prstGeom>
        </p:spPr>
        <p:txBody>
          <a:bodyPr wrap="square" lIns="0" tIns="0" rIns="0" bIns="0" rtlCol="0">
            <a:noAutofit/>
          </a:bodyPr>
          <a:lstStyle/>
          <a:p>
            <a:pPr marL="320294" marR="321284"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618096" y="2798288"/>
            <a:ext cx="1373885" cy="399862"/>
          </a:xfrm>
          <a:prstGeom prst="rect">
            <a:avLst/>
          </a:prstGeom>
        </p:spPr>
        <p:txBody>
          <a:bodyPr wrap="square" lIns="0" tIns="0" rIns="0" bIns="0" rtlCol="0">
            <a:noAutofit/>
          </a:bodyPr>
          <a:lstStyle/>
          <a:p>
            <a:pPr marL="468800" marR="470400"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6782181" y="3198151"/>
            <a:ext cx="835914" cy="399863"/>
          </a:xfrm>
          <a:prstGeom prst="rect">
            <a:avLst/>
          </a:prstGeom>
        </p:spPr>
        <p:txBody>
          <a:bodyPr wrap="square" lIns="0" tIns="0" rIns="0" bIns="0" rtlCol="0">
            <a:noAutofit/>
          </a:bodyPr>
          <a:lstStyle/>
          <a:p>
            <a:pPr marL="318762" marR="320073"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618096" y="3198151"/>
            <a:ext cx="1373885" cy="399863"/>
          </a:xfrm>
          <a:prstGeom prst="rect">
            <a:avLst/>
          </a:prstGeom>
        </p:spPr>
        <p:txBody>
          <a:bodyPr wrap="square" lIns="0" tIns="0" rIns="0" bIns="0" rtlCol="0">
            <a:noAutofit/>
          </a:bodyPr>
          <a:lstStyle/>
          <a:p>
            <a:pPr marL="468960" marR="470240"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6782181" y="3598013"/>
            <a:ext cx="835914" cy="399488"/>
          </a:xfrm>
          <a:prstGeom prst="rect">
            <a:avLst/>
          </a:prstGeom>
        </p:spPr>
        <p:txBody>
          <a:bodyPr wrap="square" lIns="0" tIns="0" rIns="0" bIns="0" rtlCol="0">
            <a:noAutofit/>
          </a:bodyPr>
          <a:lstStyle/>
          <a:p>
            <a:pPr marL="310386" marR="310846"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618096" y="3598013"/>
            <a:ext cx="1373885" cy="399488"/>
          </a:xfrm>
          <a:prstGeom prst="rect">
            <a:avLst/>
          </a:prstGeom>
        </p:spPr>
        <p:txBody>
          <a:bodyPr wrap="square" lIns="0" tIns="0" rIns="0" bIns="0" rtlCol="0">
            <a:noAutofit/>
          </a:bodyPr>
          <a:lstStyle/>
          <a:p>
            <a:pPr marL="468883" marR="470316"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6782181" y="3997501"/>
            <a:ext cx="835914" cy="399862"/>
          </a:xfrm>
          <a:prstGeom prst="rect">
            <a:avLst/>
          </a:prstGeom>
        </p:spPr>
        <p:txBody>
          <a:bodyPr wrap="square" lIns="0" tIns="0" rIns="0" bIns="0" rtlCol="0">
            <a:noAutofit/>
          </a:bodyPr>
          <a:lstStyle/>
          <a:p>
            <a:pPr marL="323342" marR="324637"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618096" y="3997501"/>
            <a:ext cx="1373885" cy="399862"/>
          </a:xfrm>
          <a:prstGeom prst="rect">
            <a:avLst/>
          </a:prstGeom>
        </p:spPr>
        <p:txBody>
          <a:bodyPr wrap="square" lIns="0" tIns="0" rIns="0" bIns="0" rtlCol="0">
            <a:noAutofit/>
          </a:bodyPr>
          <a:lstStyle/>
          <a:p>
            <a:pPr marL="468876" marR="470324"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6782181" y="4397364"/>
            <a:ext cx="835914" cy="399863"/>
          </a:xfrm>
          <a:prstGeom prst="rect">
            <a:avLst/>
          </a:prstGeom>
        </p:spPr>
        <p:txBody>
          <a:bodyPr wrap="square" lIns="0" tIns="0" rIns="0" bIns="0" rtlCol="0">
            <a:noAutofit/>
          </a:bodyPr>
          <a:lstStyle/>
          <a:p>
            <a:pPr marL="327914" marR="329209"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618096" y="4397364"/>
            <a:ext cx="1373885" cy="399863"/>
          </a:xfrm>
          <a:prstGeom prst="rect">
            <a:avLst/>
          </a:prstGeom>
        </p:spPr>
        <p:txBody>
          <a:bodyPr wrap="square" lIns="0" tIns="0" rIns="0" bIns="0" rtlCol="0">
            <a:noAutofit/>
          </a:bodyPr>
          <a:lstStyle/>
          <a:p>
            <a:pPr marL="468784" marR="470415"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6782181" y="4797226"/>
            <a:ext cx="835914" cy="399488"/>
          </a:xfrm>
          <a:prstGeom prst="rect">
            <a:avLst/>
          </a:prstGeom>
        </p:spPr>
        <p:txBody>
          <a:bodyPr wrap="square" lIns="0" tIns="0" rIns="0" bIns="0" rtlCol="0">
            <a:noAutofit/>
          </a:bodyPr>
          <a:lstStyle/>
          <a:p>
            <a:pPr marL="311150" marR="312597"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618096" y="4797226"/>
            <a:ext cx="1373885" cy="399488"/>
          </a:xfrm>
          <a:prstGeom prst="rect">
            <a:avLst/>
          </a:prstGeom>
        </p:spPr>
        <p:txBody>
          <a:bodyPr wrap="square" lIns="0" tIns="0" rIns="0" bIns="0" rtlCol="0">
            <a:noAutofit/>
          </a:bodyPr>
          <a:lstStyle/>
          <a:p>
            <a:pPr marL="468777" marR="470423"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6782181" y="5196714"/>
            <a:ext cx="835914" cy="399863"/>
          </a:xfrm>
          <a:prstGeom prst="rect">
            <a:avLst/>
          </a:prstGeom>
        </p:spPr>
        <p:txBody>
          <a:bodyPr wrap="square" lIns="0" tIns="0" rIns="0" bIns="0" rtlCol="0">
            <a:noAutofit/>
          </a:bodyPr>
          <a:lstStyle/>
          <a:p>
            <a:pPr marL="310395" marR="311523" algn="ctr">
              <a:lnSpc>
                <a:spcPct val="100585"/>
              </a:lnSpc>
              <a:spcBef>
                <a:spcPts val="345"/>
              </a:spcBef>
            </a:pPr>
            <a:r>
              <a:rPr sz="1800" spc="0" dirty="0">
                <a:latin typeface="Tahoma"/>
                <a:cs typeface="Tahoma"/>
              </a:rPr>
              <a:t>H</a:t>
            </a:r>
            <a:endParaRPr sz="1800">
              <a:latin typeface="Tahoma"/>
              <a:cs typeface="Tahoma"/>
            </a:endParaRPr>
          </a:p>
        </p:txBody>
      </p:sp>
      <p:sp>
        <p:nvSpPr>
          <p:cNvPr id="4" name="object 4"/>
          <p:cNvSpPr txBox="1"/>
          <p:nvPr/>
        </p:nvSpPr>
        <p:spPr>
          <a:xfrm>
            <a:off x="7618096" y="5196714"/>
            <a:ext cx="1373885" cy="399863"/>
          </a:xfrm>
          <a:prstGeom prst="rect">
            <a:avLst/>
          </a:prstGeom>
        </p:spPr>
        <p:txBody>
          <a:bodyPr wrap="square" lIns="0" tIns="0" rIns="0" bIns="0" rtlCol="0">
            <a:noAutofit/>
          </a:bodyPr>
          <a:lstStyle/>
          <a:p>
            <a:pPr marL="531299" marR="533082" algn="ctr">
              <a:lnSpc>
                <a:spcPct val="100585"/>
              </a:lnSpc>
              <a:spcBef>
                <a:spcPts val="345"/>
              </a:spcBef>
            </a:pPr>
            <a:r>
              <a:rPr sz="1800" spc="0" dirty="0">
                <a:latin typeface="Tahoma"/>
                <a:cs typeface="Tahoma"/>
              </a:rPr>
              <a:t>98</a:t>
            </a:r>
            <a:endParaRPr sz="1800">
              <a:latin typeface="Tahoma"/>
              <a:cs typeface="Tahoma"/>
            </a:endParaRPr>
          </a:p>
        </p:txBody>
      </p:sp>
      <p:sp>
        <p:nvSpPr>
          <p:cNvPr id="3" name="object 3"/>
          <p:cNvSpPr txBox="1"/>
          <p:nvPr/>
        </p:nvSpPr>
        <p:spPr>
          <a:xfrm>
            <a:off x="6782181" y="5596578"/>
            <a:ext cx="835914" cy="399862"/>
          </a:xfrm>
          <a:prstGeom prst="rect">
            <a:avLst/>
          </a:prstGeom>
        </p:spPr>
        <p:txBody>
          <a:bodyPr wrap="square" lIns="0" tIns="0" rIns="0" bIns="0" rtlCol="0">
            <a:noAutofit/>
          </a:bodyPr>
          <a:lstStyle/>
          <a:p>
            <a:pPr marL="344677" marR="346278"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618096" y="5596578"/>
            <a:ext cx="1373885" cy="399862"/>
          </a:xfrm>
          <a:prstGeom prst="rect">
            <a:avLst/>
          </a:prstGeom>
        </p:spPr>
        <p:txBody>
          <a:bodyPr wrap="square" lIns="0" tIns="0" rIns="0" bIns="0" rtlCol="0">
            <a:noAutofit/>
          </a:bodyPr>
          <a:lstStyle/>
          <a:p>
            <a:pPr marL="593851" marR="595528"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6" name="object 16"/>
          <p:cNvSpPr txBox="1"/>
          <p:nvPr/>
        </p:nvSpPr>
        <p:spPr>
          <a:xfrm>
            <a:off x="916940" y="2733519"/>
            <a:ext cx="7541260" cy="524905"/>
          </a:xfrm>
          <a:prstGeom prst="rect">
            <a:avLst/>
          </a:prstGeom>
        </p:spPr>
        <p:txBody>
          <a:bodyPr wrap="square" lIns="0" tIns="0" rIns="0" bIns="0" rtlCol="0">
            <a:noAutofit/>
          </a:bodyPr>
          <a:lstStyle/>
          <a:p>
            <a:pPr marL="12700">
              <a:lnSpc>
                <a:spcPts val="4175"/>
              </a:lnSpc>
              <a:spcBef>
                <a:spcPts val="208"/>
              </a:spcBef>
            </a:pPr>
            <a:r>
              <a:rPr sz="6000" b="1" spc="0" baseline="3413" dirty="0">
                <a:solidFill>
                  <a:srgbClr val="1F487B"/>
                </a:solidFill>
                <a:latin typeface="Calibri"/>
                <a:cs typeface="Calibri"/>
              </a:rPr>
              <a:t>A*</a:t>
            </a:r>
            <a:r>
              <a:rPr sz="6000" b="1" spc="-14" baseline="3413" dirty="0">
                <a:solidFill>
                  <a:srgbClr val="1F487B"/>
                </a:solidFill>
                <a:latin typeface="Calibri"/>
                <a:cs typeface="Calibri"/>
              </a:rPr>
              <a:t> </a:t>
            </a:r>
            <a:r>
              <a:rPr sz="6000" b="1" spc="0" baseline="3413" dirty="0">
                <a:solidFill>
                  <a:srgbClr val="1F487B"/>
                </a:solidFill>
                <a:latin typeface="Calibri"/>
                <a:cs typeface="Calibri"/>
              </a:rPr>
              <a:t>with f() not</a:t>
            </a:r>
            <a:r>
              <a:rPr sz="6000" b="1" spc="-9" baseline="3413" dirty="0">
                <a:solidFill>
                  <a:srgbClr val="1F487B"/>
                </a:solidFill>
                <a:latin typeface="Calibri"/>
                <a:cs typeface="Calibri"/>
              </a:rPr>
              <a:t> </a:t>
            </a:r>
            <a:r>
              <a:rPr sz="6000" b="1" spc="0" baseline="3413" dirty="0">
                <a:solidFill>
                  <a:srgbClr val="1F487B"/>
                </a:solidFill>
                <a:latin typeface="Calibri"/>
                <a:cs typeface="Calibri"/>
              </a:rPr>
              <a:t>A</a:t>
            </a:r>
            <a:r>
              <a:rPr lang="en-US" sz="6000" b="1" spc="0" baseline="3413" dirty="0">
                <a:solidFill>
                  <a:srgbClr val="1F487B"/>
                </a:solidFill>
                <a:latin typeface="Calibri"/>
                <a:cs typeface="Calibri"/>
              </a:rPr>
              <a:t>dmissible</a:t>
            </a:r>
            <a:endParaRPr sz="4000" dirty="0">
              <a:latin typeface="Calibri"/>
              <a:cs typeface="Calibri"/>
            </a:endParaRPr>
          </a:p>
        </p:txBody>
      </p:sp>
      <p:sp>
        <p:nvSpPr>
          <p:cNvPr id="13" name="object 13"/>
          <p:cNvSpPr txBox="1"/>
          <p:nvPr/>
        </p:nvSpPr>
        <p:spPr>
          <a:xfrm>
            <a:off x="993140" y="3770088"/>
            <a:ext cx="481546"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h()</a:t>
            </a:r>
            <a:endParaRPr sz="2800">
              <a:latin typeface="Calibri"/>
              <a:cs typeface="Calibri"/>
            </a:endParaRPr>
          </a:p>
        </p:txBody>
      </p:sp>
      <p:sp>
        <p:nvSpPr>
          <p:cNvPr id="12" name="object 12"/>
          <p:cNvSpPr txBox="1"/>
          <p:nvPr/>
        </p:nvSpPr>
        <p:spPr>
          <a:xfrm>
            <a:off x="1476233" y="3770088"/>
            <a:ext cx="2134604"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overe</a:t>
            </a:r>
            <a:r>
              <a:rPr sz="4200" spc="4" baseline="2925" dirty="0">
                <a:latin typeface="Calibri"/>
                <a:cs typeface="Calibri"/>
              </a:rPr>
              <a:t>s</a:t>
            </a:r>
            <a:r>
              <a:rPr sz="4200" spc="-4" baseline="2925" dirty="0">
                <a:latin typeface="Calibri"/>
                <a:cs typeface="Calibri"/>
              </a:rPr>
              <a:t>t</a:t>
            </a:r>
            <a:r>
              <a:rPr sz="4200" spc="0" baseline="2925" dirty="0">
                <a:latin typeface="Calibri"/>
                <a:cs typeface="Calibri"/>
              </a:rPr>
              <a:t>ima</a:t>
            </a:r>
            <a:r>
              <a:rPr sz="4200" spc="-4" baseline="2925" dirty="0">
                <a:latin typeface="Calibri"/>
                <a:cs typeface="Calibri"/>
              </a:rPr>
              <a:t>t</a:t>
            </a:r>
            <a:r>
              <a:rPr sz="4200" spc="0" baseline="2925" dirty="0">
                <a:latin typeface="Calibri"/>
                <a:cs typeface="Calibri"/>
              </a:rPr>
              <a:t>es</a:t>
            </a:r>
            <a:endParaRPr sz="2800">
              <a:latin typeface="Calibri"/>
              <a:cs typeface="Calibri"/>
            </a:endParaRPr>
          </a:p>
        </p:txBody>
      </p:sp>
      <p:sp>
        <p:nvSpPr>
          <p:cNvPr id="11" name="object 11"/>
          <p:cNvSpPr txBox="1"/>
          <p:nvPr/>
        </p:nvSpPr>
        <p:spPr>
          <a:xfrm>
            <a:off x="3609848" y="3770089"/>
            <a:ext cx="561398" cy="375003"/>
          </a:xfrm>
          <a:prstGeom prst="rect">
            <a:avLst/>
          </a:prstGeom>
        </p:spPr>
        <p:txBody>
          <a:bodyPr wrap="square" lIns="0" tIns="0" rIns="0" bIns="0" rtlCol="0">
            <a:noAutofit/>
          </a:bodyPr>
          <a:lstStyle/>
          <a:p>
            <a:pPr marL="12700">
              <a:lnSpc>
                <a:spcPts val="2955"/>
              </a:lnSpc>
              <a:spcBef>
                <a:spcPts val="147"/>
              </a:spcBef>
            </a:pPr>
            <a:r>
              <a:rPr sz="4200" spc="-4" baseline="2925" dirty="0">
                <a:latin typeface="Calibri"/>
                <a:cs typeface="Calibri"/>
              </a:rPr>
              <a:t>t</a:t>
            </a:r>
            <a:r>
              <a:rPr sz="4200" spc="0" baseline="2925" dirty="0">
                <a:latin typeface="Calibri"/>
                <a:cs typeface="Calibri"/>
              </a:rPr>
              <a:t>he</a:t>
            </a:r>
            <a:endParaRPr sz="2800">
              <a:latin typeface="Calibri"/>
              <a:cs typeface="Calibri"/>
            </a:endParaRPr>
          </a:p>
        </p:txBody>
      </p:sp>
      <p:sp>
        <p:nvSpPr>
          <p:cNvPr id="10" name="object 10"/>
          <p:cNvSpPr txBox="1"/>
          <p:nvPr/>
        </p:nvSpPr>
        <p:spPr>
          <a:xfrm>
            <a:off x="4173831" y="3770088"/>
            <a:ext cx="674884"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cost</a:t>
            </a:r>
            <a:endParaRPr sz="2800">
              <a:latin typeface="Calibri"/>
              <a:cs typeface="Calibri"/>
            </a:endParaRPr>
          </a:p>
        </p:txBody>
      </p:sp>
      <p:sp>
        <p:nvSpPr>
          <p:cNvPr id="9" name="object 9"/>
          <p:cNvSpPr txBox="1"/>
          <p:nvPr/>
        </p:nvSpPr>
        <p:spPr>
          <a:xfrm>
            <a:off x="4851909" y="3770089"/>
            <a:ext cx="385307" cy="375003"/>
          </a:xfrm>
          <a:prstGeom prst="rect">
            <a:avLst/>
          </a:prstGeom>
        </p:spPr>
        <p:txBody>
          <a:bodyPr wrap="square" lIns="0" tIns="0" rIns="0" bIns="0" rtlCol="0">
            <a:noAutofit/>
          </a:bodyPr>
          <a:lstStyle/>
          <a:p>
            <a:pPr marL="12700">
              <a:lnSpc>
                <a:spcPts val="2955"/>
              </a:lnSpc>
              <a:spcBef>
                <a:spcPts val="147"/>
              </a:spcBef>
            </a:pPr>
            <a:r>
              <a:rPr sz="4200" spc="-4" baseline="2925" dirty="0">
                <a:latin typeface="Calibri"/>
                <a:cs typeface="Calibri"/>
              </a:rPr>
              <a:t>t</a:t>
            </a:r>
            <a:r>
              <a:rPr sz="4200" spc="0" baseline="2925" dirty="0">
                <a:latin typeface="Calibri"/>
                <a:cs typeface="Calibri"/>
              </a:rPr>
              <a:t>o</a:t>
            </a:r>
            <a:endParaRPr sz="2800">
              <a:latin typeface="Calibri"/>
              <a:cs typeface="Calibri"/>
            </a:endParaRPr>
          </a:p>
        </p:txBody>
      </p:sp>
      <p:sp>
        <p:nvSpPr>
          <p:cNvPr id="8" name="object 8"/>
          <p:cNvSpPr txBox="1"/>
          <p:nvPr/>
        </p:nvSpPr>
        <p:spPr>
          <a:xfrm>
            <a:off x="5239058" y="3770088"/>
            <a:ext cx="887478"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reach</a:t>
            </a:r>
            <a:endParaRPr sz="2800">
              <a:latin typeface="Calibri"/>
              <a:cs typeface="Calibri"/>
            </a:endParaRPr>
          </a:p>
        </p:txBody>
      </p:sp>
      <p:sp>
        <p:nvSpPr>
          <p:cNvPr id="7" name="object 7"/>
          <p:cNvSpPr txBox="1"/>
          <p:nvPr/>
        </p:nvSpPr>
        <p:spPr>
          <a:xfrm>
            <a:off x="6128258" y="3770089"/>
            <a:ext cx="561398" cy="375003"/>
          </a:xfrm>
          <a:prstGeom prst="rect">
            <a:avLst/>
          </a:prstGeom>
        </p:spPr>
        <p:txBody>
          <a:bodyPr wrap="square" lIns="0" tIns="0" rIns="0" bIns="0" rtlCol="0">
            <a:noAutofit/>
          </a:bodyPr>
          <a:lstStyle/>
          <a:p>
            <a:pPr marL="12700">
              <a:lnSpc>
                <a:spcPts val="2955"/>
              </a:lnSpc>
              <a:spcBef>
                <a:spcPts val="147"/>
              </a:spcBef>
            </a:pPr>
            <a:r>
              <a:rPr sz="4200" spc="-4" baseline="2925" dirty="0">
                <a:latin typeface="Calibri"/>
                <a:cs typeface="Calibri"/>
              </a:rPr>
              <a:t>t</a:t>
            </a:r>
            <a:r>
              <a:rPr sz="4200" spc="0" baseline="2925" dirty="0">
                <a:latin typeface="Calibri"/>
                <a:cs typeface="Calibri"/>
              </a:rPr>
              <a:t>he</a:t>
            </a:r>
            <a:endParaRPr sz="2800">
              <a:latin typeface="Calibri"/>
              <a:cs typeface="Calibri"/>
            </a:endParaRPr>
          </a:p>
        </p:txBody>
      </p:sp>
      <p:sp>
        <p:nvSpPr>
          <p:cNvPr id="6" name="object 6"/>
          <p:cNvSpPr txBox="1"/>
          <p:nvPr/>
        </p:nvSpPr>
        <p:spPr>
          <a:xfrm>
            <a:off x="6691601" y="3770088"/>
            <a:ext cx="685999" cy="375004"/>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goal</a:t>
            </a:r>
            <a:endParaRPr sz="2800" dirty="0">
              <a:latin typeface="Calibri"/>
              <a:cs typeface="Calibri"/>
            </a:endParaRPr>
          </a:p>
        </p:txBody>
      </p:sp>
      <p:sp>
        <p:nvSpPr>
          <p:cNvPr id="5" name="object 5"/>
          <p:cNvSpPr txBox="1"/>
          <p:nvPr/>
        </p:nvSpPr>
        <p:spPr>
          <a:xfrm>
            <a:off x="7377158" y="3770089"/>
            <a:ext cx="803733" cy="375003"/>
          </a:xfrm>
          <a:prstGeom prst="rect">
            <a:avLst/>
          </a:prstGeom>
        </p:spPr>
        <p:txBody>
          <a:bodyPr wrap="square" lIns="0" tIns="0" rIns="0" bIns="0" rtlCol="0">
            <a:noAutofit/>
          </a:bodyPr>
          <a:lstStyle/>
          <a:p>
            <a:pPr marL="12700">
              <a:lnSpc>
                <a:spcPts val="2955"/>
              </a:lnSpc>
              <a:spcBef>
                <a:spcPts val="147"/>
              </a:spcBef>
            </a:pPr>
            <a:r>
              <a:rPr sz="4200" spc="0" baseline="2925" dirty="0">
                <a:latin typeface="Calibri"/>
                <a:cs typeface="Calibri"/>
              </a:rPr>
              <a:t>s</a:t>
            </a:r>
            <a:r>
              <a:rPr sz="4200" spc="-4" baseline="2925" dirty="0">
                <a:latin typeface="Calibri"/>
                <a:cs typeface="Calibri"/>
              </a:rPr>
              <a:t>t</a:t>
            </a:r>
            <a:r>
              <a:rPr sz="4200" spc="0" baseline="2925" dirty="0">
                <a:latin typeface="Calibri"/>
                <a:cs typeface="Calibri"/>
              </a:rPr>
              <a:t>a</a:t>
            </a:r>
            <a:r>
              <a:rPr sz="4200" spc="-4" baseline="2925" dirty="0">
                <a:latin typeface="Calibri"/>
                <a:cs typeface="Calibri"/>
              </a:rPr>
              <a:t>t</a:t>
            </a:r>
            <a:r>
              <a:rPr sz="4200" spc="0" baseline="2925" dirty="0">
                <a:latin typeface="Calibri"/>
                <a:cs typeface="Calibri"/>
              </a:rPr>
              <a:t>e</a:t>
            </a:r>
            <a:endParaRPr sz="2800" dirty="0">
              <a:latin typeface="Calibri"/>
              <a:cs typeface="Calibri"/>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53</a:t>
            </a:r>
            <a:endParaRPr sz="1200">
              <a:latin typeface="Calibri"/>
              <a:cs typeface="Calibri"/>
            </a:endParaRPr>
          </a:p>
        </p:txBody>
      </p:sp>
      <p:sp>
        <p:nvSpPr>
          <p:cNvPr id="20" name="Rectangle 19"/>
          <p:cNvSpPr/>
          <p:nvPr/>
        </p:nvSpPr>
        <p:spPr>
          <a:xfrm>
            <a:off x="2057400" y="4343400"/>
            <a:ext cx="4572000" cy="1477328"/>
          </a:xfrm>
          <a:prstGeom prst="rect">
            <a:avLst/>
          </a:prstGeom>
        </p:spPr>
        <p:txBody>
          <a:bodyPr>
            <a:spAutoFit/>
          </a:bodyPr>
          <a:lstStyle/>
          <a:p>
            <a:r>
              <a:rPr lang="en-US" dirty="0"/>
              <a:t> a </a:t>
            </a:r>
            <a:r>
              <a:rPr lang="en-US" dirty="0">
                <a:hlinkClick r:id="rId3" tooltip="Heuristic function"/>
              </a:rPr>
              <a:t>heuristic function</a:t>
            </a:r>
            <a:r>
              <a:rPr lang="en-US" dirty="0"/>
              <a:t> is said to be </a:t>
            </a:r>
            <a:r>
              <a:rPr lang="en-US" b="1" dirty="0"/>
              <a:t>admissible</a:t>
            </a:r>
            <a:r>
              <a:rPr lang="en-US" dirty="0"/>
              <a:t> if it never overestimates the cost of reaching the goal, i.e. the cost it estimates to reach the goal is not higher than the lowest possible cost from the current point in the path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bject 112"/>
          <p:cNvSpPr txBox="1"/>
          <p:nvPr/>
        </p:nvSpPr>
        <p:spPr>
          <a:xfrm>
            <a:off x="0" y="2860122"/>
            <a:ext cx="9144000" cy="992349"/>
          </a:xfrm>
          <a:prstGeom prst="rect">
            <a:avLst/>
          </a:prstGeom>
        </p:spPr>
        <p:txBody>
          <a:bodyPr wrap="square" lIns="0" tIns="0" rIns="0" bIns="0" rtlCol="0">
            <a:noAutofit/>
          </a:bodyPr>
          <a:lstStyle/>
          <a:p>
            <a:pPr marL="2148840">
              <a:lnSpc>
                <a:spcPts val="1835"/>
              </a:lnSpc>
              <a:spcBef>
                <a:spcPts val="91"/>
              </a:spcBef>
            </a:pPr>
            <a:r>
              <a:rPr sz="2700" spc="0" baseline="3034" dirty="0">
                <a:latin typeface="Calibri"/>
                <a:cs typeface="Calibri"/>
              </a:rPr>
              <a:t>E</a:t>
            </a:r>
            <a:endParaRPr sz="1800">
              <a:latin typeface="Calibri"/>
              <a:cs typeface="Calibri"/>
            </a:endParaRPr>
          </a:p>
        </p:txBody>
      </p:sp>
      <p:sp>
        <p:nvSpPr>
          <p:cNvPr id="111" name="object 111"/>
          <p:cNvSpPr txBox="1"/>
          <p:nvPr/>
        </p:nvSpPr>
        <p:spPr>
          <a:xfrm>
            <a:off x="0" y="3754537"/>
            <a:ext cx="9144000" cy="1061052"/>
          </a:xfrm>
          <a:prstGeom prst="rect">
            <a:avLst/>
          </a:prstGeom>
        </p:spPr>
        <p:txBody>
          <a:bodyPr wrap="square" lIns="0" tIns="0" rIns="0" bIns="0" rtlCol="0">
            <a:noAutofit/>
          </a:bodyPr>
          <a:lstStyle/>
          <a:p>
            <a:pPr marL="2834639">
              <a:lnSpc>
                <a:spcPts val="1875"/>
              </a:lnSpc>
              <a:spcBef>
                <a:spcPts val="93"/>
              </a:spcBef>
            </a:pPr>
            <a:r>
              <a:rPr sz="2700" spc="0" baseline="3034" dirty="0">
                <a:latin typeface="Calibri"/>
                <a:cs typeface="Calibri"/>
              </a:rPr>
              <a:t>F                                                          </a:t>
            </a:r>
            <a:r>
              <a:rPr sz="2700" spc="84" baseline="3034" dirty="0">
                <a:latin typeface="Calibri"/>
                <a:cs typeface="Calibri"/>
              </a:rPr>
              <a:t> </a:t>
            </a:r>
            <a:r>
              <a:rPr sz="1800" spc="0" dirty="0">
                <a:latin typeface="Tahoma"/>
                <a:cs typeface="Tahoma"/>
              </a:rPr>
              <a:t>F</a:t>
            </a:r>
            <a:endParaRPr sz="1800">
              <a:latin typeface="Tahoma"/>
              <a:cs typeface="Tahoma"/>
            </a:endParaRPr>
          </a:p>
        </p:txBody>
      </p:sp>
      <p:sp>
        <p:nvSpPr>
          <p:cNvPr id="110" name="object 110"/>
          <p:cNvSpPr txBox="1"/>
          <p:nvPr/>
        </p:nvSpPr>
        <p:spPr>
          <a:xfrm>
            <a:off x="0" y="4733894"/>
            <a:ext cx="9144000" cy="1044814"/>
          </a:xfrm>
          <a:prstGeom prst="rect">
            <a:avLst/>
          </a:prstGeom>
        </p:spPr>
        <p:txBody>
          <a:bodyPr wrap="square" lIns="0" tIns="0" rIns="0" bIns="0" rtlCol="0">
            <a:noAutofit/>
          </a:bodyPr>
          <a:lstStyle/>
          <a:p>
            <a:pPr marL="2529840">
              <a:lnSpc>
                <a:spcPts val="1835"/>
              </a:lnSpc>
              <a:spcBef>
                <a:spcPts val="91"/>
              </a:spcBef>
            </a:pPr>
            <a:r>
              <a:rPr sz="2700" b="1" spc="0" baseline="3034" dirty="0">
                <a:solidFill>
                  <a:srgbClr val="0000FF"/>
                </a:solidFill>
                <a:latin typeface="Calibri"/>
                <a:cs typeface="Calibri"/>
              </a:rPr>
              <a:t>211</a:t>
            </a:r>
            <a:endParaRPr sz="1800">
              <a:latin typeface="Calibri"/>
              <a:cs typeface="Calibri"/>
            </a:endParaRPr>
          </a:p>
        </p:txBody>
      </p:sp>
      <p:sp>
        <p:nvSpPr>
          <p:cNvPr id="108" name="object 10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7" name="object 47"/>
          <p:cNvSpPr/>
          <p:nvPr/>
        </p:nvSpPr>
        <p:spPr>
          <a:xfrm>
            <a:off x="7010781" y="1260672"/>
            <a:ext cx="0" cy="665563"/>
          </a:xfrm>
          <a:custGeom>
            <a:avLst/>
            <a:gdLst/>
            <a:ahLst/>
            <a:cxnLst/>
            <a:rect l="l" t="t" r="r" b="b"/>
            <a:pathLst>
              <a:path h="676656">
                <a:moveTo>
                  <a:pt x="0" y="0"/>
                </a:moveTo>
                <a:lnTo>
                  <a:pt x="0" y="676655"/>
                </a:lnTo>
              </a:path>
            </a:pathLst>
          </a:custGeom>
          <a:ln w="14223">
            <a:solidFill>
              <a:srgbClr val="000000"/>
            </a:solidFill>
          </a:ln>
        </p:spPr>
        <p:txBody>
          <a:bodyPr wrap="square" lIns="0" tIns="0" rIns="0" bIns="0" rtlCol="0">
            <a:noAutofit/>
          </a:bodyPr>
          <a:lstStyle/>
          <a:p>
            <a:endParaRPr/>
          </a:p>
        </p:txBody>
      </p:sp>
      <p:sp>
        <p:nvSpPr>
          <p:cNvPr id="48" name="object 48"/>
          <p:cNvSpPr/>
          <p:nvPr/>
        </p:nvSpPr>
        <p:spPr>
          <a:xfrm>
            <a:off x="5091684" y="1674026"/>
            <a:ext cx="3838194" cy="0"/>
          </a:xfrm>
          <a:custGeom>
            <a:avLst/>
            <a:gdLst/>
            <a:ahLst/>
            <a:cxnLst/>
            <a:rect l="l" t="t" r="r" b="b"/>
            <a:pathLst>
              <a:path w="3838194">
                <a:moveTo>
                  <a:pt x="3838194" y="0"/>
                </a:moveTo>
                <a:lnTo>
                  <a:pt x="0" y="0"/>
                </a:lnTo>
              </a:path>
            </a:pathLst>
          </a:custGeom>
          <a:ln w="14224">
            <a:solidFill>
              <a:srgbClr val="000000"/>
            </a:solidFill>
          </a:ln>
        </p:spPr>
        <p:txBody>
          <a:bodyPr wrap="square" lIns="0" tIns="0" rIns="0" bIns="0" rtlCol="0">
            <a:noAutofit/>
          </a:bodyPr>
          <a:lstStyle/>
          <a:p>
            <a:endParaRPr/>
          </a:p>
        </p:txBody>
      </p:sp>
      <p:sp>
        <p:nvSpPr>
          <p:cNvPr id="49" name="object 49"/>
          <p:cNvSpPr/>
          <p:nvPr/>
        </p:nvSpPr>
        <p:spPr>
          <a:xfrm>
            <a:off x="5105781" y="1260672"/>
            <a:ext cx="0" cy="665563"/>
          </a:xfrm>
          <a:custGeom>
            <a:avLst/>
            <a:gdLst/>
            <a:ahLst/>
            <a:cxnLst/>
            <a:rect l="l" t="t" r="r" b="b"/>
            <a:pathLst>
              <a:path h="676656">
                <a:moveTo>
                  <a:pt x="0" y="0"/>
                </a:moveTo>
                <a:lnTo>
                  <a:pt x="0" y="676656"/>
                </a:lnTo>
              </a:path>
            </a:pathLst>
          </a:custGeom>
          <a:ln w="29464">
            <a:solidFill>
              <a:srgbClr val="000000"/>
            </a:solidFill>
          </a:ln>
        </p:spPr>
        <p:txBody>
          <a:bodyPr wrap="square" lIns="0" tIns="0" rIns="0" bIns="0" rtlCol="0">
            <a:noAutofit/>
          </a:bodyPr>
          <a:lstStyle/>
          <a:p>
            <a:endParaRPr/>
          </a:p>
        </p:txBody>
      </p:sp>
      <p:sp>
        <p:nvSpPr>
          <p:cNvPr id="50" name="object 50"/>
          <p:cNvSpPr/>
          <p:nvPr/>
        </p:nvSpPr>
        <p:spPr>
          <a:xfrm>
            <a:off x="8915781" y="1260672"/>
            <a:ext cx="0" cy="665563"/>
          </a:xfrm>
          <a:custGeom>
            <a:avLst/>
            <a:gdLst/>
            <a:ahLst/>
            <a:cxnLst/>
            <a:rect l="l" t="t" r="r" b="b"/>
            <a:pathLst>
              <a:path h="676656">
                <a:moveTo>
                  <a:pt x="0" y="0"/>
                </a:moveTo>
                <a:lnTo>
                  <a:pt x="0" y="676655"/>
                </a:lnTo>
              </a:path>
            </a:pathLst>
          </a:custGeom>
          <a:ln w="29464">
            <a:solidFill>
              <a:srgbClr val="000000"/>
            </a:solidFill>
          </a:ln>
        </p:spPr>
        <p:txBody>
          <a:bodyPr wrap="square" lIns="0" tIns="0" rIns="0" bIns="0" rtlCol="0">
            <a:noAutofit/>
          </a:bodyPr>
          <a:lstStyle/>
          <a:p>
            <a:endParaRPr/>
          </a:p>
        </p:txBody>
      </p:sp>
      <p:sp>
        <p:nvSpPr>
          <p:cNvPr id="51" name="object 51"/>
          <p:cNvSpPr/>
          <p:nvPr/>
        </p:nvSpPr>
        <p:spPr>
          <a:xfrm>
            <a:off x="5091684" y="1274538"/>
            <a:ext cx="3838194" cy="0"/>
          </a:xfrm>
          <a:custGeom>
            <a:avLst/>
            <a:gdLst/>
            <a:ahLst/>
            <a:cxnLst/>
            <a:rect l="l" t="t" r="r" b="b"/>
            <a:pathLst>
              <a:path w="3838194">
                <a:moveTo>
                  <a:pt x="3838194" y="0"/>
                </a:moveTo>
                <a:lnTo>
                  <a:pt x="0" y="0"/>
                </a:lnTo>
              </a:path>
            </a:pathLst>
          </a:custGeom>
          <a:ln w="29463">
            <a:solidFill>
              <a:srgbClr val="000000"/>
            </a:solidFill>
          </a:ln>
        </p:spPr>
        <p:txBody>
          <a:bodyPr wrap="square" lIns="0" tIns="0" rIns="0" bIns="0" rtlCol="0">
            <a:noAutofit/>
          </a:bodyPr>
          <a:lstStyle/>
          <a:p>
            <a:endParaRPr/>
          </a:p>
        </p:txBody>
      </p:sp>
      <p:sp>
        <p:nvSpPr>
          <p:cNvPr id="52" name="object 52"/>
          <p:cNvSpPr/>
          <p:nvPr/>
        </p:nvSpPr>
        <p:spPr>
          <a:xfrm>
            <a:off x="1905000" y="1573967"/>
            <a:ext cx="457200" cy="449705"/>
          </a:xfrm>
          <a:custGeom>
            <a:avLst/>
            <a:gdLst/>
            <a:ahLst/>
            <a:cxnLst/>
            <a:rect l="l" t="t" r="r" b="b"/>
            <a:pathLst>
              <a:path w="457200" h="457200">
                <a:moveTo>
                  <a:pt x="416922" y="358139"/>
                </a:move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0482" y="358139"/>
                </a:lnTo>
                <a:lnTo>
                  <a:pt x="416922" y="358139"/>
                </a:lnTo>
                <a:close/>
              </a:path>
            </a:pathLst>
          </a:custGeom>
          <a:solidFill>
            <a:srgbClr val="4E80BD"/>
          </a:solidFill>
        </p:spPr>
        <p:txBody>
          <a:bodyPr wrap="square" lIns="0" tIns="0" rIns="0" bIns="0" rtlCol="0">
            <a:noAutofit/>
          </a:bodyPr>
          <a:lstStyle/>
          <a:p>
            <a:endParaRPr/>
          </a:p>
        </p:txBody>
      </p:sp>
      <p:sp>
        <p:nvSpPr>
          <p:cNvPr id="53" name="object 53"/>
          <p:cNvSpPr/>
          <p:nvPr/>
        </p:nvSpPr>
        <p:spPr>
          <a:xfrm>
            <a:off x="1898905" y="156872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4570" y="363469"/>
                </a:move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13709" y="310846"/>
                </a:lnTo>
                <a:lnTo>
                  <a:pt x="29044" y="346491"/>
                </a:lnTo>
                <a:lnTo>
                  <a:pt x="39699" y="363469"/>
                </a:lnTo>
                <a:lnTo>
                  <a:pt x="54570" y="363469"/>
                </a:lnTo>
                <a:close/>
              </a:path>
              <a:path w="298707" h="468099">
                <a:moveTo>
                  <a:pt x="431106" y="363469"/>
                </a:move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15470" y="363469"/>
                </a:lnTo>
                <a:lnTo>
                  <a:pt x="431106" y="363469"/>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55" name="object 55"/>
          <p:cNvSpPr/>
          <p:nvPr/>
        </p:nvSpPr>
        <p:spPr>
          <a:xfrm>
            <a:off x="7010781" y="1925486"/>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56" name="object 56"/>
          <p:cNvSpPr/>
          <p:nvPr/>
        </p:nvSpPr>
        <p:spPr>
          <a:xfrm>
            <a:off x="5091684" y="2073889"/>
            <a:ext cx="3838194" cy="0"/>
          </a:xfrm>
          <a:custGeom>
            <a:avLst/>
            <a:gdLst/>
            <a:ahLst/>
            <a:cxnLst/>
            <a:rect l="l" t="t" r="r" b="b"/>
            <a:pathLst>
              <a:path w="3838194">
                <a:moveTo>
                  <a:pt x="3838194" y="0"/>
                </a:moveTo>
                <a:lnTo>
                  <a:pt x="0" y="0"/>
                </a:lnTo>
              </a:path>
            </a:pathLst>
          </a:custGeom>
          <a:ln w="13462">
            <a:solidFill>
              <a:srgbClr val="000000"/>
            </a:solidFill>
          </a:ln>
        </p:spPr>
        <p:txBody>
          <a:bodyPr wrap="square" lIns="0" tIns="0" rIns="0" bIns="0" rtlCol="0">
            <a:noAutofit/>
          </a:bodyPr>
          <a:lstStyle/>
          <a:p>
            <a:endParaRPr/>
          </a:p>
        </p:txBody>
      </p:sp>
      <p:sp>
        <p:nvSpPr>
          <p:cNvPr id="57" name="object 57"/>
          <p:cNvSpPr/>
          <p:nvPr/>
        </p:nvSpPr>
        <p:spPr>
          <a:xfrm>
            <a:off x="5091684" y="2473751"/>
            <a:ext cx="3838194" cy="0"/>
          </a:xfrm>
          <a:custGeom>
            <a:avLst/>
            <a:gdLst/>
            <a:ahLst/>
            <a:cxnLst/>
            <a:rect l="l" t="t" r="r" b="b"/>
            <a:pathLst>
              <a:path w="3838194">
                <a:moveTo>
                  <a:pt x="3838194" y="0"/>
                </a:moveTo>
                <a:lnTo>
                  <a:pt x="0" y="0"/>
                </a:lnTo>
              </a:path>
            </a:pathLst>
          </a:custGeom>
          <a:ln w="14224">
            <a:solidFill>
              <a:srgbClr val="000000"/>
            </a:solidFill>
          </a:ln>
        </p:spPr>
        <p:txBody>
          <a:bodyPr wrap="square" lIns="0" tIns="0" rIns="0" bIns="0" rtlCol="0">
            <a:noAutofit/>
          </a:bodyPr>
          <a:lstStyle/>
          <a:p>
            <a:endParaRPr/>
          </a:p>
        </p:txBody>
      </p:sp>
      <p:sp>
        <p:nvSpPr>
          <p:cNvPr id="58" name="object 58"/>
          <p:cNvSpPr/>
          <p:nvPr/>
        </p:nvSpPr>
        <p:spPr>
          <a:xfrm>
            <a:off x="5091684" y="2873239"/>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59" name="object 59"/>
          <p:cNvSpPr/>
          <p:nvPr/>
        </p:nvSpPr>
        <p:spPr>
          <a:xfrm>
            <a:off x="5105781" y="1925485"/>
            <a:ext cx="0" cy="963868"/>
          </a:xfrm>
          <a:custGeom>
            <a:avLst/>
            <a:gdLst/>
            <a:ahLst/>
            <a:cxnLst/>
            <a:rect l="l" t="t" r="r" b="b"/>
            <a:pathLst>
              <a:path h="979932">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60" name="object 60"/>
          <p:cNvSpPr/>
          <p:nvPr/>
        </p:nvSpPr>
        <p:spPr>
          <a:xfrm>
            <a:off x="8915781" y="1925486"/>
            <a:ext cx="0" cy="963867"/>
          </a:xfrm>
          <a:custGeom>
            <a:avLst/>
            <a:gdLst/>
            <a:ahLst/>
            <a:cxnLst/>
            <a:rect l="l" t="t" r="r" b="b"/>
            <a:pathLst>
              <a:path h="979931">
                <a:moveTo>
                  <a:pt x="0" y="762"/>
                </a:moveTo>
                <a:lnTo>
                  <a:pt x="0" y="979931"/>
                </a:lnTo>
              </a:path>
            </a:pathLst>
          </a:custGeom>
          <a:ln w="29464">
            <a:solidFill>
              <a:srgbClr val="000000"/>
            </a:solidFill>
          </a:ln>
        </p:spPr>
        <p:txBody>
          <a:bodyPr wrap="square" lIns="0" tIns="0" rIns="0" bIns="0" rtlCol="0">
            <a:noAutofit/>
          </a:bodyPr>
          <a:lstStyle/>
          <a:p>
            <a:endParaRPr/>
          </a:p>
        </p:txBody>
      </p:sp>
      <p:sp>
        <p:nvSpPr>
          <p:cNvPr id="61" name="object 61"/>
          <p:cNvSpPr/>
          <p:nvPr/>
        </p:nvSpPr>
        <p:spPr>
          <a:xfrm>
            <a:off x="1905000" y="1573967"/>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16922" y="358140"/>
                </a:lnTo>
                <a:lnTo>
                  <a:pt x="40482" y="358140"/>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62" name="object 62"/>
          <p:cNvSpPr/>
          <p:nvPr/>
        </p:nvSpPr>
        <p:spPr>
          <a:xfrm>
            <a:off x="1898905" y="1568725"/>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31106" y="363469"/>
                </a:lnTo>
                <a:lnTo>
                  <a:pt x="415470" y="363469"/>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54570" y="363469"/>
                </a:lnTo>
                <a:lnTo>
                  <a:pt x="39699" y="363469"/>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2965705" y="209338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832105" y="2243283"/>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1975105" y="2692988"/>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6224" y="199639"/>
                </a:move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3721" y="199639"/>
                </a:lnTo>
                <a:lnTo>
                  <a:pt x="16224" y="199639"/>
                </a:lnTo>
                <a:close/>
              </a:path>
              <a:path w="298707" h="468099">
                <a:moveTo>
                  <a:pt x="466427" y="199639"/>
                </a:move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3391" y="199639"/>
                </a:lnTo>
                <a:lnTo>
                  <a:pt x="466427" y="199639"/>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2133600" y="2017676"/>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2127504" y="2023672"/>
            <a:ext cx="89154" cy="675307"/>
          </a:xfrm>
          <a:custGeom>
            <a:avLst/>
            <a:gdLst/>
            <a:ahLst/>
            <a:cxnLst/>
            <a:rect l="l" t="t" r="r" b="b"/>
            <a:pathLst>
              <a:path w="89154" h="686562">
                <a:moveTo>
                  <a:pt x="12954" y="0"/>
                </a:moveTo>
                <a:lnTo>
                  <a:pt x="0" y="762"/>
                </a:lnTo>
                <a:lnTo>
                  <a:pt x="76200" y="686562"/>
                </a:lnTo>
                <a:lnTo>
                  <a:pt x="89154" y="685800"/>
                </a:lnTo>
                <a:lnTo>
                  <a:pt x="12954" y="0"/>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1066038" y="2017675"/>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530352" y="2692983"/>
            <a:ext cx="540258" cy="311046"/>
          </a:xfrm>
          <a:custGeom>
            <a:avLst/>
            <a:gdLst/>
            <a:ahLst/>
            <a:cxnLst/>
            <a:rect l="l" t="t" r="r" b="b"/>
            <a:pathLst>
              <a:path w="540258" h="316230">
                <a:moveTo>
                  <a:pt x="210883" y="199643"/>
                </a:moveTo>
                <a:lnTo>
                  <a:pt x="540258" y="11429"/>
                </a:lnTo>
                <a:lnTo>
                  <a:pt x="533400" y="0"/>
                </a:lnTo>
                <a:lnTo>
                  <a:pt x="184023" y="199643"/>
                </a:lnTo>
                <a:lnTo>
                  <a:pt x="210883" y="199643"/>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71" name="object 71"/>
          <p:cNvSpPr/>
          <p:nvPr/>
        </p:nvSpPr>
        <p:spPr>
          <a:xfrm>
            <a:off x="7010781" y="2888604"/>
            <a:ext cx="0" cy="963867"/>
          </a:xfrm>
          <a:custGeom>
            <a:avLst/>
            <a:gdLst/>
            <a:ahLst/>
            <a:cxnLst/>
            <a:rect l="l" t="t" r="r" b="b"/>
            <a:pathLst>
              <a:path h="979931">
                <a:moveTo>
                  <a:pt x="0" y="761"/>
                </a:moveTo>
                <a:lnTo>
                  <a:pt x="0" y="979931"/>
                </a:lnTo>
              </a:path>
            </a:pathLst>
          </a:custGeom>
          <a:ln w="14223">
            <a:solidFill>
              <a:srgbClr val="000000"/>
            </a:solidFill>
          </a:ln>
        </p:spPr>
        <p:txBody>
          <a:bodyPr wrap="square" lIns="0" tIns="0" rIns="0" bIns="0" rtlCol="0">
            <a:noAutofit/>
          </a:bodyPr>
          <a:lstStyle/>
          <a:p>
            <a:endParaRPr/>
          </a:p>
        </p:txBody>
      </p:sp>
      <p:sp>
        <p:nvSpPr>
          <p:cNvPr id="72" name="object 72"/>
          <p:cNvSpPr/>
          <p:nvPr/>
        </p:nvSpPr>
        <p:spPr>
          <a:xfrm>
            <a:off x="5091684" y="3273101"/>
            <a:ext cx="3838194" cy="0"/>
          </a:xfrm>
          <a:custGeom>
            <a:avLst/>
            <a:gdLst/>
            <a:ahLst/>
            <a:cxnLst/>
            <a:rect l="l" t="t" r="r" b="b"/>
            <a:pathLst>
              <a:path w="3838194">
                <a:moveTo>
                  <a:pt x="3838194" y="0"/>
                </a:moveTo>
                <a:lnTo>
                  <a:pt x="0" y="0"/>
                </a:lnTo>
              </a:path>
            </a:pathLst>
          </a:custGeom>
          <a:ln w="13461">
            <a:solidFill>
              <a:srgbClr val="000000"/>
            </a:solidFill>
          </a:ln>
        </p:spPr>
        <p:txBody>
          <a:bodyPr wrap="square" lIns="0" tIns="0" rIns="0" bIns="0" rtlCol="0">
            <a:noAutofit/>
          </a:bodyPr>
          <a:lstStyle/>
          <a:p>
            <a:endParaRPr/>
          </a:p>
        </p:txBody>
      </p:sp>
      <p:sp>
        <p:nvSpPr>
          <p:cNvPr id="73" name="object 73"/>
          <p:cNvSpPr/>
          <p:nvPr/>
        </p:nvSpPr>
        <p:spPr>
          <a:xfrm>
            <a:off x="5091684" y="3672964"/>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74" name="object 74"/>
          <p:cNvSpPr/>
          <p:nvPr/>
        </p:nvSpPr>
        <p:spPr>
          <a:xfrm>
            <a:off x="5105781" y="2888605"/>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5" name="object 75"/>
          <p:cNvSpPr/>
          <p:nvPr/>
        </p:nvSpPr>
        <p:spPr>
          <a:xfrm>
            <a:off x="8915781" y="2888604"/>
            <a:ext cx="0" cy="963867"/>
          </a:xfrm>
          <a:custGeom>
            <a:avLst/>
            <a:gdLst/>
            <a:ahLst/>
            <a:cxnLst/>
            <a:rect l="l" t="t" r="r" b="b"/>
            <a:pathLst>
              <a:path h="979931">
                <a:moveTo>
                  <a:pt x="0" y="761"/>
                </a:moveTo>
                <a:lnTo>
                  <a:pt x="0" y="979931"/>
                </a:lnTo>
              </a:path>
            </a:pathLst>
          </a:custGeom>
          <a:ln w="29464">
            <a:solidFill>
              <a:srgbClr val="000000"/>
            </a:solidFill>
          </a:ln>
        </p:spPr>
        <p:txBody>
          <a:bodyPr wrap="square" lIns="0" tIns="0" rIns="0" bIns="0" rtlCol="0">
            <a:noAutofit/>
          </a:bodyPr>
          <a:lstStyle/>
          <a:p>
            <a:endParaRPr/>
          </a:p>
        </p:txBody>
      </p:sp>
      <p:sp>
        <p:nvSpPr>
          <p:cNvPr id="76" name="object 76"/>
          <p:cNvSpPr/>
          <p:nvPr/>
        </p:nvSpPr>
        <p:spPr>
          <a:xfrm>
            <a:off x="298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1975105" y="2692988"/>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6427" y="199639"/>
                </a:lnTo>
                <a:lnTo>
                  <a:pt x="453391" y="199639"/>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16224" y="199639"/>
                </a:lnTo>
                <a:lnTo>
                  <a:pt x="3721" y="199639"/>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2660905" y="359239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4731" y="264409"/>
                </a:move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2285" y="264409"/>
                </a:lnTo>
                <a:lnTo>
                  <a:pt x="14731" y="264409"/>
                </a:lnTo>
                <a:close/>
              </a:path>
              <a:path w="298707" h="468099">
                <a:moveTo>
                  <a:pt x="466960" y="26440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4258" y="264409"/>
                </a:lnTo>
                <a:lnTo>
                  <a:pt x="466960" y="264409"/>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2205990" y="3143437"/>
            <a:ext cx="617220" cy="459449"/>
          </a:xfrm>
          <a:custGeom>
            <a:avLst/>
            <a:gdLst/>
            <a:ahLst/>
            <a:cxnLst/>
            <a:rect l="l" t="t" r="r" b="b"/>
            <a:pathLst>
              <a:path w="617219" h="467105">
                <a:moveTo>
                  <a:pt x="7619" y="0"/>
                </a:moveTo>
                <a:lnTo>
                  <a:pt x="0" y="9906"/>
                </a:lnTo>
                <a:lnTo>
                  <a:pt x="609599" y="467106"/>
                </a:lnTo>
                <a:lnTo>
                  <a:pt x="617219" y="457200"/>
                </a:lnTo>
                <a:lnTo>
                  <a:pt x="7619" y="0"/>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1136905" y="359239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4731" y="264409"/>
                </a:move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2285" y="264409"/>
                </a:lnTo>
                <a:lnTo>
                  <a:pt x="14731" y="264409"/>
                </a:lnTo>
                <a:close/>
              </a:path>
              <a:path w="298707" h="468099">
                <a:moveTo>
                  <a:pt x="466960" y="264409"/>
                </a:move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4257" y="264409"/>
                </a:lnTo>
                <a:lnTo>
                  <a:pt x="466960" y="264409"/>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1293114" y="3142688"/>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530352" y="2692983"/>
            <a:ext cx="540258" cy="311046"/>
          </a:xfrm>
          <a:custGeom>
            <a:avLst/>
            <a:gdLst/>
            <a:ahLst/>
            <a:cxnLst/>
            <a:rect l="l" t="t" r="r" b="b"/>
            <a:pathLst>
              <a:path w="540258" h="316230">
                <a:moveTo>
                  <a:pt x="210883" y="199643"/>
                </a:moveTo>
                <a:lnTo>
                  <a:pt x="184023" y="199643"/>
                </a:lnTo>
                <a:lnTo>
                  <a:pt x="0" y="304799"/>
                </a:lnTo>
                <a:lnTo>
                  <a:pt x="6857" y="316229"/>
                </a:lnTo>
                <a:lnTo>
                  <a:pt x="210883" y="199643"/>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4" name="object 84"/>
          <p:cNvSpPr/>
          <p:nvPr/>
        </p:nvSpPr>
        <p:spPr>
          <a:xfrm>
            <a:off x="7010781" y="3851721"/>
            <a:ext cx="0" cy="963868"/>
          </a:xfrm>
          <a:custGeom>
            <a:avLst/>
            <a:gdLst/>
            <a:ahLst/>
            <a:cxnLst/>
            <a:rect l="l" t="t" r="r" b="b"/>
            <a:pathLst>
              <a:path h="979932">
                <a:moveTo>
                  <a:pt x="0" y="762"/>
                </a:moveTo>
                <a:lnTo>
                  <a:pt x="0" y="979932"/>
                </a:lnTo>
              </a:path>
            </a:pathLst>
          </a:custGeom>
          <a:ln w="14223">
            <a:solidFill>
              <a:srgbClr val="000000"/>
            </a:solidFill>
          </a:ln>
        </p:spPr>
        <p:txBody>
          <a:bodyPr wrap="square" lIns="0" tIns="0" rIns="0" bIns="0" rtlCol="0">
            <a:noAutofit/>
          </a:bodyPr>
          <a:lstStyle/>
          <a:p>
            <a:endParaRPr/>
          </a:p>
        </p:txBody>
      </p:sp>
      <p:sp>
        <p:nvSpPr>
          <p:cNvPr id="85" name="object 85"/>
          <p:cNvSpPr/>
          <p:nvPr/>
        </p:nvSpPr>
        <p:spPr>
          <a:xfrm>
            <a:off x="5091684" y="4072452"/>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86" name="object 86"/>
          <p:cNvSpPr/>
          <p:nvPr/>
        </p:nvSpPr>
        <p:spPr>
          <a:xfrm>
            <a:off x="5091684" y="4472314"/>
            <a:ext cx="3838194" cy="0"/>
          </a:xfrm>
          <a:custGeom>
            <a:avLst/>
            <a:gdLst/>
            <a:ahLst/>
            <a:cxnLst/>
            <a:rect l="l" t="t" r="r" b="b"/>
            <a:pathLst>
              <a:path w="3838194">
                <a:moveTo>
                  <a:pt x="3838194" y="0"/>
                </a:moveTo>
                <a:lnTo>
                  <a:pt x="0" y="0"/>
                </a:lnTo>
              </a:path>
            </a:pathLst>
          </a:custGeom>
          <a:ln w="13461">
            <a:solidFill>
              <a:srgbClr val="000000"/>
            </a:solidFill>
          </a:ln>
        </p:spPr>
        <p:txBody>
          <a:bodyPr wrap="square" lIns="0" tIns="0" rIns="0" bIns="0" rtlCol="0">
            <a:noAutofit/>
          </a:bodyPr>
          <a:lstStyle/>
          <a:p>
            <a:endParaRPr/>
          </a:p>
        </p:txBody>
      </p:sp>
      <p:sp>
        <p:nvSpPr>
          <p:cNvPr id="87" name="object 87"/>
          <p:cNvSpPr/>
          <p:nvPr/>
        </p:nvSpPr>
        <p:spPr>
          <a:xfrm>
            <a:off x="5105781" y="3851721"/>
            <a:ext cx="0" cy="963868"/>
          </a:xfrm>
          <a:custGeom>
            <a:avLst/>
            <a:gdLst/>
            <a:ahLst/>
            <a:cxnLst/>
            <a:rect l="l" t="t" r="r" b="b"/>
            <a:pathLst>
              <a:path h="979932">
                <a:moveTo>
                  <a:pt x="0" y="761"/>
                </a:moveTo>
                <a:lnTo>
                  <a:pt x="0" y="979932"/>
                </a:lnTo>
              </a:path>
            </a:pathLst>
          </a:custGeom>
          <a:ln w="29464">
            <a:solidFill>
              <a:srgbClr val="000000"/>
            </a:solidFill>
          </a:ln>
        </p:spPr>
        <p:txBody>
          <a:bodyPr wrap="square" lIns="0" tIns="0" rIns="0" bIns="0" rtlCol="0">
            <a:noAutofit/>
          </a:bodyPr>
          <a:lstStyle/>
          <a:p>
            <a:endParaRPr/>
          </a:p>
        </p:txBody>
      </p:sp>
      <p:sp>
        <p:nvSpPr>
          <p:cNvPr id="88" name="object 88"/>
          <p:cNvSpPr/>
          <p:nvPr/>
        </p:nvSpPr>
        <p:spPr>
          <a:xfrm>
            <a:off x="8915781" y="3851721"/>
            <a:ext cx="0" cy="963868"/>
          </a:xfrm>
          <a:custGeom>
            <a:avLst/>
            <a:gdLst/>
            <a:ahLst/>
            <a:cxnLst/>
            <a:rect l="l" t="t" r="r" b="b"/>
            <a:pathLst>
              <a:path h="979932">
                <a:moveTo>
                  <a:pt x="0" y="762"/>
                </a:moveTo>
                <a:lnTo>
                  <a:pt x="0" y="979932"/>
                </a:lnTo>
              </a:path>
            </a:pathLst>
          </a:custGeom>
          <a:ln w="29464">
            <a:solidFill>
              <a:srgbClr val="000000"/>
            </a:solidFill>
          </a:ln>
        </p:spPr>
        <p:txBody>
          <a:bodyPr wrap="square" lIns="0" tIns="0" rIns="0" bIns="0" rtlCol="0">
            <a:noAutofit/>
          </a:bodyPr>
          <a:lstStyle/>
          <a:p>
            <a:endParaRPr/>
          </a:p>
        </p:txBody>
      </p:sp>
      <p:sp>
        <p:nvSpPr>
          <p:cNvPr id="89" name="object 89"/>
          <p:cNvSpPr/>
          <p:nvPr/>
        </p:nvSpPr>
        <p:spPr>
          <a:xfrm>
            <a:off x="2660905" y="359239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6960" y="264409"/>
                </a:lnTo>
                <a:lnTo>
                  <a:pt x="454258" y="26440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4731" y="264409"/>
                </a:lnTo>
                <a:lnTo>
                  <a:pt x="2285" y="26440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90" name="object 90"/>
          <p:cNvSpPr/>
          <p:nvPr/>
        </p:nvSpPr>
        <p:spPr>
          <a:xfrm>
            <a:off x="1900428" y="4043597"/>
            <a:ext cx="1000506" cy="1207458"/>
          </a:xfrm>
          <a:custGeom>
            <a:avLst/>
            <a:gdLst/>
            <a:ahLst/>
            <a:cxnLst/>
            <a:rect l="l" t="t" r="r" b="b"/>
            <a:pathLst>
              <a:path w="1000506" h="1227581">
                <a:moveTo>
                  <a:pt x="369617" y="784859"/>
                </a:moveTo>
                <a:lnTo>
                  <a:pt x="1000506" y="8381"/>
                </a:lnTo>
                <a:lnTo>
                  <a:pt x="990600" y="0"/>
                </a:lnTo>
                <a:lnTo>
                  <a:pt x="352901" y="784859"/>
                </a:lnTo>
                <a:lnTo>
                  <a:pt x="369617" y="784859"/>
                </a:lnTo>
                <a:close/>
              </a:path>
            </a:pathLst>
          </a:custGeom>
          <a:solidFill>
            <a:srgbClr val="000000"/>
          </a:solidFill>
        </p:spPr>
        <p:txBody>
          <a:bodyPr wrap="square" lIns="0" tIns="0" rIns="0" bIns="0" rtlCol="0">
            <a:noAutofit/>
          </a:bodyPr>
          <a:lstStyle/>
          <a:p>
            <a:endParaRPr/>
          </a:p>
        </p:txBody>
      </p:sp>
      <p:sp>
        <p:nvSpPr>
          <p:cNvPr id="91" name="object 91"/>
          <p:cNvSpPr/>
          <p:nvPr/>
        </p:nvSpPr>
        <p:spPr>
          <a:xfrm>
            <a:off x="1136905" y="359239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66960" y="264409"/>
                </a:lnTo>
                <a:lnTo>
                  <a:pt x="454257" y="264409"/>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4731" y="264409"/>
                </a:lnTo>
                <a:lnTo>
                  <a:pt x="2285" y="26440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92" name="object 92"/>
          <p:cNvSpPr/>
          <p:nvPr/>
        </p:nvSpPr>
        <p:spPr>
          <a:xfrm>
            <a:off x="908305" y="449180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35204" y="329179"/>
                </a:move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13709" y="310846"/>
                </a:lnTo>
                <a:lnTo>
                  <a:pt x="21596" y="329179"/>
                </a:lnTo>
                <a:lnTo>
                  <a:pt x="35204" y="329179"/>
                </a:lnTo>
                <a:close/>
              </a:path>
              <a:path w="298707" h="468099">
                <a:moveTo>
                  <a:pt x="449199" y="329179"/>
                </a:moveTo>
                <a:lnTo>
                  <a:pt x="456111" y="313101"/>
                </a:ln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35136" y="329179"/>
                </a:lnTo>
                <a:lnTo>
                  <a:pt x="449199" y="329179"/>
                </a:lnTo>
                <a:close/>
              </a:path>
            </a:pathLst>
          </a:custGeom>
          <a:solidFill>
            <a:srgbClr val="000000"/>
          </a:solidFill>
        </p:spPr>
        <p:txBody>
          <a:bodyPr wrap="square" lIns="0" tIns="0" rIns="0" bIns="0" rtlCol="0">
            <a:noAutofit/>
          </a:bodyPr>
          <a:lstStyle/>
          <a:p>
            <a:endParaRPr/>
          </a:p>
        </p:txBody>
      </p:sp>
      <p:sp>
        <p:nvSpPr>
          <p:cNvPr id="93" name="object 93"/>
          <p:cNvSpPr/>
          <p:nvPr/>
        </p:nvSpPr>
        <p:spPr>
          <a:xfrm>
            <a:off x="1137667" y="4045096"/>
            <a:ext cx="240029" cy="454951"/>
          </a:xfrm>
          <a:custGeom>
            <a:avLst/>
            <a:gdLst/>
            <a:ahLst/>
            <a:cxnLst/>
            <a:rect l="l" t="t" r="r" b="b"/>
            <a:pathLst>
              <a:path w="240029" h="462534">
                <a:moveTo>
                  <a:pt x="240029" y="5333"/>
                </a:moveTo>
                <a:lnTo>
                  <a:pt x="228599" y="0"/>
                </a:lnTo>
                <a:lnTo>
                  <a:pt x="0" y="457199"/>
                </a:lnTo>
                <a:lnTo>
                  <a:pt x="11429" y="462533"/>
                </a:lnTo>
                <a:lnTo>
                  <a:pt x="240029" y="5333"/>
                </a:lnTo>
                <a:close/>
              </a:path>
            </a:pathLst>
          </a:custGeom>
          <a:solidFill>
            <a:srgbClr val="000000"/>
          </a:solidFill>
        </p:spPr>
        <p:txBody>
          <a:bodyPr wrap="square" lIns="0" tIns="0" rIns="0" bIns="0" rtlCol="0">
            <a:noAutofit/>
          </a:bodyPr>
          <a:lstStyle/>
          <a:p>
            <a:endParaRPr/>
          </a:p>
        </p:txBody>
      </p:sp>
      <p:sp>
        <p:nvSpPr>
          <p:cNvPr id="94" name="object 94"/>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95" name="object 95"/>
          <p:cNvSpPr/>
          <p:nvPr/>
        </p:nvSpPr>
        <p:spPr>
          <a:xfrm>
            <a:off x="7010781" y="4814840"/>
            <a:ext cx="0" cy="471441"/>
          </a:xfrm>
          <a:custGeom>
            <a:avLst/>
            <a:gdLst/>
            <a:ahLst/>
            <a:cxnLst/>
            <a:rect l="l" t="t" r="r" b="b"/>
            <a:pathLst>
              <a:path h="479298">
                <a:moveTo>
                  <a:pt x="0" y="762"/>
                </a:moveTo>
                <a:lnTo>
                  <a:pt x="0" y="479298"/>
                </a:lnTo>
              </a:path>
            </a:pathLst>
          </a:custGeom>
          <a:ln w="14223">
            <a:solidFill>
              <a:srgbClr val="000000"/>
            </a:solidFill>
          </a:ln>
        </p:spPr>
        <p:txBody>
          <a:bodyPr wrap="square" lIns="0" tIns="0" rIns="0" bIns="0" rtlCol="0">
            <a:noAutofit/>
          </a:bodyPr>
          <a:lstStyle/>
          <a:p>
            <a:endParaRPr/>
          </a:p>
        </p:txBody>
      </p:sp>
      <p:sp>
        <p:nvSpPr>
          <p:cNvPr id="96" name="object 96"/>
          <p:cNvSpPr/>
          <p:nvPr/>
        </p:nvSpPr>
        <p:spPr>
          <a:xfrm>
            <a:off x="5091684" y="4872177"/>
            <a:ext cx="3838194" cy="0"/>
          </a:xfrm>
          <a:custGeom>
            <a:avLst/>
            <a:gdLst/>
            <a:ahLst/>
            <a:cxnLst/>
            <a:rect l="l" t="t" r="r" b="b"/>
            <a:pathLst>
              <a:path w="3838194">
                <a:moveTo>
                  <a:pt x="3838194" y="0"/>
                </a:moveTo>
                <a:lnTo>
                  <a:pt x="0" y="0"/>
                </a:lnTo>
              </a:path>
            </a:pathLst>
          </a:custGeom>
          <a:ln w="14223">
            <a:solidFill>
              <a:srgbClr val="000000"/>
            </a:solidFill>
          </a:ln>
        </p:spPr>
        <p:txBody>
          <a:bodyPr wrap="square" lIns="0" tIns="0" rIns="0" bIns="0" rtlCol="0">
            <a:noAutofit/>
          </a:bodyPr>
          <a:lstStyle/>
          <a:p>
            <a:endParaRPr/>
          </a:p>
        </p:txBody>
      </p:sp>
      <p:sp>
        <p:nvSpPr>
          <p:cNvPr id="97" name="object 97"/>
          <p:cNvSpPr/>
          <p:nvPr/>
        </p:nvSpPr>
        <p:spPr>
          <a:xfrm>
            <a:off x="5105781" y="4814840"/>
            <a:ext cx="0" cy="471441"/>
          </a:xfrm>
          <a:custGeom>
            <a:avLst/>
            <a:gdLst/>
            <a:ahLst/>
            <a:cxnLst/>
            <a:rect l="l" t="t" r="r" b="b"/>
            <a:pathLst>
              <a:path h="479298">
                <a:moveTo>
                  <a:pt x="0" y="761"/>
                </a:moveTo>
                <a:lnTo>
                  <a:pt x="0" y="479298"/>
                </a:lnTo>
              </a:path>
            </a:pathLst>
          </a:custGeom>
          <a:ln w="29464">
            <a:solidFill>
              <a:srgbClr val="000000"/>
            </a:solidFill>
          </a:ln>
        </p:spPr>
        <p:txBody>
          <a:bodyPr wrap="square" lIns="0" tIns="0" rIns="0" bIns="0" rtlCol="0">
            <a:noAutofit/>
          </a:bodyPr>
          <a:lstStyle/>
          <a:p>
            <a:endParaRPr/>
          </a:p>
        </p:txBody>
      </p:sp>
      <p:sp>
        <p:nvSpPr>
          <p:cNvPr id="98" name="object 98"/>
          <p:cNvSpPr/>
          <p:nvPr/>
        </p:nvSpPr>
        <p:spPr>
          <a:xfrm>
            <a:off x="8915781" y="4814840"/>
            <a:ext cx="0" cy="471441"/>
          </a:xfrm>
          <a:custGeom>
            <a:avLst/>
            <a:gdLst/>
            <a:ahLst/>
            <a:cxnLst/>
            <a:rect l="l" t="t" r="r" b="b"/>
            <a:pathLst>
              <a:path h="479298">
                <a:moveTo>
                  <a:pt x="0" y="762"/>
                </a:moveTo>
                <a:lnTo>
                  <a:pt x="0" y="479298"/>
                </a:lnTo>
              </a:path>
            </a:pathLst>
          </a:custGeom>
          <a:ln w="29464">
            <a:solidFill>
              <a:srgbClr val="000000"/>
            </a:solidFill>
          </a:ln>
        </p:spPr>
        <p:txBody>
          <a:bodyPr wrap="square" lIns="0" tIns="0" rIns="0" bIns="0" rtlCol="0">
            <a:noAutofit/>
          </a:bodyPr>
          <a:lstStyle/>
          <a:p>
            <a:endParaRPr/>
          </a:p>
        </p:txBody>
      </p:sp>
      <p:sp>
        <p:nvSpPr>
          <p:cNvPr id="99" name="object 99"/>
          <p:cNvSpPr/>
          <p:nvPr/>
        </p:nvSpPr>
        <p:spPr>
          <a:xfrm>
            <a:off x="5091684" y="5272040"/>
            <a:ext cx="3838194" cy="0"/>
          </a:xfrm>
          <a:custGeom>
            <a:avLst/>
            <a:gdLst/>
            <a:ahLst/>
            <a:cxnLst/>
            <a:rect l="l" t="t" r="r" b="b"/>
            <a:pathLst>
              <a:path w="3838194">
                <a:moveTo>
                  <a:pt x="3838194" y="0"/>
                </a:moveTo>
                <a:lnTo>
                  <a:pt x="0" y="0"/>
                </a:lnTo>
              </a:path>
            </a:pathLst>
          </a:custGeom>
          <a:ln w="30225">
            <a:solidFill>
              <a:srgbClr val="000000"/>
            </a:solidFill>
          </a:ln>
        </p:spPr>
        <p:txBody>
          <a:bodyPr wrap="square" lIns="0" tIns="0" rIns="0" bIns="0" rtlCol="0">
            <a:noAutofit/>
          </a:bodyPr>
          <a:lstStyle/>
          <a:p>
            <a:endParaRPr/>
          </a:p>
        </p:txBody>
      </p:sp>
      <p:sp>
        <p:nvSpPr>
          <p:cNvPr id="100" name="object 100"/>
          <p:cNvSpPr/>
          <p:nvPr/>
        </p:nvSpPr>
        <p:spPr>
          <a:xfrm>
            <a:off x="1676400" y="5246557"/>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0000FF"/>
          </a:solidFill>
        </p:spPr>
        <p:txBody>
          <a:bodyPr wrap="square" lIns="0" tIns="0" rIns="0" bIns="0" rtlCol="0">
            <a:noAutofit/>
          </a:bodyPr>
          <a:lstStyle/>
          <a:p>
            <a:endParaRPr/>
          </a:p>
        </p:txBody>
      </p:sp>
      <p:sp>
        <p:nvSpPr>
          <p:cNvPr id="101" name="object 101"/>
          <p:cNvSpPr/>
          <p:nvPr/>
        </p:nvSpPr>
        <p:spPr>
          <a:xfrm>
            <a:off x="1670305" y="524131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102" name="object 102"/>
          <p:cNvSpPr/>
          <p:nvPr/>
        </p:nvSpPr>
        <p:spPr>
          <a:xfrm>
            <a:off x="1752600" y="5321508"/>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0000FF"/>
          </a:solidFill>
        </p:spPr>
        <p:txBody>
          <a:bodyPr wrap="square" lIns="0" tIns="0" rIns="0" bIns="0" rtlCol="0">
            <a:noAutofit/>
          </a:bodyPr>
          <a:lstStyle/>
          <a:p>
            <a:endParaRPr/>
          </a:p>
        </p:txBody>
      </p:sp>
      <p:sp>
        <p:nvSpPr>
          <p:cNvPr id="103" name="object 103"/>
          <p:cNvSpPr/>
          <p:nvPr/>
        </p:nvSpPr>
        <p:spPr>
          <a:xfrm>
            <a:off x="1900428" y="4043597"/>
            <a:ext cx="1000506" cy="1207458"/>
          </a:xfrm>
          <a:custGeom>
            <a:avLst/>
            <a:gdLst/>
            <a:ahLst/>
            <a:cxnLst/>
            <a:rect l="l" t="t" r="r" b="b"/>
            <a:pathLst>
              <a:path w="1000506" h="1227581">
                <a:moveTo>
                  <a:pt x="369617" y="784859"/>
                </a:moveTo>
                <a:lnTo>
                  <a:pt x="352901" y="784859"/>
                </a:lnTo>
                <a:lnTo>
                  <a:pt x="0" y="1219199"/>
                </a:lnTo>
                <a:lnTo>
                  <a:pt x="9906" y="1227581"/>
                </a:lnTo>
                <a:lnTo>
                  <a:pt x="369617" y="784859"/>
                </a:lnTo>
                <a:close/>
              </a:path>
            </a:pathLst>
          </a:custGeom>
          <a:solidFill>
            <a:srgbClr val="000000"/>
          </a:solidFill>
        </p:spPr>
        <p:txBody>
          <a:bodyPr wrap="square" lIns="0" tIns="0" rIns="0" bIns="0" rtlCol="0">
            <a:noAutofit/>
          </a:bodyPr>
          <a:lstStyle/>
          <a:p>
            <a:endParaRPr/>
          </a:p>
        </p:txBody>
      </p:sp>
      <p:sp>
        <p:nvSpPr>
          <p:cNvPr id="104" name="object 104"/>
          <p:cNvSpPr/>
          <p:nvPr/>
        </p:nvSpPr>
        <p:spPr>
          <a:xfrm>
            <a:off x="908305" y="449180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49199" y="329179"/>
                </a:lnTo>
                <a:lnTo>
                  <a:pt x="435136" y="329179"/>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35204" y="329179"/>
                </a:lnTo>
                <a:lnTo>
                  <a:pt x="21596" y="329179"/>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105" name="object 105"/>
          <p:cNvSpPr/>
          <p:nvPr/>
        </p:nvSpPr>
        <p:spPr>
          <a:xfrm>
            <a:off x="1140714" y="4941508"/>
            <a:ext cx="767334" cy="311045"/>
          </a:xfrm>
          <a:custGeom>
            <a:avLst/>
            <a:gdLst/>
            <a:ahLst/>
            <a:cxnLst/>
            <a:rect l="l" t="t" r="r" b="b"/>
            <a:pathLst>
              <a:path w="767333"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106" name="object 106"/>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46" name="object 46"/>
          <p:cNvSpPr txBox="1"/>
          <p:nvPr/>
        </p:nvSpPr>
        <p:spPr>
          <a:xfrm>
            <a:off x="1438911" y="758939"/>
            <a:ext cx="2463389" cy="989413"/>
          </a:xfrm>
          <a:prstGeom prst="rect">
            <a:avLst/>
          </a:prstGeom>
        </p:spPr>
        <p:txBody>
          <a:bodyPr wrap="square" lIns="0" tIns="0" rIns="0" bIns="0" rtlCol="0">
            <a:noAutofit/>
          </a:bodyPr>
          <a:lstStyle/>
          <a:p>
            <a:pPr algn="ctr">
              <a:lnSpc>
                <a:spcPts val="4580"/>
              </a:lnSpc>
              <a:spcBef>
                <a:spcPts val="229"/>
              </a:spcBef>
            </a:pPr>
            <a:r>
              <a:rPr sz="6600" spc="0" baseline="3103" dirty="0">
                <a:latin typeface="Calibri"/>
                <a:cs typeface="Calibri"/>
              </a:rPr>
              <a:t>A* 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a:p>
            <a:pPr marL="984892" marR="974134" algn="ctr">
              <a:lnSpc>
                <a:spcPct val="101725"/>
              </a:lnSpc>
              <a:spcBef>
                <a:spcPts val="847"/>
              </a:spcBef>
            </a:pPr>
            <a:r>
              <a:rPr sz="1800" spc="0" dirty="0">
                <a:latin typeface="Calibri"/>
                <a:cs typeface="Calibri"/>
              </a:rPr>
              <a:t>S</a:t>
            </a:r>
            <a:r>
              <a:rPr sz="1800" spc="-29" dirty="0">
                <a:latin typeface="Calibri"/>
                <a:cs typeface="Calibri"/>
              </a:rPr>
              <a:t>t</a:t>
            </a:r>
            <a:r>
              <a:rPr sz="1800" spc="0" dirty="0">
                <a:latin typeface="Calibri"/>
                <a:cs typeface="Calibri"/>
              </a:rPr>
              <a:t>art</a:t>
            </a:r>
            <a:endParaRPr sz="1800">
              <a:latin typeface="Calibri"/>
              <a:cs typeface="Calibri"/>
            </a:endParaRPr>
          </a:p>
        </p:txBody>
      </p:sp>
      <p:sp>
        <p:nvSpPr>
          <p:cNvPr id="45" name="object 45"/>
          <p:cNvSpPr txBox="1"/>
          <p:nvPr/>
        </p:nvSpPr>
        <p:spPr>
          <a:xfrm>
            <a:off x="3963417" y="758939"/>
            <a:ext cx="396363" cy="574373"/>
          </a:xfrm>
          <a:prstGeom prst="rect">
            <a:avLst/>
          </a:prstGeom>
        </p:spPr>
        <p:txBody>
          <a:bodyPr wrap="square" lIns="0" tIns="0" rIns="0" bIns="0" rtlCol="0">
            <a:noAutofit/>
          </a:bodyPr>
          <a:lstStyle/>
          <a:p>
            <a:pPr marL="12700">
              <a:lnSpc>
                <a:spcPts val="4580"/>
              </a:lnSpc>
              <a:spcBef>
                <a:spcPts val="229"/>
              </a:spcBef>
            </a:pPr>
            <a:r>
              <a:rPr sz="6600" i="1" spc="0" baseline="3103" dirty="0">
                <a:latin typeface="Calibri"/>
                <a:cs typeface="Calibri"/>
              </a:rPr>
              <a:t>h</a:t>
            </a:r>
            <a:endParaRPr sz="4400">
              <a:latin typeface="Calibri"/>
              <a:cs typeface="Calibri"/>
            </a:endParaRPr>
          </a:p>
        </p:txBody>
      </p:sp>
      <p:sp>
        <p:nvSpPr>
          <p:cNvPr id="44" name="object 44"/>
          <p:cNvSpPr txBox="1"/>
          <p:nvPr/>
        </p:nvSpPr>
        <p:spPr>
          <a:xfrm>
            <a:off x="4377944" y="758939"/>
            <a:ext cx="884608"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not</a:t>
            </a:r>
            <a:endParaRPr sz="4400">
              <a:latin typeface="Calibri"/>
              <a:cs typeface="Calibri"/>
            </a:endParaRPr>
          </a:p>
        </p:txBody>
      </p:sp>
      <p:sp>
        <p:nvSpPr>
          <p:cNvPr id="43" name="object 43"/>
          <p:cNvSpPr txBox="1"/>
          <p:nvPr/>
        </p:nvSpPr>
        <p:spPr>
          <a:xfrm>
            <a:off x="5280915" y="758939"/>
            <a:ext cx="251030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admissible</a:t>
            </a:r>
            <a:endParaRPr sz="4400">
              <a:latin typeface="Calibri"/>
              <a:cs typeface="Calibri"/>
            </a:endParaRPr>
          </a:p>
        </p:txBody>
      </p:sp>
      <p:sp>
        <p:nvSpPr>
          <p:cNvPr id="42" name="object 42"/>
          <p:cNvSpPr txBox="1"/>
          <p:nvPr/>
        </p:nvSpPr>
        <p:spPr>
          <a:xfrm>
            <a:off x="7811517" y="758939"/>
            <a:ext cx="29109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t>
            </a:r>
            <a:endParaRPr sz="4400">
              <a:latin typeface="Calibri"/>
              <a:cs typeface="Calibri"/>
            </a:endParaRPr>
          </a:p>
        </p:txBody>
      </p:sp>
      <p:sp>
        <p:nvSpPr>
          <p:cNvPr id="41" name="object 41"/>
          <p:cNvSpPr txBox="1"/>
          <p:nvPr/>
        </p:nvSpPr>
        <p:spPr>
          <a:xfrm>
            <a:off x="2059939" y="1723369"/>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0" name="object 40"/>
          <p:cNvSpPr txBox="1"/>
          <p:nvPr/>
        </p:nvSpPr>
        <p:spPr>
          <a:xfrm>
            <a:off x="2669541" y="1798319"/>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39" name="object 39"/>
          <p:cNvSpPr txBox="1"/>
          <p:nvPr/>
        </p:nvSpPr>
        <p:spPr>
          <a:xfrm>
            <a:off x="1221739" y="18732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38" name="object 38"/>
          <p:cNvSpPr txBox="1"/>
          <p:nvPr/>
        </p:nvSpPr>
        <p:spPr>
          <a:xfrm>
            <a:off x="3126741" y="2248024"/>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37" name="object 37"/>
          <p:cNvSpPr txBox="1"/>
          <p:nvPr/>
        </p:nvSpPr>
        <p:spPr>
          <a:xfrm>
            <a:off x="2212347" y="2337223"/>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36" name="object 36"/>
          <p:cNvSpPr txBox="1"/>
          <p:nvPr/>
        </p:nvSpPr>
        <p:spPr>
          <a:xfrm>
            <a:off x="993140" y="2397927"/>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35" name="object 35"/>
          <p:cNvSpPr txBox="1"/>
          <p:nvPr/>
        </p:nvSpPr>
        <p:spPr>
          <a:xfrm>
            <a:off x="231140" y="2697729"/>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34" name="object 34"/>
          <p:cNvSpPr txBox="1"/>
          <p:nvPr/>
        </p:nvSpPr>
        <p:spPr>
          <a:xfrm>
            <a:off x="2136141" y="2847631"/>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33" name="object 33"/>
          <p:cNvSpPr txBox="1"/>
          <p:nvPr/>
        </p:nvSpPr>
        <p:spPr>
          <a:xfrm>
            <a:off x="1450341" y="3147434"/>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32" name="object 32"/>
          <p:cNvSpPr txBox="1"/>
          <p:nvPr/>
        </p:nvSpPr>
        <p:spPr>
          <a:xfrm>
            <a:off x="2517141" y="3147434"/>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31" name="object 31"/>
          <p:cNvSpPr txBox="1"/>
          <p:nvPr/>
        </p:nvSpPr>
        <p:spPr>
          <a:xfrm>
            <a:off x="1297940" y="3747040"/>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30" name="object 30"/>
          <p:cNvSpPr txBox="1"/>
          <p:nvPr/>
        </p:nvSpPr>
        <p:spPr>
          <a:xfrm>
            <a:off x="2821941" y="3747040"/>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29" name="object 29"/>
          <p:cNvSpPr txBox="1"/>
          <p:nvPr/>
        </p:nvSpPr>
        <p:spPr>
          <a:xfrm>
            <a:off x="840740" y="4196746"/>
            <a:ext cx="711940" cy="1149246"/>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a:p>
            <a:pPr marL="211455" marR="298367" algn="ctr">
              <a:lnSpc>
                <a:spcPct val="101725"/>
              </a:lnSpc>
              <a:spcBef>
                <a:spcPts val="1305"/>
              </a:spcBef>
            </a:pPr>
            <a:r>
              <a:rPr sz="1800" spc="0" dirty="0">
                <a:latin typeface="Calibri"/>
                <a:cs typeface="Calibri"/>
              </a:rPr>
              <a:t>H</a:t>
            </a:r>
            <a:endParaRPr sz="1800">
              <a:latin typeface="Calibri"/>
              <a:cs typeface="Calibri"/>
            </a:endParaRPr>
          </a:p>
          <a:p>
            <a:pPr marL="317500">
              <a:lnSpc>
                <a:spcPct val="101725"/>
              </a:lnSpc>
              <a:spcBef>
                <a:spcPts val="1402"/>
              </a:spcBef>
            </a:pPr>
            <a:r>
              <a:rPr sz="1800" b="1" spc="0" dirty="0">
                <a:solidFill>
                  <a:srgbClr val="0000FF"/>
                </a:solidFill>
                <a:latin typeface="Calibri"/>
                <a:cs typeface="Calibri"/>
              </a:rPr>
              <a:t>101</a:t>
            </a:r>
            <a:endParaRPr sz="1800">
              <a:latin typeface="Calibri"/>
              <a:cs typeface="Calibri"/>
            </a:endParaRPr>
          </a:p>
        </p:txBody>
      </p:sp>
      <p:sp>
        <p:nvSpPr>
          <p:cNvPr id="28" name="object 28"/>
          <p:cNvSpPr txBox="1"/>
          <p:nvPr/>
        </p:nvSpPr>
        <p:spPr>
          <a:xfrm>
            <a:off x="2517140" y="47214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27" name="object 27"/>
          <p:cNvSpPr txBox="1"/>
          <p:nvPr/>
        </p:nvSpPr>
        <p:spPr>
          <a:xfrm>
            <a:off x="3202941" y="5395952"/>
            <a:ext cx="5518475" cy="654577"/>
          </a:xfrm>
          <a:prstGeom prst="rect">
            <a:avLst/>
          </a:prstGeom>
        </p:spPr>
        <p:txBody>
          <a:bodyPr wrap="square" lIns="0" tIns="0" rIns="0" bIns="0" rtlCol="0">
            <a:noAutofit/>
          </a:bodyPr>
          <a:lstStyle/>
          <a:p>
            <a:pPr marL="897254" marR="874938" algn="ctr">
              <a:lnSpc>
                <a:spcPts val="1935"/>
              </a:lnSpc>
              <a:spcBef>
                <a:spcPts val="96"/>
              </a:spcBef>
            </a:pPr>
            <a:r>
              <a:rPr sz="2700" b="1" i="1" spc="0" baseline="3034" dirty="0">
                <a:latin typeface="Calibri"/>
                <a:cs typeface="Calibri"/>
              </a:rPr>
              <a:t>f(n)</a:t>
            </a:r>
            <a:r>
              <a:rPr sz="2700" b="1" i="1" spc="14" baseline="3034" dirty="0">
                <a:latin typeface="Calibri"/>
                <a:cs typeface="Calibri"/>
              </a:rPr>
              <a:t> </a:t>
            </a:r>
            <a:r>
              <a:rPr sz="2700" b="1" i="1" spc="0" baseline="3034" dirty="0">
                <a:latin typeface="Calibri"/>
                <a:cs typeface="Calibri"/>
              </a:rPr>
              <a:t>=</a:t>
            </a:r>
            <a:r>
              <a:rPr sz="2700" b="1" i="1" spc="14" baseline="3034" dirty="0">
                <a:latin typeface="Calibri"/>
                <a:cs typeface="Calibri"/>
              </a:rPr>
              <a:t> </a:t>
            </a:r>
            <a:r>
              <a:rPr sz="2700" b="1" i="1" spc="0" baseline="3034" dirty="0">
                <a:latin typeface="Calibri"/>
                <a:cs typeface="Calibri"/>
              </a:rPr>
              <a:t>g(n)</a:t>
            </a:r>
            <a:r>
              <a:rPr sz="2700" b="1" i="1" spc="14" baseline="3034" dirty="0">
                <a:latin typeface="Calibri"/>
                <a:cs typeface="Calibri"/>
              </a:rPr>
              <a:t> </a:t>
            </a:r>
            <a:r>
              <a:rPr sz="2700" b="1" i="1" spc="0" baseline="3034" dirty="0">
                <a:latin typeface="Calibri"/>
                <a:cs typeface="Calibri"/>
              </a:rPr>
              <a:t>+</a:t>
            </a:r>
            <a:r>
              <a:rPr sz="2700" b="1" i="1" spc="14" baseline="3034" dirty="0">
                <a:latin typeface="Calibri"/>
                <a:cs typeface="Calibri"/>
              </a:rPr>
              <a:t> </a:t>
            </a:r>
            <a:r>
              <a:rPr sz="2700" b="1" i="1" spc="0" baseline="3034" dirty="0">
                <a:latin typeface="Calibri"/>
                <a:cs typeface="Calibri"/>
              </a:rPr>
              <a:t>h</a:t>
            </a:r>
            <a:r>
              <a:rPr sz="2700" b="1" i="1" spc="4" baseline="3034" dirty="0">
                <a:latin typeface="Calibri"/>
                <a:cs typeface="Calibri"/>
              </a:rPr>
              <a:t> </a:t>
            </a:r>
            <a:r>
              <a:rPr sz="2700" b="1" spc="-4" baseline="3034" dirty="0">
                <a:latin typeface="Calibri"/>
                <a:cs typeface="Calibri"/>
              </a:rPr>
              <a:t>(</a:t>
            </a:r>
            <a:r>
              <a:rPr sz="2700" b="1" i="1" spc="0" baseline="3034" dirty="0">
                <a:latin typeface="Calibri"/>
                <a:cs typeface="Calibri"/>
              </a:rPr>
              <a:t>n</a:t>
            </a:r>
            <a:r>
              <a:rPr sz="2700" b="1" spc="0" baseline="3034" dirty="0">
                <a:latin typeface="Calibri"/>
                <a:cs typeface="Calibri"/>
              </a:rPr>
              <a:t>)</a:t>
            </a:r>
            <a:r>
              <a:rPr sz="2700" b="1" spc="14" baseline="3034" dirty="0">
                <a:latin typeface="Calibri"/>
                <a:cs typeface="Calibri"/>
              </a:rPr>
              <a:t> </a:t>
            </a:r>
            <a:r>
              <a:rPr sz="2700" b="1" spc="0" baseline="3034" dirty="0">
                <a:latin typeface="Calibri"/>
                <a:cs typeface="Calibri"/>
              </a:rPr>
              <a:t>– </a:t>
            </a:r>
            <a:r>
              <a:rPr sz="2700" b="1" spc="0" baseline="3034" dirty="0">
                <a:solidFill>
                  <a:srgbClr val="0000FF"/>
                </a:solidFill>
                <a:latin typeface="Calibri"/>
                <a:cs typeface="Calibri"/>
              </a:rPr>
              <a:t>(H-I)</a:t>
            </a:r>
            <a:r>
              <a:rPr sz="2700" b="1" spc="14" baseline="3034" dirty="0">
                <a:solidFill>
                  <a:srgbClr val="0000FF"/>
                </a:solidFill>
                <a:latin typeface="Calibri"/>
                <a:cs typeface="Calibri"/>
              </a:rPr>
              <a:t> </a:t>
            </a:r>
            <a:r>
              <a:rPr sz="2700" b="1" spc="0" baseline="3034" dirty="0">
                <a:solidFill>
                  <a:srgbClr val="0000FF"/>
                </a:solidFill>
                <a:latin typeface="Calibri"/>
                <a:cs typeface="Calibri"/>
              </a:rPr>
              <a:t>O</a:t>
            </a:r>
            <a:r>
              <a:rPr sz="2700" b="1" spc="-19" baseline="3034" dirty="0">
                <a:solidFill>
                  <a:srgbClr val="0000FF"/>
                </a:solidFill>
                <a:latin typeface="Calibri"/>
                <a:cs typeface="Calibri"/>
              </a:rPr>
              <a:t>v</a:t>
            </a:r>
            <a:r>
              <a:rPr sz="2700" b="1" spc="0" baseline="3034" dirty="0">
                <a:solidFill>
                  <a:srgbClr val="0000FF"/>
                </a:solidFill>
                <a:latin typeface="Calibri"/>
                <a:cs typeface="Calibri"/>
              </a:rPr>
              <a:t>e</a:t>
            </a:r>
            <a:r>
              <a:rPr sz="2700" b="1" spc="-14" baseline="3034" dirty="0">
                <a:solidFill>
                  <a:srgbClr val="0000FF"/>
                </a:solidFill>
                <a:latin typeface="Calibri"/>
                <a:cs typeface="Calibri"/>
              </a:rPr>
              <a:t>r</a:t>
            </a:r>
            <a:r>
              <a:rPr sz="2700" b="1" spc="0" baseline="3034" dirty="0">
                <a:solidFill>
                  <a:srgbClr val="0000FF"/>
                </a:solidFill>
                <a:latin typeface="Calibri"/>
                <a:cs typeface="Calibri"/>
              </a:rPr>
              <a:t>e</a:t>
            </a:r>
            <a:r>
              <a:rPr sz="2700" b="1" spc="-25" baseline="3034" dirty="0">
                <a:solidFill>
                  <a:srgbClr val="0000FF"/>
                </a:solidFill>
                <a:latin typeface="Calibri"/>
                <a:cs typeface="Calibri"/>
              </a:rPr>
              <a:t>s</a:t>
            </a:r>
            <a:r>
              <a:rPr sz="2700" b="1" spc="0" baseline="3034" dirty="0">
                <a:solidFill>
                  <a:srgbClr val="0000FF"/>
                </a:solidFill>
                <a:latin typeface="Calibri"/>
                <a:cs typeface="Calibri"/>
              </a:rPr>
              <a:t>tim</a:t>
            </a:r>
            <a:r>
              <a:rPr sz="2700" b="1" spc="-14" baseline="3034" dirty="0">
                <a:solidFill>
                  <a:srgbClr val="0000FF"/>
                </a:solidFill>
                <a:latin typeface="Calibri"/>
                <a:cs typeface="Calibri"/>
              </a:rPr>
              <a:t>a</a:t>
            </a:r>
            <a:r>
              <a:rPr sz="2700" b="1" spc="-25" baseline="3034" dirty="0">
                <a:solidFill>
                  <a:srgbClr val="0000FF"/>
                </a:solidFill>
                <a:latin typeface="Calibri"/>
                <a:cs typeface="Calibri"/>
              </a:rPr>
              <a:t>t</a:t>
            </a:r>
            <a:r>
              <a:rPr sz="2700" b="1" spc="0" baseline="3034" dirty="0">
                <a:solidFill>
                  <a:srgbClr val="0000FF"/>
                </a:solidFill>
                <a:latin typeface="Calibri"/>
                <a:cs typeface="Calibri"/>
              </a:rPr>
              <a:t>ed</a:t>
            </a:r>
            <a:endParaRPr sz="1800">
              <a:latin typeface="Calibri"/>
              <a:cs typeface="Calibri"/>
            </a:endParaRPr>
          </a:p>
          <a:p>
            <a:pPr algn="ctr">
              <a:lnSpc>
                <a:spcPct val="101725"/>
              </a:lnSpc>
              <a:spcBef>
                <a:spcPts val="946"/>
              </a:spcBef>
            </a:pPr>
            <a:r>
              <a:rPr sz="1800" b="1" spc="0" dirty="0">
                <a:latin typeface="Calibri"/>
                <a:cs typeface="Calibri"/>
              </a:rPr>
              <a:t>g(n):</a:t>
            </a:r>
            <a:r>
              <a:rPr sz="1800" b="1" spc="4" dirty="0">
                <a:latin typeface="Calibri"/>
                <a:cs typeface="Calibri"/>
              </a:rPr>
              <a:t> </a:t>
            </a:r>
            <a:r>
              <a:rPr sz="1800" spc="0" dirty="0">
                <a:latin typeface="Calibri"/>
                <a:cs typeface="Calibri"/>
              </a:rPr>
              <a:t>is</a:t>
            </a:r>
            <a:r>
              <a:rPr sz="1800" spc="4" dirty="0">
                <a:latin typeface="Calibri"/>
                <a:cs typeface="Calibri"/>
              </a:rPr>
              <a:t> </a:t>
            </a:r>
            <a:r>
              <a:rPr sz="1800" spc="0" dirty="0">
                <a:latin typeface="Calibri"/>
                <a:cs typeface="Calibri"/>
              </a:rPr>
              <a:t>the</a:t>
            </a:r>
            <a:r>
              <a:rPr sz="1800" spc="9" dirty="0">
                <a:latin typeface="Calibri"/>
                <a:cs typeface="Calibri"/>
              </a:rPr>
              <a:t> </a:t>
            </a:r>
            <a:r>
              <a:rPr sz="1800" spc="-29" dirty="0">
                <a:latin typeface="Calibri"/>
                <a:cs typeface="Calibri"/>
              </a:rPr>
              <a:t>ex</a:t>
            </a:r>
            <a:r>
              <a:rPr sz="1800" spc="0" dirty="0">
                <a:latin typeface="Calibri"/>
                <a:cs typeface="Calibri"/>
              </a:rPr>
              <a:t>act</a:t>
            </a:r>
            <a:r>
              <a:rPr sz="1800" spc="9" dirty="0">
                <a:latin typeface="Calibri"/>
                <a:cs typeface="Calibri"/>
              </a:rPr>
              <a:t> </a:t>
            </a:r>
            <a:r>
              <a:rPr sz="1800" spc="-14" dirty="0">
                <a:latin typeface="Calibri"/>
                <a:cs typeface="Calibri"/>
              </a:rPr>
              <a:t>c</a:t>
            </a:r>
            <a:r>
              <a:rPr sz="1800" spc="0" dirty="0">
                <a:latin typeface="Calibri"/>
                <a:cs typeface="Calibri"/>
              </a:rPr>
              <a:t>o</a:t>
            </a:r>
            <a:r>
              <a:rPr sz="1800" spc="-19" dirty="0">
                <a:latin typeface="Calibri"/>
                <a:cs typeface="Calibri"/>
              </a:rPr>
              <a:t>s</a:t>
            </a:r>
            <a:r>
              <a:rPr sz="1800" spc="0" dirty="0">
                <a:latin typeface="Calibri"/>
                <a:cs typeface="Calibri"/>
              </a:rPr>
              <a:t>t</a:t>
            </a:r>
            <a:r>
              <a:rPr sz="1800" spc="4" dirty="0">
                <a:latin typeface="Calibri"/>
                <a:cs typeface="Calibri"/>
              </a:rPr>
              <a:t> </a:t>
            </a:r>
            <a:r>
              <a:rPr sz="1800" spc="-19" dirty="0">
                <a:latin typeface="Calibri"/>
                <a:cs typeface="Calibri"/>
              </a:rPr>
              <a:t>t</a:t>
            </a:r>
            <a:r>
              <a:rPr sz="1800" spc="0" dirty="0">
                <a:latin typeface="Calibri"/>
                <a:cs typeface="Calibri"/>
              </a:rPr>
              <a:t>o</a:t>
            </a:r>
            <a:r>
              <a:rPr sz="1800" spc="4" dirty="0">
                <a:latin typeface="Calibri"/>
                <a:cs typeface="Calibri"/>
              </a:rPr>
              <a:t> </a:t>
            </a:r>
            <a:r>
              <a:rPr sz="1800" spc="-19" dirty="0">
                <a:latin typeface="Calibri"/>
                <a:cs typeface="Calibri"/>
              </a:rPr>
              <a:t>r</a:t>
            </a:r>
            <a:r>
              <a:rPr sz="1800" spc="0" dirty="0">
                <a:latin typeface="Calibri"/>
                <a:cs typeface="Calibri"/>
              </a:rPr>
              <a:t>each</a:t>
            </a:r>
            <a:r>
              <a:rPr sz="1800" spc="4" dirty="0">
                <a:latin typeface="Calibri"/>
                <a:cs typeface="Calibri"/>
              </a:rPr>
              <a:t> </a:t>
            </a:r>
            <a:r>
              <a:rPr sz="1800" spc="0" dirty="0">
                <a:latin typeface="Calibri"/>
                <a:cs typeface="Calibri"/>
              </a:rPr>
              <a:t>node</a:t>
            </a:r>
            <a:r>
              <a:rPr sz="1800" spc="14" dirty="0">
                <a:latin typeface="Calibri"/>
                <a:cs typeface="Calibri"/>
              </a:rPr>
              <a:t> </a:t>
            </a:r>
            <a:r>
              <a:rPr sz="1800" i="1" spc="0" dirty="0">
                <a:latin typeface="Calibri"/>
                <a:cs typeface="Calibri"/>
              </a:rPr>
              <a:t>n</a:t>
            </a:r>
            <a:r>
              <a:rPr sz="1800" i="1" spc="4" dirty="0">
                <a:latin typeface="Calibri"/>
                <a:cs typeface="Calibri"/>
              </a:rPr>
              <a:t> </a:t>
            </a:r>
            <a:r>
              <a:rPr sz="1800" spc="0" dirty="0">
                <a:latin typeface="Calibri"/>
                <a:cs typeface="Calibri"/>
              </a:rPr>
              <a:t>f</a:t>
            </a:r>
            <a:r>
              <a:rPr sz="1800" spc="-25" dirty="0">
                <a:latin typeface="Calibri"/>
                <a:cs typeface="Calibri"/>
              </a:rPr>
              <a:t>r</a:t>
            </a:r>
            <a:r>
              <a:rPr sz="1800" spc="0" dirty="0">
                <a:latin typeface="Calibri"/>
                <a:cs typeface="Calibri"/>
              </a:rPr>
              <a:t>om</a:t>
            </a:r>
            <a:r>
              <a:rPr sz="1800" spc="-4" dirty="0">
                <a:latin typeface="Calibri"/>
                <a:cs typeface="Calibri"/>
              </a:rPr>
              <a:t> </a:t>
            </a:r>
            <a:r>
              <a:rPr sz="1800" spc="0" dirty="0">
                <a:latin typeface="Calibri"/>
                <a:cs typeface="Calibri"/>
              </a:rPr>
              <a:t>the</a:t>
            </a:r>
            <a:r>
              <a:rPr sz="1800" spc="19" dirty="0">
                <a:latin typeface="Calibri"/>
                <a:cs typeface="Calibri"/>
              </a:rPr>
              <a:t> </a:t>
            </a:r>
            <a:r>
              <a:rPr sz="1800" spc="0" dirty="0">
                <a:latin typeface="Calibri"/>
                <a:cs typeface="Calibri"/>
              </a:rPr>
              <a:t>initial</a:t>
            </a:r>
            <a:r>
              <a:rPr sz="1800" spc="-9" dirty="0">
                <a:latin typeface="Calibri"/>
                <a:cs typeface="Calibri"/>
              </a:rPr>
              <a:t> </a:t>
            </a:r>
            <a:r>
              <a:rPr sz="1800" spc="-19" dirty="0">
                <a:latin typeface="Calibri"/>
                <a:cs typeface="Calibri"/>
              </a:rPr>
              <a:t>s</a:t>
            </a:r>
            <a:r>
              <a:rPr sz="1800" spc="-25" dirty="0">
                <a:latin typeface="Calibri"/>
                <a:cs typeface="Calibri"/>
              </a:rPr>
              <a:t>t</a:t>
            </a:r>
            <a:r>
              <a:rPr sz="1800" spc="-14" dirty="0">
                <a:latin typeface="Calibri"/>
                <a:cs typeface="Calibri"/>
              </a:rPr>
              <a:t>a</a:t>
            </a:r>
            <a:r>
              <a:rPr sz="1800" spc="-19" dirty="0">
                <a:latin typeface="Calibri"/>
                <a:cs typeface="Calibri"/>
              </a:rPr>
              <a:t>t</a:t>
            </a:r>
            <a:r>
              <a:rPr sz="1800" spc="0" dirty="0">
                <a:latin typeface="Calibri"/>
                <a:cs typeface="Calibri"/>
              </a:rPr>
              <a:t>e.</a:t>
            </a:r>
            <a:endParaRPr sz="1800">
              <a:latin typeface="Calibri"/>
              <a:cs typeface="Calibri"/>
            </a:endParaRPr>
          </a:p>
        </p:txBody>
      </p:sp>
      <p:sp>
        <p:nvSpPr>
          <p:cNvPr id="26" name="object 26"/>
          <p:cNvSpPr txBox="1"/>
          <p:nvPr/>
        </p:nvSpPr>
        <p:spPr>
          <a:xfrm>
            <a:off x="2288540" y="5620812"/>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25" name="object 25"/>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24" name="object 24"/>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3" name="object 23"/>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54</a:t>
            </a:r>
            <a:endParaRPr sz="1200">
              <a:latin typeface="Calibri"/>
              <a:cs typeface="Calibri"/>
            </a:endParaRPr>
          </a:p>
        </p:txBody>
      </p:sp>
      <p:sp>
        <p:nvSpPr>
          <p:cNvPr id="22" name="object 22"/>
          <p:cNvSpPr txBox="1"/>
          <p:nvPr/>
        </p:nvSpPr>
        <p:spPr>
          <a:xfrm>
            <a:off x="1752600" y="5321508"/>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I</a:t>
            </a:r>
            <a:endParaRPr sz="1800">
              <a:latin typeface="Calibri"/>
              <a:cs typeface="Calibri"/>
            </a:endParaRPr>
          </a:p>
        </p:txBody>
      </p:sp>
      <p:sp>
        <p:nvSpPr>
          <p:cNvPr id="21" name="object 21"/>
          <p:cNvSpPr txBox="1"/>
          <p:nvPr/>
        </p:nvSpPr>
        <p:spPr>
          <a:xfrm>
            <a:off x="5105782" y="1274538"/>
            <a:ext cx="1904999" cy="399488"/>
          </a:xfrm>
          <a:prstGeom prst="rect">
            <a:avLst/>
          </a:prstGeom>
        </p:spPr>
        <p:txBody>
          <a:bodyPr wrap="square" lIns="0" tIns="0" rIns="0" bIns="0" rtlCol="0">
            <a:noAutofit/>
          </a:bodyPr>
          <a:lstStyle/>
          <a:p>
            <a:pPr marL="618235" marR="619226" algn="ctr">
              <a:lnSpc>
                <a:spcPct val="100585"/>
              </a:lnSpc>
              <a:spcBef>
                <a:spcPts val="345"/>
              </a:spcBef>
            </a:pPr>
            <a:r>
              <a:rPr sz="1800" b="1" spc="0" dirty="0">
                <a:latin typeface="Tahoma"/>
                <a:cs typeface="Tahoma"/>
              </a:rPr>
              <a:t>State</a:t>
            </a:r>
            <a:endParaRPr sz="1800">
              <a:latin typeface="Tahoma"/>
              <a:cs typeface="Tahoma"/>
            </a:endParaRPr>
          </a:p>
        </p:txBody>
      </p:sp>
      <p:sp>
        <p:nvSpPr>
          <p:cNvPr id="20" name="object 20"/>
          <p:cNvSpPr txBox="1"/>
          <p:nvPr/>
        </p:nvSpPr>
        <p:spPr>
          <a:xfrm>
            <a:off x="7010781" y="1274538"/>
            <a:ext cx="1905000" cy="399488"/>
          </a:xfrm>
          <a:prstGeom prst="rect">
            <a:avLst/>
          </a:prstGeom>
        </p:spPr>
        <p:txBody>
          <a:bodyPr wrap="square" lIns="0" tIns="0" rIns="0" bIns="0" rtlCol="0">
            <a:noAutofit/>
          </a:bodyPr>
          <a:lstStyle/>
          <a:p>
            <a:pPr marL="114315">
              <a:lnSpc>
                <a:spcPct val="100585"/>
              </a:lnSpc>
              <a:spcBef>
                <a:spcPts val="345"/>
              </a:spcBef>
            </a:pPr>
            <a:r>
              <a:rPr sz="1800" b="1" spc="0" dirty="0">
                <a:latin typeface="Tahoma"/>
                <a:cs typeface="Tahoma"/>
              </a:rPr>
              <a:t>Heuristic:</a:t>
            </a:r>
            <a:r>
              <a:rPr sz="1800" b="1" spc="-19" dirty="0">
                <a:latin typeface="Tahoma"/>
                <a:cs typeface="Tahoma"/>
              </a:rPr>
              <a:t> </a:t>
            </a:r>
            <a:r>
              <a:rPr sz="1800" b="1" spc="0" dirty="0">
                <a:latin typeface="Tahoma"/>
                <a:cs typeface="Tahoma"/>
              </a:rPr>
              <a:t>h(n)</a:t>
            </a:r>
            <a:endParaRPr sz="1800">
              <a:latin typeface="Tahoma"/>
              <a:cs typeface="Tahoma"/>
            </a:endParaRPr>
          </a:p>
        </p:txBody>
      </p:sp>
      <p:sp>
        <p:nvSpPr>
          <p:cNvPr id="19" name="object 19"/>
          <p:cNvSpPr txBox="1"/>
          <p:nvPr/>
        </p:nvSpPr>
        <p:spPr>
          <a:xfrm>
            <a:off x="5105782" y="1674027"/>
            <a:ext cx="1904999" cy="399863"/>
          </a:xfrm>
          <a:prstGeom prst="rect">
            <a:avLst/>
          </a:prstGeom>
        </p:spPr>
        <p:txBody>
          <a:bodyPr wrap="square" lIns="0" tIns="0" rIns="0" bIns="0" rtlCol="0">
            <a:noAutofit/>
          </a:bodyPr>
          <a:lstStyle/>
          <a:p>
            <a:pPr marL="853693" marR="854455" algn="ctr">
              <a:lnSpc>
                <a:spcPct val="100585"/>
              </a:lnSpc>
              <a:spcBef>
                <a:spcPts val="345"/>
              </a:spcBef>
            </a:pPr>
            <a:r>
              <a:rPr sz="1800" spc="0" dirty="0">
                <a:latin typeface="Tahoma"/>
                <a:cs typeface="Tahoma"/>
              </a:rPr>
              <a:t>A</a:t>
            </a:r>
            <a:endParaRPr sz="1800">
              <a:latin typeface="Tahoma"/>
              <a:cs typeface="Tahoma"/>
            </a:endParaRPr>
          </a:p>
        </p:txBody>
      </p:sp>
      <p:sp>
        <p:nvSpPr>
          <p:cNvPr id="18" name="object 18"/>
          <p:cNvSpPr txBox="1"/>
          <p:nvPr/>
        </p:nvSpPr>
        <p:spPr>
          <a:xfrm>
            <a:off x="7010781" y="1674027"/>
            <a:ext cx="1905000" cy="399863"/>
          </a:xfrm>
          <a:prstGeom prst="rect">
            <a:avLst/>
          </a:prstGeom>
        </p:spPr>
        <p:txBody>
          <a:bodyPr wrap="square" lIns="0" tIns="0" rIns="0" bIns="0" rtlCol="0">
            <a:noAutofit/>
          </a:bodyPr>
          <a:lstStyle/>
          <a:p>
            <a:pPr marL="734822" marR="735492" algn="ctr">
              <a:lnSpc>
                <a:spcPct val="100585"/>
              </a:lnSpc>
              <a:spcBef>
                <a:spcPts val="345"/>
              </a:spcBef>
            </a:pPr>
            <a:r>
              <a:rPr sz="1800" spc="0" dirty="0">
                <a:latin typeface="Tahoma"/>
                <a:cs typeface="Tahoma"/>
              </a:rPr>
              <a:t>366</a:t>
            </a:r>
            <a:endParaRPr sz="1800">
              <a:latin typeface="Tahoma"/>
              <a:cs typeface="Tahoma"/>
            </a:endParaRPr>
          </a:p>
        </p:txBody>
      </p:sp>
      <p:sp>
        <p:nvSpPr>
          <p:cNvPr id="17" name="object 17"/>
          <p:cNvSpPr txBox="1"/>
          <p:nvPr/>
        </p:nvSpPr>
        <p:spPr>
          <a:xfrm>
            <a:off x="5105782" y="2073889"/>
            <a:ext cx="1904999" cy="399862"/>
          </a:xfrm>
          <a:prstGeom prst="rect">
            <a:avLst/>
          </a:prstGeom>
        </p:spPr>
        <p:txBody>
          <a:bodyPr wrap="square" lIns="0" tIns="0" rIns="0" bIns="0" rtlCol="0">
            <a:noAutofit/>
          </a:bodyPr>
          <a:lstStyle/>
          <a:p>
            <a:pPr marL="854455" marR="856208" algn="ctr">
              <a:lnSpc>
                <a:spcPct val="100585"/>
              </a:lnSpc>
              <a:spcBef>
                <a:spcPts val="345"/>
              </a:spcBef>
            </a:pPr>
            <a:r>
              <a:rPr sz="1800" spc="0" dirty="0">
                <a:latin typeface="Tahoma"/>
                <a:cs typeface="Tahoma"/>
              </a:rPr>
              <a:t>B</a:t>
            </a:r>
            <a:endParaRPr sz="1800">
              <a:latin typeface="Tahoma"/>
              <a:cs typeface="Tahoma"/>
            </a:endParaRPr>
          </a:p>
        </p:txBody>
      </p:sp>
      <p:sp>
        <p:nvSpPr>
          <p:cNvPr id="16" name="object 16"/>
          <p:cNvSpPr txBox="1"/>
          <p:nvPr/>
        </p:nvSpPr>
        <p:spPr>
          <a:xfrm>
            <a:off x="7010781" y="2073889"/>
            <a:ext cx="1905000" cy="399862"/>
          </a:xfrm>
          <a:prstGeom prst="rect">
            <a:avLst/>
          </a:prstGeom>
        </p:spPr>
        <p:txBody>
          <a:bodyPr wrap="square" lIns="0" tIns="0" rIns="0" bIns="0" rtlCol="0">
            <a:noAutofit/>
          </a:bodyPr>
          <a:lstStyle/>
          <a:p>
            <a:pPr marL="734730" marR="735583" algn="ctr">
              <a:lnSpc>
                <a:spcPct val="100585"/>
              </a:lnSpc>
              <a:spcBef>
                <a:spcPts val="345"/>
              </a:spcBef>
            </a:pPr>
            <a:r>
              <a:rPr sz="1800" spc="0" dirty="0">
                <a:latin typeface="Tahoma"/>
                <a:cs typeface="Tahoma"/>
              </a:rPr>
              <a:t>374</a:t>
            </a:r>
            <a:endParaRPr sz="1800">
              <a:latin typeface="Tahoma"/>
              <a:cs typeface="Tahoma"/>
            </a:endParaRPr>
          </a:p>
        </p:txBody>
      </p:sp>
      <p:sp>
        <p:nvSpPr>
          <p:cNvPr id="15" name="object 15"/>
          <p:cNvSpPr txBox="1"/>
          <p:nvPr/>
        </p:nvSpPr>
        <p:spPr>
          <a:xfrm>
            <a:off x="5105782" y="2473751"/>
            <a:ext cx="1904999" cy="399488"/>
          </a:xfrm>
          <a:prstGeom prst="rect">
            <a:avLst/>
          </a:prstGeom>
        </p:spPr>
        <p:txBody>
          <a:bodyPr wrap="square" lIns="0" tIns="0" rIns="0" bIns="0" rtlCol="0">
            <a:noAutofit/>
          </a:bodyPr>
          <a:lstStyle/>
          <a:p>
            <a:pPr marL="853701" marR="854219" algn="ctr">
              <a:lnSpc>
                <a:spcPct val="100585"/>
              </a:lnSpc>
              <a:spcBef>
                <a:spcPts val="345"/>
              </a:spcBef>
            </a:pPr>
            <a:r>
              <a:rPr sz="1800" spc="0" dirty="0">
                <a:latin typeface="Tahoma"/>
                <a:cs typeface="Tahoma"/>
              </a:rPr>
              <a:t>C</a:t>
            </a:r>
            <a:endParaRPr sz="1800">
              <a:latin typeface="Tahoma"/>
              <a:cs typeface="Tahoma"/>
            </a:endParaRPr>
          </a:p>
        </p:txBody>
      </p:sp>
      <p:sp>
        <p:nvSpPr>
          <p:cNvPr id="14" name="object 14"/>
          <p:cNvSpPr txBox="1"/>
          <p:nvPr/>
        </p:nvSpPr>
        <p:spPr>
          <a:xfrm>
            <a:off x="7010781" y="2473751"/>
            <a:ext cx="1905000" cy="399488"/>
          </a:xfrm>
          <a:prstGeom prst="rect">
            <a:avLst/>
          </a:prstGeom>
        </p:spPr>
        <p:txBody>
          <a:bodyPr wrap="square" lIns="0" tIns="0" rIns="0" bIns="0" rtlCol="0">
            <a:noAutofit/>
          </a:bodyPr>
          <a:lstStyle/>
          <a:p>
            <a:pPr marL="734913" marR="735401" algn="ctr">
              <a:lnSpc>
                <a:spcPct val="100585"/>
              </a:lnSpc>
              <a:spcBef>
                <a:spcPts val="345"/>
              </a:spcBef>
            </a:pPr>
            <a:r>
              <a:rPr sz="1800" spc="0" dirty="0">
                <a:latin typeface="Tahoma"/>
                <a:cs typeface="Tahoma"/>
              </a:rPr>
              <a:t>329</a:t>
            </a:r>
            <a:endParaRPr sz="1800">
              <a:latin typeface="Tahoma"/>
              <a:cs typeface="Tahoma"/>
            </a:endParaRPr>
          </a:p>
        </p:txBody>
      </p:sp>
      <p:sp>
        <p:nvSpPr>
          <p:cNvPr id="13" name="object 13"/>
          <p:cNvSpPr txBox="1"/>
          <p:nvPr/>
        </p:nvSpPr>
        <p:spPr>
          <a:xfrm>
            <a:off x="5105782" y="2873239"/>
            <a:ext cx="1904999" cy="399862"/>
          </a:xfrm>
          <a:prstGeom prst="rect">
            <a:avLst/>
          </a:prstGeom>
        </p:spPr>
        <p:txBody>
          <a:bodyPr wrap="square" lIns="0" tIns="0" rIns="0" bIns="0" rtlCol="0">
            <a:noAutofit/>
          </a:bodyPr>
          <a:lstStyle/>
          <a:p>
            <a:pPr marL="844549" marR="845769" algn="ctr">
              <a:lnSpc>
                <a:spcPct val="100585"/>
              </a:lnSpc>
              <a:spcBef>
                <a:spcPts val="345"/>
              </a:spcBef>
            </a:pPr>
            <a:r>
              <a:rPr sz="1800" spc="0" dirty="0">
                <a:latin typeface="Tahoma"/>
                <a:cs typeface="Tahoma"/>
              </a:rPr>
              <a:t>D</a:t>
            </a:r>
            <a:endParaRPr sz="1800">
              <a:latin typeface="Tahoma"/>
              <a:cs typeface="Tahoma"/>
            </a:endParaRPr>
          </a:p>
        </p:txBody>
      </p:sp>
      <p:sp>
        <p:nvSpPr>
          <p:cNvPr id="12" name="object 12"/>
          <p:cNvSpPr txBox="1"/>
          <p:nvPr/>
        </p:nvSpPr>
        <p:spPr>
          <a:xfrm>
            <a:off x="7010781" y="2873239"/>
            <a:ext cx="1905000" cy="399862"/>
          </a:xfrm>
          <a:prstGeom prst="rect">
            <a:avLst/>
          </a:prstGeom>
        </p:spPr>
        <p:txBody>
          <a:bodyPr wrap="square" lIns="0" tIns="0" rIns="0" bIns="0" rtlCol="0">
            <a:noAutofit/>
          </a:bodyPr>
          <a:lstStyle/>
          <a:p>
            <a:pPr marL="734768" marR="735545" algn="ctr">
              <a:lnSpc>
                <a:spcPct val="100585"/>
              </a:lnSpc>
              <a:spcBef>
                <a:spcPts val="345"/>
              </a:spcBef>
            </a:pPr>
            <a:r>
              <a:rPr sz="1800" spc="0" dirty="0">
                <a:latin typeface="Tahoma"/>
                <a:cs typeface="Tahoma"/>
              </a:rPr>
              <a:t>244</a:t>
            </a:r>
            <a:endParaRPr sz="1800">
              <a:latin typeface="Tahoma"/>
              <a:cs typeface="Tahoma"/>
            </a:endParaRPr>
          </a:p>
        </p:txBody>
      </p:sp>
      <p:sp>
        <p:nvSpPr>
          <p:cNvPr id="11" name="object 11"/>
          <p:cNvSpPr txBox="1"/>
          <p:nvPr/>
        </p:nvSpPr>
        <p:spPr>
          <a:xfrm>
            <a:off x="5105782" y="3273102"/>
            <a:ext cx="1904999" cy="399863"/>
          </a:xfrm>
          <a:prstGeom prst="rect">
            <a:avLst/>
          </a:prstGeom>
        </p:spPr>
        <p:txBody>
          <a:bodyPr wrap="square" lIns="0" tIns="0" rIns="0" bIns="0" rtlCol="0">
            <a:noAutofit/>
          </a:bodyPr>
          <a:lstStyle/>
          <a:p>
            <a:pPr marL="858265" marR="858799" algn="ctr">
              <a:lnSpc>
                <a:spcPct val="100585"/>
              </a:lnSpc>
              <a:spcBef>
                <a:spcPts val="345"/>
              </a:spcBef>
            </a:pPr>
            <a:r>
              <a:rPr sz="1800" spc="0" dirty="0">
                <a:latin typeface="Tahoma"/>
                <a:cs typeface="Tahoma"/>
              </a:rPr>
              <a:t>E</a:t>
            </a:r>
            <a:endParaRPr sz="1800">
              <a:latin typeface="Tahoma"/>
              <a:cs typeface="Tahoma"/>
            </a:endParaRPr>
          </a:p>
        </p:txBody>
      </p:sp>
      <p:sp>
        <p:nvSpPr>
          <p:cNvPr id="10" name="object 10"/>
          <p:cNvSpPr txBox="1"/>
          <p:nvPr/>
        </p:nvSpPr>
        <p:spPr>
          <a:xfrm>
            <a:off x="7010781" y="3273102"/>
            <a:ext cx="1905000" cy="399863"/>
          </a:xfrm>
          <a:prstGeom prst="rect">
            <a:avLst/>
          </a:prstGeom>
        </p:spPr>
        <p:txBody>
          <a:bodyPr wrap="square" lIns="0" tIns="0" rIns="0" bIns="0" rtlCol="0">
            <a:noAutofit/>
          </a:bodyPr>
          <a:lstStyle/>
          <a:p>
            <a:pPr marL="734814" marR="735500" algn="ctr">
              <a:lnSpc>
                <a:spcPct val="100585"/>
              </a:lnSpc>
              <a:spcBef>
                <a:spcPts val="345"/>
              </a:spcBef>
            </a:pPr>
            <a:r>
              <a:rPr sz="1800" spc="0" dirty="0">
                <a:latin typeface="Tahoma"/>
                <a:cs typeface="Tahoma"/>
              </a:rPr>
              <a:t>253</a:t>
            </a:r>
            <a:endParaRPr sz="1800">
              <a:latin typeface="Tahoma"/>
              <a:cs typeface="Tahoma"/>
            </a:endParaRPr>
          </a:p>
        </p:txBody>
      </p:sp>
      <p:sp>
        <p:nvSpPr>
          <p:cNvPr id="9" name="object 9"/>
          <p:cNvSpPr txBox="1"/>
          <p:nvPr/>
        </p:nvSpPr>
        <p:spPr>
          <a:xfrm>
            <a:off x="5105782" y="3672964"/>
            <a:ext cx="1904999" cy="399488"/>
          </a:xfrm>
          <a:prstGeom prst="rect">
            <a:avLst/>
          </a:prstGeom>
        </p:spPr>
        <p:txBody>
          <a:bodyPr wrap="square" lIns="0" tIns="0" rIns="0" bIns="0" rtlCol="0">
            <a:noAutofit/>
          </a:bodyPr>
          <a:lstStyle/>
          <a:p>
            <a:pPr marL="862838" marR="863371" algn="ctr">
              <a:lnSpc>
                <a:spcPct val="100585"/>
              </a:lnSpc>
              <a:spcBef>
                <a:spcPts val="345"/>
              </a:spcBef>
            </a:pPr>
            <a:r>
              <a:rPr sz="1800" spc="0" dirty="0">
                <a:latin typeface="Tahoma"/>
                <a:cs typeface="Tahoma"/>
              </a:rPr>
              <a:t>F</a:t>
            </a:r>
            <a:endParaRPr sz="1800">
              <a:latin typeface="Tahoma"/>
              <a:cs typeface="Tahoma"/>
            </a:endParaRPr>
          </a:p>
        </p:txBody>
      </p:sp>
      <p:sp>
        <p:nvSpPr>
          <p:cNvPr id="8" name="object 8"/>
          <p:cNvSpPr txBox="1"/>
          <p:nvPr/>
        </p:nvSpPr>
        <p:spPr>
          <a:xfrm>
            <a:off x="7010781" y="3672964"/>
            <a:ext cx="1905000" cy="399488"/>
          </a:xfrm>
          <a:prstGeom prst="rect">
            <a:avLst/>
          </a:prstGeom>
        </p:spPr>
        <p:txBody>
          <a:bodyPr wrap="square" lIns="0" tIns="0" rIns="0" bIns="0" rtlCol="0">
            <a:noAutofit/>
          </a:bodyPr>
          <a:lstStyle/>
          <a:p>
            <a:pPr marL="734822" marR="735492" algn="ctr">
              <a:lnSpc>
                <a:spcPct val="100585"/>
              </a:lnSpc>
              <a:spcBef>
                <a:spcPts val="345"/>
              </a:spcBef>
            </a:pPr>
            <a:r>
              <a:rPr sz="1800" spc="0" dirty="0">
                <a:latin typeface="Tahoma"/>
                <a:cs typeface="Tahoma"/>
              </a:rPr>
              <a:t>178</a:t>
            </a:r>
            <a:endParaRPr sz="1800">
              <a:latin typeface="Tahoma"/>
              <a:cs typeface="Tahoma"/>
            </a:endParaRPr>
          </a:p>
        </p:txBody>
      </p:sp>
      <p:sp>
        <p:nvSpPr>
          <p:cNvPr id="7" name="object 7"/>
          <p:cNvSpPr txBox="1"/>
          <p:nvPr/>
        </p:nvSpPr>
        <p:spPr>
          <a:xfrm>
            <a:off x="5105782" y="4072453"/>
            <a:ext cx="1904999" cy="399862"/>
          </a:xfrm>
          <a:prstGeom prst="rect">
            <a:avLst/>
          </a:prstGeom>
        </p:spPr>
        <p:txBody>
          <a:bodyPr wrap="square" lIns="0" tIns="0" rIns="0" bIns="0" rtlCol="0">
            <a:noAutofit/>
          </a:bodyPr>
          <a:lstStyle/>
          <a:p>
            <a:pPr marL="846073" marR="846759" algn="ctr">
              <a:lnSpc>
                <a:spcPct val="100585"/>
              </a:lnSpc>
              <a:spcBef>
                <a:spcPts val="345"/>
              </a:spcBef>
            </a:pPr>
            <a:r>
              <a:rPr sz="1800" spc="0" dirty="0">
                <a:latin typeface="Tahoma"/>
                <a:cs typeface="Tahoma"/>
              </a:rPr>
              <a:t>G</a:t>
            </a:r>
            <a:endParaRPr sz="1800">
              <a:latin typeface="Tahoma"/>
              <a:cs typeface="Tahoma"/>
            </a:endParaRPr>
          </a:p>
        </p:txBody>
      </p:sp>
      <p:sp>
        <p:nvSpPr>
          <p:cNvPr id="6" name="object 6"/>
          <p:cNvSpPr txBox="1"/>
          <p:nvPr/>
        </p:nvSpPr>
        <p:spPr>
          <a:xfrm>
            <a:off x="7010781" y="4072453"/>
            <a:ext cx="1905000" cy="399862"/>
          </a:xfrm>
          <a:prstGeom prst="rect">
            <a:avLst/>
          </a:prstGeom>
        </p:spPr>
        <p:txBody>
          <a:bodyPr wrap="square" lIns="0" tIns="0" rIns="0" bIns="0" rtlCol="0">
            <a:noAutofit/>
          </a:bodyPr>
          <a:lstStyle/>
          <a:p>
            <a:pPr marL="734715" marR="735599" algn="ctr">
              <a:lnSpc>
                <a:spcPct val="100585"/>
              </a:lnSpc>
              <a:spcBef>
                <a:spcPts val="345"/>
              </a:spcBef>
            </a:pPr>
            <a:r>
              <a:rPr sz="1800" spc="0" dirty="0">
                <a:latin typeface="Tahoma"/>
                <a:cs typeface="Tahoma"/>
              </a:rPr>
              <a:t>193</a:t>
            </a:r>
            <a:endParaRPr sz="1800">
              <a:latin typeface="Tahoma"/>
              <a:cs typeface="Tahoma"/>
            </a:endParaRPr>
          </a:p>
        </p:txBody>
      </p:sp>
      <p:sp>
        <p:nvSpPr>
          <p:cNvPr id="5" name="object 5"/>
          <p:cNvSpPr txBox="1"/>
          <p:nvPr/>
        </p:nvSpPr>
        <p:spPr>
          <a:xfrm>
            <a:off x="5105782" y="4472315"/>
            <a:ext cx="1904999" cy="399863"/>
          </a:xfrm>
          <a:prstGeom prst="rect">
            <a:avLst/>
          </a:prstGeom>
        </p:spPr>
        <p:txBody>
          <a:bodyPr wrap="square" lIns="0" tIns="0" rIns="0" bIns="0" rtlCol="0">
            <a:noAutofit/>
          </a:bodyPr>
          <a:lstStyle/>
          <a:p>
            <a:pPr marL="834643" marR="836015" algn="ctr">
              <a:lnSpc>
                <a:spcPct val="100585"/>
              </a:lnSpc>
              <a:spcBef>
                <a:spcPts val="345"/>
              </a:spcBef>
            </a:pPr>
            <a:r>
              <a:rPr sz="1800" b="1" spc="0" dirty="0">
                <a:solidFill>
                  <a:srgbClr val="0000FF"/>
                </a:solidFill>
                <a:latin typeface="Tahoma"/>
                <a:cs typeface="Tahoma"/>
              </a:rPr>
              <a:t>H</a:t>
            </a:r>
            <a:endParaRPr sz="1800">
              <a:latin typeface="Tahoma"/>
              <a:cs typeface="Tahoma"/>
            </a:endParaRPr>
          </a:p>
        </p:txBody>
      </p:sp>
      <p:sp>
        <p:nvSpPr>
          <p:cNvPr id="4" name="object 4"/>
          <p:cNvSpPr txBox="1"/>
          <p:nvPr/>
        </p:nvSpPr>
        <p:spPr>
          <a:xfrm>
            <a:off x="7010781" y="4472315"/>
            <a:ext cx="1905000" cy="399863"/>
          </a:xfrm>
          <a:prstGeom prst="rect">
            <a:avLst/>
          </a:prstGeom>
        </p:spPr>
        <p:txBody>
          <a:bodyPr wrap="square" lIns="0" tIns="0" rIns="0" bIns="0" rtlCol="0">
            <a:noAutofit/>
          </a:bodyPr>
          <a:lstStyle/>
          <a:p>
            <a:pPr marL="703534" marR="704943" algn="ctr">
              <a:lnSpc>
                <a:spcPct val="100585"/>
              </a:lnSpc>
              <a:spcBef>
                <a:spcPts val="345"/>
              </a:spcBef>
            </a:pPr>
            <a:r>
              <a:rPr sz="1800" b="1" spc="0" dirty="0">
                <a:solidFill>
                  <a:srgbClr val="0000FF"/>
                </a:solidFill>
                <a:latin typeface="Tahoma"/>
                <a:cs typeface="Tahoma"/>
              </a:rPr>
              <a:t>138</a:t>
            </a:r>
            <a:endParaRPr sz="1800">
              <a:latin typeface="Tahoma"/>
              <a:cs typeface="Tahoma"/>
            </a:endParaRPr>
          </a:p>
        </p:txBody>
      </p:sp>
      <p:sp>
        <p:nvSpPr>
          <p:cNvPr id="3" name="object 3"/>
          <p:cNvSpPr txBox="1"/>
          <p:nvPr/>
        </p:nvSpPr>
        <p:spPr>
          <a:xfrm>
            <a:off x="5105782" y="4872178"/>
            <a:ext cx="1904999" cy="399862"/>
          </a:xfrm>
          <a:prstGeom prst="rect">
            <a:avLst/>
          </a:prstGeom>
        </p:spPr>
        <p:txBody>
          <a:bodyPr wrap="square" lIns="0" tIns="0" rIns="0" bIns="0" rtlCol="0">
            <a:noAutofit/>
          </a:bodyPr>
          <a:lstStyle/>
          <a:p>
            <a:pPr marL="879601" marR="880440" algn="ctr">
              <a:lnSpc>
                <a:spcPct val="100585"/>
              </a:lnSpc>
              <a:spcBef>
                <a:spcPts val="345"/>
              </a:spcBef>
            </a:pPr>
            <a:r>
              <a:rPr sz="1800" spc="0" dirty="0">
                <a:latin typeface="Tahoma"/>
                <a:cs typeface="Tahoma"/>
              </a:rPr>
              <a:t>I</a:t>
            </a:r>
            <a:endParaRPr sz="1800">
              <a:latin typeface="Tahoma"/>
              <a:cs typeface="Tahoma"/>
            </a:endParaRPr>
          </a:p>
        </p:txBody>
      </p:sp>
      <p:sp>
        <p:nvSpPr>
          <p:cNvPr id="2" name="object 2"/>
          <p:cNvSpPr txBox="1"/>
          <p:nvPr/>
        </p:nvSpPr>
        <p:spPr>
          <a:xfrm>
            <a:off x="7010781" y="4872178"/>
            <a:ext cx="1905000" cy="399862"/>
          </a:xfrm>
          <a:prstGeom prst="rect">
            <a:avLst/>
          </a:prstGeom>
        </p:spPr>
        <p:txBody>
          <a:bodyPr wrap="square" lIns="0" tIns="0" rIns="0" bIns="0" rtlCol="0">
            <a:noAutofit/>
          </a:bodyPr>
          <a:lstStyle/>
          <a:p>
            <a:pPr marL="859774" marR="860719" algn="ctr">
              <a:lnSpc>
                <a:spcPct val="100585"/>
              </a:lnSpc>
              <a:spcBef>
                <a:spcPts val="345"/>
              </a:spcBef>
            </a:pPr>
            <a:r>
              <a:rPr sz="1800" spc="0" dirty="0">
                <a:latin typeface="Tahoma"/>
                <a:cs typeface="Tahoma"/>
              </a:rPr>
              <a:t>0</a:t>
            </a:r>
            <a:endParaRPr sz="1800">
              <a:latin typeface="Tahoma"/>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3" name="object 13"/>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11" name="object 11"/>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2" name="object 12"/>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9" name="object 9"/>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8" name="object 8"/>
          <p:cNvSpPr txBox="1"/>
          <p:nvPr/>
        </p:nvSpPr>
        <p:spPr>
          <a:xfrm>
            <a:off x="2867661" y="758939"/>
            <a:ext cx="2886761"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9" baseline="3103" dirty="0">
                <a:latin typeface="Calibri"/>
                <a:cs typeface="Calibri"/>
              </a:rPr>
              <a:t> </a:t>
            </a: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7" name="object 7"/>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6" name="object 6"/>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5" name="object 5"/>
          <p:cNvSpPr txBox="1"/>
          <p:nvPr/>
        </p:nvSpPr>
        <p:spPr>
          <a:xfrm>
            <a:off x="4498340" y="1962461"/>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55</a:t>
            </a:r>
            <a:endParaRPr sz="120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bject 22"/>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23" name="object 23"/>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24" name="object 24"/>
          <p:cNvSpPr/>
          <p:nvPr/>
        </p:nvSpPr>
        <p:spPr>
          <a:xfrm>
            <a:off x="0" y="1925485"/>
            <a:ext cx="76962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25" name="object 25"/>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26" name="object 26"/>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27" name="object 27"/>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28" name="object 28"/>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29" name="object 29"/>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30" name="object 30"/>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31" name="object 31"/>
          <p:cNvSpPr/>
          <p:nvPr/>
        </p:nvSpPr>
        <p:spPr>
          <a:xfrm>
            <a:off x="1447800" y="2888603"/>
            <a:ext cx="76962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2" name="object 32"/>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3" name="object 33"/>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21" name="object 21"/>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20" name="object 20"/>
          <p:cNvSpPr/>
          <p:nvPr/>
        </p:nvSpPr>
        <p:spPr>
          <a:xfrm>
            <a:off x="0" y="6520722"/>
            <a:ext cx="9144000" cy="224852"/>
          </a:xfrm>
          <a:prstGeom prst="rect">
            <a:avLst/>
          </a:prstGeom>
          <a:blipFill>
            <a:blip r:embed="rId2" cstate="print"/>
            <a:stretch>
              <a:fillRect/>
            </a:stretch>
          </a:blipFill>
        </p:spPr>
        <p:txBody>
          <a:bodyPr wrap="square" lIns="0" tIns="0" rIns="0" bIns="0" rtlCol="0">
            <a:noAutofit/>
          </a:bodyPr>
          <a:lstStyle/>
          <a:p>
            <a:endParaRPr/>
          </a:p>
        </p:txBody>
      </p:sp>
      <p:sp>
        <p:nvSpPr>
          <p:cNvPr id="19" name="object 19"/>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18" name="object 18"/>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17" name="object 17"/>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16" name="object 16"/>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15" name="object 15"/>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14" name="object 14"/>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13" name="object 13"/>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12" name="object 12"/>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11" name="object 11"/>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dirty="0">
              <a:latin typeface="Calibri"/>
              <a:cs typeface="Calibri"/>
            </a:endParaRPr>
          </a:p>
        </p:txBody>
      </p:sp>
      <p:sp>
        <p:nvSpPr>
          <p:cNvPr id="10" name="object 10"/>
          <p:cNvSpPr txBox="1"/>
          <p:nvPr/>
        </p:nvSpPr>
        <p:spPr>
          <a:xfrm>
            <a:off x="4955541" y="301177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p:txBody>
      </p:sp>
      <p:sp>
        <p:nvSpPr>
          <p:cNvPr id="9" name="object 9"/>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8" name="object 8"/>
          <p:cNvSpPr txBox="1"/>
          <p:nvPr/>
        </p:nvSpPr>
        <p:spPr>
          <a:xfrm>
            <a:off x="4574541" y="308672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7" name="object 7"/>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dirty="0">
              <a:latin typeface="Calibri"/>
              <a:cs typeface="Calibri"/>
            </a:endParaRPr>
          </a:p>
        </p:txBody>
      </p:sp>
      <p:sp>
        <p:nvSpPr>
          <p:cNvPr id="6" name="object 6"/>
          <p:cNvSpPr txBox="1"/>
          <p:nvPr/>
        </p:nvSpPr>
        <p:spPr>
          <a:xfrm>
            <a:off x="2364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5" name="object 5"/>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4" name="object 4"/>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3" name="object 3"/>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56</a:t>
            </a:r>
            <a:endParaRPr sz="12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pic>
        <p:nvPicPr>
          <p:cNvPr id="41" name="Picture 40">
            <a:extLst>
              <a:ext uri="{FF2B5EF4-FFF2-40B4-BE49-F238E27FC236}">
                <a16:creationId xmlns:a16="http://schemas.microsoft.com/office/drawing/2014/main" id="{FE394579-8F9A-4D7A-84B3-6E63F001B283}"/>
              </a:ext>
            </a:extLst>
          </p:cNvPr>
          <p:cNvPicPr>
            <a:picLocks noChangeAspect="1"/>
          </p:cNvPicPr>
          <p:nvPr/>
        </p:nvPicPr>
        <p:blipFill>
          <a:blip r:embed="rId3"/>
          <a:stretch>
            <a:fillRect/>
          </a:stretch>
        </p:blipFill>
        <p:spPr>
          <a:xfrm>
            <a:off x="5822930" y="3852471"/>
            <a:ext cx="2628900" cy="279082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bject 5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29" name="object 29"/>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0" name="object 30"/>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31" name="object 31"/>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2" name="object 32"/>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33" name="object 33"/>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35" name="object 35"/>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9" name="object 39"/>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0" name="object 40"/>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2" name="object 42"/>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44" name="object 44"/>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FFFFFF"/>
          </a:solidFill>
        </p:spPr>
        <p:txBody>
          <a:bodyPr wrap="square" lIns="0" tIns="0" rIns="0" bIns="0" rtlCol="0">
            <a:noAutofit/>
          </a:bodyPr>
          <a:lstStyle/>
          <a:p>
            <a:endParaRPr/>
          </a:p>
        </p:txBody>
      </p:sp>
      <p:sp>
        <p:nvSpPr>
          <p:cNvPr id="46" name="object 46"/>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1" name="object 51"/>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53" name="object 53"/>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FFFFFF"/>
          </a:solidFill>
        </p:spPr>
        <p:txBody>
          <a:bodyPr wrap="square" lIns="0" tIns="0" rIns="0" bIns="0" rtlCol="0">
            <a:noAutofit/>
          </a:bodyPr>
          <a:lstStyle/>
          <a:p>
            <a:endParaRPr/>
          </a:p>
        </p:txBody>
      </p:sp>
      <p:sp>
        <p:nvSpPr>
          <p:cNvPr id="28" name="object 28"/>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27" name="object 27"/>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26" name="object 26"/>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24" name="object 24"/>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23" name="object 23"/>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2" name="object 22"/>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1" name="object 21"/>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0" name="object 20"/>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19" name="object 19"/>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18" name="object 18"/>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17" name="object 17"/>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16" name="object 16"/>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15" name="object 15"/>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14" name="object 14"/>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13" name="object 13"/>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12" name="object 12"/>
          <p:cNvSpPr txBox="1"/>
          <p:nvPr/>
        </p:nvSpPr>
        <p:spPr>
          <a:xfrm>
            <a:off x="2364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11" name="object 11"/>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0" name="object 10"/>
          <p:cNvSpPr txBox="1"/>
          <p:nvPr/>
        </p:nvSpPr>
        <p:spPr>
          <a:xfrm>
            <a:off x="57175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9" name="object 9"/>
          <p:cNvSpPr txBox="1"/>
          <p:nvPr/>
        </p:nvSpPr>
        <p:spPr>
          <a:xfrm>
            <a:off x="2898156"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8" name="object 8"/>
          <p:cNvSpPr txBox="1"/>
          <p:nvPr/>
        </p:nvSpPr>
        <p:spPr>
          <a:xfrm>
            <a:off x="3736340" y="398613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7" name="object 7"/>
          <p:cNvSpPr txBox="1"/>
          <p:nvPr/>
        </p:nvSpPr>
        <p:spPr>
          <a:xfrm>
            <a:off x="52603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6" name="object 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5" name="object 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4" name="object 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57</a:t>
            </a:r>
            <a:endParaRPr sz="12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pic>
        <p:nvPicPr>
          <p:cNvPr id="56" name="Picture 55">
            <a:extLst>
              <a:ext uri="{FF2B5EF4-FFF2-40B4-BE49-F238E27FC236}">
                <a16:creationId xmlns:a16="http://schemas.microsoft.com/office/drawing/2014/main" id="{D05D2629-8E8D-4712-A539-B0B4AA141496}"/>
              </a:ext>
            </a:extLst>
          </p:cNvPr>
          <p:cNvPicPr>
            <a:picLocks noChangeAspect="1"/>
          </p:cNvPicPr>
          <p:nvPr/>
        </p:nvPicPr>
        <p:blipFill>
          <a:blip r:embed="rId3"/>
          <a:stretch>
            <a:fillRect/>
          </a:stretch>
        </p:blipFill>
        <p:spPr>
          <a:xfrm>
            <a:off x="5900005" y="4131287"/>
            <a:ext cx="2628900" cy="27908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object 66"/>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2" name="object 32"/>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3" name="object 33"/>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34" name="object 34"/>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5" name="object 35"/>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36" name="object 36"/>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38" name="object 38"/>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39" name="object 39"/>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0" name="object 40"/>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2" name="object 42"/>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5" name="object 45"/>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47" name="object 47"/>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49" name="object 49"/>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4" name="object 54"/>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56" name="object 56"/>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2743200" y="4721902"/>
            <a:ext cx="457200" cy="449705"/>
          </a:xfrm>
          <a:custGeom>
            <a:avLst/>
            <a:gdLst/>
            <a:ahLst/>
            <a:cxnLst/>
            <a:rect l="l" t="t" r="r" b="b"/>
            <a:pathLst>
              <a:path w="457200" h="457200">
                <a:moveTo>
                  <a:pt x="414128" y="95249"/>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49"/>
                </a:lnTo>
                <a:lnTo>
                  <a:pt x="414128" y="95249"/>
                </a:lnTo>
                <a:close/>
              </a:path>
            </a:pathLst>
          </a:custGeom>
          <a:solidFill>
            <a:srgbClr val="FFFFFF"/>
          </a:solidFill>
        </p:spPr>
        <p:txBody>
          <a:bodyPr wrap="square" lIns="0" tIns="0" rIns="0" bIns="0" rtlCol="0">
            <a:noAutofit/>
          </a:bodyPr>
          <a:lstStyle/>
          <a:p>
            <a:endParaRPr/>
          </a:p>
        </p:txBody>
      </p:sp>
      <p:sp>
        <p:nvSpPr>
          <p:cNvPr id="59" name="object 59"/>
          <p:cNvSpPr/>
          <p:nvPr/>
        </p:nvSpPr>
        <p:spPr>
          <a:xfrm>
            <a:off x="2737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2819400" y="4806221"/>
            <a:ext cx="304800" cy="0"/>
          </a:xfrm>
          <a:custGeom>
            <a:avLst/>
            <a:gdLst/>
            <a:ahLst/>
            <a:cxnLst/>
            <a:rect l="l" t="t" r="r" b="b"/>
            <a:pathLst>
              <a:path w="304800">
                <a:moveTo>
                  <a:pt x="304800" y="0"/>
                </a:moveTo>
                <a:lnTo>
                  <a:pt x="0" y="0"/>
                </a:lnTo>
              </a:path>
            </a:pathLst>
          </a:custGeom>
          <a:ln w="20320">
            <a:solidFill>
              <a:srgbClr val="FFFFFF"/>
            </a:solidFill>
          </a:ln>
        </p:spPr>
        <p:txBody>
          <a:bodyPr wrap="square" lIns="0" tIns="0" rIns="0" bIns="0" rtlCol="0">
            <a:noAutofit/>
          </a:bodyPr>
          <a:lstStyle/>
          <a:p>
            <a:endParaRPr/>
          </a:p>
        </p:txBody>
      </p:sp>
      <p:sp>
        <p:nvSpPr>
          <p:cNvPr id="61" name="object 61"/>
          <p:cNvSpPr/>
          <p:nvPr/>
        </p:nvSpPr>
        <p:spPr>
          <a:xfrm>
            <a:off x="3044952" y="4266950"/>
            <a:ext cx="768858" cy="446707"/>
          </a:xfrm>
          <a:custGeom>
            <a:avLst/>
            <a:gdLst/>
            <a:ahLst/>
            <a:cxnLst/>
            <a:rect l="l" t="t" r="r" b="b"/>
            <a:pathLst>
              <a:path w="768857" h="454151">
                <a:moveTo>
                  <a:pt x="768857" y="11429"/>
                </a:moveTo>
                <a:lnTo>
                  <a:pt x="761999" y="0"/>
                </a:lnTo>
                <a:lnTo>
                  <a:pt x="0" y="443483"/>
                </a:lnTo>
                <a:lnTo>
                  <a:pt x="6857" y="454151"/>
                </a:lnTo>
                <a:lnTo>
                  <a:pt x="768857" y="11429"/>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3" name="object 63"/>
          <p:cNvSpPr/>
          <p:nvPr/>
        </p:nvSpPr>
        <p:spPr>
          <a:xfrm>
            <a:off x="2743200" y="472190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49"/>
                </a:lnTo>
                <a:lnTo>
                  <a:pt x="43287" y="95249"/>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64" name="object 64"/>
          <p:cNvSpPr/>
          <p:nvPr/>
        </p:nvSpPr>
        <p:spPr>
          <a:xfrm>
            <a:off x="2737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2819400" y="4814841"/>
            <a:ext cx="304800" cy="343275"/>
          </a:xfrm>
          <a:custGeom>
            <a:avLst/>
            <a:gdLst/>
            <a:ahLst/>
            <a:cxnLst/>
            <a:rect l="l" t="t" r="r" b="b"/>
            <a:pathLst>
              <a:path w="304800" h="348996">
                <a:moveTo>
                  <a:pt x="304800" y="761"/>
                </a:moveTo>
                <a:lnTo>
                  <a:pt x="0" y="761"/>
                </a:lnTo>
                <a:lnTo>
                  <a:pt x="0" y="348996"/>
                </a:lnTo>
                <a:lnTo>
                  <a:pt x="304800" y="348996"/>
                </a:lnTo>
                <a:lnTo>
                  <a:pt x="304800" y="761"/>
                </a:lnTo>
                <a:close/>
              </a:path>
            </a:pathLst>
          </a:custGeom>
          <a:solidFill>
            <a:srgbClr val="FFFFFF"/>
          </a:solidFill>
        </p:spPr>
        <p:txBody>
          <a:bodyPr wrap="square" lIns="0" tIns="0" rIns="0" bIns="0" rtlCol="0">
            <a:noAutofit/>
          </a:bodyPr>
          <a:lstStyle/>
          <a:p>
            <a:endParaRPr/>
          </a:p>
        </p:txBody>
      </p:sp>
      <p:sp>
        <p:nvSpPr>
          <p:cNvPr id="31" name="object 31"/>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0" name="object 30"/>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29" name="object 29"/>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27" name="object 27"/>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26" name="object 26"/>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5" name="object 25"/>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4" name="object 24"/>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3" name="object 23"/>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2" name="object 22"/>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1" name="object 21"/>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0" name="object 20"/>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19" name="object 19"/>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18" name="object 18"/>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17" name="object 17"/>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16" name="object 16"/>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15" name="object 15"/>
          <p:cNvSpPr txBox="1"/>
          <p:nvPr/>
        </p:nvSpPr>
        <p:spPr>
          <a:xfrm>
            <a:off x="2364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14" name="object 14"/>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3" name="object 13"/>
          <p:cNvSpPr txBox="1"/>
          <p:nvPr/>
        </p:nvSpPr>
        <p:spPr>
          <a:xfrm>
            <a:off x="57175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12" name="object 12"/>
          <p:cNvSpPr txBox="1"/>
          <p:nvPr/>
        </p:nvSpPr>
        <p:spPr>
          <a:xfrm>
            <a:off x="2898156"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1" name="object 11"/>
          <p:cNvSpPr txBox="1"/>
          <p:nvPr/>
        </p:nvSpPr>
        <p:spPr>
          <a:xfrm>
            <a:off x="5260341" y="398613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10" name="object 10"/>
          <p:cNvSpPr txBox="1"/>
          <p:nvPr/>
        </p:nvSpPr>
        <p:spPr>
          <a:xfrm>
            <a:off x="3507741" y="4482309"/>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9" name="object 9"/>
          <p:cNvSpPr txBox="1"/>
          <p:nvPr/>
        </p:nvSpPr>
        <p:spPr>
          <a:xfrm>
            <a:off x="2136147" y="485707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8" name="object 8"/>
          <p:cNvSpPr txBox="1"/>
          <p:nvPr/>
        </p:nvSpPr>
        <p:spPr>
          <a:xfrm>
            <a:off x="2898140" y="487130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7" name="object 7"/>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6" name="object 6"/>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5" name="object 5"/>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58</a:t>
            </a:r>
            <a:endParaRPr sz="1200">
              <a:latin typeface="Calibri"/>
              <a:cs typeface="Calibri"/>
            </a:endParaRPr>
          </a:p>
        </p:txBody>
      </p:sp>
      <p:sp>
        <p:nvSpPr>
          <p:cNvPr id="4" name="object 4"/>
          <p:cNvSpPr txBox="1"/>
          <p:nvPr/>
        </p:nvSpPr>
        <p:spPr>
          <a:xfrm>
            <a:off x="36576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pic>
        <p:nvPicPr>
          <p:cNvPr id="67" name="Picture 66">
            <a:extLst>
              <a:ext uri="{FF2B5EF4-FFF2-40B4-BE49-F238E27FC236}">
                <a16:creationId xmlns:a16="http://schemas.microsoft.com/office/drawing/2014/main" id="{775E0350-DA6E-45CB-BAE4-17DC6B2E08B9}"/>
              </a:ext>
            </a:extLst>
          </p:cNvPr>
          <p:cNvPicPr>
            <a:picLocks noChangeAspect="1"/>
          </p:cNvPicPr>
          <p:nvPr/>
        </p:nvPicPr>
        <p:blipFill>
          <a:blip r:embed="rId3"/>
          <a:stretch>
            <a:fillRect/>
          </a:stretch>
        </p:blipFill>
        <p:spPr>
          <a:xfrm>
            <a:off x="6309694" y="3790107"/>
            <a:ext cx="2628900" cy="279082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object 75"/>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6" name="object 36"/>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7" name="object 37"/>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38" name="object 38"/>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9" name="object 39"/>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40" name="object 40"/>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42" name="object 42"/>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6" name="object 46"/>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9" name="object 49"/>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51" name="object 51"/>
          <p:cNvSpPr/>
          <p:nvPr/>
        </p:nvSpPr>
        <p:spPr>
          <a:xfrm>
            <a:off x="5105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2" name="object 52"/>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4" name="object 54"/>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9" name="object 59"/>
          <p:cNvSpPr/>
          <p:nvPr/>
        </p:nvSpPr>
        <p:spPr>
          <a:xfrm>
            <a:off x="5105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5181600" y="3911683"/>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62" name="object 62"/>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3" name="object 63"/>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65" name="object 65"/>
          <p:cNvSpPr/>
          <p:nvPr/>
        </p:nvSpPr>
        <p:spPr>
          <a:xfrm>
            <a:off x="2743200" y="4736142"/>
            <a:ext cx="457200" cy="449705"/>
          </a:xfrm>
          <a:custGeom>
            <a:avLst/>
            <a:gdLst/>
            <a:ahLst/>
            <a:cxnLst/>
            <a:rect l="l" t="t" r="r" b="b"/>
            <a:pathLst>
              <a:path w="457200" h="457200">
                <a:moveTo>
                  <a:pt x="402829" y="80771"/>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1"/>
                </a:lnTo>
                <a:lnTo>
                  <a:pt x="402829" y="80771"/>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2819400" y="4813342"/>
            <a:ext cx="304800" cy="0"/>
          </a:xfrm>
          <a:custGeom>
            <a:avLst/>
            <a:gdLst/>
            <a:ahLst/>
            <a:cxnLst/>
            <a:rect l="l" t="t" r="r" b="b"/>
            <a:pathLst>
              <a:path w="304800">
                <a:moveTo>
                  <a:pt x="304800" y="0"/>
                </a:moveTo>
                <a:lnTo>
                  <a:pt x="0" y="0"/>
                </a:lnTo>
              </a:path>
            </a:pathLst>
          </a:custGeom>
          <a:ln w="5842">
            <a:solidFill>
              <a:srgbClr val="FFFFFF"/>
            </a:solidFill>
          </a:ln>
        </p:spPr>
        <p:txBody>
          <a:bodyPr wrap="square" lIns="0" tIns="0" rIns="0" bIns="0" rtlCol="0">
            <a:noAutofit/>
          </a:bodyPr>
          <a:lstStyle/>
          <a:p>
            <a:endParaRPr/>
          </a:p>
        </p:txBody>
      </p:sp>
      <p:sp>
        <p:nvSpPr>
          <p:cNvPr id="67" name="object 67"/>
          <p:cNvSpPr/>
          <p:nvPr/>
        </p:nvSpPr>
        <p:spPr>
          <a:xfrm>
            <a:off x="3044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5785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5406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0" name="object 70"/>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1" name="object 71"/>
          <p:cNvSpPr/>
          <p:nvPr/>
        </p:nvSpPr>
        <p:spPr>
          <a:xfrm>
            <a:off x="2743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1"/>
                </a:lnTo>
                <a:lnTo>
                  <a:pt x="54623" y="80771"/>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72" name="object 72"/>
          <p:cNvSpPr/>
          <p:nvPr/>
        </p:nvSpPr>
        <p:spPr>
          <a:xfrm>
            <a:off x="2737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8"/>
                </a:lnTo>
                <a:lnTo>
                  <a:pt x="52730" y="-147828"/>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2819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FFFFFF"/>
          </a:solidFill>
        </p:spPr>
        <p:txBody>
          <a:bodyPr wrap="square" lIns="0" tIns="0" rIns="0" bIns="0" rtlCol="0">
            <a:noAutofit/>
          </a:bodyPr>
          <a:lstStyle/>
          <a:p>
            <a:endParaRPr/>
          </a:p>
        </p:txBody>
      </p:sp>
      <p:sp>
        <p:nvSpPr>
          <p:cNvPr id="74" name="object 74"/>
          <p:cNvSpPr/>
          <p:nvPr/>
        </p:nvSpPr>
        <p:spPr>
          <a:xfrm>
            <a:off x="5785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3" name="object 33"/>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2" name="object 32"/>
          <p:cNvSpPr/>
          <p:nvPr/>
        </p:nvSpPr>
        <p:spPr>
          <a:xfrm>
            <a:off x="2737104" y="4960995"/>
            <a:ext cx="185606" cy="443503"/>
          </a:xfrm>
          <a:custGeom>
            <a:avLst/>
            <a:gdLst/>
            <a:ahLst/>
            <a:cxnLst/>
            <a:rect l="l" t="t" r="r" b="b"/>
            <a:pathLst>
              <a:path w="185606" h="450895">
                <a:moveTo>
                  <a:pt x="69218" y="-147828"/>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8"/>
                </a:lnTo>
                <a:lnTo>
                  <a:pt x="69218" y="-147828"/>
                </a:lnTo>
                <a:close/>
              </a:path>
            </a:pathLst>
          </a:custGeom>
          <a:solidFill>
            <a:srgbClr val="000000"/>
          </a:solidFill>
        </p:spPr>
        <p:txBody>
          <a:bodyPr wrap="square" lIns="0" tIns="0" rIns="0" bIns="0" rtlCol="0">
            <a:noAutofit/>
          </a:bodyPr>
          <a:lstStyle/>
          <a:p>
            <a:endParaRPr/>
          </a:p>
        </p:txBody>
      </p:sp>
      <p:sp>
        <p:nvSpPr>
          <p:cNvPr id="30" name="object 30"/>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29" name="object 29"/>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8" name="object 28"/>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7" name="object 27"/>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6" name="object 26"/>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5" name="object 25"/>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4" name="object 24"/>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3" name="object 23"/>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2" name="object 22"/>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1" name="object 21"/>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20" name="object 20"/>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19" name="object 19"/>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18" name="object 18"/>
          <p:cNvSpPr txBox="1"/>
          <p:nvPr/>
        </p:nvSpPr>
        <p:spPr>
          <a:xfrm>
            <a:off x="2364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17" name="object 17"/>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6" name="object 16"/>
          <p:cNvSpPr txBox="1"/>
          <p:nvPr/>
        </p:nvSpPr>
        <p:spPr>
          <a:xfrm>
            <a:off x="5717548" y="391119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[417]</a:t>
            </a:r>
            <a:endParaRPr sz="1800">
              <a:latin typeface="Calibri"/>
              <a:cs typeface="Calibri"/>
            </a:endParaRPr>
          </a:p>
        </p:txBody>
      </p:sp>
      <p:sp>
        <p:nvSpPr>
          <p:cNvPr id="15" name="object 15"/>
          <p:cNvSpPr txBox="1"/>
          <p:nvPr/>
        </p:nvSpPr>
        <p:spPr>
          <a:xfrm>
            <a:off x="2898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4" name="object 14"/>
          <p:cNvSpPr txBox="1"/>
          <p:nvPr/>
        </p:nvSpPr>
        <p:spPr>
          <a:xfrm>
            <a:off x="3507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3" name="object 13"/>
          <p:cNvSpPr txBox="1"/>
          <p:nvPr/>
        </p:nvSpPr>
        <p:spPr>
          <a:xfrm>
            <a:off x="2136147" y="487131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12" name="object 12"/>
          <p:cNvSpPr txBox="1"/>
          <p:nvPr/>
        </p:nvSpPr>
        <p:spPr>
          <a:xfrm>
            <a:off x="5184140" y="4871311"/>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11" name="object 11"/>
          <p:cNvSpPr txBox="1"/>
          <p:nvPr/>
        </p:nvSpPr>
        <p:spPr>
          <a:xfrm>
            <a:off x="5946140" y="4871303"/>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10" name="object 10"/>
          <p:cNvSpPr txBox="1"/>
          <p:nvPr/>
        </p:nvSpPr>
        <p:spPr>
          <a:xfrm>
            <a:off x="6327148" y="4871303"/>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9" name="object 9"/>
          <p:cNvSpPr txBox="1"/>
          <p:nvPr/>
        </p:nvSpPr>
        <p:spPr>
          <a:xfrm>
            <a:off x="2898140" y="488554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8" name="object 8"/>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7" name="object 7"/>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6" name="object 6"/>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59</a:t>
            </a:r>
            <a:endParaRPr sz="1200">
              <a:latin typeface="Calibri"/>
              <a:cs typeface="Calibri"/>
            </a:endParaRPr>
          </a:p>
        </p:txBody>
      </p:sp>
      <p:sp>
        <p:nvSpPr>
          <p:cNvPr id="5" name="object 5"/>
          <p:cNvSpPr txBox="1"/>
          <p:nvPr/>
        </p:nvSpPr>
        <p:spPr>
          <a:xfrm>
            <a:off x="5181600" y="3911683"/>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4" name="object 4"/>
          <p:cNvSpPr txBox="1"/>
          <p:nvPr/>
        </p:nvSpPr>
        <p:spPr>
          <a:xfrm>
            <a:off x="36576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pic>
        <p:nvPicPr>
          <p:cNvPr id="76" name="Picture 75">
            <a:extLst>
              <a:ext uri="{FF2B5EF4-FFF2-40B4-BE49-F238E27FC236}">
                <a16:creationId xmlns:a16="http://schemas.microsoft.com/office/drawing/2014/main" id="{F7510CFF-107C-49CD-ADF9-BAA8058D52EB}"/>
              </a:ext>
            </a:extLst>
          </p:cNvPr>
          <p:cNvPicPr>
            <a:picLocks noChangeAspect="1"/>
          </p:cNvPicPr>
          <p:nvPr/>
        </p:nvPicPr>
        <p:blipFill>
          <a:blip r:embed="rId3"/>
          <a:stretch>
            <a:fillRect/>
          </a:stretch>
        </p:blipFill>
        <p:spPr>
          <a:xfrm>
            <a:off x="6817995" y="3848262"/>
            <a:ext cx="2628900" cy="27908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object 82"/>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8" name="object 38"/>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9" name="object 39"/>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40" name="object 40"/>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1" name="object 41"/>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42" name="object 42"/>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44" name="object 44"/>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8" name="object 48"/>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2209800" y="299803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0" name="object 50"/>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2286000" y="307298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52" name="object 52"/>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3" name="object 53"/>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5105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6" name="object 56"/>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521714" y="3442491"/>
            <a:ext cx="919734" cy="460948"/>
          </a:xfrm>
          <a:custGeom>
            <a:avLst/>
            <a:gdLst/>
            <a:ahLst/>
            <a:cxnLst/>
            <a:rect l="l" t="t" r="r" b="b"/>
            <a:pathLst>
              <a:path w="919734" h="468629">
                <a:moveTo>
                  <a:pt x="108966" y="416813"/>
                </a:moveTo>
                <a:lnTo>
                  <a:pt x="919734" y="11429"/>
                </a:lnTo>
                <a:lnTo>
                  <a:pt x="914400" y="0"/>
                </a:lnTo>
                <a:lnTo>
                  <a:pt x="80772" y="416813"/>
                </a:lnTo>
                <a:lnTo>
                  <a:pt x="108966" y="416813"/>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4" name="object 64"/>
          <p:cNvSpPr/>
          <p:nvPr/>
        </p:nvSpPr>
        <p:spPr>
          <a:xfrm>
            <a:off x="5105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5" name="object 65"/>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6" name="object 66"/>
          <p:cNvSpPr/>
          <p:nvPr/>
        </p:nvSpPr>
        <p:spPr>
          <a:xfrm>
            <a:off x="5181600" y="3911683"/>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67" name="object 67"/>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8" name="object 68"/>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9" name="object 69"/>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70" name="object 70"/>
          <p:cNvSpPr/>
          <p:nvPr/>
        </p:nvSpPr>
        <p:spPr>
          <a:xfrm>
            <a:off x="2743200" y="4736142"/>
            <a:ext cx="457200" cy="449705"/>
          </a:xfrm>
          <a:custGeom>
            <a:avLst/>
            <a:gdLst/>
            <a:ahLst/>
            <a:cxnLst/>
            <a:rect l="l" t="t" r="r" b="b"/>
            <a:pathLst>
              <a:path w="457200" h="457200">
                <a:moveTo>
                  <a:pt x="402829" y="80771"/>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1"/>
                </a:lnTo>
                <a:lnTo>
                  <a:pt x="402829" y="80771"/>
                </a:lnTo>
                <a:close/>
              </a:path>
            </a:pathLst>
          </a:custGeom>
          <a:solidFill>
            <a:srgbClr val="FFFFFF"/>
          </a:solidFill>
        </p:spPr>
        <p:txBody>
          <a:bodyPr wrap="square" lIns="0" tIns="0" rIns="0" bIns="0" rtlCol="0">
            <a:noAutofit/>
          </a:bodyPr>
          <a:lstStyle/>
          <a:p>
            <a:endParaRPr/>
          </a:p>
        </p:txBody>
      </p:sp>
      <p:sp>
        <p:nvSpPr>
          <p:cNvPr id="71" name="object 71"/>
          <p:cNvSpPr/>
          <p:nvPr/>
        </p:nvSpPr>
        <p:spPr>
          <a:xfrm>
            <a:off x="2819400" y="4813342"/>
            <a:ext cx="304800" cy="0"/>
          </a:xfrm>
          <a:custGeom>
            <a:avLst/>
            <a:gdLst/>
            <a:ahLst/>
            <a:cxnLst/>
            <a:rect l="l" t="t" r="r" b="b"/>
            <a:pathLst>
              <a:path w="304800">
                <a:moveTo>
                  <a:pt x="304800" y="0"/>
                </a:moveTo>
                <a:lnTo>
                  <a:pt x="0" y="0"/>
                </a:lnTo>
              </a:path>
            </a:pathLst>
          </a:custGeom>
          <a:ln w="5842">
            <a:solidFill>
              <a:srgbClr val="FFFFFF"/>
            </a:solidFill>
          </a:ln>
        </p:spPr>
        <p:txBody>
          <a:bodyPr wrap="square" lIns="0" tIns="0" rIns="0" bIns="0" rtlCol="0">
            <a:noAutofit/>
          </a:bodyPr>
          <a:lstStyle/>
          <a:p>
            <a:endParaRPr/>
          </a:p>
        </p:txBody>
      </p:sp>
      <p:sp>
        <p:nvSpPr>
          <p:cNvPr id="72" name="object 72"/>
          <p:cNvSpPr/>
          <p:nvPr/>
        </p:nvSpPr>
        <p:spPr>
          <a:xfrm>
            <a:off x="3044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5785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74" name="object 74"/>
          <p:cNvSpPr/>
          <p:nvPr/>
        </p:nvSpPr>
        <p:spPr>
          <a:xfrm>
            <a:off x="5406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365505" y="389220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1521714" y="3442491"/>
            <a:ext cx="919734" cy="460948"/>
          </a:xfrm>
          <a:custGeom>
            <a:avLst/>
            <a:gdLst/>
            <a:ahLst/>
            <a:cxnLst/>
            <a:rect l="l" t="t" r="r" b="b"/>
            <a:pathLst>
              <a:path w="919734" h="468629">
                <a:moveTo>
                  <a:pt x="108966" y="416813"/>
                </a:moveTo>
                <a:lnTo>
                  <a:pt x="80772" y="416813"/>
                </a:lnTo>
                <a:lnTo>
                  <a:pt x="0" y="457199"/>
                </a:lnTo>
                <a:lnTo>
                  <a:pt x="5334" y="468629"/>
                </a:lnTo>
                <a:lnTo>
                  <a:pt x="108966" y="416813"/>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2743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1"/>
                </a:lnTo>
                <a:lnTo>
                  <a:pt x="54623" y="80771"/>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79" name="object 79"/>
          <p:cNvSpPr/>
          <p:nvPr/>
        </p:nvSpPr>
        <p:spPr>
          <a:xfrm>
            <a:off x="2737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8"/>
                </a:lnTo>
                <a:lnTo>
                  <a:pt x="52730" y="-147828"/>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2819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FFFFFF"/>
          </a:solidFill>
        </p:spPr>
        <p:txBody>
          <a:bodyPr wrap="square" lIns="0" tIns="0" rIns="0" bIns="0" rtlCol="0">
            <a:noAutofit/>
          </a:bodyPr>
          <a:lstStyle/>
          <a:p>
            <a:endParaRPr/>
          </a:p>
        </p:txBody>
      </p:sp>
      <p:sp>
        <p:nvSpPr>
          <p:cNvPr id="81" name="object 81"/>
          <p:cNvSpPr/>
          <p:nvPr/>
        </p:nvSpPr>
        <p:spPr>
          <a:xfrm>
            <a:off x="5785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2737104" y="4960995"/>
            <a:ext cx="185606" cy="443503"/>
          </a:xfrm>
          <a:custGeom>
            <a:avLst/>
            <a:gdLst/>
            <a:ahLst/>
            <a:cxnLst/>
            <a:rect l="l" t="t" r="r" b="b"/>
            <a:pathLst>
              <a:path w="185606" h="450895">
                <a:moveTo>
                  <a:pt x="69218" y="-147828"/>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8"/>
                </a:lnTo>
                <a:lnTo>
                  <a:pt x="69218" y="-147828"/>
                </a:lnTo>
                <a:close/>
              </a:path>
            </a:pathLst>
          </a:custGeom>
          <a:solidFill>
            <a:srgbClr val="000000"/>
          </a:solidFill>
        </p:spPr>
        <p:txBody>
          <a:bodyPr wrap="square" lIns="0" tIns="0" rIns="0" bIns="0" rtlCol="0">
            <a:noAutofit/>
          </a:bodyPr>
          <a:lstStyle/>
          <a:p>
            <a:endParaRPr/>
          </a:p>
        </p:txBody>
      </p:sp>
      <p:sp>
        <p:nvSpPr>
          <p:cNvPr id="32" name="object 32"/>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31" name="object 31"/>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0" name="object 30"/>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9" name="object 29"/>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8" name="object 28"/>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7" name="object 27"/>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6" name="object 26"/>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5" name="object 25"/>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4" name="object 24"/>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3" name="object 23"/>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22" name="object 22"/>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21" name="object 21"/>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20" name="object 20"/>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9" name="object 19"/>
          <p:cNvSpPr txBox="1"/>
          <p:nvPr/>
        </p:nvSpPr>
        <p:spPr>
          <a:xfrm>
            <a:off x="5717547" y="3911190"/>
            <a:ext cx="530100" cy="610342"/>
          </a:xfrm>
          <a:prstGeom prst="rect">
            <a:avLst/>
          </a:prstGeom>
        </p:spPr>
        <p:txBody>
          <a:bodyPr wrap="square" lIns="0" tIns="0" rIns="0" bIns="0" rtlCol="0">
            <a:noAutofit/>
          </a:bodyPr>
          <a:lstStyle/>
          <a:p>
            <a:pPr algn="ctr">
              <a:lnSpc>
                <a:spcPts val="1935"/>
              </a:lnSpc>
              <a:spcBef>
                <a:spcPts val="96"/>
              </a:spcBef>
            </a:pPr>
            <a:r>
              <a:rPr sz="2700" spc="0" baseline="3034" dirty="0">
                <a:latin typeface="Calibri"/>
                <a:cs typeface="Calibri"/>
              </a:rPr>
              <a:t>[417]</a:t>
            </a:r>
            <a:endParaRPr sz="1800">
              <a:latin typeface="Calibri"/>
              <a:cs typeface="Calibri"/>
            </a:endParaRPr>
          </a:p>
          <a:p>
            <a:pPr marL="59047" marR="63912" algn="ctr">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18" name="object 18"/>
          <p:cNvSpPr txBox="1"/>
          <p:nvPr/>
        </p:nvSpPr>
        <p:spPr>
          <a:xfrm>
            <a:off x="7645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[473]</a:t>
            </a:r>
            <a:endParaRPr sz="1800">
              <a:latin typeface="Calibri"/>
              <a:cs typeface="Calibri"/>
            </a:endParaRPr>
          </a:p>
        </p:txBody>
      </p:sp>
      <p:sp>
        <p:nvSpPr>
          <p:cNvPr id="17" name="object 17"/>
          <p:cNvSpPr txBox="1"/>
          <p:nvPr/>
        </p:nvSpPr>
        <p:spPr>
          <a:xfrm>
            <a:off x="2898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6" name="object 16"/>
          <p:cNvSpPr txBox="1"/>
          <p:nvPr/>
        </p:nvSpPr>
        <p:spPr>
          <a:xfrm>
            <a:off x="1526540" y="4046844"/>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15" name="object 15"/>
          <p:cNvSpPr txBox="1"/>
          <p:nvPr/>
        </p:nvSpPr>
        <p:spPr>
          <a:xfrm>
            <a:off x="3507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4" name="object 14"/>
          <p:cNvSpPr txBox="1"/>
          <p:nvPr/>
        </p:nvSpPr>
        <p:spPr>
          <a:xfrm>
            <a:off x="2136147" y="487131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13" name="object 13"/>
          <p:cNvSpPr txBox="1"/>
          <p:nvPr/>
        </p:nvSpPr>
        <p:spPr>
          <a:xfrm>
            <a:off x="5184140" y="4871311"/>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12" name="object 12"/>
          <p:cNvSpPr txBox="1"/>
          <p:nvPr/>
        </p:nvSpPr>
        <p:spPr>
          <a:xfrm>
            <a:off x="5946140" y="4871303"/>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11" name="object 11"/>
          <p:cNvSpPr txBox="1"/>
          <p:nvPr/>
        </p:nvSpPr>
        <p:spPr>
          <a:xfrm>
            <a:off x="6327148" y="4871303"/>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10" name="object 10"/>
          <p:cNvSpPr txBox="1"/>
          <p:nvPr/>
        </p:nvSpPr>
        <p:spPr>
          <a:xfrm>
            <a:off x="2898140" y="488554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8" name="object 8"/>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7" name="object 7"/>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60</a:t>
            </a:r>
            <a:endParaRPr sz="1200">
              <a:latin typeface="Calibri"/>
              <a:cs typeface="Calibri"/>
            </a:endParaRPr>
          </a:p>
        </p:txBody>
      </p:sp>
      <p:sp>
        <p:nvSpPr>
          <p:cNvPr id="6" name="object 6"/>
          <p:cNvSpPr txBox="1"/>
          <p:nvPr/>
        </p:nvSpPr>
        <p:spPr>
          <a:xfrm>
            <a:off x="5181600" y="3911683"/>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5" name="object 5"/>
          <p:cNvSpPr txBox="1"/>
          <p:nvPr/>
        </p:nvSpPr>
        <p:spPr>
          <a:xfrm>
            <a:off x="36576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4" name="object 4"/>
          <p:cNvSpPr txBox="1"/>
          <p:nvPr/>
        </p:nvSpPr>
        <p:spPr>
          <a:xfrm>
            <a:off x="2286000" y="307298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C</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object 84"/>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8" name="object 38"/>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9" name="object 39"/>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40" name="object 40"/>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1" name="object 41"/>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42" name="object 42"/>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44" name="object 44"/>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8" name="object 48"/>
          <p:cNvSpPr/>
          <p:nvPr/>
        </p:nvSpPr>
        <p:spPr>
          <a:xfrm>
            <a:off x="6705600" y="292308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9" name="object 49"/>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6781800" y="2998032"/>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51" name="object 51"/>
          <p:cNvSpPr/>
          <p:nvPr/>
        </p:nvSpPr>
        <p:spPr>
          <a:xfrm>
            <a:off x="2209800" y="299803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2" name="object 52"/>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2286000" y="307298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54" name="object 54"/>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5105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1521714" y="3442491"/>
            <a:ext cx="919734" cy="460948"/>
          </a:xfrm>
          <a:custGeom>
            <a:avLst/>
            <a:gdLst/>
            <a:ahLst/>
            <a:cxnLst/>
            <a:rect l="l" t="t" r="r" b="b"/>
            <a:pathLst>
              <a:path w="919734" h="468629">
                <a:moveTo>
                  <a:pt x="108966" y="416813"/>
                </a:moveTo>
                <a:lnTo>
                  <a:pt x="919734" y="11429"/>
                </a:lnTo>
                <a:lnTo>
                  <a:pt x="914400" y="0"/>
                </a:lnTo>
                <a:lnTo>
                  <a:pt x="80772" y="416813"/>
                </a:lnTo>
                <a:lnTo>
                  <a:pt x="108966" y="416813"/>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5105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7" name="object 67"/>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5181600" y="3911683"/>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69" name="object 69"/>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70" name="object 70"/>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72" name="object 72"/>
          <p:cNvSpPr/>
          <p:nvPr/>
        </p:nvSpPr>
        <p:spPr>
          <a:xfrm>
            <a:off x="2743200" y="4736142"/>
            <a:ext cx="457200" cy="449705"/>
          </a:xfrm>
          <a:custGeom>
            <a:avLst/>
            <a:gdLst/>
            <a:ahLst/>
            <a:cxnLst/>
            <a:rect l="l" t="t" r="r" b="b"/>
            <a:pathLst>
              <a:path w="457200" h="457200">
                <a:moveTo>
                  <a:pt x="402829" y="80771"/>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1"/>
                </a:lnTo>
                <a:lnTo>
                  <a:pt x="402829" y="80771"/>
                </a:lnTo>
                <a:close/>
              </a:path>
            </a:pathLst>
          </a:custGeom>
          <a:solidFill>
            <a:srgbClr val="FFFFFF"/>
          </a:solidFill>
        </p:spPr>
        <p:txBody>
          <a:bodyPr wrap="square" lIns="0" tIns="0" rIns="0" bIns="0" rtlCol="0">
            <a:noAutofit/>
          </a:bodyPr>
          <a:lstStyle/>
          <a:p>
            <a:endParaRPr/>
          </a:p>
        </p:txBody>
      </p:sp>
      <p:sp>
        <p:nvSpPr>
          <p:cNvPr id="73" name="object 73"/>
          <p:cNvSpPr/>
          <p:nvPr/>
        </p:nvSpPr>
        <p:spPr>
          <a:xfrm>
            <a:off x="2819400" y="4813342"/>
            <a:ext cx="304800" cy="0"/>
          </a:xfrm>
          <a:custGeom>
            <a:avLst/>
            <a:gdLst/>
            <a:ahLst/>
            <a:cxnLst/>
            <a:rect l="l" t="t" r="r" b="b"/>
            <a:pathLst>
              <a:path w="304800">
                <a:moveTo>
                  <a:pt x="304800" y="0"/>
                </a:moveTo>
                <a:lnTo>
                  <a:pt x="0" y="0"/>
                </a:lnTo>
              </a:path>
            </a:pathLst>
          </a:custGeom>
          <a:ln w="5842">
            <a:solidFill>
              <a:srgbClr val="FFFFFF"/>
            </a:solidFill>
          </a:ln>
        </p:spPr>
        <p:txBody>
          <a:bodyPr wrap="square" lIns="0" tIns="0" rIns="0" bIns="0" rtlCol="0">
            <a:noAutofit/>
          </a:bodyPr>
          <a:lstStyle/>
          <a:p>
            <a:endParaRPr/>
          </a:p>
        </p:txBody>
      </p:sp>
      <p:sp>
        <p:nvSpPr>
          <p:cNvPr id="74" name="object 74"/>
          <p:cNvSpPr/>
          <p:nvPr/>
        </p:nvSpPr>
        <p:spPr>
          <a:xfrm>
            <a:off x="3044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5785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5406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1365505" y="389220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8" name="object 78"/>
          <p:cNvSpPr/>
          <p:nvPr/>
        </p:nvSpPr>
        <p:spPr>
          <a:xfrm>
            <a:off x="1521714" y="3442491"/>
            <a:ext cx="919734" cy="460948"/>
          </a:xfrm>
          <a:custGeom>
            <a:avLst/>
            <a:gdLst/>
            <a:ahLst/>
            <a:cxnLst/>
            <a:rect l="l" t="t" r="r" b="b"/>
            <a:pathLst>
              <a:path w="919734" h="468629">
                <a:moveTo>
                  <a:pt x="108966" y="416813"/>
                </a:moveTo>
                <a:lnTo>
                  <a:pt x="80772" y="416813"/>
                </a:lnTo>
                <a:lnTo>
                  <a:pt x="0" y="457199"/>
                </a:lnTo>
                <a:lnTo>
                  <a:pt x="5334" y="468629"/>
                </a:lnTo>
                <a:lnTo>
                  <a:pt x="108966" y="416813"/>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0" name="object 80"/>
          <p:cNvSpPr/>
          <p:nvPr/>
        </p:nvSpPr>
        <p:spPr>
          <a:xfrm>
            <a:off x="2743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1"/>
                </a:lnTo>
                <a:lnTo>
                  <a:pt x="54623" y="80771"/>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81" name="object 81"/>
          <p:cNvSpPr/>
          <p:nvPr/>
        </p:nvSpPr>
        <p:spPr>
          <a:xfrm>
            <a:off x="2737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8"/>
                </a:lnTo>
                <a:lnTo>
                  <a:pt x="52730" y="-147828"/>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2" name="object 82"/>
          <p:cNvSpPr/>
          <p:nvPr/>
        </p:nvSpPr>
        <p:spPr>
          <a:xfrm>
            <a:off x="2819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FFFFFF"/>
          </a:solidFill>
        </p:spPr>
        <p:txBody>
          <a:bodyPr wrap="square" lIns="0" tIns="0" rIns="0" bIns="0" rtlCol="0">
            <a:noAutofit/>
          </a:bodyPr>
          <a:lstStyle/>
          <a:p>
            <a:endParaRPr/>
          </a:p>
        </p:txBody>
      </p:sp>
      <p:sp>
        <p:nvSpPr>
          <p:cNvPr id="83" name="object 83"/>
          <p:cNvSpPr/>
          <p:nvPr/>
        </p:nvSpPr>
        <p:spPr>
          <a:xfrm>
            <a:off x="5785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2737104" y="4960995"/>
            <a:ext cx="185606" cy="443503"/>
          </a:xfrm>
          <a:custGeom>
            <a:avLst/>
            <a:gdLst/>
            <a:ahLst/>
            <a:cxnLst/>
            <a:rect l="l" t="t" r="r" b="b"/>
            <a:pathLst>
              <a:path w="185606" h="450895">
                <a:moveTo>
                  <a:pt x="69218" y="-147828"/>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8"/>
                </a:lnTo>
                <a:lnTo>
                  <a:pt x="69218" y="-147828"/>
                </a:lnTo>
                <a:close/>
              </a:path>
            </a:pathLst>
          </a:custGeom>
          <a:solidFill>
            <a:srgbClr val="000000"/>
          </a:solidFill>
        </p:spPr>
        <p:txBody>
          <a:bodyPr wrap="square" lIns="0" tIns="0" rIns="0" bIns="0" rtlCol="0">
            <a:noAutofit/>
          </a:bodyPr>
          <a:lstStyle/>
          <a:p>
            <a:endParaRPr/>
          </a:p>
        </p:txBody>
      </p:sp>
      <p:sp>
        <p:nvSpPr>
          <p:cNvPr id="32" name="object 32"/>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31" name="object 31"/>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0" name="object 30"/>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9" name="object 29"/>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8" name="object 28"/>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7" name="object 27"/>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6" name="object 26"/>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5" name="object 25"/>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4" name="object 24"/>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3" name="object 23"/>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22" name="object 22"/>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21" name="object 21"/>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20" name="object 20"/>
          <p:cNvSpPr txBox="1"/>
          <p:nvPr/>
        </p:nvSpPr>
        <p:spPr>
          <a:xfrm>
            <a:off x="5717547" y="3911190"/>
            <a:ext cx="530100" cy="610342"/>
          </a:xfrm>
          <a:prstGeom prst="rect">
            <a:avLst/>
          </a:prstGeom>
        </p:spPr>
        <p:txBody>
          <a:bodyPr wrap="square" lIns="0" tIns="0" rIns="0" bIns="0" rtlCol="0">
            <a:noAutofit/>
          </a:bodyPr>
          <a:lstStyle/>
          <a:p>
            <a:pPr algn="ctr">
              <a:lnSpc>
                <a:spcPts val="1935"/>
              </a:lnSpc>
              <a:spcBef>
                <a:spcPts val="96"/>
              </a:spcBef>
            </a:pPr>
            <a:r>
              <a:rPr sz="2700" spc="0" baseline="3034" dirty="0">
                <a:latin typeface="Calibri"/>
                <a:cs typeface="Calibri"/>
              </a:rPr>
              <a:t>[417]</a:t>
            </a:r>
            <a:endParaRPr sz="1800">
              <a:latin typeface="Calibri"/>
              <a:cs typeface="Calibri"/>
            </a:endParaRPr>
          </a:p>
          <a:p>
            <a:pPr marL="59047" marR="63912" algn="ctr">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19" name="object 19"/>
          <p:cNvSpPr txBox="1"/>
          <p:nvPr/>
        </p:nvSpPr>
        <p:spPr>
          <a:xfrm>
            <a:off x="7645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[473]</a:t>
            </a:r>
            <a:endParaRPr sz="1800">
              <a:latin typeface="Calibri"/>
              <a:cs typeface="Calibri"/>
            </a:endParaRPr>
          </a:p>
        </p:txBody>
      </p:sp>
      <p:sp>
        <p:nvSpPr>
          <p:cNvPr id="18" name="object 18"/>
          <p:cNvSpPr txBox="1"/>
          <p:nvPr/>
        </p:nvSpPr>
        <p:spPr>
          <a:xfrm>
            <a:off x="2898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7" name="object 17"/>
          <p:cNvSpPr txBox="1"/>
          <p:nvPr/>
        </p:nvSpPr>
        <p:spPr>
          <a:xfrm>
            <a:off x="1526540" y="4046844"/>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16" name="object 16"/>
          <p:cNvSpPr txBox="1"/>
          <p:nvPr/>
        </p:nvSpPr>
        <p:spPr>
          <a:xfrm>
            <a:off x="3507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5" name="object 15"/>
          <p:cNvSpPr txBox="1"/>
          <p:nvPr/>
        </p:nvSpPr>
        <p:spPr>
          <a:xfrm>
            <a:off x="2136147" y="487131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14" name="object 14"/>
          <p:cNvSpPr txBox="1"/>
          <p:nvPr/>
        </p:nvSpPr>
        <p:spPr>
          <a:xfrm>
            <a:off x="5184140" y="4871311"/>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13" name="object 13"/>
          <p:cNvSpPr txBox="1"/>
          <p:nvPr/>
        </p:nvSpPr>
        <p:spPr>
          <a:xfrm>
            <a:off x="5946140" y="4871303"/>
            <a:ext cx="117286"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I</a:t>
            </a:r>
            <a:endParaRPr sz="1800">
              <a:latin typeface="Calibri"/>
              <a:cs typeface="Calibri"/>
            </a:endParaRPr>
          </a:p>
        </p:txBody>
      </p:sp>
      <p:sp>
        <p:nvSpPr>
          <p:cNvPr id="12" name="object 12"/>
          <p:cNvSpPr txBox="1"/>
          <p:nvPr/>
        </p:nvSpPr>
        <p:spPr>
          <a:xfrm>
            <a:off x="6327148" y="4871303"/>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11" name="object 11"/>
          <p:cNvSpPr txBox="1"/>
          <p:nvPr/>
        </p:nvSpPr>
        <p:spPr>
          <a:xfrm>
            <a:off x="2898140" y="488554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10" name="object 10"/>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9" name="object 9"/>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8" name="object 8"/>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61</a:t>
            </a:r>
            <a:endParaRPr sz="1200">
              <a:latin typeface="Calibri"/>
              <a:cs typeface="Calibri"/>
            </a:endParaRPr>
          </a:p>
        </p:txBody>
      </p:sp>
      <p:sp>
        <p:nvSpPr>
          <p:cNvPr id="7" name="object 7"/>
          <p:cNvSpPr txBox="1"/>
          <p:nvPr/>
        </p:nvSpPr>
        <p:spPr>
          <a:xfrm>
            <a:off x="5181600" y="3911683"/>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6" name="object 6"/>
          <p:cNvSpPr txBox="1"/>
          <p:nvPr/>
        </p:nvSpPr>
        <p:spPr>
          <a:xfrm>
            <a:off x="36576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5" name="object 5"/>
          <p:cNvSpPr txBox="1"/>
          <p:nvPr/>
        </p:nvSpPr>
        <p:spPr>
          <a:xfrm>
            <a:off x="2286000" y="307298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C</a:t>
            </a:r>
            <a:endParaRPr sz="1800">
              <a:latin typeface="Calibri"/>
              <a:cs typeface="Calibri"/>
            </a:endParaRPr>
          </a:p>
        </p:txBody>
      </p:sp>
      <p:sp>
        <p:nvSpPr>
          <p:cNvPr id="4" name="object 4"/>
          <p:cNvSpPr txBox="1"/>
          <p:nvPr/>
        </p:nvSpPr>
        <p:spPr>
          <a:xfrm>
            <a:off x="6781800" y="2998032"/>
            <a:ext cx="304800" cy="361263"/>
          </a:xfrm>
          <a:prstGeom prst="rect">
            <a:avLst/>
          </a:prstGeom>
        </p:spPr>
        <p:txBody>
          <a:bodyPr wrap="square" lIns="0" tIns="0" rIns="0" bIns="0" rtlCol="0">
            <a:noAutofit/>
          </a:bodyPr>
          <a:lstStyle/>
          <a:p>
            <a:pPr marL="91440">
              <a:lnSpc>
                <a:spcPct val="101725"/>
              </a:lnSpc>
              <a:spcBef>
                <a:spcPts val="330"/>
              </a:spcBef>
            </a:pPr>
            <a:r>
              <a:rPr sz="1800" spc="0" dirty="0">
                <a:latin typeface="Calibri"/>
                <a:cs typeface="Calibri"/>
              </a:rPr>
              <a:t>B</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object 8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8" name="object 38"/>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BF504C"/>
          </a:solidFill>
        </p:spPr>
        <p:txBody>
          <a:bodyPr wrap="square" lIns="0" tIns="0" rIns="0" bIns="0" rtlCol="0">
            <a:noAutofit/>
          </a:bodyPr>
          <a:lstStyle/>
          <a:p>
            <a:endParaRPr/>
          </a:p>
        </p:txBody>
      </p:sp>
      <p:sp>
        <p:nvSpPr>
          <p:cNvPr id="39" name="object 39"/>
          <p:cNvSpPr/>
          <p:nvPr/>
        </p:nvSpPr>
        <p:spPr>
          <a:xfrm>
            <a:off x="4419600" y="1907123"/>
            <a:ext cx="304800" cy="0"/>
          </a:xfrm>
          <a:custGeom>
            <a:avLst/>
            <a:gdLst/>
            <a:ahLst/>
            <a:cxnLst/>
            <a:rect l="l" t="t" r="r" b="b"/>
            <a:pathLst>
              <a:path w="304800">
                <a:moveTo>
                  <a:pt x="304800" y="0"/>
                </a:moveTo>
                <a:lnTo>
                  <a:pt x="0" y="0"/>
                </a:lnTo>
              </a:path>
            </a:pathLst>
          </a:custGeom>
          <a:ln w="40132">
            <a:solidFill>
              <a:srgbClr val="BF504C"/>
            </a:solidFill>
          </a:ln>
        </p:spPr>
        <p:txBody>
          <a:bodyPr wrap="square" lIns="0" tIns="0" rIns="0" bIns="0" rtlCol="0">
            <a:noAutofit/>
          </a:bodyPr>
          <a:lstStyle/>
          <a:p>
            <a:endParaRPr/>
          </a:p>
        </p:txBody>
      </p:sp>
      <p:sp>
        <p:nvSpPr>
          <p:cNvPr id="40" name="object 40"/>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1" name="object 41"/>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42" name="object 42"/>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BF504C"/>
          </a:solidFill>
        </p:spPr>
        <p:txBody>
          <a:bodyPr wrap="square" lIns="0" tIns="0" rIns="0" bIns="0" rtlCol="0">
            <a:noAutofit/>
          </a:bodyPr>
          <a:lstStyle/>
          <a:p>
            <a:endParaRPr/>
          </a:p>
        </p:txBody>
      </p:sp>
      <p:sp>
        <p:nvSpPr>
          <p:cNvPr id="44" name="object 44"/>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8" name="object 48"/>
          <p:cNvSpPr/>
          <p:nvPr/>
        </p:nvSpPr>
        <p:spPr>
          <a:xfrm>
            <a:off x="6705600" y="292308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49" name="object 49"/>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6781800" y="2998032"/>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51" name="object 51"/>
          <p:cNvSpPr/>
          <p:nvPr/>
        </p:nvSpPr>
        <p:spPr>
          <a:xfrm>
            <a:off x="2209800" y="299803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2" name="object 52"/>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2286000" y="3072984"/>
            <a:ext cx="304800" cy="361263"/>
          </a:xfrm>
          <a:custGeom>
            <a:avLst/>
            <a:gdLst/>
            <a:ahLst/>
            <a:cxnLst/>
            <a:rect l="l" t="t" r="r" b="b"/>
            <a:pathLst>
              <a:path w="304800" h="367284">
                <a:moveTo>
                  <a:pt x="0" y="0"/>
                </a:moveTo>
                <a:lnTo>
                  <a:pt x="0" y="367284"/>
                </a:lnTo>
                <a:lnTo>
                  <a:pt x="304800" y="367284"/>
                </a:lnTo>
                <a:lnTo>
                  <a:pt x="304800" y="0"/>
                </a:lnTo>
                <a:lnTo>
                  <a:pt x="0" y="0"/>
                </a:lnTo>
                <a:close/>
              </a:path>
            </a:pathLst>
          </a:custGeom>
          <a:solidFill>
            <a:srgbClr val="BF504C"/>
          </a:solidFill>
        </p:spPr>
        <p:txBody>
          <a:bodyPr wrap="square" lIns="0" tIns="0" rIns="0" bIns="0" rtlCol="0">
            <a:noAutofit/>
          </a:bodyPr>
          <a:lstStyle/>
          <a:p>
            <a:endParaRPr/>
          </a:p>
        </p:txBody>
      </p:sp>
      <p:sp>
        <p:nvSpPr>
          <p:cNvPr id="54" name="object 54"/>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BF504C"/>
          </a:solidFill>
        </p:spPr>
        <p:txBody>
          <a:bodyPr wrap="square" lIns="0" tIns="0" rIns="0" bIns="0" rtlCol="0">
            <a:noAutofit/>
          </a:bodyPr>
          <a:lstStyle/>
          <a:p>
            <a:endParaRPr/>
          </a:p>
        </p:txBody>
      </p:sp>
      <p:sp>
        <p:nvSpPr>
          <p:cNvPr id="55" name="object 55"/>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56" name="object 56"/>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57" name="object 57"/>
          <p:cNvSpPr/>
          <p:nvPr/>
        </p:nvSpPr>
        <p:spPr>
          <a:xfrm>
            <a:off x="5105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58" name="object 58"/>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BF504C"/>
          </a:solidFill>
        </p:spPr>
        <p:txBody>
          <a:bodyPr wrap="square" lIns="0" tIns="0" rIns="0" bIns="0" rtlCol="0">
            <a:noAutofit/>
          </a:bodyPr>
          <a:lstStyle/>
          <a:p>
            <a:endParaRPr/>
          </a:p>
        </p:txBody>
      </p:sp>
      <p:sp>
        <p:nvSpPr>
          <p:cNvPr id="60" name="object 60"/>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63" name="object 63"/>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1521714" y="3442491"/>
            <a:ext cx="919734" cy="460948"/>
          </a:xfrm>
          <a:custGeom>
            <a:avLst/>
            <a:gdLst/>
            <a:ahLst/>
            <a:cxnLst/>
            <a:rect l="l" t="t" r="r" b="b"/>
            <a:pathLst>
              <a:path w="919734" h="468629">
                <a:moveTo>
                  <a:pt x="108966" y="416813"/>
                </a:moveTo>
                <a:lnTo>
                  <a:pt x="919734" y="11429"/>
                </a:lnTo>
                <a:lnTo>
                  <a:pt x="914400" y="0"/>
                </a:lnTo>
                <a:lnTo>
                  <a:pt x="80772" y="416813"/>
                </a:lnTo>
                <a:lnTo>
                  <a:pt x="108966" y="416813"/>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5105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67" name="object 67"/>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8" name="object 68"/>
          <p:cNvSpPr/>
          <p:nvPr/>
        </p:nvSpPr>
        <p:spPr>
          <a:xfrm>
            <a:off x="5181600" y="3911683"/>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69" name="object 69"/>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70" name="object 70"/>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BF504C"/>
          </a:solidFill>
        </p:spPr>
        <p:txBody>
          <a:bodyPr wrap="square" lIns="0" tIns="0" rIns="0" bIns="0" rtlCol="0">
            <a:noAutofit/>
          </a:bodyPr>
          <a:lstStyle/>
          <a:p>
            <a:endParaRPr/>
          </a:p>
        </p:txBody>
      </p:sp>
      <p:sp>
        <p:nvSpPr>
          <p:cNvPr id="72" name="object 72"/>
          <p:cNvSpPr/>
          <p:nvPr/>
        </p:nvSpPr>
        <p:spPr>
          <a:xfrm>
            <a:off x="2743200" y="4736142"/>
            <a:ext cx="457200" cy="449705"/>
          </a:xfrm>
          <a:custGeom>
            <a:avLst/>
            <a:gdLst/>
            <a:ahLst/>
            <a:cxnLst/>
            <a:rect l="l" t="t" r="r" b="b"/>
            <a:pathLst>
              <a:path w="457200" h="457200">
                <a:moveTo>
                  <a:pt x="402829" y="80771"/>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1"/>
                </a:lnTo>
                <a:lnTo>
                  <a:pt x="402829" y="80771"/>
                </a:lnTo>
                <a:close/>
              </a:path>
            </a:pathLst>
          </a:custGeom>
          <a:solidFill>
            <a:srgbClr val="FFFFFF"/>
          </a:solidFill>
        </p:spPr>
        <p:txBody>
          <a:bodyPr wrap="square" lIns="0" tIns="0" rIns="0" bIns="0" rtlCol="0">
            <a:noAutofit/>
          </a:bodyPr>
          <a:lstStyle/>
          <a:p>
            <a:endParaRPr/>
          </a:p>
        </p:txBody>
      </p:sp>
      <p:sp>
        <p:nvSpPr>
          <p:cNvPr id="73" name="object 73"/>
          <p:cNvSpPr/>
          <p:nvPr/>
        </p:nvSpPr>
        <p:spPr>
          <a:xfrm>
            <a:off x="2819400" y="4813342"/>
            <a:ext cx="304800" cy="0"/>
          </a:xfrm>
          <a:custGeom>
            <a:avLst/>
            <a:gdLst/>
            <a:ahLst/>
            <a:cxnLst/>
            <a:rect l="l" t="t" r="r" b="b"/>
            <a:pathLst>
              <a:path w="304800">
                <a:moveTo>
                  <a:pt x="304800" y="0"/>
                </a:moveTo>
                <a:lnTo>
                  <a:pt x="0" y="0"/>
                </a:lnTo>
              </a:path>
            </a:pathLst>
          </a:custGeom>
          <a:ln w="5842">
            <a:solidFill>
              <a:srgbClr val="FFFFFF"/>
            </a:solidFill>
          </a:ln>
        </p:spPr>
        <p:txBody>
          <a:bodyPr wrap="square" lIns="0" tIns="0" rIns="0" bIns="0" rtlCol="0">
            <a:noAutofit/>
          </a:bodyPr>
          <a:lstStyle/>
          <a:p>
            <a:endParaRPr/>
          </a:p>
        </p:txBody>
      </p:sp>
      <p:sp>
        <p:nvSpPr>
          <p:cNvPr id="74" name="object 74"/>
          <p:cNvSpPr/>
          <p:nvPr/>
        </p:nvSpPr>
        <p:spPr>
          <a:xfrm>
            <a:off x="3044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5791200" y="4721901"/>
            <a:ext cx="457200" cy="449705"/>
          </a:xfrm>
          <a:custGeom>
            <a:avLst/>
            <a:gdLst/>
            <a:ahLst/>
            <a:cxnLst/>
            <a:rect l="l" t="t" r="r" b="b"/>
            <a:pathLst>
              <a:path w="457200" h="457200">
                <a:moveTo>
                  <a:pt x="414128" y="95250"/>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50"/>
                </a:lnTo>
                <a:lnTo>
                  <a:pt x="414128" y="95250"/>
                </a:lnTo>
                <a:close/>
              </a:path>
            </a:pathLst>
          </a:custGeom>
          <a:solidFill>
            <a:srgbClr val="BF504C"/>
          </a:solidFill>
        </p:spPr>
        <p:txBody>
          <a:bodyPr wrap="square" lIns="0" tIns="0" rIns="0" bIns="0" rtlCol="0">
            <a:noAutofit/>
          </a:bodyPr>
          <a:lstStyle/>
          <a:p>
            <a:endParaRPr/>
          </a:p>
        </p:txBody>
      </p:sp>
      <p:sp>
        <p:nvSpPr>
          <p:cNvPr id="76" name="object 76"/>
          <p:cNvSpPr/>
          <p:nvPr/>
        </p:nvSpPr>
        <p:spPr>
          <a:xfrm>
            <a:off x="5785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5867400" y="4806220"/>
            <a:ext cx="304800" cy="0"/>
          </a:xfrm>
          <a:custGeom>
            <a:avLst/>
            <a:gdLst/>
            <a:ahLst/>
            <a:cxnLst/>
            <a:rect l="l" t="t" r="r" b="b"/>
            <a:pathLst>
              <a:path w="304800">
                <a:moveTo>
                  <a:pt x="304800" y="0"/>
                </a:moveTo>
                <a:lnTo>
                  <a:pt x="0" y="0"/>
                </a:lnTo>
              </a:path>
            </a:pathLst>
          </a:custGeom>
          <a:ln w="20320">
            <a:solidFill>
              <a:srgbClr val="BF504C"/>
            </a:solidFill>
          </a:ln>
        </p:spPr>
        <p:txBody>
          <a:bodyPr wrap="square" lIns="0" tIns="0" rIns="0" bIns="0" rtlCol="0">
            <a:noAutofit/>
          </a:bodyPr>
          <a:lstStyle/>
          <a:p>
            <a:endParaRPr/>
          </a:p>
        </p:txBody>
      </p:sp>
      <p:sp>
        <p:nvSpPr>
          <p:cNvPr id="78" name="object 78"/>
          <p:cNvSpPr/>
          <p:nvPr/>
        </p:nvSpPr>
        <p:spPr>
          <a:xfrm>
            <a:off x="5406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9" name="object 79"/>
          <p:cNvSpPr/>
          <p:nvPr/>
        </p:nvSpPr>
        <p:spPr>
          <a:xfrm>
            <a:off x="1365505" y="389220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1521714" y="3442491"/>
            <a:ext cx="919734" cy="460948"/>
          </a:xfrm>
          <a:custGeom>
            <a:avLst/>
            <a:gdLst/>
            <a:ahLst/>
            <a:cxnLst/>
            <a:rect l="l" t="t" r="r" b="b"/>
            <a:pathLst>
              <a:path w="919734" h="468629">
                <a:moveTo>
                  <a:pt x="108966" y="416813"/>
                </a:moveTo>
                <a:lnTo>
                  <a:pt x="80772" y="416813"/>
                </a:lnTo>
                <a:lnTo>
                  <a:pt x="0" y="457199"/>
                </a:lnTo>
                <a:lnTo>
                  <a:pt x="5334" y="468629"/>
                </a:lnTo>
                <a:lnTo>
                  <a:pt x="108966" y="416813"/>
                </a:lnTo>
                <a:close/>
              </a:path>
            </a:pathLst>
          </a:custGeom>
          <a:solidFill>
            <a:srgbClr val="000000"/>
          </a:solidFill>
        </p:spPr>
        <p:txBody>
          <a:bodyPr wrap="square" lIns="0" tIns="0" rIns="0" bIns="0" rtlCol="0">
            <a:noAutofit/>
          </a:bodyPr>
          <a:lstStyle/>
          <a:p>
            <a:endParaRPr/>
          </a:p>
        </p:txBody>
      </p:sp>
      <p:sp>
        <p:nvSpPr>
          <p:cNvPr id="81" name="object 81"/>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82" name="object 82"/>
          <p:cNvSpPr/>
          <p:nvPr/>
        </p:nvSpPr>
        <p:spPr>
          <a:xfrm>
            <a:off x="2743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1"/>
                </a:lnTo>
                <a:lnTo>
                  <a:pt x="54623" y="80771"/>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83" name="object 83"/>
          <p:cNvSpPr/>
          <p:nvPr/>
        </p:nvSpPr>
        <p:spPr>
          <a:xfrm>
            <a:off x="2737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8"/>
                </a:lnTo>
                <a:lnTo>
                  <a:pt x="52730" y="-147828"/>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4" name="object 84"/>
          <p:cNvSpPr/>
          <p:nvPr/>
        </p:nvSpPr>
        <p:spPr>
          <a:xfrm>
            <a:off x="2819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FFFFFF"/>
          </a:solidFill>
        </p:spPr>
        <p:txBody>
          <a:bodyPr wrap="square" lIns="0" tIns="0" rIns="0" bIns="0" rtlCol="0">
            <a:noAutofit/>
          </a:bodyPr>
          <a:lstStyle/>
          <a:p>
            <a:endParaRPr/>
          </a:p>
        </p:txBody>
      </p:sp>
      <p:sp>
        <p:nvSpPr>
          <p:cNvPr id="85" name="object 85"/>
          <p:cNvSpPr/>
          <p:nvPr/>
        </p:nvSpPr>
        <p:spPr>
          <a:xfrm>
            <a:off x="5791200" y="472190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50"/>
                </a:lnTo>
                <a:lnTo>
                  <a:pt x="43287" y="95250"/>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BF504C"/>
          </a:solidFill>
        </p:spPr>
        <p:txBody>
          <a:bodyPr wrap="square" lIns="0" tIns="0" rIns="0" bIns="0" rtlCol="0">
            <a:noAutofit/>
          </a:bodyPr>
          <a:lstStyle/>
          <a:p>
            <a:endParaRPr/>
          </a:p>
        </p:txBody>
      </p:sp>
      <p:sp>
        <p:nvSpPr>
          <p:cNvPr id="86" name="object 86"/>
          <p:cNvSpPr/>
          <p:nvPr/>
        </p:nvSpPr>
        <p:spPr>
          <a:xfrm>
            <a:off x="5785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87" name="object 87"/>
          <p:cNvSpPr/>
          <p:nvPr/>
        </p:nvSpPr>
        <p:spPr>
          <a:xfrm>
            <a:off x="5867400" y="4814840"/>
            <a:ext cx="304800" cy="343275"/>
          </a:xfrm>
          <a:custGeom>
            <a:avLst/>
            <a:gdLst/>
            <a:ahLst/>
            <a:cxnLst/>
            <a:rect l="l" t="t" r="r" b="b"/>
            <a:pathLst>
              <a:path w="304800" h="348996">
                <a:moveTo>
                  <a:pt x="304800" y="762"/>
                </a:moveTo>
                <a:lnTo>
                  <a:pt x="0" y="762"/>
                </a:lnTo>
                <a:lnTo>
                  <a:pt x="0" y="348996"/>
                </a:lnTo>
                <a:lnTo>
                  <a:pt x="304800" y="348996"/>
                </a:lnTo>
                <a:lnTo>
                  <a:pt x="304800" y="762"/>
                </a:lnTo>
                <a:close/>
              </a:path>
            </a:pathLst>
          </a:custGeom>
          <a:solidFill>
            <a:srgbClr val="BF504C"/>
          </a:solidFill>
        </p:spPr>
        <p:txBody>
          <a:bodyPr wrap="square" lIns="0" tIns="0" rIns="0" bIns="0" rtlCol="0">
            <a:noAutofit/>
          </a:bodyPr>
          <a:lstStyle/>
          <a:p>
            <a:endParaRPr/>
          </a:p>
        </p:txBody>
      </p:sp>
      <p:sp>
        <p:nvSpPr>
          <p:cNvPr id="37" name="object 37"/>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2737104" y="4960995"/>
            <a:ext cx="185606" cy="443503"/>
          </a:xfrm>
          <a:custGeom>
            <a:avLst/>
            <a:gdLst/>
            <a:ahLst/>
            <a:cxnLst/>
            <a:rect l="l" t="t" r="r" b="b"/>
            <a:pathLst>
              <a:path w="185606" h="450895">
                <a:moveTo>
                  <a:pt x="69218" y="-147828"/>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8"/>
                </a:lnTo>
                <a:lnTo>
                  <a:pt x="69218" y="-147828"/>
                </a:lnTo>
                <a:close/>
              </a:path>
            </a:pathLst>
          </a:custGeom>
          <a:solidFill>
            <a:srgbClr val="000000"/>
          </a:solidFill>
        </p:spPr>
        <p:txBody>
          <a:bodyPr wrap="square" lIns="0" tIns="0" rIns="0" bIns="0" rtlCol="0">
            <a:noAutofit/>
          </a:bodyPr>
          <a:lstStyle/>
          <a:p>
            <a:endParaRPr/>
          </a:p>
        </p:txBody>
      </p:sp>
      <p:sp>
        <p:nvSpPr>
          <p:cNvPr id="32" name="object 32"/>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31" name="object 31"/>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0" name="object 30"/>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29" name="object 29"/>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8" name="object 28"/>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7" name="object 27"/>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6" name="object 26"/>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5" name="object 25"/>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4" name="object 24"/>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3" name="object 23"/>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22" name="object 22"/>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21" name="object 21"/>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20" name="object 20"/>
          <p:cNvSpPr txBox="1"/>
          <p:nvPr/>
        </p:nvSpPr>
        <p:spPr>
          <a:xfrm>
            <a:off x="5717547" y="3911190"/>
            <a:ext cx="530100" cy="610342"/>
          </a:xfrm>
          <a:prstGeom prst="rect">
            <a:avLst/>
          </a:prstGeom>
        </p:spPr>
        <p:txBody>
          <a:bodyPr wrap="square" lIns="0" tIns="0" rIns="0" bIns="0" rtlCol="0">
            <a:noAutofit/>
          </a:bodyPr>
          <a:lstStyle/>
          <a:p>
            <a:pPr algn="ctr">
              <a:lnSpc>
                <a:spcPts val="1935"/>
              </a:lnSpc>
              <a:spcBef>
                <a:spcPts val="96"/>
              </a:spcBef>
            </a:pPr>
            <a:r>
              <a:rPr sz="2700" spc="0" baseline="3034" dirty="0">
                <a:latin typeface="Calibri"/>
                <a:cs typeface="Calibri"/>
              </a:rPr>
              <a:t>[417]</a:t>
            </a:r>
            <a:endParaRPr sz="1800">
              <a:latin typeface="Calibri"/>
              <a:cs typeface="Calibri"/>
            </a:endParaRPr>
          </a:p>
          <a:p>
            <a:pPr marL="59047" marR="63912" algn="ctr">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19" name="object 19"/>
          <p:cNvSpPr txBox="1"/>
          <p:nvPr/>
        </p:nvSpPr>
        <p:spPr>
          <a:xfrm>
            <a:off x="7645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[473]</a:t>
            </a:r>
            <a:endParaRPr sz="1800">
              <a:latin typeface="Calibri"/>
              <a:cs typeface="Calibri"/>
            </a:endParaRPr>
          </a:p>
        </p:txBody>
      </p:sp>
      <p:sp>
        <p:nvSpPr>
          <p:cNvPr id="18" name="object 18"/>
          <p:cNvSpPr txBox="1"/>
          <p:nvPr/>
        </p:nvSpPr>
        <p:spPr>
          <a:xfrm>
            <a:off x="2898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7" name="object 17"/>
          <p:cNvSpPr txBox="1"/>
          <p:nvPr/>
        </p:nvSpPr>
        <p:spPr>
          <a:xfrm>
            <a:off x="1526540" y="4046844"/>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16" name="object 16"/>
          <p:cNvSpPr txBox="1"/>
          <p:nvPr/>
        </p:nvSpPr>
        <p:spPr>
          <a:xfrm>
            <a:off x="3507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5" name="object 15"/>
          <p:cNvSpPr txBox="1"/>
          <p:nvPr/>
        </p:nvSpPr>
        <p:spPr>
          <a:xfrm>
            <a:off x="2136147" y="487131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14" name="object 14"/>
          <p:cNvSpPr txBox="1"/>
          <p:nvPr/>
        </p:nvSpPr>
        <p:spPr>
          <a:xfrm>
            <a:off x="5184140" y="4871311"/>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13" name="object 13"/>
          <p:cNvSpPr txBox="1"/>
          <p:nvPr/>
        </p:nvSpPr>
        <p:spPr>
          <a:xfrm>
            <a:off x="6327148" y="4871303"/>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12" name="object 12"/>
          <p:cNvSpPr txBox="1"/>
          <p:nvPr/>
        </p:nvSpPr>
        <p:spPr>
          <a:xfrm>
            <a:off x="2898140" y="488554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11" name="object 11"/>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10" name="object 10"/>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9" name="object 9"/>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62</a:t>
            </a:r>
            <a:endParaRPr sz="1200">
              <a:latin typeface="Calibri"/>
              <a:cs typeface="Calibri"/>
            </a:endParaRPr>
          </a:p>
        </p:txBody>
      </p:sp>
      <p:sp>
        <p:nvSpPr>
          <p:cNvPr id="8" name="object 8"/>
          <p:cNvSpPr txBox="1"/>
          <p:nvPr/>
        </p:nvSpPr>
        <p:spPr>
          <a:xfrm>
            <a:off x="5867400" y="4805908"/>
            <a:ext cx="304800" cy="352206"/>
          </a:xfrm>
          <a:prstGeom prst="rect">
            <a:avLst/>
          </a:prstGeom>
        </p:spPr>
        <p:txBody>
          <a:bodyPr wrap="square" lIns="0" tIns="0" rIns="0" bIns="0" rtlCol="0">
            <a:noAutofit/>
          </a:bodyPr>
          <a:lstStyle/>
          <a:p>
            <a:pPr marL="91439">
              <a:lnSpc>
                <a:spcPct val="101725"/>
              </a:lnSpc>
              <a:spcBef>
                <a:spcPts val="259"/>
              </a:spcBef>
            </a:pPr>
            <a:r>
              <a:rPr sz="1800" spc="0" dirty="0">
                <a:latin typeface="Calibri"/>
                <a:cs typeface="Calibri"/>
              </a:rPr>
              <a:t>I</a:t>
            </a:r>
            <a:endParaRPr sz="1800">
              <a:latin typeface="Calibri"/>
              <a:cs typeface="Calibri"/>
            </a:endParaRPr>
          </a:p>
        </p:txBody>
      </p:sp>
      <p:sp>
        <p:nvSpPr>
          <p:cNvPr id="7" name="object 7"/>
          <p:cNvSpPr txBox="1"/>
          <p:nvPr/>
        </p:nvSpPr>
        <p:spPr>
          <a:xfrm>
            <a:off x="5181600" y="3911683"/>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6" name="object 6"/>
          <p:cNvSpPr txBox="1"/>
          <p:nvPr/>
        </p:nvSpPr>
        <p:spPr>
          <a:xfrm>
            <a:off x="3657600" y="391168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G</a:t>
            </a:r>
            <a:endParaRPr sz="1800">
              <a:latin typeface="Calibri"/>
              <a:cs typeface="Calibri"/>
            </a:endParaRPr>
          </a:p>
        </p:txBody>
      </p:sp>
      <p:sp>
        <p:nvSpPr>
          <p:cNvPr id="5" name="object 5"/>
          <p:cNvSpPr txBox="1"/>
          <p:nvPr/>
        </p:nvSpPr>
        <p:spPr>
          <a:xfrm>
            <a:off x="2286000" y="3072984"/>
            <a:ext cx="304800" cy="36126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C</a:t>
            </a:r>
            <a:endParaRPr sz="1800">
              <a:latin typeface="Calibri"/>
              <a:cs typeface="Calibri"/>
            </a:endParaRPr>
          </a:p>
        </p:txBody>
      </p:sp>
      <p:sp>
        <p:nvSpPr>
          <p:cNvPr id="4" name="object 4"/>
          <p:cNvSpPr txBox="1"/>
          <p:nvPr/>
        </p:nvSpPr>
        <p:spPr>
          <a:xfrm>
            <a:off x="6781800" y="2998032"/>
            <a:ext cx="304800" cy="361263"/>
          </a:xfrm>
          <a:prstGeom prst="rect">
            <a:avLst/>
          </a:prstGeom>
        </p:spPr>
        <p:txBody>
          <a:bodyPr wrap="square" lIns="0" tIns="0" rIns="0" bIns="0" rtlCol="0">
            <a:noAutofit/>
          </a:bodyPr>
          <a:lstStyle/>
          <a:p>
            <a:pPr marL="91440">
              <a:lnSpc>
                <a:spcPct val="101725"/>
              </a:lnSpc>
              <a:spcBef>
                <a:spcPts val="330"/>
              </a:spcBef>
            </a:pPr>
            <a:r>
              <a:rPr sz="1800" spc="0" dirty="0">
                <a:latin typeface="Calibri"/>
                <a:cs typeface="Calibri"/>
              </a:rPr>
              <a:t>B</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object 88"/>
          <p:cNvSpPr txBox="1"/>
          <p:nvPr/>
        </p:nvSpPr>
        <p:spPr>
          <a:xfrm>
            <a:off x="0" y="5708255"/>
            <a:ext cx="9144000" cy="1037319"/>
          </a:xfrm>
          <a:prstGeom prst="rect">
            <a:avLst/>
          </a:prstGeom>
        </p:spPr>
        <p:txBody>
          <a:bodyPr wrap="square" lIns="0" tIns="0" rIns="0" bIns="0" rtlCol="0">
            <a:noAutofit/>
          </a:bodyPr>
          <a:lstStyle/>
          <a:p>
            <a:pPr marL="1996439">
              <a:lnSpc>
                <a:spcPts val="1835"/>
              </a:lnSpc>
              <a:spcBef>
                <a:spcPts val="91"/>
              </a:spcBef>
            </a:pPr>
            <a:r>
              <a:rPr sz="2700" spc="0" baseline="3034" dirty="0">
                <a:latin typeface="Calibri"/>
                <a:cs typeface="Calibri"/>
              </a:rPr>
              <a:t>A* not optimal !!!</a:t>
            </a:r>
            <a:endParaRPr sz="1800">
              <a:latin typeface="Calibri"/>
              <a:cs typeface="Calibri"/>
            </a:endParaRPr>
          </a:p>
        </p:txBody>
      </p:sp>
      <p:sp>
        <p:nvSpPr>
          <p:cNvPr id="86" name="object 86"/>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8" name="object 38"/>
          <p:cNvSpPr/>
          <p:nvPr/>
        </p:nvSpPr>
        <p:spPr>
          <a:xfrm>
            <a:off x="4343400" y="1813059"/>
            <a:ext cx="457200" cy="449705"/>
          </a:xfrm>
          <a:custGeom>
            <a:avLst/>
            <a:gdLst/>
            <a:ahLst/>
            <a:cxnLst/>
            <a:rect l="l" t="t" r="r" b="b"/>
            <a:pathLst>
              <a:path w="457200" h="457200">
                <a:moveTo>
                  <a:pt x="426781" y="115061"/>
                </a:move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30583" y="115061"/>
                </a:lnTo>
                <a:lnTo>
                  <a:pt x="426781" y="115061"/>
                </a:lnTo>
                <a:close/>
              </a:path>
            </a:pathLst>
          </a:custGeom>
          <a:solidFill>
            <a:srgbClr val="4E80BD"/>
          </a:solidFill>
        </p:spPr>
        <p:txBody>
          <a:bodyPr wrap="square" lIns="0" tIns="0" rIns="0" bIns="0" rtlCol="0">
            <a:noAutofit/>
          </a:bodyPr>
          <a:lstStyle/>
          <a:p>
            <a:endParaRPr/>
          </a:p>
        </p:txBody>
      </p:sp>
      <p:sp>
        <p:nvSpPr>
          <p:cNvPr id="39" name="object 39"/>
          <p:cNvSpPr/>
          <p:nvPr/>
        </p:nvSpPr>
        <p:spPr>
          <a:xfrm>
            <a:off x="4419600" y="1907123"/>
            <a:ext cx="304800" cy="0"/>
          </a:xfrm>
          <a:custGeom>
            <a:avLst/>
            <a:gdLst/>
            <a:ahLst/>
            <a:cxnLst/>
            <a:rect l="l" t="t" r="r" b="b"/>
            <a:pathLst>
              <a:path w="304800">
                <a:moveTo>
                  <a:pt x="304800" y="0"/>
                </a:moveTo>
                <a:lnTo>
                  <a:pt x="0" y="0"/>
                </a:lnTo>
              </a:path>
            </a:pathLst>
          </a:custGeom>
          <a:ln w="40132">
            <a:solidFill>
              <a:srgbClr val="4E80BD"/>
            </a:solidFill>
          </a:ln>
        </p:spPr>
        <p:txBody>
          <a:bodyPr wrap="square" lIns="0" tIns="0" rIns="0" bIns="0" rtlCol="0">
            <a:noAutofit/>
          </a:bodyPr>
          <a:lstStyle/>
          <a:p>
            <a:endParaRPr/>
          </a:p>
        </p:txBody>
      </p:sp>
      <p:sp>
        <p:nvSpPr>
          <p:cNvPr id="40" name="object 40"/>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1" name="object 41"/>
          <p:cNvSpPr/>
          <p:nvPr/>
        </p:nvSpPr>
        <p:spPr>
          <a:xfrm>
            <a:off x="4343400" y="1813059"/>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6781" y="115062"/>
                </a:lnTo>
                <a:lnTo>
                  <a:pt x="30583" y="115062"/>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42" name="object 42"/>
          <p:cNvSpPr/>
          <p:nvPr/>
        </p:nvSpPr>
        <p:spPr>
          <a:xfrm>
            <a:off x="4337304" y="2037912"/>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8"/>
                </a:lnTo>
                <a:lnTo>
                  <a:pt x="35070" y="-95888"/>
                </a:lnTo>
                <a:lnTo>
                  <a:pt x="45007" y="-113537"/>
                </a:lnTo>
                <a:lnTo>
                  <a:pt x="30338" y="-113537"/>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39698" y="-113538"/>
                </a:lnTo>
                <a:lnTo>
                  <a:pt x="425827" y="-113538"/>
                </a:lnTo>
                <a:lnTo>
                  <a:pt x="439761" y="-85416"/>
                </a:lnTo>
                <a:lnTo>
                  <a:pt x="450874" y="-50402"/>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4419600" y="1925486"/>
            <a:ext cx="304800" cy="323038"/>
          </a:xfrm>
          <a:custGeom>
            <a:avLst/>
            <a:gdLst/>
            <a:ahLst/>
            <a:cxnLst/>
            <a:rect l="l" t="t" r="r" b="b"/>
            <a:pathLst>
              <a:path w="304800" h="328422">
                <a:moveTo>
                  <a:pt x="304800" y="762"/>
                </a:moveTo>
                <a:lnTo>
                  <a:pt x="0" y="762"/>
                </a:lnTo>
                <a:lnTo>
                  <a:pt x="0" y="328421"/>
                </a:lnTo>
                <a:lnTo>
                  <a:pt x="304800" y="328421"/>
                </a:lnTo>
                <a:lnTo>
                  <a:pt x="304800" y="762"/>
                </a:lnTo>
                <a:close/>
              </a:path>
            </a:pathLst>
          </a:custGeom>
          <a:solidFill>
            <a:srgbClr val="4E80BD"/>
          </a:solidFill>
        </p:spPr>
        <p:txBody>
          <a:bodyPr wrap="square" lIns="0" tIns="0" rIns="0" bIns="0" rtlCol="0">
            <a:noAutofit/>
          </a:bodyPr>
          <a:lstStyle/>
          <a:p>
            <a:endParaRPr/>
          </a:p>
        </p:txBody>
      </p:sp>
      <p:sp>
        <p:nvSpPr>
          <p:cNvPr id="44" name="object 44"/>
          <p:cNvSpPr/>
          <p:nvPr/>
        </p:nvSpPr>
        <p:spPr>
          <a:xfrm>
            <a:off x="4570476" y="2256769"/>
            <a:ext cx="2366010" cy="672308"/>
          </a:xfrm>
          <a:custGeom>
            <a:avLst/>
            <a:gdLst/>
            <a:ahLst/>
            <a:cxnLst/>
            <a:rect l="l" t="t" r="r" b="b"/>
            <a:pathLst>
              <a:path w="2366010" h="683513">
                <a:moveTo>
                  <a:pt x="2266802" y="643128"/>
                </a:moveTo>
                <a:lnTo>
                  <a:pt x="3810" y="0"/>
                </a:lnTo>
                <a:lnTo>
                  <a:pt x="0" y="12192"/>
                </a:lnTo>
                <a:lnTo>
                  <a:pt x="2220092" y="643128"/>
                </a:lnTo>
                <a:lnTo>
                  <a:pt x="2266802" y="643128"/>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4565904" y="2262016"/>
            <a:ext cx="89154" cy="676056"/>
          </a:xfrm>
          <a:custGeom>
            <a:avLst/>
            <a:gdLst/>
            <a:ahLst/>
            <a:cxnLst/>
            <a:rect l="l" t="t" r="r" b="b"/>
            <a:pathLst>
              <a:path w="89153" h="687324">
                <a:moveTo>
                  <a:pt x="83819" y="637794"/>
                </a:moveTo>
                <a:lnTo>
                  <a:pt x="12953" y="0"/>
                </a:lnTo>
                <a:lnTo>
                  <a:pt x="0" y="1524"/>
                </a:lnTo>
                <a:lnTo>
                  <a:pt x="70696" y="637794"/>
                </a:lnTo>
                <a:lnTo>
                  <a:pt x="83819" y="637794"/>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436876" y="2256769"/>
            <a:ext cx="2137410" cy="747260"/>
          </a:xfrm>
          <a:custGeom>
            <a:avLst/>
            <a:gdLst/>
            <a:ahLst/>
            <a:cxnLst/>
            <a:rect l="l" t="t" r="r" b="b"/>
            <a:pathLst>
              <a:path w="2137410" h="759713">
                <a:moveTo>
                  <a:pt x="336573" y="643127"/>
                </a:moveTo>
                <a:lnTo>
                  <a:pt x="2137410" y="12191"/>
                </a:lnTo>
                <a:lnTo>
                  <a:pt x="2133600" y="0"/>
                </a:lnTo>
                <a:lnTo>
                  <a:pt x="299833" y="643127"/>
                </a:lnTo>
                <a:lnTo>
                  <a:pt x="336573" y="643127"/>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8" name="object 48"/>
          <p:cNvSpPr/>
          <p:nvPr/>
        </p:nvSpPr>
        <p:spPr>
          <a:xfrm>
            <a:off x="6699505" y="2917840"/>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9" name="object 49"/>
          <p:cNvSpPr/>
          <p:nvPr/>
        </p:nvSpPr>
        <p:spPr>
          <a:xfrm>
            <a:off x="2203705" y="299279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4419600" y="2937323"/>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51" name="object 51"/>
          <p:cNvSpPr/>
          <p:nvPr/>
        </p:nvSpPr>
        <p:spPr>
          <a:xfrm>
            <a:off x="4413504" y="3162176"/>
            <a:ext cx="185606" cy="443503"/>
          </a:xfrm>
          <a:custGeom>
            <a:avLst/>
            <a:gdLst/>
            <a:ahLst/>
            <a:cxnLst/>
            <a:rect l="l" t="t" r="r" b="b"/>
            <a:pathLst>
              <a:path w="185606" h="450895">
                <a:moveTo>
                  <a:pt x="185606" y="216742"/>
                </a:moveTo>
                <a:lnTo>
                  <a:pt x="156309" y="208239"/>
                </a:ln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close/>
              </a:path>
              <a:path w="185606" h="450895">
                <a:moveTo>
                  <a:pt x="122218" y="-191728"/>
                </a:move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lnTo>
                  <a:pt x="12954" y="-11430"/>
                </a:lnTo>
                <a:lnTo>
                  <a:pt x="13716" y="-22860"/>
                </a:lnTo>
                <a:lnTo>
                  <a:pt x="22108" y="-61479"/>
                </a:lnTo>
                <a:lnTo>
                  <a:pt x="35070" y="-95891"/>
                </a:lnTo>
                <a:lnTo>
                  <a:pt x="52082" y="-126108"/>
                </a:lnTo>
                <a:lnTo>
                  <a:pt x="72624" y="-152143"/>
                </a:lnTo>
                <a:lnTo>
                  <a:pt x="96176" y="-174012"/>
                </a:lnTo>
                <a:lnTo>
                  <a:pt x="122218" y="-191728"/>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4495800" y="301227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4E80BD"/>
          </a:solidFill>
        </p:spPr>
        <p:txBody>
          <a:bodyPr wrap="square" lIns="0" tIns="0" rIns="0" bIns="0" rtlCol="0">
            <a:noAutofit/>
          </a:bodyPr>
          <a:lstStyle/>
          <a:p>
            <a:endParaRPr/>
          </a:p>
        </p:txBody>
      </p:sp>
      <p:sp>
        <p:nvSpPr>
          <p:cNvPr id="53" name="object 53"/>
          <p:cNvSpPr/>
          <p:nvPr/>
        </p:nvSpPr>
        <p:spPr>
          <a:xfrm>
            <a:off x="5105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4E80BD"/>
          </a:solidFill>
        </p:spPr>
        <p:txBody>
          <a:bodyPr wrap="square" lIns="0" tIns="0" rIns="0" bIns="0" rtlCol="0">
            <a:noAutofit/>
          </a:bodyPr>
          <a:lstStyle/>
          <a:p>
            <a:endParaRPr/>
          </a:p>
        </p:txBody>
      </p:sp>
      <p:sp>
        <p:nvSpPr>
          <p:cNvPr id="54" name="object 54"/>
          <p:cNvSpPr/>
          <p:nvPr/>
        </p:nvSpPr>
        <p:spPr>
          <a:xfrm>
            <a:off x="4644390" y="338252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3581400" y="3836732"/>
            <a:ext cx="457200" cy="449705"/>
          </a:xfrm>
          <a:custGeom>
            <a:avLst/>
            <a:gdLst/>
            <a:ahLst/>
            <a:cxnLst/>
            <a:rect l="l" t="t" r="r" b="b"/>
            <a:pathLst>
              <a:path w="457200" h="457200">
                <a:moveTo>
                  <a:pt x="312302" y="16001"/>
                </a:move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45209" y="16001"/>
                </a:lnTo>
                <a:lnTo>
                  <a:pt x="312302" y="16001"/>
                </a:lnTo>
                <a:close/>
              </a:path>
            </a:pathLst>
          </a:custGeom>
          <a:solidFill>
            <a:srgbClr val="FFFFFF"/>
          </a:solidFill>
        </p:spPr>
        <p:txBody>
          <a:bodyPr wrap="square" lIns="0" tIns="0" rIns="0" bIns="0" rtlCol="0">
            <a:noAutofit/>
          </a:bodyPr>
          <a:lstStyle/>
          <a:p>
            <a:endParaRPr/>
          </a:p>
        </p:txBody>
      </p:sp>
      <p:sp>
        <p:nvSpPr>
          <p:cNvPr id="56" name="object 56"/>
          <p:cNvSpPr/>
          <p:nvPr/>
        </p:nvSpPr>
        <p:spPr>
          <a:xfrm>
            <a:off x="3731514" y="3381781"/>
            <a:ext cx="919734" cy="460948"/>
          </a:xfrm>
          <a:custGeom>
            <a:avLst/>
            <a:gdLst/>
            <a:ahLst/>
            <a:cxnLst/>
            <a:rect l="l" t="t" r="r" b="b"/>
            <a:pathLst>
              <a:path w="919734" h="468629">
                <a:moveTo>
                  <a:pt x="919734" y="11429"/>
                </a:moveTo>
                <a:lnTo>
                  <a:pt x="914400" y="0"/>
                </a:lnTo>
                <a:lnTo>
                  <a:pt x="0" y="457199"/>
                </a:lnTo>
                <a:lnTo>
                  <a:pt x="5334" y="468629"/>
                </a:lnTo>
                <a:lnTo>
                  <a:pt x="919734" y="11429"/>
                </a:lnTo>
                <a:close/>
              </a:path>
            </a:pathLst>
          </a:custGeom>
          <a:solidFill>
            <a:srgbClr val="000000"/>
          </a:solidFill>
        </p:spPr>
        <p:txBody>
          <a:bodyPr wrap="square" lIns="0" tIns="0" rIns="0" bIns="0" rtlCol="0">
            <a:noAutofit/>
          </a:bodyPr>
          <a:lstStyle/>
          <a:p>
            <a:endParaRPr/>
          </a:p>
        </p:txBody>
      </p:sp>
      <p:sp>
        <p:nvSpPr>
          <p:cNvPr id="57" name="object 57"/>
          <p:cNvSpPr/>
          <p:nvPr/>
        </p:nvSpPr>
        <p:spPr>
          <a:xfrm>
            <a:off x="4570476" y="2256769"/>
            <a:ext cx="2366010" cy="672308"/>
          </a:xfrm>
          <a:custGeom>
            <a:avLst/>
            <a:gdLst/>
            <a:ahLst/>
            <a:cxnLst/>
            <a:rect l="l" t="t" r="r" b="b"/>
            <a:pathLst>
              <a:path w="2366010" h="683513">
                <a:moveTo>
                  <a:pt x="2366010" y="671321"/>
                </a:moveTo>
                <a:lnTo>
                  <a:pt x="2266802" y="643127"/>
                </a:lnTo>
                <a:lnTo>
                  <a:pt x="2220092" y="643127"/>
                </a:lnTo>
                <a:lnTo>
                  <a:pt x="2362200" y="683513"/>
                </a:lnTo>
                <a:lnTo>
                  <a:pt x="2366010" y="671321"/>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4565904" y="2262016"/>
            <a:ext cx="89154" cy="676056"/>
          </a:xfrm>
          <a:custGeom>
            <a:avLst/>
            <a:gdLst/>
            <a:ahLst/>
            <a:cxnLst/>
            <a:rect l="l" t="t" r="r" b="b"/>
            <a:pathLst>
              <a:path w="89153" h="687324">
                <a:moveTo>
                  <a:pt x="89153" y="685800"/>
                </a:moveTo>
                <a:lnTo>
                  <a:pt x="83819" y="637793"/>
                </a:lnTo>
                <a:lnTo>
                  <a:pt x="70696" y="637793"/>
                </a:lnTo>
                <a:lnTo>
                  <a:pt x="76199" y="687324"/>
                </a:lnTo>
                <a:lnTo>
                  <a:pt x="89153" y="685800"/>
                </a:lnTo>
                <a:close/>
              </a:path>
            </a:pathLst>
          </a:custGeom>
          <a:solidFill>
            <a:srgbClr val="000000"/>
          </a:solidFill>
        </p:spPr>
        <p:txBody>
          <a:bodyPr wrap="square" lIns="0" tIns="0" rIns="0" bIns="0" rtlCol="0">
            <a:noAutofit/>
          </a:bodyPr>
          <a:lstStyle/>
          <a:p>
            <a:endParaRPr/>
          </a:p>
        </p:txBody>
      </p:sp>
      <p:sp>
        <p:nvSpPr>
          <p:cNvPr id="59" name="object 59"/>
          <p:cNvSpPr/>
          <p:nvPr/>
        </p:nvSpPr>
        <p:spPr>
          <a:xfrm>
            <a:off x="2436876" y="2256769"/>
            <a:ext cx="2137410" cy="747260"/>
          </a:xfrm>
          <a:custGeom>
            <a:avLst/>
            <a:gdLst/>
            <a:ahLst/>
            <a:cxnLst/>
            <a:rect l="l" t="t" r="r" b="b"/>
            <a:pathLst>
              <a:path w="2137410" h="759713">
                <a:moveTo>
                  <a:pt x="336573" y="643127"/>
                </a:moveTo>
                <a:lnTo>
                  <a:pt x="299833" y="643127"/>
                </a:lnTo>
                <a:lnTo>
                  <a:pt x="0" y="748283"/>
                </a:lnTo>
                <a:lnTo>
                  <a:pt x="3810" y="759713"/>
                </a:lnTo>
                <a:lnTo>
                  <a:pt x="336573" y="643127"/>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521714" y="3442491"/>
            <a:ext cx="919734" cy="460948"/>
          </a:xfrm>
          <a:custGeom>
            <a:avLst/>
            <a:gdLst/>
            <a:ahLst/>
            <a:cxnLst/>
            <a:rect l="l" t="t" r="r" b="b"/>
            <a:pathLst>
              <a:path w="919734" h="468629">
                <a:moveTo>
                  <a:pt x="108966" y="416813"/>
                </a:moveTo>
                <a:lnTo>
                  <a:pt x="919734" y="11429"/>
                </a:lnTo>
                <a:lnTo>
                  <a:pt x="914400" y="0"/>
                </a:lnTo>
                <a:lnTo>
                  <a:pt x="80772" y="416813"/>
                </a:lnTo>
                <a:lnTo>
                  <a:pt x="108966" y="416813"/>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62" name="object 62"/>
          <p:cNvSpPr/>
          <p:nvPr/>
        </p:nvSpPr>
        <p:spPr>
          <a:xfrm>
            <a:off x="5105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63" name="object 63"/>
          <p:cNvSpPr/>
          <p:nvPr/>
        </p:nvSpPr>
        <p:spPr>
          <a:xfrm>
            <a:off x="5099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4" name="object 64"/>
          <p:cNvSpPr/>
          <p:nvPr/>
        </p:nvSpPr>
        <p:spPr>
          <a:xfrm>
            <a:off x="5181600" y="3911683"/>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4E80BD"/>
          </a:solidFill>
        </p:spPr>
        <p:txBody>
          <a:bodyPr wrap="square" lIns="0" tIns="0" rIns="0" bIns="0" rtlCol="0">
            <a:noAutofit/>
          </a:bodyPr>
          <a:lstStyle/>
          <a:p>
            <a:endParaRPr/>
          </a:p>
        </p:txBody>
      </p:sp>
      <p:sp>
        <p:nvSpPr>
          <p:cNvPr id="65" name="object 65"/>
          <p:cNvSpPr/>
          <p:nvPr/>
        </p:nvSpPr>
        <p:spPr>
          <a:xfrm>
            <a:off x="3581400" y="383673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12302" y="16001"/>
                </a:lnTo>
                <a:lnTo>
                  <a:pt x="145209" y="16001"/>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66" name="object 66"/>
          <p:cNvSpPr/>
          <p:nvPr/>
        </p:nvSpPr>
        <p:spPr>
          <a:xfrm>
            <a:off x="3575304" y="4061586"/>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72624" y="-152143"/>
                </a:lnTo>
                <a:lnTo>
                  <a:pt x="96176" y="-174012"/>
                </a:lnTo>
                <a:lnTo>
                  <a:pt x="122218" y="-191728"/>
                </a:lnTo>
                <a:lnTo>
                  <a:pt x="150232" y="-205304"/>
                </a:lnTo>
                <a:lnTo>
                  <a:pt x="172968" y="-212598"/>
                </a:lnTo>
                <a:lnTo>
                  <a:pt x="135512" y="-212598"/>
                </a:lnTo>
                <a:lnTo>
                  <a:pt x="111506" y="-200331"/>
                </a:lnTo>
                <a:lnTo>
                  <a:pt x="84757" y="-181375"/>
                </a:lnTo>
                <a:lnTo>
                  <a:pt x="60668" y="-158219"/>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08766" y="-158778"/>
                </a:lnTo>
                <a:lnTo>
                  <a:pt x="384554" y="-181856"/>
                </a:lnTo>
                <a:lnTo>
                  <a:pt x="357703" y="-200726"/>
                </a:lnTo>
                <a:lnTo>
                  <a:pt x="334258" y="-212598"/>
                </a:lnTo>
                <a:lnTo>
                  <a:pt x="297247" y="-212598"/>
                </a:lnTo>
                <a:lnTo>
                  <a:pt x="301662" y="-211583"/>
                </a:lnTo>
                <a:lnTo>
                  <a:pt x="330582" y="-200614"/>
                </a:lnTo>
                <a:lnTo>
                  <a:pt x="357834" y="-185604"/>
                </a:lnTo>
                <a:lnTo>
                  <a:pt x="382897" y="-166565"/>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3657600" y="3911684"/>
            <a:ext cx="304800" cy="360513"/>
          </a:xfrm>
          <a:custGeom>
            <a:avLst/>
            <a:gdLst/>
            <a:ahLst/>
            <a:cxnLst/>
            <a:rect l="l" t="t" r="r" b="b"/>
            <a:pathLst>
              <a:path w="304800" h="366522">
                <a:moveTo>
                  <a:pt x="0" y="0"/>
                </a:moveTo>
                <a:lnTo>
                  <a:pt x="0" y="366522"/>
                </a:lnTo>
                <a:lnTo>
                  <a:pt x="304800" y="366522"/>
                </a:lnTo>
                <a:lnTo>
                  <a:pt x="304800" y="0"/>
                </a:lnTo>
                <a:lnTo>
                  <a:pt x="0" y="0"/>
                </a:lnTo>
                <a:close/>
              </a:path>
            </a:pathLst>
          </a:custGeom>
          <a:solidFill>
            <a:srgbClr val="FFFFFF"/>
          </a:solidFill>
        </p:spPr>
        <p:txBody>
          <a:bodyPr wrap="square" lIns="0" tIns="0" rIns="0" bIns="0" rtlCol="0">
            <a:noAutofit/>
          </a:bodyPr>
          <a:lstStyle/>
          <a:p>
            <a:endParaRPr/>
          </a:p>
        </p:txBody>
      </p:sp>
      <p:sp>
        <p:nvSpPr>
          <p:cNvPr id="68" name="object 68"/>
          <p:cNvSpPr/>
          <p:nvPr/>
        </p:nvSpPr>
        <p:spPr>
          <a:xfrm>
            <a:off x="2743200" y="4736142"/>
            <a:ext cx="457200" cy="449705"/>
          </a:xfrm>
          <a:custGeom>
            <a:avLst/>
            <a:gdLst/>
            <a:ahLst/>
            <a:cxnLst/>
            <a:rect l="l" t="t" r="r" b="b"/>
            <a:pathLst>
              <a:path w="457200" h="457200">
                <a:moveTo>
                  <a:pt x="402829" y="80771"/>
                </a:move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54623" y="80771"/>
                </a:lnTo>
                <a:lnTo>
                  <a:pt x="402829" y="80771"/>
                </a:lnTo>
                <a:close/>
              </a:path>
            </a:pathLst>
          </a:custGeom>
          <a:solidFill>
            <a:srgbClr val="FFFFFF"/>
          </a:solidFill>
        </p:spPr>
        <p:txBody>
          <a:bodyPr wrap="square" lIns="0" tIns="0" rIns="0" bIns="0" rtlCol="0">
            <a:noAutofit/>
          </a:bodyPr>
          <a:lstStyle/>
          <a:p>
            <a:endParaRPr/>
          </a:p>
        </p:txBody>
      </p:sp>
      <p:sp>
        <p:nvSpPr>
          <p:cNvPr id="69" name="object 69"/>
          <p:cNvSpPr/>
          <p:nvPr/>
        </p:nvSpPr>
        <p:spPr>
          <a:xfrm>
            <a:off x="2819400" y="4813342"/>
            <a:ext cx="304800" cy="0"/>
          </a:xfrm>
          <a:custGeom>
            <a:avLst/>
            <a:gdLst/>
            <a:ahLst/>
            <a:cxnLst/>
            <a:rect l="l" t="t" r="r" b="b"/>
            <a:pathLst>
              <a:path w="304800">
                <a:moveTo>
                  <a:pt x="304800" y="0"/>
                </a:moveTo>
                <a:lnTo>
                  <a:pt x="0" y="0"/>
                </a:lnTo>
              </a:path>
            </a:pathLst>
          </a:custGeom>
          <a:ln w="5842">
            <a:solidFill>
              <a:srgbClr val="FFFFFF"/>
            </a:solidFill>
          </a:ln>
        </p:spPr>
        <p:txBody>
          <a:bodyPr wrap="square" lIns="0" tIns="0" rIns="0" bIns="0" rtlCol="0">
            <a:noAutofit/>
          </a:bodyPr>
          <a:lstStyle/>
          <a:p>
            <a:endParaRPr/>
          </a:p>
        </p:txBody>
      </p:sp>
      <p:sp>
        <p:nvSpPr>
          <p:cNvPr id="70" name="object 70"/>
          <p:cNvSpPr/>
          <p:nvPr/>
        </p:nvSpPr>
        <p:spPr>
          <a:xfrm>
            <a:off x="3044952" y="4281191"/>
            <a:ext cx="768858" cy="446707"/>
          </a:xfrm>
          <a:custGeom>
            <a:avLst/>
            <a:gdLst/>
            <a:ahLst/>
            <a:cxnLst/>
            <a:rect l="l" t="t" r="r" b="b"/>
            <a:pathLst>
              <a:path w="768857" h="454151">
                <a:moveTo>
                  <a:pt x="768857" y="10667"/>
                </a:moveTo>
                <a:lnTo>
                  <a:pt x="761999" y="0"/>
                </a:lnTo>
                <a:lnTo>
                  <a:pt x="0" y="442721"/>
                </a:lnTo>
                <a:lnTo>
                  <a:pt x="6857" y="454151"/>
                </a:lnTo>
                <a:lnTo>
                  <a:pt x="768857" y="10667"/>
                </a:lnTo>
                <a:close/>
              </a:path>
            </a:pathLst>
          </a:custGeom>
          <a:solidFill>
            <a:srgbClr val="000000"/>
          </a:solidFill>
        </p:spPr>
        <p:txBody>
          <a:bodyPr wrap="square" lIns="0" tIns="0" rIns="0" bIns="0" rtlCol="0">
            <a:noAutofit/>
          </a:bodyPr>
          <a:lstStyle/>
          <a:p>
            <a:endParaRPr/>
          </a:p>
        </p:txBody>
      </p:sp>
      <p:sp>
        <p:nvSpPr>
          <p:cNvPr id="71" name="object 71"/>
          <p:cNvSpPr/>
          <p:nvPr/>
        </p:nvSpPr>
        <p:spPr>
          <a:xfrm>
            <a:off x="5791200" y="4721901"/>
            <a:ext cx="457200" cy="449705"/>
          </a:xfrm>
          <a:custGeom>
            <a:avLst/>
            <a:gdLst/>
            <a:ahLst/>
            <a:cxnLst/>
            <a:rect l="l" t="t" r="r" b="b"/>
            <a:pathLst>
              <a:path w="457200" h="457200">
                <a:moveTo>
                  <a:pt x="414128" y="95250"/>
                </a:move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43287" y="95250"/>
                </a:lnTo>
                <a:lnTo>
                  <a:pt x="414128" y="95250"/>
                </a:lnTo>
                <a:close/>
              </a:path>
            </a:pathLst>
          </a:custGeom>
          <a:solidFill>
            <a:srgbClr val="4E80BD"/>
          </a:solidFill>
        </p:spPr>
        <p:txBody>
          <a:bodyPr wrap="square" lIns="0" tIns="0" rIns="0" bIns="0" rtlCol="0">
            <a:noAutofit/>
          </a:bodyPr>
          <a:lstStyle/>
          <a:p>
            <a:endParaRPr/>
          </a:p>
        </p:txBody>
      </p:sp>
      <p:sp>
        <p:nvSpPr>
          <p:cNvPr id="72" name="object 72"/>
          <p:cNvSpPr/>
          <p:nvPr/>
        </p:nvSpPr>
        <p:spPr>
          <a:xfrm>
            <a:off x="5785105" y="4716660"/>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57960" y="100579"/>
                </a:moveTo>
                <a:lnTo>
                  <a:pt x="72908" y="81676"/>
                </a:lnTo>
                <a:lnTo>
                  <a:pt x="96495" y="59819"/>
                </a:lnTo>
                <a:lnTo>
                  <a:pt x="122562" y="42127"/>
                </a:lnTo>
                <a:lnTo>
                  <a:pt x="150587" y="28586"/>
                </a:lnTo>
                <a:lnTo>
                  <a:pt x="180054" y="19179"/>
                </a:lnTo>
                <a:lnTo>
                  <a:pt x="111913" y="33647"/>
                </a:lnTo>
                <a:lnTo>
                  <a:pt x="85115" y="52575"/>
                </a:lnTo>
                <a:lnTo>
                  <a:pt x="60970" y="75708"/>
                </a:lnTo>
                <a:lnTo>
                  <a:pt x="41902" y="100579"/>
                </a:lnTo>
                <a:lnTo>
                  <a:pt x="57960" y="100579"/>
                </a:lnTo>
                <a:close/>
              </a:path>
              <a:path w="298707" h="468099">
                <a:moveTo>
                  <a:pt x="428194" y="100579"/>
                </a:move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12178" y="100579"/>
                </a:lnTo>
                <a:lnTo>
                  <a:pt x="428194" y="100579"/>
                </a:lnTo>
                <a:close/>
              </a:path>
            </a:pathLst>
          </a:custGeom>
          <a:solidFill>
            <a:srgbClr val="000000"/>
          </a:solidFill>
        </p:spPr>
        <p:txBody>
          <a:bodyPr wrap="square" lIns="0" tIns="0" rIns="0" bIns="0" rtlCol="0">
            <a:noAutofit/>
          </a:bodyPr>
          <a:lstStyle/>
          <a:p>
            <a:endParaRPr/>
          </a:p>
        </p:txBody>
      </p:sp>
      <p:sp>
        <p:nvSpPr>
          <p:cNvPr id="73" name="object 73"/>
          <p:cNvSpPr/>
          <p:nvPr/>
        </p:nvSpPr>
        <p:spPr>
          <a:xfrm>
            <a:off x="5867400" y="4806220"/>
            <a:ext cx="304800" cy="0"/>
          </a:xfrm>
          <a:custGeom>
            <a:avLst/>
            <a:gdLst/>
            <a:ahLst/>
            <a:cxnLst/>
            <a:rect l="l" t="t" r="r" b="b"/>
            <a:pathLst>
              <a:path w="304800">
                <a:moveTo>
                  <a:pt x="304800" y="0"/>
                </a:moveTo>
                <a:lnTo>
                  <a:pt x="0" y="0"/>
                </a:lnTo>
              </a:path>
            </a:pathLst>
          </a:custGeom>
          <a:ln w="20320">
            <a:solidFill>
              <a:srgbClr val="4E80BD"/>
            </a:solidFill>
          </a:ln>
        </p:spPr>
        <p:txBody>
          <a:bodyPr wrap="square" lIns="0" tIns="0" rIns="0" bIns="0" rtlCol="0">
            <a:noAutofit/>
          </a:bodyPr>
          <a:lstStyle/>
          <a:p>
            <a:endParaRPr/>
          </a:p>
        </p:txBody>
      </p:sp>
      <p:sp>
        <p:nvSpPr>
          <p:cNvPr id="74" name="object 74"/>
          <p:cNvSpPr/>
          <p:nvPr/>
        </p:nvSpPr>
        <p:spPr>
          <a:xfrm>
            <a:off x="5406390" y="4267699"/>
            <a:ext cx="617220" cy="459449"/>
          </a:xfrm>
          <a:custGeom>
            <a:avLst/>
            <a:gdLst/>
            <a:ahLst/>
            <a:cxnLst/>
            <a:rect l="l" t="t" r="r" b="b"/>
            <a:pathLst>
              <a:path w="617220" h="467105">
                <a:moveTo>
                  <a:pt x="7620" y="0"/>
                </a:moveTo>
                <a:lnTo>
                  <a:pt x="0" y="9906"/>
                </a:lnTo>
                <a:lnTo>
                  <a:pt x="609600" y="467106"/>
                </a:lnTo>
                <a:lnTo>
                  <a:pt x="617220" y="457200"/>
                </a:lnTo>
                <a:lnTo>
                  <a:pt x="7620" y="0"/>
                </a:lnTo>
                <a:close/>
              </a:path>
            </a:pathLst>
          </a:custGeom>
          <a:solidFill>
            <a:srgbClr val="000000"/>
          </a:solidFill>
        </p:spPr>
        <p:txBody>
          <a:bodyPr wrap="square" lIns="0" tIns="0" rIns="0" bIns="0" rtlCol="0">
            <a:noAutofit/>
          </a:bodyPr>
          <a:lstStyle/>
          <a:p>
            <a:endParaRPr/>
          </a:p>
        </p:txBody>
      </p:sp>
      <p:sp>
        <p:nvSpPr>
          <p:cNvPr id="75" name="object 75"/>
          <p:cNvSpPr/>
          <p:nvPr/>
        </p:nvSpPr>
        <p:spPr>
          <a:xfrm>
            <a:off x="1365505" y="389220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76" name="object 76"/>
          <p:cNvSpPr/>
          <p:nvPr/>
        </p:nvSpPr>
        <p:spPr>
          <a:xfrm>
            <a:off x="1521714" y="3442491"/>
            <a:ext cx="919734" cy="460948"/>
          </a:xfrm>
          <a:custGeom>
            <a:avLst/>
            <a:gdLst/>
            <a:ahLst/>
            <a:cxnLst/>
            <a:rect l="l" t="t" r="r" b="b"/>
            <a:pathLst>
              <a:path w="919734" h="468629">
                <a:moveTo>
                  <a:pt x="108966" y="416813"/>
                </a:moveTo>
                <a:lnTo>
                  <a:pt x="80772" y="416813"/>
                </a:lnTo>
                <a:lnTo>
                  <a:pt x="0" y="457199"/>
                </a:lnTo>
                <a:lnTo>
                  <a:pt x="5334" y="468629"/>
                </a:lnTo>
                <a:lnTo>
                  <a:pt x="108966" y="416813"/>
                </a:lnTo>
                <a:close/>
              </a:path>
            </a:pathLst>
          </a:custGeom>
          <a:solidFill>
            <a:srgbClr val="000000"/>
          </a:solidFill>
        </p:spPr>
        <p:txBody>
          <a:bodyPr wrap="square" lIns="0" tIns="0" rIns="0" bIns="0" rtlCol="0">
            <a:noAutofit/>
          </a:bodyPr>
          <a:lstStyle/>
          <a:p>
            <a:endParaRPr/>
          </a:p>
        </p:txBody>
      </p:sp>
      <p:sp>
        <p:nvSpPr>
          <p:cNvPr id="77" name="object 77"/>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78" name="object 78"/>
          <p:cNvSpPr/>
          <p:nvPr/>
        </p:nvSpPr>
        <p:spPr>
          <a:xfrm>
            <a:off x="2743200" y="4736142"/>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829" y="80771"/>
                </a:lnTo>
                <a:lnTo>
                  <a:pt x="54623" y="80771"/>
                </a:lnTo>
                <a:lnTo>
                  <a:pt x="44256" y="93817"/>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FFFFFF"/>
          </a:solidFill>
        </p:spPr>
        <p:txBody>
          <a:bodyPr wrap="square" lIns="0" tIns="0" rIns="0" bIns="0" rtlCol="0">
            <a:noAutofit/>
          </a:bodyPr>
          <a:lstStyle/>
          <a:p>
            <a:endParaRPr/>
          </a:p>
        </p:txBody>
      </p:sp>
      <p:sp>
        <p:nvSpPr>
          <p:cNvPr id="79" name="object 79"/>
          <p:cNvSpPr/>
          <p:nvPr/>
        </p:nvSpPr>
        <p:spPr>
          <a:xfrm>
            <a:off x="2737104" y="4960995"/>
            <a:ext cx="185606" cy="443503"/>
          </a:xfrm>
          <a:custGeom>
            <a:avLst/>
            <a:gdLst/>
            <a:ahLst/>
            <a:cxnLst/>
            <a:rect l="l" t="t" r="r" b="b"/>
            <a:pathLst>
              <a:path w="185606" h="450895">
                <a:moveTo>
                  <a:pt x="156309" y="208239"/>
                </a:moveTo>
                <a:lnTo>
                  <a:pt x="128304" y="195674"/>
                </a:lnTo>
                <a:lnTo>
                  <a:pt x="102089" y="179022"/>
                </a:lnTo>
                <a:lnTo>
                  <a:pt x="78160" y="158255"/>
                </a:lnTo>
                <a:lnTo>
                  <a:pt x="57014" y="133349"/>
                </a:lnTo>
                <a:lnTo>
                  <a:pt x="39147" y="104276"/>
                </a:lnTo>
                <a:lnTo>
                  <a:pt x="25057" y="71011"/>
                </a:lnTo>
                <a:lnTo>
                  <a:pt x="15240" y="33528"/>
                </a:lnTo>
                <a:lnTo>
                  <a:pt x="13716" y="22860"/>
                </a:lnTo>
                <a:lnTo>
                  <a:pt x="12954" y="11429"/>
                </a:lnTo>
                <a:lnTo>
                  <a:pt x="12954" y="0"/>
                </a:lnTo>
                <a:lnTo>
                  <a:pt x="762" y="12192"/>
                </a:lnTo>
                <a:lnTo>
                  <a:pt x="1524" y="24384"/>
                </a:lnTo>
                <a:lnTo>
                  <a:pt x="3048" y="35814"/>
                </a:lnTo>
                <a:lnTo>
                  <a:pt x="13710" y="76201"/>
                </a:lnTo>
                <a:lnTo>
                  <a:pt x="29034" y="111903"/>
                </a:lnTo>
                <a:lnTo>
                  <a:pt x="48464" y="142960"/>
                </a:lnTo>
                <a:lnTo>
                  <a:pt x="71447" y="169413"/>
                </a:lnTo>
                <a:lnTo>
                  <a:pt x="97428" y="191304"/>
                </a:lnTo>
                <a:lnTo>
                  <a:pt x="125854" y="208672"/>
                </a:lnTo>
                <a:lnTo>
                  <a:pt x="185606" y="216742"/>
                </a:lnTo>
                <a:lnTo>
                  <a:pt x="156309" y="208239"/>
                </a:lnTo>
                <a:close/>
              </a:path>
              <a:path w="185606" h="450895">
                <a:moveTo>
                  <a:pt x="12954" y="0"/>
                </a:moveTo>
                <a:lnTo>
                  <a:pt x="12954" y="-11430"/>
                </a:lnTo>
                <a:lnTo>
                  <a:pt x="13716" y="-22860"/>
                </a:lnTo>
                <a:lnTo>
                  <a:pt x="22108" y="-61479"/>
                </a:lnTo>
                <a:lnTo>
                  <a:pt x="35070" y="-95891"/>
                </a:lnTo>
                <a:lnTo>
                  <a:pt x="52082" y="-126108"/>
                </a:lnTo>
                <a:lnTo>
                  <a:pt x="69218" y="-147828"/>
                </a:lnTo>
                <a:lnTo>
                  <a:pt x="52730" y="-147828"/>
                </a:lnTo>
                <a:lnTo>
                  <a:pt x="39771" y="-130865"/>
                </a:lnTo>
                <a:lnTo>
                  <a:pt x="22594" y="-99313"/>
                </a:lnTo>
                <a:lnTo>
                  <a:pt x="9668" y="-63565"/>
                </a:lnTo>
                <a:lnTo>
                  <a:pt x="1523" y="-23622"/>
                </a:lnTo>
                <a:lnTo>
                  <a:pt x="761" y="-11430"/>
                </a:lnTo>
                <a:lnTo>
                  <a:pt x="0" y="0"/>
                </a:lnTo>
                <a:lnTo>
                  <a:pt x="762" y="12192"/>
                </a:lnTo>
                <a:lnTo>
                  <a:pt x="12954" y="0"/>
                </a:lnTo>
                <a:close/>
              </a:path>
              <a:path w="185606" h="450895">
                <a:moveTo>
                  <a:pt x="252917" y="233748"/>
                </a:moveTo>
                <a:lnTo>
                  <a:pt x="285252" y="229122"/>
                </a:lnTo>
                <a:lnTo>
                  <a:pt x="316707" y="220221"/>
                </a:lnTo>
                <a:lnTo>
                  <a:pt x="346727" y="207084"/>
                </a:lnTo>
                <a:lnTo>
                  <a:pt x="374758" y="189754"/>
                </a:lnTo>
                <a:lnTo>
                  <a:pt x="400247" y="168271"/>
                </a:lnTo>
                <a:lnTo>
                  <a:pt x="422639" y="142676"/>
                </a:lnTo>
                <a:lnTo>
                  <a:pt x="441379" y="113011"/>
                </a:lnTo>
                <a:lnTo>
                  <a:pt x="455915" y="79316"/>
                </a:lnTo>
                <a:lnTo>
                  <a:pt x="465691" y="41631"/>
                </a:lnTo>
                <a:lnTo>
                  <a:pt x="470154" y="0"/>
                </a:lnTo>
                <a:lnTo>
                  <a:pt x="468630" y="-24384"/>
                </a:lnTo>
                <a:lnTo>
                  <a:pt x="460271" y="-64297"/>
                </a:lnTo>
                <a:lnTo>
                  <a:pt x="447154" y="-100000"/>
                </a:lnTo>
                <a:lnTo>
                  <a:pt x="429809" y="-131493"/>
                </a:lnTo>
                <a:lnTo>
                  <a:pt x="417211" y="-147828"/>
                </a:lnTo>
                <a:lnTo>
                  <a:pt x="401068" y="-147828"/>
                </a:lnTo>
                <a:lnTo>
                  <a:pt x="405253" y="-143512"/>
                </a:lnTo>
                <a:lnTo>
                  <a:pt x="424381" y="-116457"/>
                </a:lnTo>
                <a:lnTo>
                  <a:pt x="439761" y="-85416"/>
                </a:lnTo>
                <a:lnTo>
                  <a:pt x="450874" y="-50403"/>
                </a:lnTo>
                <a:lnTo>
                  <a:pt x="457200" y="-11430"/>
                </a:lnTo>
                <a:lnTo>
                  <a:pt x="457200" y="11429"/>
                </a:lnTo>
                <a:lnTo>
                  <a:pt x="451134" y="49637"/>
                </a:lnTo>
                <a:lnTo>
                  <a:pt x="440400" y="84096"/>
                </a:lnTo>
                <a:lnTo>
                  <a:pt x="425495" y="114779"/>
                </a:lnTo>
                <a:lnTo>
                  <a:pt x="406916" y="141661"/>
                </a:lnTo>
                <a:lnTo>
                  <a:pt x="385159" y="164715"/>
                </a:lnTo>
                <a:lnTo>
                  <a:pt x="360721" y="183916"/>
                </a:lnTo>
                <a:lnTo>
                  <a:pt x="334098" y="199238"/>
                </a:lnTo>
                <a:lnTo>
                  <a:pt x="305788" y="210654"/>
                </a:lnTo>
                <a:lnTo>
                  <a:pt x="276287" y="218139"/>
                </a:lnTo>
                <a:lnTo>
                  <a:pt x="246092" y="221665"/>
                </a:lnTo>
                <a:lnTo>
                  <a:pt x="215700" y="221208"/>
                </a:lnTo>
                <a:lnTo>
                  <a:pt x="185606" y="216742"/>
                </a:lnTo>
                <a:lnTo>
                  <a:pt x="125854" y="208672"/>
                </a:lnTo>
                <a:lnTo>
                  <a:pt x="156170" y="221560"/>
                </a:lnTo>
                <a:lnTo>
                  <a:pt x="187822" y="230008"/>
                </a:lnTo>
                <a:lnTo>
                  <a:pt x="220255" y="234057"/>
                </a:lnTo>
                <a:lnTo>
                  <a:pt x="252917" y="233748"/>
                </a:lnTo>
                <a:close/>
              </a:path>
            </a:pathLst>
          </a:custGeom>
          <a:solidFill>
            <a:srgbClr val="000000"/>
          </a:solidFill>
        </p:spPr>
        <p:txBody>
          <a:bodyPr wrap="square" lIns="0" tIns="0" rIns="0" bIns="0" rtlCol="0">
            <a:noAutofit/>
          </a:bodyPr>
          <a:lstStyle/>
          <a:p>
            <a:endParaRPr/>
          </a:p>
        </p:txBody>
      </p:sp>
      <p:sp>
        <p:nvSpPr>
          <p:cNvPr id="80" name="object 80"/>
          <p:cNvSpPr/>
          <p:nvPr/>
        </p:nvSpPr>
        <p:spPr>
          <a:xfrm>
            <a:off x="2819400" y="4814841"/>
            <a:ext cx="304800" cy="356766"/>
          </a:xfrm>
          <a:custGeom>
            <a:avLst/>
            <a:gdLst/>
            <a:ahLst/>
            <a:cxnLst/>
            <a:rect l="l" t="t" r="r" b="b"/>
            <a:pathLst>
              <a:path w="304800" h="362712">
                <a:moveTo>
                  <a:pt x="304800" y="761"/>
                </a:moveTo>
                <a:lnTo>
                  <a:pt x="0" y="761"/>
                </a:lnTo>
                <a:lnTo>
                  <a:pt x="0" y="362712"/>
                </a:lnTo>
                <a:lnTo>
                  <a:pt x="304800" y="362712"/>
                </a:lnTo>
                <a:lnTo>
                  <a:pt x="304800" y="761"/>
                </a:lnTo>
                <a:close/>
              </a:path>
            </a:pathLst>
          </a:custGeom>
          <a:solidFill>
            <a:srgbClr val="FFFFFF"/>
          </a:solidFill>
        </p:spPr>
        <p:txBody>
          <a:bodyPr wrap="square" lIns="0" tIns="0" rIns="0" bIns="0" rtlCol="0">
            <a:noAutofit/>
          </a:bodyPr>
          <a:lstStyle/>
          <a:p>
            <a:endParaRPr/>
          </a:p>
        </p:txBody>
      </p:sp>
      <p:sp>
        <p:nvSpPr>
          <p:cNvPr id="81" name="object 81"/>
          <p:cNvSpPr/>
          <p:nvPr/>
        </p:nvSpPr>
        <p:spPr>
          <a:xfrm>
            <a:off x="5791200" y="472190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4128" y="95250"/>
                </a:lnTo>
                <a:lnTo>
                  <a:pt x="43287" y="95250"/>
                </a:lnTo>
                <a:lnTo>
                  <a:pt x="34374" y="108414"/>
                </a:lnTo>
                <a:lnTo>
                  <a:pt x="25614" y="123775"/>
                </a:lnTo>
                <a:lnTo>
                  <a:pt x="18037" y="139838"/>
                </a:lnTo>
                <a:lnTo>
                  <a:pt x="11704" y="156545"/>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4E80BD"/>
          </a:solidFill>
        </p:spPr>
        <p:txBody>
          <a:bodyPr wrap="square" lIns="0" tIns="0" rIns="0" bIns="0" rtlCol="0">
            <a:noAutofit/>
          </a:bodyPr>
          <a:lstStyle/>
          <a:p>
            <a:endParaRPr/>
          </a:p>
        </p:txBody>
      </p:sp>
      <p:sp>
        <p:nvSpPr>
          <p:cNvPr id="82" name="object 82"/>
          <p:cNvSpPr/>
          <p:nvPr/>
        </p:nvSpPr>
        <p:spPr>
          <a:xfrm>
            <a:off x="5785105" y="4716660"/>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28194" y="100579"/>
                </a:lnTo>
                <a:lnTo>
                  <a:pt x="412178" y="100579"/>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lnTo>
                  <a:pt x="12954" y="222499"/>
                </a:lnTo>
                <a:lnTo>
                  <a:pt x="13715" y="211069"/>
                </a:lnTo>
                <a:lnTo>
                  <a:pt x="22202" y="172396"/>
                </a:lnTo>
                <a:lnTo>
                  <a:pt x="35242" y="137949"/>
                </a:lnTo>
                <a:lnTo>
                  <a:pt x="52317" y="107715"/>
                </a:lnTo>
                <a:lnTo>
                  <a:pt x="57960" y="100579"/>
                </a:lnTo>
                <a:lnTo>
                  <a:pt x="41902" y="100579"/>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83" name="object 83"/>
          <p:cNvSpPr/>
          <p:nvPr/>
        </p:nvSpPr>
        <p:spPr>
          <a:xfrm>
            <a:off x="5867400" y="4814840"/>
            <a:ext cx="304800" cy="343275"/>
          </a:xfrm>
          <a:custGeom>
            <a:avLst/>
            <a:gdLst/>
            <a:ahLst/>
            <a:cxnLst/>
            <a:rect l="l" t="t" r="r" b="b"/>
            <a:pathLst>
              <a:path w="304800" h="348996">
                <a:moveTo>
                  <a:pt x="304800" y="762"/>
                </a:moveTo>
                <a:lnTo>
                  <a:pt x="0" y="762"/>
                </a:lnTo>
                <a:lnTo>
                  <a:pt x="0" y="348996"/>
                </a:lnTo>
                <a:lnTo>
                  <a:pt x="304800" y="348996"/>
                </a:lnTo>
                <a:lnTo>
                  <a:pt x="304800" y="762"/>
                </a:lnTo>
                <a:close/>
              </a:path>
            </a:pathLst>
          </a:custGeom>
          <a:solidFill>
            <a:srgbClr val="4E80BD"/>
          </a:solidFill>
        </p:spPr>
        <p:txBody>
          <a:bodyPr wrap="square" lIns="0" tIns="0" rIns="0" bIns="0" rtlCol="0">
            <a:noAutofit/>
          </a:bodyPr>
          <a:lstStyle/>
          <a:p>
            <a:endParaRPr/>
          </a:p>
        </p:txBody>
      </p:sp>
      <p:sp>
        <p:nvSpPr>
          <p:cNvPr id="84" name="object 84"/>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37" name="object 37"/>
          <p:cNvSpPr/>
          <p:nvPr/>
        </p:nvSpPr>
        <p:spPr>
          <a:xfrm>
            <a:off x="4337304" y="2037912"/>
            <a:ext cx="185606" cy="443503"/>
          </a:xfrm>
          <a:custGeom>
            <a:avLst/>
            <a:gdLst/>
            <a:ahLst/>
            <a:cxnLst/>
            <a:rect l="l" t="t" r="r" b="b"/>
            <a:pathLst>
              <a:path w="185606" h="450895">
                <a:moveTo>
                  <a:pt x="45007" y="-113538"/>
                </a:moveTo>
                <a:lnTo>
                  <a:pt x="52082" y="-126103"/>
                </a:lnTo>
                <a:lnTo>
                  <a:pt x="72624" y="-152139"/>
                </a:lnTo>
                <a:lnTo>
                  <a:pt x="96176" y="-174007"/>
                </a:lnTo>
                <a:lnTo>
                  <a:pt x="122218" y="-191722"/>
                </a:lnTo>
                <a:lnTo>
                  <a:pt x="150232" y="-205299"/>
                </a:lnTo>
                <a:lnTo>
                  <a:pt x="179696" y="-214750"/>
                </a:lnTo>
                <a:lnTo>
                  <a:pt x="210090" y="-220090"/>
                </a:lnTo>
                <a:lnTo>
                  <a:pt x="240896" y="-221332"/>
                </a:lnTo>
                <a:lnTo>
                  <a:pt x="271593" y="-218490"/>
                </a:lnTo>
                <a:lnTo>
                  <a:pt x="301662" y="-211579"/>
                </a:lnTo>
                <a:lnTo>
                  <a:pt x="330582" y="-200611"/>
                </a:lnTo>
                <a:lnTo>
                  <a:pt x="357834" y="-185601"/>
                </a:lnTo>
                <a:lnTo>
                  <a:pt x="382897" y="-166563"/>
                </a:lnTo>
                <a:lnTo>
                  <a:pt x="405253" y="-143510"/>
                </a:lnTo>
                <a:lnTo>
                  <a:pt x="424381" y="-116457"/>
                </a:lnTo>
                <a:lnTo>
                  <a:pt x="425827" y="-113538"/>
                </a:lnTo>
                <a:lnTo>
                  <a:pt x="439698" y="-113538"/>
                </a:lnTo>
                <a:lnTo>
                  <a:pt x="429809" y="-131493"/>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39771" y="-130865"/>
                </a:lnTo>
                <a:lnTo>
                  <a:pt x="30338" y="-113538"/>
                </a:lnTo>
                <a:lnTo>
                  <a:pt x="45007" y="-113538"/>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5099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3575304" y="4061586"/>
            <a:ext cx="185606" cy="443503"/>
          </a:xfrm>
          <a:custGeom>
            <a:avLst/>
            <a:gdLst/>
            <a:ahLst/>
            <a:cxnLst/>
            <a:rect l="l" t="t" r="r" b="b"/>
            <a:pathLst>
              <a:path w="185606" h="450895">
                <a:moveTo>
                  <a:pt x="172968" y="-212598"/>
                </a:moveTo>
                <a:lnTo>
                  <a:pt x="179696" y="-214755"/>
                </a:lnTo>
                <a:lnTo>
                  <a:pt x="210090" y="-220095"/>
                </a:lnTo>
                <a:lnTo>
                  <a:pt x="240896" y="-221337"/>
                </a:lnTo>
                <a:lnTo>
                  <a:pt x="271593" y="-218495"/>
                </a:lnTo>
                <a:lnTo>
                  <a:pt x="297247" y="-212598"/>
                </a:lnTo>
                <a:lnTo>
                  <a:pt x="334258" y="-212598"/>
                </a:lnTo>
                <a:lnTo>
                  <a:pt x="328744" y="-215390"/>
                </a:lnTo>
                <a:lnTo>
                  <a:pt x="298206" y="-225848"/>
                </a:lnTo>
                <a:lnTo>
                  <a:pt x="266620" y="-232102"/>
                </a:lnTo>
                <a:lnTo>
                  <a:pt x="234515" y="-234153"/>
                </a:lnTo>
                <a:lnTo>
                  <a:pt x="202421" y="-232000"/>
                </a:lnTo>
                <a:lnTo>
                  <a:pt x="170868" y="-225645"/>
                </a:lnTo>
                <a:lnTo>
                  <a:pt x="140386" y="-215088"/>
                </a:lnTo>
                <a:lnTo>
                  <a:pt x="135512" y="-212598"/>
                </a:lnTo>
                <a:lnTo>
                  <a:pt x="172968" y="-212598"/>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2737104" y="4960995"/>
            <a:ext cx="185606" cy="443503"/>
          </a:xfrm>
          <a:custGeom>
            <a:avLst/>
            <a:gdLst/>
            <a:ahLst/>
            <a:cxnLst/>
            <a:rect l="l" t="t" r="r" b="b"/>
            <a:pathLst>
              <a:path w="185606" h="450895">
                <a:moveTo>
                  <a:pt x="69218" y="-147828"/>
                </a:moveTo>
                <a:lnTo>
                  <a:pt x="96176" y="-174012"/>
                </a:lnTo>
                <a:lnTo>
                  <a:pt x="122218" y="-191728"/>
                </a:lnTo>
                <a:lnTo>
                  <a:pt x="150232" y="-205304"/>
                </a:lnTo>
                <a:lnTo>
                  <a:pt x="179696" y="-214755"/>
                </a:lnTo>
                <a:lnTo>
                  <a:pt x="210090" y="-220095"/>
                </a:lnTo>
                <a:lnTo>
                  <a:pt x="240896" y="-221337"/>
                </a:lnTo>
                <a:lnTo>
                  <a:pt x="271593" y="-218495"/>
                </a:lnTo>
                <a:lnTo>
                  <a:pt x="301662" y="-211583"/>
                </a:lnTo>
                <a:lnTo>
                  <a:pt x="330582" y="-200614"/>
                </a:lnTo>
                <a:lnTo>
                  <a:pt x="357834" y="-185604"/>
                </a:lnTo>
                <a:lnTo>
                  <a:pt x="382897" y="-166565"/>
                </a:lnTo>
                <a:lnTo>
                  <a:pt x="401068" y="-147828"/>
                </a:lnTo>
                <a:lnTo>
                  <a:pt x="417211" y="-147828"/>
                </a:lnTo>
                <a:lnTo>
                  <a:pt x="408766" y="-158778"/>
                </a:lnTo>
                <a:lnTo>
                  <a:pt x="384554" y="-181856"/>
                </a:lnTo>
                <a:lnTo>
                  <a:pt x="357703" y="-200726"/>
                </a:lnTo>
                <a:lnTo>
                  <a:pt x="328744" y="-215390"/>
                </a:lnTo>
                <a:lnTo>
                  <a:pt x="298206" y="-225848"/>
                </a:lnTo>
                <a:lnTo>
                  <a:pt x="266620" y="-232102"/>
                </a:lnTo>
                <a:lnTo>
                  <a:pt x="234515" y="-234153"/>
                </a:lnTo>
                <a:lnTo>
                  <a:pt x="202421" y="-232000"/>
                </a:lnTo>
                <a:lnTo>
                  <a:pt x="170868" y="-225645"/>
                </a:lnTo>
                <a:lnTo>
                  <a:pt x="140386" y="-215088"/>
                </a:lnTo>
                <a:lnTo>
                  <a:pt x="111506" y="-200331"/>
                </a:lnTo>
                <a:lnTo>
                  <a:pt x="84757" y="-181375"/>
                </a:lnTo>
                <a:lnTo>
                  <a:pt x="60668" y="-158219"/>
                </a:lnTo>
                <a:lnTo>
                  <a:pt x="52730" y="-147828"/>
                </a:lnTo>
                <a:lnTo>
                  <a:pt x="69218" y="-147828"/>
                </a:lnTo>
                <a:close/>
              </a:path>
            </a:pathLst>
          </a:custGeom>
          <a:solidFill>
            <a:srgbClr val="000000"/>
          </a:solidFill>
        </p:spPr>
        <p:txBody>
          <a:bodyPr wrap="square" lIns="0" tIns="0" rIns="0" bIns="0" rtlCol="0">
            <a:noAutofit/>
          </a:bodyPr>
          <a:lstStyle/>
          <a:p>
            <a:endParaRPr/>
          </a:p>
        </p:txBody>
      </p:sp>
      <p:sp>
        <p:nvSpPr>
          <p:cNvPr id="33" name="object 33"/>
          <p:cNvSpPr txBox="1"/>
          <p:nvPr/>
        </p:nvSpPr>
        <p:spPr>
          <a:xfrm>
            <a:off x="2139950"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32" name="object 32"/>
          <p:cNvSpPr txBox="1"/>
          <p:nvPr/>
        </p:nvSpPr>
        <p:spPr>
          <a:xfrm>
            <a:off x="2867661" y="758939"/>
            <a:ext cx="1777235"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31" name="object 31"/>
          <p:cNvSpPr txBox="1"/>
          <p:nvPr/>
        </p:nvSpPr>
        <p:spPr>
          <a:xfrm>
            <a:off x="4664457" y="758939"/>
            <a:ext cx="1089965" cy="574373"/>
          </a:xfrm>
          <a:prstGeom prst="rect">
            <a:avLst/>
          </a:prstGeom>
        </p:spPr>
        <p:txBody>
          <a:bodyPr wrap="square" lIns="0" tIns="0" rIns="0" bIns="0" rtlCol="0">
            <a:noAutofit/>
          </a:bodyPr>
          <a:lstStyle/>
          <a:p>
            <a:pPr marL="12700">
              <a:lnSpc>
                <a:spcPts val="4580"/>
              </a:lnSpc>
              <a:spcBef>
                <a:spcPts val="229"/>
              </a:spcBef>
            </a:pPr>
            <a:r>
              <a:rPr sz="6600" spc="-275" baseline="3103" dirty="0">
                <a:latin typeface="Calibri"/>
                <a:cs typeface="Calibri"/>
              </a:rPr>
              <a:t>T</a:t>
            </a:r>
            <a:r>
              <a:rPr sz="6600" spc="-54" baseline="3103" dirty="0">
                <a:latin typeface="Calibri"/>
                <a:cs typeface="Calibri"/>
              </a:rPr>
              <a:t>r</a:t>
            </a:r>
            <a:r>
              <a:rPr sz="6600" spc="4" baseline="3103" dirty="0">
                <a:latin typeface="Calibri"/>
                <a:cs typeface="Calibri"/>
              </a:rPr>
              <a:t>e</a:t>
            </a:r>
            <a:r>
              <a:rPr sz="6600" spc="0" baseline="3103" dirty="0">
                <a:latin typeface="Calibri"/>
                <a:cs typeface="Calibri"/>
              </a:rPr>
              <a:t>e</a:t>
            </a:r>
            <a:endParaRPr sz="4400">
              <a:latin typeface="Calibri"/>
              <a:cs typeface="Calibri"/>
            </a:endParaRPr>
          </a:p>
        </p:txBody>
      </p:sp>
      <p:sp>
        <p:nvSpPr>
          <p:cNvPr id="30" name="object 30"/>
          <p:cNvSpPr txBox="1"/>
          <p:nvPr/>
        </p:nvSpPr>
        <p:spPr>
          <a:xfrm>
            <a:off x="5773929" y="758939"/>
            <a:ext cx="162805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29" name="object 29"/>
          <p:cNvSpPr txBox="1"/>
          <p:nvPr/>
        </p:nvSpPr>
        <p:spPr>
          <a:xfrm>
            <a:off x="4955540" y="1873270"/>
            <a:ext cx="518416"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S</a:t>
            </a:r>
            <a:r>
              <a:rPr sz="2700" b="1" spc="-19" baseline="3034" dirty="0">
                <a:latin typeface="Calibri"/>
                <a:cs typeface="Calibri"/>
              </a:rPr>
              <a:t>t</a:t>
            </a:r>
            <a:r>
              <a:rPr sz="2700" b="1" spc="0" baseline="3034" dirty="0">
                <a:latin typeface="Calibri"/>
                <a:cs typeface="Calibri"/>
              </a:rPr>
              <a:t>art</a:t>
            </a:r>
            <a:endParaRPr sz="1800">
              <a:latin typeface="Calibri"/>
              <a:cs typeface="Calibri"/>
            </a:endParaRPr>
          </a:p>
        </p:txBody>
      </p:sp>
      <p:sp>
        <p:nvSpPr>
          <p:cNvPr id="28" name="object 28"/>
          <p:cNvSpPr txBox="1"/>
          <p:nvPr/>
        </p:nvSpPr>
        <p:spPr>
          <a:xfrm>
            <a:off x="2898140" y="2337215"/>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7" name="object 27"/>
          <p:cNvSpPr txBox="1"/>
          <p:nvPr/>
        </p:nvSpPr>
        <p:spPr>
          <a:xfrm>
            <a:off x="5869941" y="2337215"/>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6" name="object 26"/>
          <p:cNvSpPr txBox="1"/>
          <p:nvPr/>
        </p:nvSpPr>
        <p:spPr>
          <a:xfrm>
            <a:off x="4650747" y="2576302"/>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5" name="object 25"/>
          <p:cNvSpPr txBox="1"/>
          <p:nvPr/>
        </p:nvSpPr>
        <p:spPr>
          <a:xfrm>
            <a:off x="7241541" y="299754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[449]</a:t>
            </a:r>
            <a:endParaRPr sz="1800">
              <a:latin typeface="Calibri"/>
              <a:cs typeface="Calibri"/>
            </a:endParaRPr>
          </a:p>
        </p:txBody>
      </p:sp>
      <p:sp>
        <p:nvSpPr>
          <p:cNvPr id="24" name="object 24"/>
          <p:cNvSpPr txBox="1"/>
          <p:nvPr/>
        </p:nvSpPr>
        <p:spPr>
          <a:xfrm>
            <a:off x="4955541" y="3011774"/>
            <a:ext cx="547245" cy="624590"/>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[393]</a:t>
            </a:r>
            <a:endParaRPr sz="1800">
              <a:latin typeface="Calibri"/>
              <a:cs typeface="Calibri"/>
            </a:endParaRPr>
          </a:p>
          <a:p>
            <a:pPr marL="12700" marR="34289">
              <a:lnSpc>
                <a:spcPct val="101725"/>
              </a:lnSpc>
              <a:spcBef>
                <a:spcPts val="705"/>
              </a:spcBef>
            </a:pPr>
            <a:r>
              <a:rPr sz="1800" b="1" spc="0" dirty="0">
                <a:solidFill>
                  <a:srgbClr val="0000FF"/>
                </a:solidFill>
                <a:latin typeface="Calibri"/>
                <a:cs typeface="Calibri"/>
              </a:rPr>
              <a:t>99</a:t>
            </a:r>
            <a:endParaRPr sz="1800">
              <a:latin typeface="Calibri"/>
              <a:cs typeface="Calibri"/>
            </a:endParaRPr>
          </a:p>
        </p:txBody>
      </p:sp>
      <p:sp>
        <p:nvSpPr>
          <p:cNvPr id="23" name="object 23"/>
          <p:cNvSpPr txBox="1"/>
          <p:nvPr/>
        </p:nvSpPr>
        <p:spPr>
          <a:xfrm>
            <a:off x="6860541" y="3072483"/>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22" name="object 22"/>
          <p:cNvSpPr txBox="1"/>
          <p:nvPr/>
        </p:nvSpPr>
        <p:spPr>
          <a:xfrm>
            <a:off x="1526541" y="3147450"/>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[447]</a:t>
            </a:r>
            <a:endParaRPr sz="1800">
              <a:latin typeface="Calibri"/>
              <a:cs typeface="Calibri"/>
            </a:endParaRPr>
          </a:p>
        </p:txBody>
      </p:sp>
      <p:sp>
        <p:nvSpPr>
          <p:cNvPr id="21" name="object 21"/>
          <p:cNvSpPr txBox="1"/>
          <p:nvPr/>
        </p:nvSpPr>
        <p:spPr>
          <a:xfrm>
            <a:off x="2364740" y="3147434"/>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0" name="object 20"/>
          <p:cNvSpPr txBox="1"/>
          <p:nvPr/>
        </p:nvSpPr>
        <p:spPr>
          <a:xfrm>
            <a:off x="3888741" y="338652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9" name="object 19"/>
          <p:cNvSpPr txBox="1"/>
          <p:nvPr/>
        </p:nvSpPr>
        <p:spPr>
          <a:xfrm>
            <a:off x="5717547" y="3911190"/>
            <a:ext cx="530100" cy="610342"/>
          </a:xfrm>
          <a:prstGeom prst="rect">
            <a:avLst/>
          </a:prstGeom>
        </p:spPr>
        <p:txBody>
          <a:bodyPr wrap="square" lIns="0" tIns="0" rIns="0" bIns="0" rtlCol="0">
            <a:noAutofit/>
          </a:bodyPr>
          <a:lstStyle/>
          <a:p>
            <a:pPr algn="ctr">
              <a:lnSpc>
                <a:spcPts val="1935"/>
              </a:lnSpc>
              <a:spcBef>
                <a:spcPts val="96"/>
              </a:spcBef>
            </a:pPr>
            <a:r>
              <a:rPr sz="2700" spc="0" baseline="3034" dirty="0">
                <a:latin typeface="Calibri"/>
                <a:cs typeface="Calibri"/>
              </a:rPr>
              <a:t>[417]</a:t>
            </a:r>
            <a:endParaRPr sz="1800">
              <a:latin typeface="Calibri"/>
              <a:cs typeface="Calibri"/>
            </a:endParaRPr>
          </a:p>
          <a:p>
            <a:pPr marL="59047" marR="63912" algn="ctr">
              <a:lnSpc>
                <a:spcPct val="101725"/>
              </a:lnSpc>
              <a:spcBef>
                <a:spcPts val="591"/>
              </a:spcBef>
            </a:pPr>
            <a:r>
              <a:rPr sz="1800" b="1" spc="0" dirty="0">
                <a:solidFill>
                  <a:srgbClr val="0000FF"/>
                </a:solidFill>
                <a:latin typeface="Calibri"/>
                <a:cs typeface="Calibri"/>
              </a:rPr>
              <a:t>211</a:t>
            </a:r>
            <a:endParaRPr sz="1800">
              <a:latin typeface="Calibri"/>
              <a:cs typeface="Calibri"/>
            </a:endParaRPr>
          </a:p>
        </p:txBody>
      </p:sp>
      <p:sp>
        <p:nvSpPr>
          <p:cNvPr id="18" name="object 18"/>
          <p:cNvSpPr txBox="1"/>
          <p:nvPr/>
        </p:nvSpPr>
        <p:spPr>
          <a:xfrm>
            <a:off x="764541" y="3986134"/>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[473]</a:t>
            </a:r>
            <a:endParaRPr sz="1800">
              <a:latin typeface="Calibri"/>
              <a:cs typeface="Calibri"/>
            </a:endParaRPr>
          </a:p>
        </p:txBody>
      </p:sp>
      <p:sp>
        <p:nvSpPr>
          <p:cNvPr id="17" name="object 17"/>
          <p:cNvSpPr txBox="1"/>
          <p:nvPr/>
        </p:nvSpPr>
        <p:spPr>
          <a:xfrm>
            <a:off x="2898156" y="3986133"/>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[413]</a:t>
            </a:r>
            <a:endParaRPr sz="1800">
              <a:latin typeface="Calibri"/>
              <a:cs typeface="Calibri"/>
            </a:endParaRPr>
          </a:p>
        </p:txBody>
      </p:sp>
      <p:sp>
        <p:nvSpPr>
          <p:cNvPr id="16" name="object 16"/>
          <p:cNvSpPr txBox="1"/>
          <p:nvPr/>
        </p:nvSpPr>
        <p:spPr>
          <a:xfrm>
            <a:off x="3736340" y="398613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15" name="object 15"/>
          <p:cNvSpPr txBox="1"/>
          <p:nvPr/>
        </p:nvSpPr>
        <p:spPr>
          <a:xfrm>
            <a:off x="1526540" y="4046844"/>
            <a:ext cx="200332"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D</a:t>
            </a:r>
            <a:endParaRPr sz="1800">
              <a:latin typeface="Calibri"/>
              <a:cs typeface="Calibri"/>
            </a:endParaRPr>
          </a:p>
        </p:txBody>
      </p:sp>
      <p:sp>
        <p:nvSpPr>
          <p:cNvPr id="14" name="object 14"/>
          <p:cNvSpPr txBox="1"/>
          <p:nvPr/>
        </p:nvSpPr>
        <p:spPr>
          <a:xfrm>
            <a:off x="3507741" y="449655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3" name="object 13"/>
          <p:cNvSpPr txBox="1"/>
          <p:nvPr/>
        </p:nvSpPr>
        <p:spPr>
          <a:xfrm>
            <a:off x="2136147" y="4871311"/>
            <a:ext cx="54724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[455]</a:t>
            </a:r>
            <a:endParaRPr sz="1800">
              <a:latin typeface="Calibri"/>
              <a:cs typeface="Calibri"/>
            </a:endParaRPr>
          </a:p>
        </p:txBody>
      </p:sp>
      <p:sp>
        <p:nvSpPr>
          <p:cNvPr id="12" name="object 12"/>
          <p:cNvSpPr txBox="1"/>
          <p:nvPr/>
        </p:nvSpPr>
        <p:spPr>
          <a:xfrm>
            <a:off x="5184140" y="4871311"/>
            <a:ext cx="496787" cy="249836"/>
          </a:xfrm>
          <a:prstGeom prst="rect">
            <a:avLst/>
          </a:prstGeom>
        </p:spPr>
        <p:txBody>
          <a:bodyPr wrap="square" lIns="0" tIns="0" rIns="0" bIns="0" rtlCol="0">
            <a:noAutofit/>
          </a:bodyPr>
          <a:lstStyle/>
          <a:p>
            <a:pPr marL="12700">
              <a:lnSpc>
                <a:spcPts val="1935"/>
              </a:lnSpc>
              <a:spcBef>
                <a:spcPts val="96"/>
              </a:spcBef>
            </a:pPr>
            <a:r>
              <a:rPr sz="2700" b="1" spc="0" baseline="3034" dirty="0">
                <a:latin typeface="Calibri"/>
                <a:cs typeface="Calibri"/>
              </a:rPr>
              <a:t>Goal</a:t>
            </a:r>
            <a:endParaRPr sz="1800">
              <a:latin typeface="Calibri"/>
              <a:cs typeface="Calibri"/>
            </a:endParaRPr>
          </a:p>
        </p:txBody>
      </p:sp>
      <p:sp>
        <p:nvSpPr>
          <p:cNvPr id="11" name="object 11"/>
          <p:cNvSpPr txBox="1"/>
          <p:nvPr/>
        </p:nvSpPr>
        <p:spPr>
          <a:xfrm>
            <a:off x="6327148" y="4871303"/>
            <a:ext cx="547373"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[450]</a:t>
            </a:r>
            <a:endParaRPr sz="1800">
              <a:latin typeface="Calibri"/>
              <a:cs typeface="Calibri"/>
            </a:endParaRPr>
          </a:p>
        </p:txBody>
      </p:sp>
      <p:sp>
        <p:nvSpPr>
          <p:cNvPr id="10" name="object 10"/>
          <p:cNvSpPr txBox="1"/>
          <p:nvPr/>
        </p:nvSpPr>
        <p:spPr>
          <a:xfrm>
            <a:off x="2898140" y="4885544"/>
            <a:ext cx="20211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H</a:t>
            </a:r>
            <a:endParaRPr sz="1800">
              <a:latin typeface="Calibri"/>
              <a:cs typeface="Calibri"/>
            </a:endParaRPr>
          </a:p>
        </p:txBody>
      </p:sp>
      <p:sp>
        <p:nvSpPr>
          <p:cNvPr id="9" name="object 9"/>
          <p:cNvSpPr txBox="1"/>
          <p:nvPr/>
        </p:nvSpPr>
        <p:spPr>
          <a:xfrm>
            <a:off x="1983741" y="5695763"/>
            <a:ext cx="1717051" cy="249836"/>
          </a:xfrm>
          <a:prstGeom prst="rect">
            <a:avLst/>
          </a:prstGeom>
        </p:spPr>
        <p:txBody>
          <a:bodyPr wrap="square" lIns="0" tIns="0" rIns="0" bIns="0" rtlCol="0">
            <a:noAutofit/>
          </a:bodyPr>
          <a:lstStyle/>
          <a:p>
            <a:pPr marL="12700">
              <a:lnSpc>
                <a:spcPts val="1935"/>
              </a:lnSpc>
              <a:spcBef>
                <a:spcPts val="96"/>
              </a:spcBef>
            </a:pPr>
            <a:r>
              <a:rPr sz="2700" spc="4" baseline="3034" dirty="0">
                <a:latin typeface="Calibri"/>
                <a:cs typeface="Calibri"/>
              </a:rPr>
              <a:t>A</a:t>
            </a:r>
            <a:r>
              <a:rPr sz="2700" spc="0" baseline="3034" dirty="0">
                <a:latin typeface="Calibri"/>
                <a:cs typeface="Calibri"/>
              </a:rPr>
              <a:t>* not</a:t>
            </a:r>
            <a:r>
              <a:rPr sz="2700" spc="4" baseline="3034" dirty="0">
                <a:latin typeface="Calibri"/>
                <a:cs typeface="Calibri"/>
              </a:rPr>
              <a:t> </a:t>
            </a:r>
            <a:r>
              <a:rPr sz="2700" spc="0" baseline="3034" dirty="0">
                <a:latin typeface="Calibri"/>
                <a:cs typeface="Calibri"/>
              </a:rPr>
              <a:t>optimal !!!</a:t>
            </a:r>
            <a:endParaRPr sz="1800">
              <a:latin typeface="Calibri"/>
              <a:cs typeface="Calibri"/>
            </a:endParaRPr>
          </a:p>
        </p:txBody>
      </p:sp>
      <p:sp>
        <p:nvSpPr>
          <p:cNvPr id="8" name="object 8"/>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7" name="object 7"/>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6" name="object 6"/>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63</a:t>
            </a:r>
            <a:endParaRPr sz="1200">
              <a:latin typeface="Calibri"/>
              <a:cs typeface="Calibri"/>
            </a:endParaRPr>
          </a:p>
        </p:txBody>
      </p:sp>
      <p:sp>
        <p:nvSpPr>
          <p:cNvPr id="5" name="object 5"/>
          <p:cNvSpPr txBox="1"/>
          <p:nvPr/>
        </p:nvSpPr>
        <p:spPr>
          <a:xfrm>
            <a:off x="5867400" y="4805908"/>
            <a:ext cx="304800" cy="352206"/>
          </a:xfrm>
          <a:prstGeom prst="rect">
            <a:avLst/>
          </a:prstGeom>
        </p:spPr>
        <p:txBody>
          <a:bodyPr wrap="square" lIns="0" tIns="0" rIns="0" bIns="0" rtlCol="0">
            <a:noAutofit/>
          </a:bodyPr>
          <a:lstStyle/>
          <a:p>
            <a:pPr marL="91439">
              <a:lnSpc>
                <a:spcPct val="101725"/>
              </a:lnSpc>
              <a:spcBef>
                <a:spcPts val="259"/>
              </a:spcBef>
            </a:pPr>
            <a:r>
              <a:rPr sz="1800" spc="0" dirty="0">
                <a:latin typeface="Calibri"/>
                <a:cs typeface="Calibri"/>
              </a:rPr>
              <a:t>I</a:t>
            </a:r>
            <a:endParaRPr sz="1800">
              <a:latin typeface="Calibri"/>
              <a:cs typeface="Calibri"/>
            </a:endParaRPr>
          </a:p>
        </p:txBody>
      </p:sp>
      <p:sp>
        <p:nvSpPr>
          <p:cNvPr id="4" name="object 4"/>
          <p:cNvSpPr txBox="1"/>
          <p:nvPr/>
        </p:nvSpPr>
        <p:spPr>
          <a:xfrm>
            <a:off x="5181600" y="3911683"/>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F</a:t>
            </a:r>
            <a:endParaRPr sz="1800">
              <a:latin typeface="Calibri"/>
              <a:cs typeface="Calibri"/>
            </a:endParaRPr>
          </a:p>
        </p:txBody>
      </p:sp>
      <p:sp>
        <p:nvSpPr>
          <p:cNvPr id="3" name="object 3"/>
          <p:cNvSpPr txBox="1"/>
          <p:nvPr/>
        </p:nvSpPr>
        <p:spPr>
          <a:xfrm>
            <a:off x="4495800" y="3012274"/>
            <a:ext cx="304800" cy="360513"/>
          </a:xfrm>
          <a:prstGeom prst="rect">
            <a:avLst/>
          </a:prstGeom>
        </p:spPr>
        <p:txBody>
          <a:bodyPr wrap="square" lIns="0" tIns="0" rIns="0" bIns="0" rtlCol="0">
            <a:noAutofit/>
          </a:bodyPr>
          <a:lstStyle/>
          <a:p>
            <a:pPr marL="91439">
              <a:lnSpc>
                <a:spcPct val="101725"/>
              </a:lnSpc>
              <a:spcBef>
                <a:spcPts val="330"/>
              </a:spcBef>
            </a:pPr>
            <a:r>
              <a:rPr sz="1800" spc="0" dirty="0">
                <a:latin typeface="Calibri"/>
                <a:cs typeface="Calibri"/>
              </a:rPr>
              <a:t>E</a:t>
            </a:r>
            <a:endParaRPr sz="1800">
              <a:latin typeface="Calibri"/>
              <a:cs typeface="Calibri"/>
            </a:endParaRPr>
          </a:p>
        </p:txBody>
      </p:sp>
      <p:sp>
        <p:nvSpPr>
          <p:cNvPr id="2" name="object 2"/>
          <p:cNvSpPr txBox="1"/>
          <p:nvPr/>
        </p:nvSpPr>
        <p:spPr>
          <a:xfrm>
            <a:off x="4419600" y="1906811"/>
            <a:ext cx="304800" cy="341713"/>
          </a:xfrm>
          <a:prstGeom prst="rect">
            <a:avLst/>
          </a:prstGeom>
        </p:spPr>
        <p:txBody>
          <a:bodyPr wrap="square" lIns="0" tIns="0" rIns="0" bIns="0" rtlCol="0">
            <a:noAutofit/>
          </a:bodyPr>
          <a:lstStyle/>
          <a:p>
            <a:pPr marL="91439">
              <a:lnSpc>
                <a:spcPct val="101725"/>
              </a:lnSpc>
              <a:spcBef>
                <a:spcPts val="180"/>
              </a:spcBef>
            </a:pPr>
            <a:r>
              <a:rPr sz="1800" spc="0" dirty="0">
                <a:latin typeface="Calibri"/>
                <a:cs typeface="Calibri"/>
              </a:rPr>
              <a:t>A</a:t>
            </a:r>
            <a:endParaRPr sz="180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2" name="object 12"/>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0" name="object 10"/>
          <p:cNvSpPr txBox="1"/>
          <p:nvPr/>
        </p:nvSpPr>
        <p:spPr>
          <a:xfrm>
            <a:off x="3593085" y="758939"/>
            <a:ext cx="2355769"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 Sea</a:t>
            </a:r>
            <a:r>
              <a:rPr sz="6600" spc="-59" baseline="3103" dirty="0">
                <a:latin typeface="Calibri"/>
                <a:cs typeface="Calibri"/>
              </a:rPr>
              <a:t>r</a:t>
            </a:r>
            <a:r>
              <a:rPr sz="6600" spc="0" baseline="3103" dirty="0">
                <a:latin typeface="Calibri"/>
                <a:cs typeface="Calibri"/>
              </a:rPr>
              <a:t>ch</a:t>
            </a:r>
            <a:endParaRPr sz="4400">
              <a:latin typeface="Calibri"/>
              <a:cs typeface="Calibri"/>
            </a:endParaRPr>
          </a:p>
        </p:txBody>
      </p:sp>
      <p:sp>
        <p:nvSpPr>
          <p:cNvPr id="9" name="object 9"/>
          <p:cNvSpPr txBox="1"/>
          <p:nvPr/>
        </p:nvSpPr>
        <p:spPr>
          <a:xfrm>
            <a:off x="1221741" y="2889604"/>
            <a:ext cx="5319377"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A*</a:t>
            </a:r>
            <a:r>
              <a:rPr sz="5400" spc="-9" baseline="3034" dirty="0">
                <a:latin typeface="Calibri"/>
                <a:cs typeface="Calibri"/>
              </a:rPr>
              <a:t> </a:t>
            </a:r>
            <a:r>
              <a:rPr sz="5400" spc="0" baseline="3034" dirty="0">
                <a:latin typeface="Calibri"/>
                <a:cs typeface="Calibri"/>
              </a:rPr>
              <a:t>with</a:t>
            </a:r>
            <a:r>
              <a:rPr sz="5400" spc="-14" baseline="3034" dirty="0">
                <a:latin typeface="Calibri"/>
                <a:cs typeface="Calibri"/>
              </a:rPr>
              <a:t> </a:t>
            </a:r>
            <a:r>
              <a:rPr sz="5400" spc="0" baseline="3034" dirty="0">
                <a:latin typeface="Calibri"/>
                <a:cs typeface="Calibri"/>
              </a:rPr>
              <a:t>systematic</a:t>
            </a:r>
            <a:r>
              <a:rPr sz="5400" spc="-9" baseline="3034" dirty="0">
                <a:latin typeface="Calibri"/>
                <a:cs typeface="Calibri"/>
              </a:rPr>
              <a:t> </a:t>
            </a:r>
            <a:r>
              <a:rPr sz="5400" spc="0" baseline="3034" dirty="0">
                <a:latin typeface="Calibri"/>
                <a:cs typeface="Calibri"/>
              </a:rPr>
              <a:t>checking</a:t>
            </a:r>
            <a:endParaRPr sz="3600">
              <a:latin typeface="Calibri"/>
              <a:cs typeface="Calibri"/>
            </a:endParaRPr>
          </a:p>
        </p:txBody>
      </p:sp>
      <p:sp>
        <p:nvSpPr>
          <p:cNvPr id="8" name="object 8"/>
          <p:cNvSpPr txBox="1"/>
          <p:nvPr/>
        </p:nvSpPr>
        <p:spPr>
          <a:xfrm>
            <a:off x="6549126" y="2889603"/>
            <a:ext cx="633865"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for</a:t>
            </a:r>
            <a:endParaRPr sz="3600">
              <a:latin typeface="Calibri"/>
              <a:cs typeface="Calibri"/>
            </a:endParaRPr>
          </a:p>
        </p:txBody>
      </p:sp>
      <p:sp>
        <p:nvSpPr>
          <p:cNvPr id="7" name="object 7"/>
          <p:cNvSpPr txBox="1"/>
          <p:nvPr/>
        </p:nvSpPr>
        <p:spPr>
          <a:xfrm>
            <a:off x="1564641" y="3429250"/>
            <a:ext cx="1787741"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r</a:t>
            </a:r>
            <a:r>
              <a:rPr sz="5400" spc="4" baseline="3034" dirty="0">
                <a:latin typeface="Calibri"/>
                <a:cs typeface="Calibri"/>
              </a:rPr>
              <a:t>e</a:t>
            </a:r>
            <a:r>
              <a:rPr sz="5400" spc="0" baseline="3034" dirty="0">
                <a:latin typeface="Calibri"/>
                <a:cs typeface="Calibri"/>
              </a:rPr>
              <a:t>peated</a:t>
            </a:r>
            <a:endParaRPr sz="3600">
              <a:latin typeface="Calibri"/>
              <a:cs typeface="Calibri"/>
            </a:endParaRPr>
          </a:p>
        </p:txBody>
      </p:sp>
      <p:sp>
        <p:nvSpPr>
          <p:cNvPr id="6" name="object 6"/>
          <p:cNvSpPr txBox="1"/>
          <p:nvPr/>
        </p:nvSpPr>
        <p:spPr>
          <a:xfrm>
            <a:off x="3359638" y="3429250"/>
            <a:ext cx="1203563"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states</a:t>
            </a:r>
            <a:endParaRPr sz="3600">
              <a:latin typeface="Calibri"/>
              <a:cs typeface="Calibri"/>
            </a:endParaRPr>
          </a:p>
        </p:txBody>
      </p:sp>
      <p:sp>
        <p:nvSpPr>
          <p:cNvPr id="5" name="object 5"/>
          <p:cNvSpPr txBox="1"/>
          <p:nvPr/>
        </p:nvSpPr>
        <p:spPr>
          <a:xfrm>
            <a:off x="4570349" y="3429250"/>
            <a:ext cx="409644" cy="474689"/>
          </a:xfrm>
          <a:prstGeom prst="rect">
            <a:avLst/>
          </a:prstGeom>
        </p:spPr>
        <p:txBody>
          <a:bodyPr wrap="square" lIns="0" tIns="0" rIns="0" bIns="0" rtlCol="0">
            <a:noAutofit/>
          </a:bodyPr>
          <a:lstStyle/>
          <a:p>
            <a:pPr marL="12700">
              <a:lnSpc>
                <a:spcPts val="3765"/>
              </a:lnSpc>
              <a:spcBef>
                <a:spcPts val="188"/>
              </a:spcBef>
            </a:pPr>
            <a:r>
              <a:rPr sz="5400" spc="0" baseline="3034" dirty="0">
                <a:latin typeface="Calibri"/>
                <a:cs typeface="Calibri"/>
              </a:rPr>
              <a:t>…</a:t>
            </a:r>
            <a:endParaRPr sz="3600">
              <a:latin typeface="Calibri"/>
              <a:cs typeface="Calibri"/>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64</a:t>
            </a:r>
            <a:endParaRPr sz="120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21"/>
          <p:cNvSpPr txBox="1"/>
          <p:nvPr/>
        </p:nvSpPr>
        <p:spPr>
          <a:xfrm>
            <a:off x="0" y="694232"/>
            <a:ext cx="9144000" cy="1232004"/>
          </a:xfrm>
          <a:prstGeom prst="rect">
            <a:avLst/>
          </a:prstGeom>
        </p:spPr>
        <p:txBody>
          <a:bodyPr wrap="square" lIns="0" tIns="0" rIns="0" bIns="0" rtlCol="0">
            <a:noAutofit/>
          </a:bodyPr>
          <a:lstStyle/>
          <a:p>
            <a:pPr marL="3348501" marR="3025644" algn="ctr">
              <a:lnSpc>
                <a:spcPts val="4480"/>
              </a:lnSpc>
              <a:spcBef>
                <a:spcPts val="223"/>
              </a:spcBef>
            </a:pPr>
            <a:r>
              <a:rPr sz="6600" spc="0" baseline="3723" dirty="0">
                <a:latin typeface="Calibri"/>
                <a:cs typeface="Calibri"/>
              </a:rPr>
              <a:t>*</a:t>
            </a:r>
            <a:r>
              <a:rPr sz="6600" spc="-21" baseline="3723" dirty="0">
                <a:latin typeface="Calibri"/>
                <a:cs typeface="Calibri"/>
              </a:rPr>
              <a:t> </a:t>
            </a:r>
            <a:r>
              <a:rPr sz="6600" spc="0" baseline="3723" dirty="0">
                <a:latin typeface="Calibri"/>
                <a:cs typeface="Calibri"/>
              </a:rPr>
              <a:t>Al</a:t>
            </a:r>
            <a:r>
              <a:rPr sz="6600" spc="-29" baseline="3723" dirty="0">
                <a:latin typeface="Calibri"/>
                <a:cs typeface="Calibri"/>
              </a:rPr>
              <a:t>g</a:t>
            </a:r>
            <a:r>
              <a:rPr sz="6600" spc="0" baseline="3723" dirty="0">
                <a:latin typeface="Calibri"/>
                <a:cs typeface="Calibri"/>
              </a:rPr>
              <a:t>orithm</a:t>
            </a:r>
            <a:endParaRPr sz="4400">
              <a:latin typeface="Calibri"/>
              <a:cs typeface="Calibri"/>
            </a:endParaRPr>
          </a:p>
        </p:txBody>
      </p:sp>
      <p:sp>
        <p:nvSpPr>
          <p:cNvPr id="20" name="object 20"/>
          <p:cNvSpPr txBox="1"/>
          <p:nvPr/>
        </p:nvSpPr>
        <p:spPr>
          <a:xfrm>
            <a:off x="0" y="4708598"/>
            <a:ext cx="9144000" cy="1070110"/>
          </a:xfrm>
          <a:prstGeom prst="rect">
            <a:avLst/>
          </a:prstGeom>
        </p:spPr>
        <p:txBody>
          <a:bodyPr wrap="square" lIns="0" tIns="0" rIns="0" bIns="0" rtlCol="0">
            <a:noAutofit/>
          </a:bodyPr>
          <a:lstStyle/>
          <a:p>
            <a:pPr marL="1615439">
              <a:lnSpc>
                <a:spcPts val="2035"/>
              </a:lnSpc>
              <a:spcBef>
                <a:spcPts val="101"/>
              </a:spcBef>
            </a:pPr>
            <a:r>
              <a:rPr sz="3000" spc="0" baseline="4096" dirty="0">
                <a:latin typeface="Calibri"/>
                <a:cs typeface="Calibri"/>
              </a:rPr>
              <a:t>c) If</a:t>
            </a:r>
            <a:r>
              <a:rPr sz="3000" spc="-4" baseline="4096" dirty="0">
                <a:latin typeface="Calibri"/>
                <a:cs typeface="Calibri"/>
              </a:rPr>
              <a:t> </a:t>
            </a:r>
            <a:r>
              <a:rPr sz="3000" spc="0" baseline="4096" dirty="0">
                <a:latin typeface="Calibri"/>
                <a:cs typeface="Calibri"/>
              </a:rPr>
              <a:t>node</a:t>
            </a:r>
            <a:r>
              <a:rPr sz="3000" spc="-41" baseline="4096" dirty="0">
                <a:latin typeface="Calibri"/>
                <a:cs typeface="Calibri"/>
              </a:rPr>
              <a:t> </a:t>
            </a:r>
            <a:r>
              <a:rPr sz="3000" spc="4" baseline="4096" dirty="0">
                <a:latin typeface="Calibri"/>
                <a:cs typeface="Calibri"/>
              </a:rPr>
              <a:t>n</a:t>
            </a:r>
            <a:r>
              <a:rPr sz="3000" spc="0" baseline="4096" dirty="0">
                <a:latin typeface="Calibri"/>
                <a:cs typeface="Calibri"/>
              </a:rPr>
              <a:t>’</a:t>
            </a:r>
            <a:endParaRPr sz="2000">
              <a:latin typeface="Calibri"/>
              <a:cs typeface="Calibri"/>
            </a:endParaRPr>
          </a:p>
        </p:txBody>
      </p:sp>
      <p:sp>
        <p:nvSpPr>
          <p:cNvPr id="18" name="object 1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11" name="object 11"/>
          <p:cNvSpPr/>
          <p:nvPr/>
        </p:nvSpPr>
        <p:spPr>
          <a:xfrm>
            <a:off x="0" y="963117"/>
            <a:ext cx="9144000" cy="963118"/>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noAutofit/>
          </a:bodyPr>
          <a:lstStyle/>
          <a:p>
            <a:endParaRPr/>
          </a:p>
        </p:txBody>
      </p:sp>
      <p:sp>
        <p:nvSpPr>
          <p:cNvPr id="12" name="object 12"/>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3" name="object 13"/>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14" name="object 14"/>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5" name="object 1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6" name="object 16"/>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0" name="object 10"/>
          <p:cNvSpPr txBox="1"/>
          <p:nvPr/>
        </p:nvSpPr>
        <p:spPr>
          <a:xfrm>
            <a:off x="3067304" y="681740"/>
            <a:ext cx="432364"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9" name="object 9"/>
          <p:cNvSpPr txBox="1"/>
          <p:nvPr/>
        </p:nvSpPr>
        <p:spPr>
          <a:xfrm>
            <a:off x="3795014" y="681740"/>
            <a:ext cx="236523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Al</a:t>
            </a:r>
            <a:r>
              <a:rPr sz="6600" spc="-29" baseline="3103" dirty="0">
                <a:latin typeface="Calibri"/>
                <a:cs typeface="Calibri"/>
              </a:rPr>
              <a:t>g</a:t>
            </a:r>
            <a:r>
              <a:rPr sz="6600" spc="0" baseline="3103" dirty="0">
                <a:latin typeface="Calibri"/>
                <a:cs typeface="Calibri"/>
              </a:rPr>
              <a:t>orithm</a:t>
            </a:r>
            <a:endParaRPr sz="4400">
              <a:latin typeface="Calibri"/>
              <a:cs typeface="Calibri"/>
            </a:endParaRPr>
          </a:p>
        </p:txBody>
      </p:sp>
      <p:sp>
        <p:nvSpPr>
          <p:cNvPr id="8" name="object 8"/>
          <p:cNvSpPr txBox="1"/>
          <p:nvPr/>
        </p:nvSpPr>
        <p:spPr>
          <a:xfrm>
            <a:off x="688340" y="1398269"/>
            <a:ext cx="256480" cy="1263915"/>
          </a:xfrm>
          <a:prstGeom prst="rect">
            <a:avLst/>
          </a:prstGeom>
        </p:spPr>
        <p:txBody>
          <a:bodyPr wrap="square" lIns="0" tIns="0" rIns="0" bIns="0" rtlCol="0">
            <a:noAutofit/>
          </a:bodyPr>
          <a:lstStyle/>
          <a:p>
            <a:pPr marL="12700" marR="202">
              <a:lnSpc>
                <a:spcPts val="2135"/>
              </a:lnSpc>
              <a:spcBef>
                <a:spcPts val="106"/>
              </a:spcBef>
            </a:pPr>
            <a:r>
              <a:rPr sz="3000" spc="0" baseline="2730" dirty="0">
                <a:latin typeface="Calibri"/>
                <a:cs typeface="Calibri"/>
              </a:rPr>
              <a:t>1.</a:t>
            </a:r>
            <a:endParaRPr sz="2000">
              <a:latin typeface="Calibri"/>
              <a:cs typeface="Calibri"/>
            </a:endParaRPr>
          </a:p>
          <a:p>
            <a:pPr marL="12700">
              <a:lnSpc>
                <a:spcPct val="101725"/>
              </a:lnSpc>
              <a:spcBef>
                <a:spcPts val="88"/>
              </a:spcBef>
            </a:pPr>
            <a:r>
              <a:rPr sz="2000" spc="0" dirty="0">
                <a:latin typeface="Calibri"/>
                <a:cs typeface="Calibri"/>
              </a:rPr>
              <a:t>2.</a:t>
            </a:r>
            <a:endParaRPr sz="2000">
              <a:latin typeface="Calibri"/>
              <a:cs typeface="Calibri"/>
            </a:endParaRPr>
          </a:p>
          <a:p>
            <a:pPr marL="12700" marR="558">
              <a:lnSpc>
                <a:spcPct val="101725"/>
              </a:lnSpc>
              <a:spcBef>
                <a:spcPts val="195"/>
              </a:spcBef>
            </a:pPr>
            <a:r>
              <a:rPr sz="2000" spc="0" dirty="0">
                <a:latin typeface="Calibri"/>
                <a:cs typeface="Calibri"/>
              </a:rPr>
              <a:t>3.</a:t>
            </a:r>
            <a:endParaRPr sz="2000">
              <a:latin typeface="Calibri"/>
              <a:cs typeface="Calibri"/>
            </a:endParaRPr>
          </a:p>
          <a:p>
            <a:pPr marL="12700" marR="253">
              <a:lnSpc>
                <a:spcPct val="101725"/>
              </a:lnSpc>
              <a:spcBef>
                <a:spcPts val="195"/>
              </a:spcBef>
            </a:pPr>
            <a:r>
              <a:rPr sz="2000" spc="0" dirty="0">
                <a:latin typeface="Calibri"/>
                <a:cs typeface="Calibri"/>
              </a:rPr>
              <a:t>4.</a:t>
            </a:r>
            <a:endParaRPr sz="2000">
              <a:latin typeface="Calibri"/>
              <a:cs typeface="Calibri"/>
            </a:endParaRPr>
          </a:p>
        </p:txBody>
      </p:sp>
      <p:sp>
        <p:nvSpPr>
          <p:cNvPr id="7" name="object 7"/>
          <p:cNvSpPr txBox="1"/>
          <p:nvPr/>
        </p:nvSpPr>
        <p:spPr>
          <a:xfrm>
            <a:off x="1030479" y="1398270"/>
            <a:ext cx="7124087" cy="4501794"/>
          </a:xfrm>
          <a:prstGeom prst="rect">
            <a:avLst/>
          </a:prstGeom>
        </p:spPr>
        <p:txBody>
          <a:bodyPr wrap="square" lIns="0" tIns="0" rIns="0" bIns="0" rtlCol="0">
            <a:noAutofit/>
          </a:bodyPr>
          <a:lstStyle/>
          <a:p>
            <a:pPr marL="33951" marR="33808">
              <a:lnSpc>
                <a:spcPts val="2135"/>
              </a:lnSpc>
              <a:spcBef>
                <a:spcPts val="106"/>
              </a:spcBef>
            </a:pPr>
            <a:r>
              <a:rPr sz="3000" spc="0" baseline="2730" dirty="0">
                <a:latin typeface="Calibri"/>
                <a:cs typeface="Calibri"/>
              </a:rPr>
              <a:t>Sea</a:t>
            </a:r>
            <a:r>
              <a:rPr sz="3000" spc="-29" baseline="2730" dirty="0">
                <a:latin typeface="Calibri"/>
                <a:cs typeface="Calibri"/>
              </a:rPr>
              <a:t>r</a:t>
            </a:r>
            <a:r>
              <a:rPr sz="3000" spc="0" baseline="2730" dirty="0">
                <a:latin typeface="Calibri"/>
                <a:cs typeface="Calibri"/>
              </a:rPr>
              <a:t>ch</a:t>
            </a:r>
            <a:r>
              <a:rPr sz="3000" spc="-15" baseline="2730" dirty="0">
                <a:latin typeface="Calibri"/>
                <a:cs typeface="Calibri"/>
              </a:rPr>
              <a:t> </a:t>
            </a:r>
            <a:r>
              <a:rPr sz="3000" spc="0" baseline="2730" dirty="0">
                <a:latin typeface="Calibri"/>
                <a:cs typeface="Calibri"/>
              </a:rPr>
              <a:t>queue</a:t>
            </a:r>
            <a:r>
              <a:rPr sz="3000" spc="-51" baseline="2730" dirty="0">
                <a:latin typeface="Calibri"/>
                <a:cs typeface="Calibri"/>
              </a:rPr>
              <a:t> </a:t>
            </a:r>
            <a:r>
              <a:rPr sz="3000" spc="0" baseline="2730" dirty="0">
                <a:latin typeface="Calibri"/>
                <a:cs typeface="Calibri"/>
              </a:rPr>
              <a:t>Q is</a:t>
            </a:r>
            <a:r>
              <a:rPr sz="3000" spc="-2" baseline="2730" dirty="0">
                <a:latin typeface="Calibri"/>
                <a:cs typeface="Calibri"/>
              </a:rPr>
              <a:t> </a:t>
            </a:r>
            <a:r>
              <a:rPr sz="3000" spc="0" baseline="2730" dirty="0">
                <a:latin typeface="Calibri"/>
                <a:cs typeface="Calibri"/>
              </a:rPr>
              <a:t>em</a:t>
            </a:r>
            <a:r>
              <a:rPr sz="3000" spc="-9" baseline="2730" dirty="0">
                <a:latin typeface="Calibri"/>
                <a:cs typeface="Calibri"/>
              </a:rPr>
              <a:t>p</a:t>
            </a:r>
            <a:r>
              <a:rPr sz="3000" spc="4" baseline="2730" dirty="0">
                <a:latin typeface="Calibri"/>
                <a:cs typeface="Calibri"/>
              </a:rPr>
              <a:t>t</a:t>
            </a:r>
            <a:r>
              <a:rPr sz="3000" spc="-129" baseline="2730" dirty="0">
                <a:latin typeface="Calibri"/>
                <a:cs typeface="Calibri"/>
              </a:rPr>
              <a:t>y</a:t>
            </a:r>
            <a:r>
              <a:rPr sz="3000" spc="0" baseline="2730" dirty="0">
                <a:latin typeface="Calibri"/>
                <a:cs typeface="Calibri"/>
              </a:rPr>
              <a:t>.</a:t>
            </a:r>
            <a:endParaRPr sz="2000">
              <a:latin typeface="Calibri"/>
              <a:cs typeface="Calibri"/>
            </a:endParaRPr>
          </a:p>
          <a:p>
            <a:pPr marL="33241" marR="2532989" indent="-152">
              <a:lnSpc>
                <a:spcPts val="2441"/>
              </a:lnSpc>
              <a:spcBef>
                <a:spcPts val="88"/>
              </a:spcBef>
            </a:pPr>
            <a:r>
              <a:rPr sz="2000" spc="0" dirty="0">
                <a:latin typeface="Calibri"/>
                <a:cs typeface="Calibri"/>
              </a:rPr>
              <a:t>Place</a:t>
            </a:r>
            <a:r>
              <a:rPr sz="2000" spc="25" dirty="0">
                <a:latin typeface="Calibri"/>
                <a:cs typeface="Calibri"/>
              </a:rPr>
              <a:t> </a:t>
            </a:r>
            <a:r>
              <a:rPr sz="2000" spc="0" dirty="0">
                <a:latin typeface="Calibri"/>
                <a:cs typeface="Calibri"/>
              </a:rPr>
              <a:t>the</a:t>
            </a:r>
            <a:r>
              <a:rPr sz="2000" spc="-5" dirty="0">
                <a:latin typeface="Calibri"/>
                <a:cs typeface="Calibri"/>
              </a:rPr>
              <a:t> </a:t>
            </a:r>
            <a:r>
              <a:rPr sz="2000" spc="-25" dirty="0">
                <a:latin typeface="Calibri"/>
                <a:cs typeface="Calibri"/>
              </a:rPr>
              <a:t>s</a:t>
            </a:r>
            <a:r>
              <a:rPr sz="2000" spc="-19" dirty="0">
                <a:latin typeface="Calibri"/>
                <a:cs typeface="Calibri"/>
              </a:rPr>
              <a:t>t</a:t>
            </a:r>
            <a:r>
              <a:rPr sz="2000" spc="0" dirty="0">
                <a:latin typeface="Calibri"/>
                <a:cs typeface="Calibri"/>
              </a:rPr>
              <a:t>art</a:t>
            </a:r>
            <a:r>
              <a:rPr sz="2000" spc="17" dirty="0">
                <a:latin typeface="Calibri"/>
                <a:cs typeface="Calibri"/>
              </a:rPr>
              <a:t> </a:t>
            </a:r>
            <a:r>
              <a:rPr sz="2000" spc="-25" dirty="0">
                <a:latin typeface="Calibri"/>
                <a:cs typeface="Calibri"/>
              </a:rPr>
              <a:t>st</a:t>
            </a:r>
            <a:r>
              <a:rPr sz="2000" spc="-14" dirty="0">
                <a:latin typeface="Calibri"/>
                <a:cs typeface="Calibri"/>
              </a:rPr>
              <a:t>a</a:t>
            </a:r>
            <a:r>
              <a:rPr sz="2000" spc="-19" dirty="0">
                <a:latin typeface="Calibri"/>
                <a:cs typeface="Calibri"/>
              </a:rPr>
              <a:t>t</a:t>
            </a:r>
            <a:r>
              <a:rPr sz="2000" spc="0" dirty="0">
                <a:latin typeface="Calibri"/>
                <a:cs typeface="Calibri"/>
              </a:rPr>
              <a:t>e</a:t>
            </a:r>
            <a:r>
              <a:rPr sz="2000" spc="2" dirty="0">
                <a:latin typeface="Calibri"/>
                <a:cs typeface="Calibri"/>
              </a:rPr>
              <a:t> </a:t>
            </a:r>
            <a:r>
              <a:rPr sz="2000" spc="0" dirty="0">
                <a:latin typeface="Calibri"/>
                <a:cs typeface="Calibri"/>
              </a:rPr>
              <a:t>s</a:t>
            </a:r>
            <a:r>
              <a:rPr sz="2000" spc="2" dirty="0">
                <a:latin typeface="Calibri"/>
                <a:cs typeface="Calibri"/>
              </a:rPr>
              <a:t> </a:t>
            </a:r>
            <a:r>
              <a:rPr sz="2000" spc="-4" dirty="0">
                <a:latin typeface="Calibri"/>
                <a:cs typeface="Calibri"/>
              </a:rPr>
              <a:t>i</a:t>
            </a:r>
            <a:r>
              <a:rPr sz="2000" spc="0" dirty="0">
                <a:latin typeface="Calibri"/>
                <a:cs typeface="Calibri"/>
              </a:rPr>
              <a:t>n</a:t>
            </a:r>
            <a:r>
              <a:rPr sz="2000" spc="-5" dirty="0">
                <a:latin typeface="Calibri"/>
                <a:cs typeface="Calibri"/>
              </a:rPr>
              <a:t> </a:t>
            </a:r>
            <a:r>
              <a:rPr sz="2000" spc="0" dirty="0">
                <a:latin typeface="Calibri"/>
                <a:cs typeface="Calibri"/>
              </a:rPr>
              <a:t>Q</a:t>
            </a:r>
            <a:r>
              <a:rPr sz="2000" spc="4" dirty="0">
                <a:latin typeface="Calibri"/>
                <a:cs typeface="Calibri"/>
              </a:rPr>
              <a:t> </a:t>
            </a:r>
            <a:r>
              <a:rPr sz="2000" spc="0" dirty="0">
                <a:latin typeface="Calibri"/>
                <a:cs typeface="Calibri"/>
              </a:rPr>
              <a:t>with</a:t>
            </a:r>
            <a:r>
              <a:rPr sz="2000" spc="-10" dirty="0">
                <a:latin typeface="Calibri"/>
                <a:cs typeface="Calibri"/>
              </a:rPr>
              <a:t> </a:t>
            </a:r>
            <a:r>
              <a:rPr sz="2000" spc="0" dirty="0">
                <a:latin typeface="Calibri"/>
                <a:cs typeface="Calibri"/>
              </a:rPr>
              <a:t>f</a:t>
            </a:r>
            <a:r>
              <a:rPr sz="2000" spc="445" dirty="0">
                <a:latin typeface="Calibri"/>
                <a:cs typeface="Calibri"/>
              </a:rPr>
              <a:t> </a:t>
            </a:r>
            <a:r>
              <a:rPr sz="2000" spc="-29" dirty="0">
                <a:latin typeface="Calibri"/>
                <a:cs typeface="Calibri"/>
              </a:rPr>
              <a:t>v</a:t>
            </a:r>
            <a:r>
              <a:rPr sz="2000" spc="34" dirty="0">
                <a:latin typeface="Calibri"/>
                <a:cs typeface="Calibri"/>
              </a:rPr>
              <a:t>a</a:t>
            </a:r>
            <a:r>
              <a:rPr sz="2000" spc="-4" dirty="0">
                <a:latin typeface="Calibri"/>
                <a:cs typeface="Calibri"/>
              </a:rPr>
              <a:t>l</a:t>
            </a:r>
            <a:r>
              <a:rPr sz="2000" spc="0" dirty="0">
                <a:latin typeface="Calibri"/>
                <a:cs typeface="Calibri"/>
              </a:rPr>
              <a:t>ue</a:t>
            </a:r>
            <a:r>
              <a:rPr sz="2000" spc="-10" dirty="0">
                <a:latin typeface="Calibri"/>
                <a:cs typeface="Calibri"/>
              </a:rPr>
              <a:t> </a:t>
            </a:r>
            <a:r>
              <a:rPr sz="2000" spc="0" dirty="0">
                <a:latin typeface="Calibri"/>
                <a:cs typeface="Calibri"/>
              </a:rPr>
              <a:t>h(s). </a:t>
            </a:r>
            <a:endParaRPr sz="2000">
              <a:latin typeface="Calibri"/>
              <a:cs typeface="Calibri"/>
            </a:endParaRPr>
          </a:p>
          <a:p>
            <a:pPr marL="33241" marR="2532989">
              <a:lnSpc>
                <a:spcPts val="2441"/>
              </a:lnSpc>
              <a:spcBef>
                <a:spcPts val="197"/>
              </a:spcBef>
            </a:pPr>
            <a:r>
              <a:rPr sz="2000" spc="0" dirty="0">
                <a:latin typeface="Calibri"/>
                <a:cs typeface="Calibri"/>
              </a:rPr>
              <a:t>If Q is</a:t>
            </a:r>
            <a:r>
              <a:rPr sz="2000" spc="-2" dirty="0">
                <a:latin typeface="Calibri"/>
                <a:cs typeface="Calibri"/>
              </a:rPr>
              <a:t> </a:t>
            </a:r>
            <a:r>
              <a:rPr sz="2000" spc="0" dirty="0">
                <a:latin typeface="Calibri"/>
                <a:cs typeface="Calibri"/>
              </a:rPr>
              <a:t>empt</a:t>
            </a:r>
            <a:r>
              <a:rPr sz="2000" spc="-139" dirty="0">
                <a:latin typeface="Calibri"/>
                <a:cs typeface="Calibri"/>
              </a:rPr>
              <a:t>y</a:t>
            </a:r>
            <a:r>
              <a:rPr sz="2000" spc="0" dirty="0">
                <a:latin typeface="Calibri"/>
                <a:cs typeface="Calibri"/>
              </a:rPr>
              <a:t>,</a:t>
            </a:r>
            <a:r>
              <a:rPr sz="2000" spc="9" dirty="0">
                <a:latin typeface="Calibri"/>
                <a:cs typeface="Calibri"/>
              </a:rPr>
              <a:t> </a:t>
            </a:r>
            <a:r>
              <a:rPr sz="2000" spc="-25" dirty="0">
                <a:latin typeface="Calibri"/>
                <a:cs typeface="Calibri"/>
              </a:rPr>
              <a:t>r</a:t>
            </a:r>
            <a:r>
              <a:rPr sz="2000" spc="-9" dirty="0">
                <a:latin typeface="Calibri"/>
                <a:cs typeface="Calibri"/>
              </a:rPr>
              <a:t>e</a:t>
            </a:r>
            <a:r>
              <a:rPr sz="2000" spc="0" dirty="0">
                <a:latin typeface="Calibri"/>
                <a:cs typeface="Calibri"/>
              </a:rPr>
              <a:t>turn</a:t>
            </a:r>
            <a:r>
              <a:rPr sz="2000" spc="9" dirty="0">
                <a:latin typeface="Calibri"/>
                <a:cs typeface="Calibri"/>
              </a:rPr>
              <a:t> </a:t>
            </a:r>
            <a:r>
              <a:rPr sz="2000" spc="-39" dirty="0">
                <a:latin typeface="Calibri"/>
                <a:cs typeface="Calibri"/>
              </a:rPr>
              <a:t>f</a:t>
            </a:r>
            <a:r>
              <a:rPr sz="2000" spc="4" dirty="0">
                <a:latin typeface="Calibri"/>
                <a:cs typeface="Calibri"/>
              </a:rPr>
              <a:t>a</a:t>
            </a:r>
            <a:r>
              <a:rPr sz="2000" spc="0" dirty="0">
                <a:latin typeface="Calibri"/>
                <a:cs typeface="Calibri"/>
              </a:rPr>
              <a:t>ilu</a:t>
            </a:r>
            <a:r>
              <a:rPr sz="2000" spc="-25" dirty="0">
                <a:latin typeface="Calibri"/>
                <a:cs typeface="Calibri"/>
              </a:rPr>
              <a:t>r</a:t>
            </a:r>
            <a:r>
              <a:rPr sz="2000" spc="4" dirty="0">
                <a:latin typeface="Calibri"/>
                <a:cs typeface="Calibri"/>
              </a:rPr>
              <a:t>e</a:t>
            </a:r>
            <a:r>
              <a:rPr sz="2000" spc="0" dirty="0">
                <a:latin typeface="Calibri"/>
                <a:cs typeface="Calibri"/>
              </a:rPr>
              <a:t>.</a:t>
            </a:r>
            <a:endParaRPr sz="2000">
              <a:latin typeface="Calibri"/>
              <a:cs typeface="Calibri"/>
            </a:endParaRPr>
          </a:p>
          <a:p>
            <a:pPr marL="33545" marR="33808">
              <a:lnSpc>
                <a:spcPct val="101725"/>
              </a:lnSpc>
              <a:spcBef>
                <a:spcPts val="197"/>
              </a:spcBef>
            </a:pPr>
            <a:r>
              <a:rPr sz="2000" spc="-159" dirty="0">
                <a:latin typeface="Calibri"/>
                <a:cs typeface="Calibri"/>
              </a:rPr>
              <a:t>T</a:t>
            </a:r>
            <a:r>
              <a:rPr sz="2000" spc="4" dirty="0">
                <a:latin typeface="Calibri"/>
                <a:cs typeface="Calibri"/>
              </a:rPr>
              <a:t>a</a:t>
            </a:r>
            <a:r>
              <a:rPr sz="2000" spc="-69" dirty="0">
                <a:latin typeface="Calibri"/>
                <a:cs typeface="Calibri"/>
              </a:rPr>
              <a:t>k</a:t>
            </a:r>
            <a:r>
              <a:rPr sz="2000" spc="0" dirty="0">
                <a:latin typeface="Calibri"/>
                <a:cs typeface="Calibri"/>
              </a:rPr>
              <a:t>e node</a:t>
            </a:r>
            <a:r>
              <a:rPr sz="2000" spc="-41" dirty="0">
                <a:latin typeface="Calibri"/>
                <a:cs typeface="Calibri"/>
              </a:rPr>
              <a:t> </a:t>
            </a:r>
            <a:r>
              <a:rPr sz="2000" spc="0" dirty="0">
                <a:latin typeface="Calibri"/>
                <a:cs typeface="Calibri"/>
              </a:rPr>
              <a:t>n</a:t>
            </a:r>
            <a:r>
              <a:rPr sz="2000" spc="-10" dirty="0">
                <a:latin typeface="Calibri"/>
                <a:cs typeface="Calibri"/>
              </a:rPr>
              <a:t> </a:t>
            </a:r>
            <a:r>
              <a:rPr sz="2000" spc="0" dirty="0">
                <a:latin typeface="Calibri"/>
                <a:cs typeface="Calibri"/>
              </a:rPr>
              <a:t>f</a:t>
            </a:r>
            <a:r>
              <a:rPr sz="2000" spc="-29" dirty="0">
                <a:latin typeface="Calibri"/>
                <a:cs typeface="Calibri"/>
              </a:rPr>
              <a:t>r</a:t>
            </a:r>
            <a:r>
              <a:rPr sz="2000" spc="0" dirty="0">
                <a:latin typeface="Calibri"/>
                <a:cs typeface="Calibri"/>
              </a:rPr>
              <a:t>om</a:t>
            </a:r>
            <a:r>
              <a:rPr sz="2000" spc="-26" dirty="0">
                <a:latin typeface="Calibri"/>
                <a:cs typeface="Calibri"/>
              </a:rPr>
              <a:t> </a:t>
            </a:r>
            <a:r>
              <a:rPr sz="2000" spc="0" dirty="0">
                <a:latin typeface="Calibri"/>
                <a:cs typeface="Calibri"/>
              </a:rPr>
              <a:t>Q with lo</a:t>
            </a:r>
            <a:r>
              <a:rPr sz="2000" spc="-19" dirty="0">
                <a:latin typeface="Calibri"/>
                <a:cs typeface="Calibri"/>
              </a:rPr>
              <a:t>w</a:t>
            </a:r>
            <a:r>
              <a:rPr sz="2000" spc="4" dirty="0">
                <a:latin typeface="Calibri"/>
                <a:cs typeface="Calibri"/>
              </a:rPr>
              <a:t>e</a:t>
            </a:r>
            <a:r>
              <a:rPr sz="2000" spc="-25" dirty="0">
                <a:latin typeface="Calibri"/>
                <a:cs typeface="Calibri"/>
              </a:rPr>
              <a:t>s</a:t>
            </a:r>
            <a:r>
              <a:rPr sz="2000" spc="0" dirty="0">
                <a:latin typeface="Calibri"/>
                <a:cs typeface="Calibri"/>
              </a:rPr>
              <a:t>t</a:t>
            </a:r>
            <a:r>
              <a:rPr sz="2000" spc="7" dirty="0">
                <a:latin typeface="Calibri"/>
                <a:cs typeface="Calibri"/>
              </a:rPr>
              <a:t> </a:t>
            </a:r>
            <a:r>
              <a:rPr sz="2000" spc="0" dirty="0">
                <a:latin typeface="Calibri"/>
                <a:cs typeface="Calibri"/>
              </a:rPr>
              <a:t>f</a:t>
            </a:r>
            <a:r>
              <a:rPr sz="2000" spc="-6" dirty="0">
                <a:latin typeface="Calibri"/>
                <a:cs typeface="Calibri"/>
              </a:rPr>
              <a:t> </a:t>
            </a:r>
            <a:r>
              <a:rPr sz="2000" spc="-29" dirty="0">
                <a:latin typeface="Calibri"/>
                <a:cs typeface="Calibri"/>
              </a:rPr>
              <a:t>v</a:t>
            </a:r>
            <a:r>
              <a:rPr sz="2000" spc="4" dirty="0">
                <a:latin typeface="Calibri"/>
                <a:cs typeface="Calibri"/>
              </a:rPr>
              <a:t>a</a:t>
            </a:r>
            <a:r>
              <a:rPr sz="2000" spc="0" dirty="0">
                <a:latin typeface="Calibri"/>
                <a:cs typeface="Calibri"/>
              </a:rPr>
              <a:t>lue.</a:t>
            </a:r>
            <a:endParaRPr sz="2000">
              <a:latin typeface="Calibri"/>
              <a:cs typeface="Calibri"/>
            </a:endParaRPr>
          </a:p>
          <a:p>
            <a:pPr marL="33346" marR="1477084" indent="-20646">
              <a:lnSpc>
                <a:spcPts val="2441"/>
              </a:lnSpc>
              <a:spcBef>
                <a:spcPts val="195"/>
              </a:spcBef>
            </a:pPr>
            <a:r>
              <a:rPr sz="2000" spc="0" dirty="0">
                <a:latin typeface="Calibri"/>
                <a:cs typeface="Calibri"/>
              </a:rPr>
              <a:t>(</a:t>
            </a:r>
            <a:r>
              <a:rPr sz="2000" spc="-34" dirty="0">
                <a:latin typeface="Calibri"/>
                <a:cs typeface="Calibri"/>
              </a:rPr>
              <a:t>K</a:t>
            </a:r>
            <a:r>
              <a:rPr sz="2000" spc="0" dirty="0">
                <a:latin typeface="Calibri"/>
                <a:cs typeface="Calibri"/>
              </a:rPr>
              <a:t>eep</a:t>
            </a:r>
            <a:r>
              <a:rPr sz="2000" spc="-11" dirty="0">
                <a:latin typeface="Calibri"/>
                <a:cs typeface="Calibri"/>
              </a:rPr>
              <a:t> </a:t>
            </a:r>
            <a:r>
              <a:rPr sz="2000" spc="0" dirty="0">
                <a:latin typeface="Calibri"/>
                <a:cs typeface="Calibri"/>
              </a:rPr>
              <a:t>Q</a:t>
            </a:r>
            <a:r>
              <a:rPr sz="2000" spc="4" dirty="0">
                <a:latin typeface="Calibri"/>
                <a:cs typeface="Calibri"/>
              </a:rPr>
              <a:t> </a:t>
            </a:r>
            <a:r>
              <a:rPr sz="2000" spc="0" dirty="0">
                <a:latin typeface="Calibri"/>
                <a:cs typeface="Calibri"/>
              </a:rPr>
              <a:t>sor</a:t>
            </a:r>
            <a:r>
              <a:rPr sz="2000" spc="-19" dirty="0">
                <a:latin typeface="Calibri"/>
                <a:cs typeface="Calibri"/>
              </a:rPr>
              <a:t>t</a:t>
            </a:r>
            <a:r>
              <a:rPr sz="2000" spc="0" dirty="0">
                <a:latin typeface="Calibri"/>
                <a:cs typeface="Calibri"/>
              </a:rPr>
              <a:t>ed</a:t>
            </a:r>
            <a:r>
              <a:rPr sz="2000" spc="-18" dirty="0">
                <a:latin typeface="Calibri"/>
                <a:cs typeface="Calibri"/>
              </a:rPr>
              <a:t> </a:t>
            </a:r>
            <a:r>
              <a:rPr sz="2000" spc="-14" dirty="0">
                <a:latin typeface="Calibri"/>
                <a:cs typeface="Calibri"/>
              </a:rPr>
              <a:t>b</a:t>
            </a:r>
            <a:r>
              <a:rPr sz="2000" spc="0" dirty="0">
                <a:latin typeface="Calibri"/>
                <a:cs typeface="Calibri"/>
              </a:rPr>
              <a:t>y</a:t>
            </a:r>
            <a:r>
              <a:rPr sz="2000" spc="-10" dirty="0">
                <a:latin typeface="Calibri"/>
                <a:cs typeface="Calibri"/>
              </a:rPr>
              <a:t> </a:t>
            </a:r>
            <a:r>
              <a:rPr sz="2000" spc="0" dirty="0">
                <a:latin typeface="Calibri"/>
                <a:cs typeface="Calibri"/>
              </a:rPr>
              <a:t>f</a:t>
            </a:r>
            <a:r>
              <a:rPr sz="2000" spc="435" dirty="0">
                <a:latin typeface="Calibri"/>
                <a:cs typeface="Calibri"/>
              </a:rPr>
              <a:t> </a:t>
            </a:r>
            <a:r>
              <a:rPr sz="2000" spc="-29" dirty="0">
                <a:latin typeface="Calibri"/>
                <a:cs typeface="Calibri"/>
              </a:rPr>
              <a:t>v</a:t>
            </a:r>
            <a:r>
              <a:rPr sz="2000" spc="4" dirty="0">
                <a:latin typeface="Calibri"/>
                <a:cs typeface="Calibri"/>
              </a:rPr>
              <a:t>a</a:t>
            </a:r>
            <a:r>
              <a:rPr sz="2000" spc="0" dirty="0">
                <a:latin typeface="Calibri"/>
                <a:cs typeface="Calibri"/>
              </a:rPr>
              <a:t>lues</a:t>
            </a:r>
            <a:r>
              <a:rPr sz="2000" spc="-17" dirty="0">
                <a:latin typeface="Calibri"/>
                <a:cs typeface="Calibri"/>
              </a:rPr>
              <a:t> </a:t>
            </a:r>
            <a:r>
              <a:rPr sz="2000" spc="0" dirty="0">
                <a:latin typeface="Calibri"/>
                <a:cs typeface="Calibri"/>
              </a:rPr>
              <a:t>and</a:t>
            </a:r>
            <a:r>
              <a:rPr sz="2000" spc="-45" dirty="0">
                <a:latin typeface="Calibri"/>
                <a:cs typeface="Calibri"/>
              </a:rPr>
              <a:t> </a:t>
            </a:r>
            <a:r>
              <a:rPr sz="2000" spc="0" dirty="0">
                <a:latin typeface="Calibri"/>
                <a:cs typeface="Calibri"/>
              </a:rPr>
              <a:t>pick</a:t>
            </a:r>
            <a:r>
              <a:rPr sz="2000" spc="14" dirty="0">
                <a:latin typeface="Calibri"/>
                <a:cs typeface="Calibri"/>
              </a:rPr>
              <a:t> </a:t>
            </a:r>
            <a:r>
              <a:rPr sz="2000" spc="0" dirty="0">
                <a:latin typeface="Calibri"/>
                <a:cs typeface="Calibri"/>
              </a:rPr>
              <a:t>the</a:t>
            </a:r>
            <a:r>
              <a:rPr sz="2000" spc="-20" dirty="0">
                <a:latin typeface="Calibri"/>
                <a:cs typeface="Calibri"/>
              </a:rPr>
              <a:t> </a:t>
            </a:r>
            <a:r>
              <a:rPr sz="2000" spc="0" dirty="0">
                <a:latin typeface="Calibri"/>
                <a:cs typeface="Calibri"/>
              </a:rPr>
              <a:t>fi</a:t>
            </a:r>
            <a:r>
              <a:rPr sz="2000" spc="-34" dirty="0">
                <a:latin typeface="Calibri"/>
                <a:cs typeface="Calibri"/>
              </a:rPr>
              <a:t>r</a:t>
            </a:r>
            <a:r>
              <a:rPr sz="2000" spc="-25" dirty="0">
                <a:latin typeface="Calibri"/>
                <a:cs typeface="Calibri"/>
              </a:rPr>
              <a:t>s</a:t>
            </a:r>
            <a:r>
              <a:rPr sz="2000" spc="0" dirty="0">
                <a:latin typeface="Calibri"/>
                <a:cs typeface="Calibri"/>
              </a:rPr>
              <a:t>t</a:t>
            </a:r>
            <a:r>
              <a:rPr sz="2000" spc="32" dirty="0">
                <a:latin typeface="Calibri"/>
                <a:cs typeface="Calibri"/>
              </a:rPr>
              <a:t> </a:t>
            </a:r>
            <a:r>
              <a:rPr sz="2000" spc="4" dirty="0">
                <a:latin typeface="Calibri"/>
                <a:cs typeface="Calibri"/>
              </a:rPr>
              <a:t>eleme</a:t>
            </a:r>
            <a:r>
              <a:rPr sz="2000" spc="-9" dirty="0">
                <a:latin typeface="Calibri"/>
                <a:cs typeface="Calibri"/>
              </a:rPr>
              <a:t>n</a:t>
            </a:r>
            <a:r>
              <a:rPr sz="2000" spc="4" dirty="0">
                <a:latin typeface="Calibri"/>
                <a:cs typeface="Calibri"/>
              </a:rPr>
              <a:t>t</a:t>
            </a:r>
            <a:r>
              <a:rPr sz="2000" spc="-4" dirty="0">
                <a:latin typeface="Calibri"/>
                <a:cs typeface="Calibri"/>
              </a:rPr>
              <a:t>)</a:t>
            </a:r>
            <a:r>
              <a:rPr sz="2000" spc="0" dirty="0">
                <a:latin typeface="Calibri"/>
                <a:cs typeface="Calibri"/>
              </a:rPr>
              <a:t>. </a:t>
            </a:r>
            <a:endParaRPr sz="2000">
              <a:latin typeface="Calibri"/>
              <a:cs typeface="Calibri"/>
            </a:endParaRPr>
          </a:p>
          <a:p>
            <a:pPr marL="33346" marR="1477084">
              <a:lnSpc>
                <a:spcPts val="2441"/>
              </a:lnSpc>
              <a:spcBef>
                <a:spcPts val="197"/>
              </a:spcBef>
            </a:pPr>
            <a:r>
              <a:rPr sz="2000" spc="0" dirty="0">
                <a:latin typeface="Calibri"/>
                <a:cs typeface="Calibri"/>
              </a:rPr>
              <a:t>If n</a:t>
            </a:r>
            <a:r>
              <a:rPr sz="2000" spc="-10" dirty="0">
                <a:latin typeface="Calibri"/>
                <a:cs typeface="Calibri"/>
              </a:rPr>
              <a:t> </a:t>
            </a:r>
            <a:r>
              <a:rPr sz="2000" spc="0" dirty="0">
                <a:latin typeface="Calibri"/>
                <a:cs typeface="Calibri"/>
              </a:rPr>
              <a:t>is</a:t>
            </a:r>
            <a:r>
              <a:rPr sz="2000" spc="-2" dirty="0">
                <a:latin typeface="Calibri"/>
                <a:cs typeface="Calibri"/>
              </a:rPr>
              <a:t> </a:t>
            </a:r>
            <a:r>
              <a:rPr sz="2000" spc="0" dirty="0">
                <a:latin typeface="Calibri"/>
                <a:cs typeface="Calibri"/>
              </a:rPr>
              <a:t>a</a:t>
            </a:r>
            <a:r>
              <a:rPr sz="2000" spc="-9" dirty="0">
                <a:latin typeface="Calibri"/>
                <a:cs typeface="Calibri"/>
              </a:rPr>
              <a:t> g</a:t>
            </a:r>
            <a:r>
              <a:rPr sz="2000" spc="0" dirty="0">
                <a:latin typeface="Calibri"/>
                <a:cs typeface="Calibri"/>
              </a:rPr>
              <a:t>oal</a:t>
            </a:r>
            <a:r>
              <a:rPr sz="2000" spc="-24" dirty="0">
                <a:latin typeface="Calibri"/>
                <a:cs typeface="Calibri"/>
              </a:rPr>
              <a:t> </a:t>
            </a:r>
            <a:r>
              <a:rPr sz="2000" spc="0" dirty="0">
                <a:latin typeface="Calibri"/>
                <a:cs typeface="Calibri"/>
              </a:rPr>
              <a:t>node,</a:t>
            </a:r>
            <a:r>
              <a:rPr sz="2000" spc="-46" dirty="0">
                <a:latin typeface="Calibri"/>
                <a:cs typeface="Calibri"/>
              </a:rPr>
              <a:t> </a:t>
            </a:r>
            <a:r>
              <a:rPr sz="2000" spc="-25" dirty="0">
                <a:latin typeface="Calibri"/>
                <a:cs typeface="Calibri"/>
              </a:rPr>
              <a:t>s</a:t>
            </a:r>
            <a:r>
              <a:rPr sz="2000" spc="-14" dirty="0">
                <a:latin typeface="Calibri"/>
                <a:cs typeface="Calibri"/>
              </a:rPr>
              <a:t>t</a:t>
            </a:r>
            <a:r>
              <a:rPr sz="2000" spc="0" dirty="0">
                <a:latin typeface="Calibri"/>
                <a:cs typeface="Calibri"/>
              </a:rPr>
              <a:t>op</a:t>
            </a:r>
            <a:r>
              <a:rPr sz="2000" spc="-28" dirty="0">
                <a:latin typeface="Calibri"/>
                <a:cs typeface="Calibri"/>
              </a:rPr>
              <a:t> </a:t>
            </a:r>
            <a:r>
              <a:rPr sz="2000" spc="0" dirty="0">
                <a:latin typeface="Calibri"/>
                <a:cs typeface="Calibri"/>
              </a:rPr>
              <a:t>and</a:t>
            </a:r>
            <a:r>
              <a:rPr sz="2000" spc="-30" dirty="0">
                <a:latin typeface="Calibri"/>
                <a:cs typeface="Calibri"/>
              </a:rPr>
              <a:t> </a:t>
            </a:r>
            <a:r>
              <a:rPr sz="2000" spc="-25" dirty="0">
                <a:latin typeface="Calibri"/>
                <a:cs typeface="Calibri"/>
              </a:rPr>
              <a:t>r</a:t>
            </a:r>
            <a:r>
              <a:rPr sz="2000" spc="-9" dirty="0">
                <a:latin typeface="Calibri"/>
                <a:cs typeface="Calibri"/>
              </a:rPr>
              <a:t>e</a:t>
            </a:r>
            <a:r>
              <a:rPr sz="2000" spc="0" dirty="0">
                <a:latin typeface="Calibri"/>
                <a:cs typeface="Calibri"/>
              </a:rPr>
              <a:t>turn</a:t>
            </a:r>
            <a:r>
              <a:rPr sz="2000" spc="9" dirty="0">
                <a:latin typeface="Calibri"/>
                <a:cs typeface="Calibri"/>
              </a:rPr>
              <a:t> </a:t>
            </a:r>
            <a:r>
              <a:rPr sz="2000" spc="0" dirty="0">
                <a:latin typeface="Calibri"/>
                <a:cs typeface="Calibri"/>
              </a:rPr>
              <a:t>solution.</a:t>
            </a:r>
            <a:endParaRPr sz="2000">
              <a:latin typeface="Calibri"/>
              <a:cs typeface="Calibri"/>
            </a:endParaRPr>
          </a:p>
          <a:p>
            <a:pPr marL="33317" marR="3826596" indent="-883">
              <a:lnSpc>
                <a:spcPts val="2441"/>
              </a:lnSpc>
              <a:spcBef>
                <a:spcPts val="197"/>
              </a:spcBef>
            </a:pPr>
            <a:r>
              <a:rPr sz="2000" spc="0" dirty="0">
                <a:latin typeface="Calibri"/>
                <a:cs typeface="Calibri"/>
              </a:rPr>
              <a:t>Gene</a:t>
            </a:r>
            <a:r>
              <a:rPr sz="2000" spc="-39" dirty="0">
                <a:latin typeface="Calibri"/>
                <a:cs typeface="Calibri"/>
              </a:rPr>
              <a:t>r</a:t>
            </a:r>
            <a:r>
              <a:rPr sz="2000" spc="-14" dirty="0">
                <a:latin typeface="Calibri"/>
                <a:cs typeface="Calibri"/>
              </a:rPr>
              <a:t>at</a:t>
            </a:r>
            <a:r>
              <a:rPr sz="2000" spc="0" dirty="0">
                <a:latin typeface="Calibri"/>
                <a:cs typeface="Calibri"/>
              </a:rPr>
              <a:t>e</a:t>
            </a:r>
            <a:r>
              <a:rPr sz="2000" spc="15" dirty="0">
                <a:latin typeface="Calibri"/>
                <a:cs typeface="Calibri"/>
              </a:rPr>
              <a:t> </a:t>
            </a:r>
            <a:r>
              <a:rPr sz="2000" spc="0" dirty="0">
                <a:latin typeface="Calibri"/>
                <a:cs typeface="Calibri"/>
              </a:rPr>
              <a:t>successo</a:t>
            </a:r>
            <a:r>
              <a:rPr sz="2000" spc="-29" dirty="0">
                <a:latin typeface="Calibri"/>
                <a:cs typeface="Calibri"/>
              </a:rPr>
              <a:t>r</a:t>
            </a:r>
            <a:r>
              <a:rPr sz="2000" spc="0" dirty="0">
                <a:latin typeface="Calibri"/>
                <a:cs typeface="Calibri"/>
              </a:rPr>
              <a:t>s</a:t>
            </a:r>
            <a:r>
              <a:rPr sz="2000" spc="12" dirty="0">
                <a:latin typeface="Calibri"/>
                <a:cs typeface="Calibri"/>
              </a:rPr>
              <a:t> </a:t>
            </a:r>
            <a:r>
              <a:rPr sz="2000" spc="0" dirty="0">
                <a:latin typeface="Calibri"/>
                <a:cs typeface="Calibri"/>
              </a:rPr>
              <a:t>of</a:t>
            </a:r>
            <a:r>
              <a:rPr sz="2000" spc="-21" dirty="0">
                <a:latin typeface="Calibri"/>
                <a:cs typeface="Calibri"/>
              </a:rPr>
              <a:t> </a:t>
            </a:r>
            <a:r>
              <a:rPr sz="2000" spc="0" dirty="0">
                <a:latin typeface="Calibri"/>
                <a:cs typeface="Calibri"/>
              </a:rPr>
              <a:t>node</a:t>
            </a:r>
            <a:r>
              <a:rPr sz="2000" spc="-46" dirty="0">
                <a:latin typeface="Calibri"/>
                <a:cs typeface="Calibri"/>
              </a:rPr>
              <a:t> </a:t>
            </a:r>
            <a:r>
              <a:rPr sz="2000" spc="0" dirty="0">
                <a:latin typeface="Calibri"/>
                <a:cs typeface="Calibri"/>
              </a:rPr>
              <a:t>n. </a:t>
            </a:r>
            <a:endParaRPr sz="2000">
              <a:latin typeface="Calibri"/>
              <a:cs typeface="Calibri"/>
            </a:endParaRPr>
          </a:p>
          <a:p>
            <a:pPr marL="33317" marR="3826596">
              <a:lnSpc>
                <a:spcPts val="2441"/>
              </a:lnSpc>
              <a:spcBef>
                <a:spcPts val="197"/>
              </a:spcBef>
            </a:pPr>
            <a:r>
              <a:rPr sz="2000" spc="-29" dirty="0">
                <a:latin typeface="Calibri"/>
                <a:cs typeface="Calibri"/>
              </a:rPr>
              <a:t>F</a:t>
            </a:r>
            <a:r>
              <a:rPr sz="2000" spc="0" dirty="0">
                <a:latin typeface="Calibri"/>
                <a:cs typeface="Calibri"/>
              </a:rPr>
              <a:t>or each</a:t>
            </a:r>
            <a:r>
              <a:rPr sz="2000" spc="-28" dirty="0">
                <a:latin typeface="Calibri"/>
                <a:cs typeface="Calibri"/>
              </a:rPr>
              <a:t> </a:t>
            </a:r>
            <a:r>
              <a:rPr sz="2000" spc="0" dirty="0">
                <a:latin typeface="Calibri"/>
                <a:cs typeface="Calibri"/>
              </a:rPr>
              <a:t>successor</a:t>
            </a:r>
            <a:r>
              <a:rPr sz="2000" spc="19" dirty="0">
                <a:latin typeface="Calibri"/>
                <a:cs typeface="Calibri"/>
              </a:rPr>
              <a:t> </a:t>
            </a:r>
            <a:r>
              <a:rPr sz="2000" spc="0" dirty="0">
                <a:latin typeface="Calibri"/>
                <a:cs typeface="Calibri"/>
              </a:rPr>
              <a:t>n’</a:t>
            </a:r>
            <a:r>
              <a:rPr sz="2000" spc="-10" dirty="0">
                <a:latin typeface="Calibri"/>
                <a:cs typeface="Calibri"/>
              </a:rPr>
              <a:t> </a:t>
            </a:r>
            <a:r>
              <a:rPr sz="2000" spc="0" dirty="0">
                <a:latin typeface="Calibri"/>
                <a:cs typeface="Calibri"/>
              </a:rPr>
              <a:t>of</a:t>
            </a:r>
            <a:r>
              <a:rPr sz="2000" spc="-21" dirty="0">
                <a:latin typeface="Calibri"/>
                <a:cs typeface="Calibri"/>
              </a:rPr>
              <a:t> </a:t>
            </a:r>
            <a:r>
              <a:rPr sz="2000" spc="0" dirty="0">
                <a:latin typeface="Calibri"/>
                <a:cs typeface="Calibri"/>
              </a:rPr>
              <a:t>n</a:t>
            </a:r>
            <a:r>
              <a:rPr sz="2000" spc="-10" dirty="0">
                <a:latin typeface="Calibri"/>
                <a:cs typeface="Calibri"/>
              </a:rPr>
              <a:t> </a:t>
            </a:r>
            <a:r>
              <a:rPr sz="2000" spc="0" dirty="0">
                <a:latin typeface="Calibri"/>
                <a:cs typeface="Calibri"/>
              </a:rPr>
              <a:t>do:</a:t>
            </a:r>
            <a:endParaRPr sz="2000">
              <a:latin typeface="Calibri"/>
              <a:cs typeface="Calibri"/>
            </a:endParaRPr>
          </a:p>
          <a:p>
            <a:pPr marL="584962" marR="33808">
              <a:lnSpc>
                <a:spcPct val="101725"/>
              </a:lnSpc>
              <a:spcBef>
                <a:spcPts val="197"/>
              </a:spcBef>
            </a:pPr>
            <a:r>
              <a:rPr sz="2000" spc="0" dirty="0">
                <a:latin typeface="Calibri"/>
                <a:cs typeface="Calibri"/>
              </a:rPr>
              <a:t>a)</a:t>
            </a:r>
            <a:r>
              <a:rPr sz="2000" spc="-15" dirty="0">
                <a:latin typeface="Calibri"/>
                <a:cs typeface="Calibri"/>
              </a:rPr>
              <a:t> </a:t>
            </a:r>
            <a:r>
              <a:rPr sz="2000" spc="0" dirty="0">
                <a:latin typeface="Calibri"/>
                <a:cs typeface="Calibri"/>
              </a:rPr>
              <a:t>Compu</a:t>
            </a:r>
            <a:r>
              <a:rPr sz="2000" spc="-25" dirty="0">
                <a:latin typeface="Calibri"/>
                <a:cs typeface="Calibri"/>
              </a:rPr>
              <a:t>t</a:t>
            </a:r>
            <a:r>
              <a:rPr sz="2000" spc="0" dirty="0">
                <a:latin typeface="Calibri"/>
                <a:cs typeface="Calibri"/>
              </a:rPr>
              <a:t>e</a:t>
            </a:r>
            <a:r>
              <a:rPr sz="2000" spc="-59" dirty="0">
                <a:latin typeface="Calibri"/>
                <a:cs typeface="Calibri"/>
              </a:rPr>
              <a:t> </a:t>
            </a:r>
            <a:r>
              <a:rPr sz="2000" spc="0" dirty="0">
                <a:latin typeface="Calibri"/>
                <a:cs typeface="Calibri"/>
              </a:rPr>
              <a:t>f(n’)</a:t>
            </a:r>
            <a:r>
              <a:rPr sz="2000" spc="-33" dirty="0">
                <a:latin typeface="Calibri"/>
                <a:cs typeface="Calibri"/>
              </a:rPr>
              <a:t> </a:t>
            </a:r>
            <a:r>
              <a:rPr sz="2000" spc="0" dirty="0">
                <a:latin typeface="Calibri"/>
                <a:cs typeface="Calibri"/>
              </a:rPr>
              <a:t>=</a:t>
            </a:r>
            <a:r>
              <a:rPr sz="2000" spc="-4" dirty="0">
                <a:latin typeface="Calibri"/>
                <a:cs typeface="Calibri"/>
              </a:rPr>
              <a:t> </a:t>
            </a:r>
            <a:r>
              <a:rPr sz="2000" spc="0" dirty="0">
                <a:latin typeface="Calibri"/>
                <a:cs typeface="Calibri"/>
              </a:rPr>
              <a:t>g(n)</a:t>
            </a:r>
            <a:r>
              <a:rPr sz="2000" spc="-31" dirty="0">
                <a:latin typeface="Calibri"/>
                <a:cs typeface="Calibri"/>
              </a:rPr>
              <a:t> </a:t>
            </a:r>
            <a:r>
              <a:rPr sz="2000" spc="0" dirty="0">
                <a:latin typeface="Calibri"/>
                <a:cs typeface="Calibri"/>
              </a:rPr>
              <a:t>+</a:t>
            </a:r>
            <a:r>
              <a:rPr sz="2000" spc="-4" dirty="0">
                <a:latin typeface="Calibri"/>
                <a:cs typeface="Calibri"/>
              </a:rPr>
              <a:t> </a:t>
            </a:r>
            <a:r>
              <a:rPr sz="2000" spc="-14" dirty="0">
                <a:latin typeface="Calibri"/>
                <a:cs typeface="Calibri"/>
              </a:rPr>
              <a:t>c</a:t>
            </a:r>
            <a:r>
              <a:rPr sz="2000" spc="0" dirty="0">
                <a:latin typeface="Calibri"/>
                <a:cs typeface="Calibri"/>
              </a:rPr>
              <a:t>o</a:t>
            </a:r>
            <a:r>
              <a:rPr sz="2000" spc="-25" dirty="0">
                <a:latin typeface="Calibri"/>
                <a:cs typeface="Calibri"/>
              </a:rPr>
              <a:t>s</a:t>
            </a:r>
            <a:r>
              <a:rPr sz="2000" spc="4" dirty="0">
                <a:latin typeface="Calibri"/>
                <a:cs typeface="Calibri"/>
              </a:rPr>
              <a:t>t</a:t>
            </a:r>
            <a:r>
              <a:rPr sz="2000" spc="0" dirty="0">
                <a:latin typeface="Calibri"/>
                <a:cs typeface="Calibri"/>
              </a:rPr>
              <a:t>(n,n’)</a:t>
            </a:r>
            <a:r>
              <a:rPr sz="2000" spc="1" dirty="0">
                <a:latin typeface="Calibri"/>
                <a:cs typeface="Calibri"/>
              </a:rPr>
              <a:t> </a:t>
            </a:r>
            <a:r>
              <a:rPr sz="2000" spc="0" dirty="0">
                <a:latin typeface="Calibri"/>
                <a:cs typeface="Calibri"/>
              </a:rPr>
              <a:t>+</a:t>
            </a:r>
            <a:r>
              <a:rPr sz="2000" spc="-4" dirty="0">
                <a:latin typeface="Calibri"/>
                <a:cs typeface="Calibri"/>
              </a:rPr>
              <a:t> </a:t>
            </a:r>
            <a:r>
              <a:rPr sz="2000" spc="0" dirty="0">
                <a:latin typeface="Calibri"/>
                <a:cs typeface="Calibri"/>
              </a:rPr>
              <a:t>h(n’).</a:t>
            </a:r>
            <a:endParaRPr sz="2000">
              <a:latin typeface="Calibri"/>
              <a:cs typeface="Calibri"/>
            </a:endParaRPr>
          </a:p>
          <a:p>
            <a:pPr marL="584962" marR="33808">
              <a:lnSpc>
                <a:spcPct val="101725"/>
              </a:lnSpc>
              <a:spcBef>
                <a:spcPts val="195"/>
              </a:spcBef>
            </a:pPr>
            <a:r>
              <a:rPr sz="2000" spc="0" dirty="0">
                <a:latin typeface="Calibri"/>
                <a:cs typeface="Calibri"/>
              </a:rPr>
              <a:t>b)</a:t>
            </a:r>
            <a:r>
              <a:rPr sz="2000" spc="-16" dirty="0">
                <a:latin typeface="Calibri"/>
                <a:cs typeface="Calibri"/>
              </a:rPr>
              <a:t> </a:t>
            </a:r>
            <a:r>
              <a:rPr sz="2000" spc="0" dirty="0">
                <a:latin typeface="Calibri"/>
                <a:cs typeface="Calibri"/>
              </a:rPr>
              <a:t>If n’ is</a:t>
            </a:r>
            <a:r>
              <a:rPr sz="2000" spc="-2" dirty="0">
                <a:latin typeface="Calibri"/>
                <a:cs typeface="Calibri"/>
              </a:rPr>
              <a:t> </a:t>
            </a:r>
            <a:r>
              <a:rPr sz="2000" spc="0" dirty="0">
                <a:latin typeface="Calibri"/>
                <a:cs typeface="Calibri"/>
              </a:rPr>
              <a:t>n</a:t>
            </a:r>
            <a:r>
              <a:rPr sz="2000" spc="-9" dirty="0">
                <a:latin typeface="Calibri"/>
                <a:cs typeface="Calibri"/>
              </a:rPr>
              <a:t>e</a:t>
            </a:r>
            <a:r>
              <a:rPr sz="2000" spc="0" dirty="0">
                <a:latin typeface="Calibri"/>
                <a:cs typeface="Calibri"/>
              </a:rPr>
              <a:t>w</a:t>
            </a:r>
            <a:r>
              <a:rPr sz="2000" spc="-20" dirty="0">
                <a:latin typeface="Calibri"/>
                <a:cs typeface="Calibri"/>
              </a:rPr>
              <a:t> </a:t>
            </a:r>
            <a:r>
              <a:rPr sz="2000" spc="0" dirty="0">
                <a:latin typeface="Calibri"/>
                <a:cs typeface="Calibri"/>
              </a:rPr>
              <a:t>(n</a:t>
            </a:r>
            <a:r>
              <a:rPr sz="2000" spc="-9" dirty="0">
                <a:latin typeface="Calibri"/>
                <a:cs typeface="Calibri"/>
              </a:rPr>
              <a:t>e</a:t>
            </a:r>
            <a:r>
              <a:rPr sz="2000" spc="-19" dirty="0">
                <a:latin typeface="Calibri"/>
                <a:cs typeface="Calibri"/>
              </a:rPr>
              <a:t>v</a:t>
            </a:r>
            <a:r>
              <a:rPr sz="2000" spc="4" dirty="0">
                <a:latin typeface="Calibri"/>
                <a:cs typeface="Calibri"/>
              </a:rPr>
              <a:t>e</a:t>
            </a:r>
            <a:r>
              <a:rPr sz="2000" spc="0" dirty="0">
                <a:latin typeface="Calibri"/>
                <a:cs typeface="Calibri"/>
              </a:rPr>
              <a:t>r</a:t>
            </a:r>
            <a:r>
              <a:rPr sz="2000" spc="-11" dirty="0">
                <a:latin typeface="Calibri"/>
                <a:cs typeface="Calibri"/>
              </a:rPr>
              <a:t> </a:t>
            </a:r>
            <a:r>
              <a:rPr sz="2000" spc="-14" dirty="0">
                <a:latin typeface="Calibri"/>
                <a:cs typeface="Calibri"/>
              </a:rPr>
              <a:t>g</a:t>
            </a:r>
            <a:r>
              <a:rPr sz="2000" spc="4" dirty="0">
                <a:latin typeface="Calibri"/>
                <a:cs typeface="Calibri"/>
              </a:rPr>
              <a:t>e</a:t>
            </a:r>
            <a:r>
              <a:rPr sz="2000" spc="0" dirty="0">
                <a:latin typeface="Calibri"/>
                <a:cs typeface="Calibri"/>
              </a:rPr>
              <a:t>ne</a:t>
            </a:r>
            <a:r>
              <a:rPr sz="2000" spc="-39" dirty="0">
                <a:latin typeface="Calibri"/>
                <a:cs typeface="Calibri"/>
              </a:rPr>
              <a:t>r</a:t>
            </a:r>
            <a:r>
              <a:rPr sz="2000" spc="-14" dirty="0">
                <a:latin typeface="Calibri"/>
                <a:cs typeface="Calibri"/>
              </a:rPr>
              <a:t>a</a:t>
            </a:r>
            <a:r>
              <a:rPr sz="2000" spc="-19" dirty="0">
                <a:latin typeface="Calibri"/>
                <a:cs typeface="Calibri"/>
              </a:rPr>
              <a:t>t</a:t>
            </a:r>
            <a:r>
              <a:rPr sz="2000" spc="4" dirty="0">
                <a:latin typeface="Calibri"/>
                <a:cs typeface="Calibri"/>
              </a:rPr>
              <a:t>e</a:t>
            </a:r>
            <a:r>
              <a:rPr sz="2000" spc="0" dirty="0">
                <a:latin typeface="Calibri"/>
                <a:cs typeface="Calibri"/>
              </a:rPr>
              <a:t>d</a:t>
            </a:r>
            <a:r>
              <a:rPr sz="2000" spc="-5" dirty="0">
                <a:latin typeface="Calibri"/>
                <a:cs typeface="Calibri"/>
              </a:rPr>
              <a:t> </a:t>
            </a:r>
            <a:r>
              <a:rPr sz="2000" spc="0" dirty="0">
                <a:latin typeface="Calibri"/>
                <a:cs typeface="Calibri"/>
              </a:rPr>
              <a:t>b</a:t>
            </a:r>
            <a:r>
              <a:rPr sz="2000" spc="-14" dirty="0">
                <a:latin typeface="Calibri"/>
                <a:cs typeface="Calibri"/>
              </a:rPr>
              <a:t>e</a:t>
            </a:r>
            <a:r>
              <a:rPr sz="2000" spc="-39" dirty="0">
                <a:latin typeface="Calibri"/>
                <a:cs typeface="Calibri"/>
              </a:rPr>
              <a:t>f</a:t>
            </a:r>
            <a:r>
              <a:rPr sz="2000" spc="0" dirty="0">
                <a:latin typeface="Calibri"/>
                <a:cs typeface="Calibri"/>
              </a:rPr>
              <a:t>o</a:t>
            </a:r>
            <a:r>
              <a:rPr sz="2000" spc="-25" dirty="0">
                <a:latin typeface="Calibri"/>
                <a:cs typeface="Calibri"/>
              </a:rPr>
              <a:t>r</a:t>
            </a:r>
            <a:r>
              <a:rPr sz="2000" spc="4" dirty="0">
                <a:latin typeface="Calibri"/>
                <a:cs typeface="Calibri"/>
              </a:rPr>
              <a:t>e</a:t>
            </a:r>
            <a:r>
              <a:rPr sz="2000" spc="0" dirty="0">
                <a:latin typeface="Calibri"/>
                <a:cs typeface="Calibri"/>
              </a:rPr>
              <a:t>),</a:t>
            </a:r>
            <a:r>
              <a:rPr sz="2000" spc="-22" dirty="0">
                <a:latin typeface="Calibri"/>
                <a:cs typeface="Calibri"/>
              </a:rPr>
              <a:t> </a:t>
            </a:r>
            <a:r>
              <a:rPr sz="2000" spc="0" dirty="0">
                <a:latin typeface="Calibri"/>
                <a:cs typeface="Calibri"/>
              </a:rPr>
              <a:t>add</a:t>
            </a:r>
            <a:r>
              <a:rPr sz="2000" spc="-30" dirty="0">
                <a:latin typeface="Calibri"/>
                <a:cs typeface="Calibri"/>
              </a:rPr>
              <a:t> </a:t>
            </a:r>
            <a:r>
              <a:rPr sz="2000" spc="0" dirty="0">
                <a:latin typeface="Calibri"/>
                <a:cs typeface="Calibri"/>
              </a:rPr>
              <a:t>n’ </a:t>
            </a:r>
            <a:r>
              <a:rPr sz="2000" spc="-14" dirty="0">
                <a:latin typeface="Calibri"/>
                <a:cs typeface="Calibri"/>
              </a:rPr>
              <a:t>t</a:t>
            </a:r>
            <a:r>
              <a:rPr sz="2000" spc="0" dirty="0">
                <a:latin typeface="Calibri"/>
                <a:cs typeface="Calibri"/>
              </a:rPr>
              <a:t>o</a:t>
            </a:r>
            <a:r>
              <a:rPr sz="2000" spc="-10" dirty="0">
                <a:latin typeface="Calibri"/>
                <a:cs typeface="Calibri"/>
              </a:rPr>
              <a:t> </a:t>
            </a:r>
            <a:r>
              <a:rPr sz="2000" spc="0" dirty="0">
                <a:latin typeface="Calibri"/>
                <a:cs typeface="Calibri"/>
              </a:rPr>
              <a:t>Q.</a:t>
            </a:r>
            <a:endParaRPr sz="2000">
              <a:latin typeface="Calibri"/>
              <a:cs typeface="Calibri"/>
            </a:endParaRPr>
          </a:p>
          <a:p>
            <a:pPr marL="1042157" indent="-457195">
              <a:lnSpc>
                <a:spcPts val="2160"/>
              </a:lnSpc>
              <a:spcBef>
                <a:spcPts val="483"/>
              </a:spcBef>
            </a:pPr>
            <a:r>
              <a:rPr sz="2000" spc="0" dirty="0">
                <a:latin typeface="Calibri"/>
                <a:cs typeface="Calibri"/>
              </a:rPr>
              <a:t>c) If</a:t>
            </a:r>
            <a:r>
              <a:rPr sz="2000" spc="-4" dirty="0">
                <a:latin typeface="Calibri"/>
                <a:cs typeface="Calibri"/>
              </a:rPr>
              <a:t> </a:t>
            </a:r>
            <a:r>
              <a:rPr sz="2000" spc="0" dirty="0">
                <a:latin typeface="Calibri"/>
                <a:cs typeface="Calibri"/>
              </a:rPr>
              <a:t>node</a:t>
            </a:r>
            <a:r>
              <a:rPr sz="2000" spc="-41" dirty="0">
                <a:latin typeface="Calibri"/>
                <a:cs typeface="Calibri"/>
              </a:rPr>
              <a:t> </a:t>
            </a:r>
            <a:r>
              <a:rPr sz="2000" spc="0" dirty="0">
                <a:latin typeface="Calibri"/>
                <a:cs typeface="Calibri"/>
              </a:rPr>
              <a:t>n </a:t>
            </a:r>
            <a:r>
              <a:rPr sz="2000" spc="34" dirty="0">
                <a:latin typeface="Calibri"/>
                <a:cs typeface="Calibri"/>
              </a:rPr>
              <a:t> </a:t>
            </a:r>
            <a:r>
              <a:rPr sz="2000" spc="-4" dirty="0">
                <a:latin typeface="Calibri"/>
                <a:cs typeface="Calibri"/>
              </a:rPr>
              <a:t>i</a:t>
            </a:r>
            <a:r>
              <a:rPr sz="2000" spc="0" dirty="0">
                <a:latin typeface="Calibri"/>
                <a:cs typeface="Calibri"/>
              </a:rPr>
              <a:t>s</a:t>
            </a:r>
            <a:r>
              <a:rPr sz="2000" spc="2" dirty="0">
                <a:latin typeface="Calibri"/>
                <a:cs typeface="Calibri"/>
              </a:rPr>
              <a:t> </a:t>
            </a:r>
            <a:r>
              <a:rPr sz="2000" spc="0" dirty="0">
                <a:latin typeface="Calibri"/>
                <a:cs typeface="Calibri"/>
              </a:rPr>
              <a:t>al</a:t>
            </a:r>
            <a:r>
              <a:rPr sz="2000" spc="-25" dirty="0">
                <a:latin typeface="Calibri"/>
                <a:cs typeface="Calibri"/>
              </a:rPr>
              <a:t>r</a:t>
            </a:r>
            <a:r>
              <a:rPr sz="2000" spc="4" dirty="0">
                <a:latin typeface="Calibri"/>
                <a:cs typeface="Calibri"/>
              </a:rPr>
              <a:t>e</a:t>
            </a:r>
            <a:r>
              <a:rPr sz="2000" spc="0" dirty="0">
                <a:latin typeface="Calibri"/>
                <a:cs typeface="Calibri"/>
              </a:rPr>
              <a:t>ady</a:t>
            </a:r>
            <a:r>
              <a:rPr sz="2000" spc="-24" dirty="0">
                <a:latin typeface="Calibri"/>
                <a:cs typeface="Calibri"/>
              </a:rPr>
              <a:t> </a:t>
            </a:r>
            <a:r>
              <a:rPr sz="2000" spc="-4" dirty="0">
                <a:latin typeface="Calibri"/>
                <a:cs typeface="Calibri"/>
              </a:rPr>
              <a:t>i</a:t>
            </a:r>
            <a:r>
              <a:rPr sz="2000" spc="0" dirty="0">
                <a:latin typeface="Calibri"/>
                <a:cs typeface="Calibri"/>
              </a:rPr>
              <a:t>n Q with</a:t>
            </a:r>
            <a:r>
              <a:rPr sz="2000" spc="9" dirty="0">
                <a:latin typeface="Calibri"/>
                <a:cs typeface="Calibri"/>
              </a:rPr>
              <a:t> </a:t>
            </a:r>
            <a:r>
              <a:rPr sz="2000" spc="0" dirty="0">
                <a:latin typeface="Calibri"/>
                <a:cs typeface="Calibri"/>
              </a:rPr>
              <a:t>a</a:t>
            </a:r>
            <a:r>
              <a:rPr sz="2000" spc="-9" dirty="0">
                <a:latin typeface="Calibri"/>
                <a:cs typeface="Calibri"/>
              </a:rPr>
              <a:t> </a:t>
            </a:r>
            <a:r>
              <a:rPr sz="2000" spc="0" dirty="0">
                <a:latin typeface="Calibri"/>
                <a:cs typeface="Calibri"/>
              </a:rPr>
              <a:t>higher</a:t>
            </a:r>
            <a:r>
              <a:rPr sz="2000" spc="9" dirty="0">
                <a:latin typeface="Calibri"/>
                <a:cs typeface="Calibri"/>
              </a:rPr>
              <a:t> </a:t>
            </a:r>
            <a:r>
              <a:rPr sz="2000" spc="0" dirty="0">
                <a:latin typeface="Calibri"/>
                <a:cs typeface="Calibri"/>
              </a:rPr>
              <a:t>f</a:t>
            </a:r>
            <a:r>
              <a:rPr sz="2000" spc="-6" dirty="0">
                <a:latin typeface="Calibri"/>
                <a:cs typeface="Calibri"/>
              </a:rPr>
              <a:t> </a:t>
            </a:r>
            <a:r>
              <a:rPr sz="2000" spc="-29" dirty="0">
                <a:latin typeface="Calibri"/>
                <a:cs typeface="Calibri"/>
              </a:rPr>
              <a:t>v</a:t>
            </a:r>
            <a:r>
              <a:rPr sz="2000" spc="4" dirty="0">
                <a:latin typeface="Calibri"/>
                <a:cs typeface="Calibri"/>
              </a:rPr>
              <a:t>a</a:t>
            </a:r>
            <a:r>
              <a:rPr sz="2000" spc="-4" dirty="0">
                <a:latin typeface="Calibri"/>
                <a:cs typeface="Calibri"/>
              </a:rPr>
              <a:t>l</a:t>
            </a:r>
            <a:r>
              <a:rPr sz="2000" spc="0" dirty="0">
                <a:latin typeface="Calibri"/>
                <a:cs typeface="Calibri"/>
              </a:rPr>
              <a:t>u</a:t>
            </a:r>
            <a:r>
              <a:rPr sz="2000" spc="4" dirty="0">
                <a:latin typeface="Calibri"/>
                <a:cs typeface="Calibri"/>
              </a:rPr>
              <a:t>e</a:t>
            </a:r>
            <a:r>
              <a:rPr sz="2000" spc="0" dirty="0">
                <a:latin typeface="Calibri"/>
                <a:cs typeface="Calibri"/>
              </a:rPr>
              <a:t>,</a:t>
            </a:r>
            <a:r>
              <a:rPr sz="2000" spc="-19" dirty="0">
                <a:latin typeface="Calibri"/>
                <a:cs typeface="Calibri"/>
              </a:rPr>
              <a:t> </a:t>
            </a:r>
            <a:r>
              <a:rPr sz="2000" spc="-25" dirty="0">
                <a:latin typeface="Calibri"/>
                <a:cs typeface="Calibri"/>
              </a:rPr>
              <a:t>r</a:t>
            </a:r>
            <a:r>
              <a:rPr sz="2000" spc="4" dirty="0">
                <a:latin typeface="Calibri"/>
                <a:cs typeface="Calibri"/>
              </a:rPr>
              <a:t>e</a:t>
            </a:r>
            <a:r>
              <a:rPr sz="2000" spc="0" dirty="0">
                <a:latin typeface="Calibri"/>
                <a:cs typeface="Calibri"/>
              </a:rPr>
              <a:t>p</a:t>
            </a:r>
            <a:r>
              <a:rPr sz="2000" spc="-4" dirty="0">
                <a:latin typeface="Calibri"/>
                <a:cs typeface="Calibri"/>
              </a:rPr>
              <a:t>l</a:t>
            </a:r>
            <a:r>
              <a:rPr sz="2000" spc="4" dirty="0">
                <a:latin typeface="Calibri"/>
                <a:cs typeface="Calibri"/>
              </a:rPr>
              <a:t>a</a:t>
            </a:r>
            <a:r>
              <a:rPr sz="2000" spc="0" dirty="0">
                <a:latin typeface="Calibri"/>
                <a:cs typeface="Calibri"/>
              </a:rPr>
              <a:t>ce</a:t>
            </a:r>
            <a:r>
              <a:rPr sz="2000" spc="4" dirty="0">
                <a:latin typeface="Calibri"/>
                <a:cs typeface="Calibri"/>
              </a:rPr>
              <a:t> </a:t>
            </a:r>
            <a:r>
              <a:rPr sz="2000" spc="-4" dirty="0">
                <a:latin typeface="Calibri"/>
                <a:cs typeface="Calibri"/>
              </a:rPr>
              <a:t>i</a:t>
            </a:r>
            <a:r>
              <a:rPr sz="2000" spc="0" dirty="0">
                <a:latin typeface="Calibri"/>
                <a:cs typeface="Calibri"/>
              </a:rPr>
              <a:t>t</a:t>
            </a:r>
            <a:r>
              <a:rPr sz="2000" spc="14" dirty="0">
                <a:latin typeface="Calibri"/>
                <a:cs typeface="Calibri"/>
              </a:rPr>
              <a:t> </a:t>
            </a:r>
            <a:r>
              <a:rPr sz="2000" spc="0" dirty="0">
                <a:latin typeface="Calibri"/>
                <a:cs typeface="Calibri"/>
              </a:rPr>
              <a:t>with cur</a:t>
            </a:r>
            <a:r>
              <a:rPr sz="2000" spc="-25" dirty="0">
                <a:latin typeface="Calibri"/>
                <a:cs typeface="Calibri"/>
              </a:rPr>
              <a:t>r</a:t>
            </a:r>
            <a:r>
              <a:rPr sz="2000" spc="0" dirty="0">
                <a:latin typeface="Calibri"/>
                <a:cs typeface="Calibri"/>
              </a:rPr>
              <a:t>e</a:t>
            </a:r>
            <a:r>
              <a:rPr sz="2000" spc="-19" dirty="0">
                <a:latin typeface="Calibri"/>
                <a:cs typeface="Calibri"/>
              </a:rPr>
              <a:t>n</a:t>
            </a:r>
            <a:r>
              <a:rPr sz="2000" spc="0" dirty="0">
                <a:latin typeface="Calibri"/>
                <a:cs typeface="Calibri"/>
              </a:rPr>
              <a:t>t</a:t>
            </a:r>
            <a:r>
              <a:rPr sz="2000" spc="-15" dirty="0">
                <a:latin typeface="Calibri"/>
                <a:cs typeface="Calibri"/>
              </a:rPr>
              <a:t> </a:t>
            </a:r>
            <a:r>
              <a:rPr sz="2000" spc="0" dirty="0">
                <a:latin typeface="Calibri"/>
                <a:cs typeface="Calibri"/>
              </a:rPr>
              <a:t>f(n’)</a:t>
            </a:r>
            <a:r>
              <a:rPr sz="2000" spc="-28" dirty="0">
                <a:latin typeface="Calibri"/>
                <a:cs typeface="Calibri"/>
              </a:rPr>
              <a:t> </a:t>
            </a:r>
            <a:r>
              <a:rPr sz="2000" spc="0" dirty="0">
                <a:latin typeface="Calibri"/>
                <a:cs typeface="Calibri"/>
              </a:rPr>
              <a:t>and</a:t>
            </a:r>
            <a:r>
              <a:rPr sz="2000" spc="-25" dirty="0">
                <a:latin typeface="Calibri"/>
                <a:cs typeface="Calibri"/>
              </a:rPr>
              <a:t> </a:t>
            </a:r>
            <a:r>
              <a:rPr sz="2000" spc="0" dirty="0">
                <a:latin typeface="Calibri"/>
                <a:cs typeface="Calibri"/>
              </a:rPr>
              <a:t>place</a:t>
            </a:r>
            <a:r>
              <a:rPr sz="2000" spc="14" dirty="0">
                <a:latin typeface="Calibri"/>
                <a:cs typeface="Calibri"/>
              </a:rPr>
              <a:t> </a:t>
            </a:r>
            <a:r>
              <a:rPr sz="2000" spc="0" dirty="0">
                <a:latin typeface="Calibri"/>
                <a:cs typeface="Calibri"/>
              </a:rPr>
              <a:t>it</a:t>
            </a:r>
            <a:r>
              <a:rPr sz="2000" spc="4" dirty="0">
                <a:latin typeface="Calibri"/>
                <a:cs typeface="Calibri"/>
              </a:rPr>
              <a:t> </a:t>
            </a:r>
            <a:r>
              <a:rPr sz="2000" spc="0" dirty="0">
                <a:latin typeface="Calibri"/>
                <a:cs typeface="Calibri"/>
              </a:rPr>
              <a:t>in</a:t>
            </a:r>
            <a:r>
              <a:rPr sz="2000" spc="4" dirty="0">
                <a:latin typeface="Calibri"/>
                <a:cs typeface="Calibri"/>
              </a:rPr>
              <a:t> </a:t>
            </a:r>
            <a:r>
              <a:rPr sz="2000" spc="0" dirty="0">
                <a:latin typeface="Calibri"/>
                <a:cs typeface="Calibri"/>
              </a:rPr>
              <a:t>sor</a:t>
            </a:r>
            <a:r>
              <a:rPr sz="2000" spc="-19" dirty="0">
                <a:latin typeface="Calibri"/>
                <a:cs typeface="Calibri"/>
              </a:rPr>
              <a:t>t</a:t>
            </a:r>
            <a:r>
              <a:rPr sz="2000" spc="0" dirty="0">
                <a:latin typeface="Calibri"/>
                <a:cs typeface="Calibri"/>
              </a:rPr>
              <a:t>ed</a:t>
            </a:r>
            <a:r>
              <a:rPr sz="2000" spc="-5" dirty="0">
                <a:latin typeface="Calibri"/>
                <a:cs typeface="Calibri"/>
              </a:rPr>
              <a:t> </a:t>
            </a:r>
            <a:r>
              <a:rPr sz="2000" spc="0" dirty="0">
                <a:latin typeface="Calibri"/>
                <a:cs typeface="Calibri"/>
              </a:rPr>
              <a:t>o</a:t>
            </a:r>
            <a:r>
              <a:rPr sz="2000" spc="-29" dirty="0">
                <a:latin typeface="Calibri"/>
                <a:cs typeface="Calibri"/>
              </a:rPr>
              <a:t>r</a:t>
            </a:r>
            <a:r>
              <a:rPr sz="2000" spc="0" dirty="0">
                <a:latin typeface="Calibri"/>
                <a:cs typeface="Calibri"/>
              </a:rPr>
              <a:t>der</a:t>
            </a:r>
            <a:r>
              <a:rPr sz="2000" spc="4" dirty="0">
                <a:latin typeface="Calibri"/>
                <a:cs typeface="Calibri"/>
              </a:rPr>
              <a:t> </a:t>
            </a:r>
            <a:r>
              <a:rPr sz="2000" spc="0" dirty="0">
                <a:latin typeface="Calibri"/>
                <a:cs typeface="Calibri"/>
              </a:rPr>
              <a:t>in</a:t>
            </a:r>
            <a:r>
              <a:rPr sz="2000" spc="4" dirty="0">
                <a:latin typeface="Calibri"/>
                <a:cs typeface="Calibri"/>
              </a:rPr>
              <a:t> </a:t>
            </a:r>
            <a:r>
              <a:rPr sz="2000" spc="0" dirty="0">
                <a:latin typeface="Calibri"/>
                <a:cs typeface="Calibri"/>
              </a:rPr>
              <a:t>Q.</a:t>
            </a:r>
            <a:endParaRPr sz="2000">
              <a:latin typeface="Calibri"/>
              <a:cs typeface="Calibri"/>
            </a:endParaRPr>
          </a:p>
          <a:p>
            <a:pPr marL="584958" marR="33808">
              <a:lnSpc>
                <a:spcPct val="101725"/>
              </a:lnSpc>
              <a:spcBef>
                <a:spcPts val="192"/>
              </a:spcBef>
            </a:pPr>
            <a:r>
              <a:rPr sz="2000" spc="0" dirty="0">
                <a:latin typeface="Calibri"/>
                <a:cs typeface="Calibri"/>
              </a:rPr>
              <a:t>End</a:t>
            </a:r>
            <a:r>
              <a:rPr sz="2000" spc="-40" dirty="0">
                <a:latin typeface="Calibri"/>
                <a:cs typeface="Calibri"/>
              </a:rPr>
              <a:t> </a:t>
            </a:r>
            <a:r>
              <a:rPr sz="2000" spc="-39" dirty="0">
                <a:latin typeface="Calibri"/>
                <a:cs typeface="Calibri"/>
              </a:rPr>
              <a:t>f</a:t>
            </a:r>
            <a:r>
              <a:rPr sz="2000" spc="0" dirty="0">
                <a:latin typeface="Calibri"/>
                <a:cs typeface="Calibri"/>
              </a:rPr>
              <a:t>or</a:t>
            </a:r>
            <a:endParaRPr sz="2000">
              <a:latin typeface="Calibri"/>
              <a:cs typeface="Calibri"/>
            </a:endParaRPr>
          </a:p>
          <a:p>
            <a:pPr marL="33317" marR="33808">
              <a:lnSpc>
                <a:spcPct val="101725"/>
              </a:lnSpc>
              <a:spcBef>
                <a:spcPts val="195"/>
              </a:spcBef>
            </a:pPr>
            <a:r>
              <a:rPr sz="2000" spc="0" dirty="0">
                <a:latin typeface="Calibri"/>
                <a:cs typeface="Calibri"/>
              </a:rPr>
              <a:t>Go</a:t>
            </a:r>
            <a:r>
              <a:rPr sz="2000" spc="-10" dirty="0">
                <a:latin typeface="Calibri"/>
                <a:cs typeface="Calibri"/>
              </a:rPr>
              <a:t> </a:t>
            </a:r>
            <a:r>
              <a:rPr sz="2000" spc="0" dirty="0">
                <a:latin typeface="Calibri"/>
                <a:cs typeface="Calibri"/>
              </a:rPr>
              <a:t>back</a:t>
            </a:r>
            <a:r>
              <a:rPr sz="2000" spc="-10" dirty="0">
                <a:latin typeface="Calibri"/>
                <a:cs typeface="Calibri"/>
              </a:rPr>
              <a:t> </a:t>
            </a:r>
            <a:r>
              <a:rPr sz="2000" spc="-14" dirty="0">
                <a:latin typeface="Calibri"/>
                <a:cs typeface="Calibri"/>
              </a:rPr>
              <a:t>t</a:t>
            </a:r>
            <a:r>
              <a:rPr sz="2000" spc="0" dirty="0">
                <a:latin typeface="Calibri"/>
                <a:cs typeface="Calibri"/>
              </a:rPr>
              <a:t>o</a:t>
            </a:r>
            <a:r>
              <a:rPr sz="2000" spc="-15" dirty="0">
                <a:latin typeface="Calibri"/>
                <a:cs typeface="Calibri"/>
              </a:rPr>
              <a:t> </a:t>
            </a:r>
            <a:r>
              <a:rPr sz="2000" spc="-25" dirty="0">
                <a:latin typeface="Calibri"/>
                <a:cs typeface="Calibri"/>
              </a:rPr>
              <a:t>st</a:t>
            </a:r>
            <a:r>
              <a:rPr sz="2000" spc="0" dirty="0">
                <a:latin typeface="Calibri"/>
                <a:cs typeface="Calibri"/>
              </a:rPr>
              <a:t>ep</a:t>
            </a:r>
            <a:r>
              <a:rPr sz="2000" spc="-3" dirty="0">
                <a:latin typeface="Calibri"/>
                <a:cs typeface="Calibri"/>
              </a:rPr>
              <a:t> </a:t>
            </a:r>
            <a:r>
              <a:rPr sz="2000" spc="0" dirty="0">
                <a:latin typeface="Calibri"/>
                <a:cs typeface="Calibri"/>
              </a:rPr>
              <a:t>3.</a:t>
            </a:r>
            <a:endParaRPr sz="2000">
              <a:latin typeface="Calibri"/>
              <a:cs typeface="Calibri"/>
            </a:endParaRPr>
          </a:p>
        </p:txBody>
      </p:sp>
      <p:sp>
        <p:nvSpPr>
          <p:cNvPr id="6" name="object 6"/>
          <p:cNvSpPr txBox="1"/>
          <p:nvPr/>
        </p:nvSpPr>
        <p:spPr>
          <a:xfrm>
            <a:off x="688341" y="3047183"/>
            <a:ext cx="256295" cy="934142"/>
          </a:xfrm>
          <a:prstGeom prst="rect">
            <a:avLst/>
          </a:prstGeom>
        </p:spPr>
        <p:txBody>
          <a:bodyPr wrap="square" lIns="0" tIns="0" rIns="0" bIns="0" rtlCol="0">
            <a:noAutofit/>
          </a:bodyPr>
          <a:lstStyle/>
          <a:p>
            <a:pPr marL="12704" marR="64">
              <a:lnSpc>
                <a:spcPts val="2135"/>
              </a:lnSpc>
              <a:spcBef>
                <a:spcPts val="106"/>
              </a:spcBef>
            </a:pPr>
            <a:r>
              <a:rPr sz="3000" spc="0" baseline="2730" dirty="0">
                <a:latin typeface="Calibri"/>
                <a:cs typeface="Calibri"/>
              </a:rPr>
              <a:t>5.</a:t>
            </a:r>
            <a:endParaRPr sz="2000">
              <a:latin typeface="Calibri"/>
              <a:cs typeface="Calibri"/>
            </a:endParaRPr>
          </a:p>
          <a:p>
            <a:pPr marL="12704" marR="13">
              <a:lnSpc>
                <a:spcPct val="101725"/>
              </a:lnSpc>
              <a:spcBef>
                <a:spcPts val="88"/>
              </a:spcBef>
            </a:pPr>
            <a:r>
              <a:rPr sz="2000" spc="0" dirty="0">
                <a:latin typeface="Calibri"/>
                <a:cs typeface="Calibri"/>
              </a:rPr>
              <a:t>6.</a:t>
            </a:r>
            <a:endParaRPr sz="2000">
              <a:latin typeface="Calibri"/>
              <a:cs typeface="Calibri"/>
            </a:endParaRPr>
          </a:p>
          <a:p>
            <a:pPr marL="12700">
              <a:lnSpc>
                <a:spcPct val="101725"/>
              </a:lnSpc>
              <a:spcBef>
                <a:spcPts val="195"/>
              </a:spcBef>
            </a:pPr>
            <a:r>
              <a:rPr sz="2000" spc="0" dirty="0">
                <a:latin typeface="Calibri"/>
                <a:cs typeface="Calibri"/>
              </a:rPr>
              <a:t>7.</a:t>
            </a:r>
            <a:endParaRPr sz="2000">
              <a:latin typeface="Calibri"/>
              <a:cs typeface="Calibri"/>
            </a:endParaRPr>
          </a:p>
        </p:txBody>
      </p:sp>
      <p:sp>
        <p:nvSpPr>
          <p:cNvPr id="5" name="object 5"/>
          <p:cNvSpPr txBox="1"/>
          <p:nvPr/>
        </p:nvSpPr>
        <p:spPr>
          <a:xfrm>
            <a:off x="688341" y="5625495"/>
            <a:ext cx="256295" cy="274570"/>
          </a:xfrm>
          <a:prstGeom prst="rect">
            <a:avLst/>
          </a:prstGeom>
        </p:spPr>
        <p:txBody>
          <a:bodyPr wrap="square" lIns="0" tIns="0" rIns="0" bIns="0" rtlCol="0">
            <a:noAutofit/>
          </a:bodyPr>
          <a:lstStyle/>
          <a:p>
            <a:pPr marL="12700">
              <a:lnSpc>
                <a:spcPts val="2135"/>
              </a:lnSpc>
              <a:spcBef>
                <a:spcPts val="106"/>
              </a:spcBef>
            </a:pPr>
            <a:r>
              <a:rPr sz="3000" spc="0" baseline="2730" dirty="0">
                <a:latin typeface="Calibri"/>
                <a:cs typeface="Calibri"/>
              </a:rPr>
              <a:t>8.</a:t>
            </a:r>
            <a:endParaRPr sz="2000">
              <a:latin typeface="Calibri"/>
              <a:cs typeface="Calibri"/>
            </a:endParaRPr>
          </a:p>
        </p:txBody>
      </p:sp>
      <p:sp>
        <p:nvSpPr>
          <p:cNvPr id="4" name="object 4"/>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3" name="object 3"/>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65</a:t>
            </a:r>
            <a:endParaRPr sz="1200">
              <a:latin typeface="Calibri"/>
              <a:cs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object 70"/>
          <p:cNvSpPr txBox="1"/>
          <p:nvPr/>
        </p:nvSpPr>
        <p:spPr>
          <a:xfrm>
            <a:off x="0" y="2785171"/>
            <a:ext cx="9144000" cy="1067300"/>
          </a:xfrm>
          <a:prstGeom prst="rect">
            <a:avLst/>
          </a:prstGeom>
        </p:spPr>
        <p:txBody>
          <a:bodyPr wrap="square" lIns="0" tIns="0" rIns="0" bIns="0" rtlCol="0">
            <a:noAutofit/>
          </a:bodyPr>
          <a:lstStyle/>
          <a:p>
            <a:pPr marL="1234440">
              <a:lnSpc>
                <a:spcPts val="1835"/>
              </a:lnSpc>
              <a:spcBef>
                <a:spcPts val="91"/>
              </a:spcBef>
            </a:pPr>
            <a:r>
              <a:rPr sz="2700" spc="0" baseline="3034" dirty="0">
                <a:latin typeface="Calibri"/>
                <a:cs typeface="Calibri"/>
              </a:rPr>
              <a:t>C</a:t>
            </a:r>
            <a:endParaRPr sz="1800">
              <a:latin typeface="Calibri"/>
              <a:cs typeface="Calibri"/>
            </a:endParaRPr>
          </a:p>
        </p:txBody>
      </p:sp>
      <p:sp>
        <p:nvSpPr>
          <p:cNvPr id="68" name="object 68"/>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31" name="object 31"/>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32" name="object 32"/>
          <p:cNvSpPr/>
          <p:nvPr/>
        </p:nvSpPr>
        <p:spPr>
          <a:xfrm>
            <a:off x="2133600" y="1948721"/>
            <a:ext cx="457200" cy="449705"/>
          </a:xfrm>
          <a:custGeom>
            <a:avLst/>
            <a:gdLst/>
            <a:ahLst/>
            <a:cxnLst/>
            <a:rect l="l" t="t" r="r" b="b"/>
            <a:pathLst>
              <a:path w="457200" h="457200">
                <a:moveTo>
                  <a:pt x="0" y="228600"/>
                </a:move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5568" y="156545"/>
                </a:ln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6673" y="173834"/>
                </a:lnTo>
                <a:lnTo>
                  <a:pt x="3006" y="191646"/>
                </a:lnTo>
                <a:lnTo>
                  <a:pt x="761" y="209921"/>
                </a:lnTo>
                <a:lnTo>
                  <a:pt x="0" y="228600"/>
                </a:lnTo>
                <a:close/>
              </a:path>
            </a:pathLst>
          </a:custGeom>
          <a:solidFill>
            <a:srgbClr val="4E80BD"/>
          </a:solidFill>
        </p:spPr>
        <p:txBody>
          <a:bodyPr wrap="square" lIns="0" tIns="0" rIns="0" bIns="0" rtlCol="0">
            <a:noAutofit/>
          </a:bodyPr>
          <a:lstStyle/>
          <a:p>
            <a:endParaRPr/>
          </a:p>
        </p:txBody>
      </p:sp>
      <p:sp>
        <p:nvSpPr>
          <p:cNvPr id="33" name="object 33"/>
          <p:cNvSpPr/>
          <p:nvPr/>
        </p:nvSpPr>
        <p:spPr>
          <a:xfrm>
            <a:off x="2127505" y="1943479"/>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34" name="object 34"/>
          <p:cNvSpPr/>
          <p:nvPr/>
        </p:nvSpPr>
        <p:spPr>
          <a:xfrm>
            <a:off x="3194305" y="2468135"/>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26028" y="428239"/>
                </a:moveTo>
                <a:lnTo>
                  <a:pt x="102232" y="413159"/>
                </a:lnTo>
                <a:lnTo>
                  <a:pt x="78306" y="392461"/>
                </a:lnTo>
                <a:lnTo>
                  <a:pt x="57150" y="367643"/>
                </a:lnTo>
                <a:lnTo>
                  <a:pt x="39257" y="338680"/>
                </a:lnTo>
                <a:lnTo>
                  <a:pt x="25122" y="305547"/>
                </a:ln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01747" y="428239"/>
                </a:lnTo>
                <a:lnTo>
                  <a:pt x="126028" y="428239"/>
                </a:lnTo>
                <a:close/>
              </a:path>
              <a:path w="298707" h="468099">
                <a:moveTo>
                  <a:pt x="367477" y="428239"/>
                </a:move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42993" y="428239"/>
                </a:lnTo>
                <a:lnTo>
                  <a:pt x="367477" y="428239"/>
                </a:lnTo>
                <a:close/>
              </a:path>
            </a:pathLst>
          </a:custGeom>
          <a:solidFill>
            <a:srgbClr val="000000"/>
          </a:solidFill>
        </p:spPr>
        <p:txBody>
          <a:bodyPr wrap="square" lIns="0" tIns="0" rIns="0" bIns="0" rtlCol="0">
            <a:noAutofit/>
          </a:bodyPr>
          <a:lstStyle/>
          <a:p>
            <a:endParaRPr/>
          </a:p>
        </p:txBody>
      </p:sp>
      <p:sp>
        <p:nvSpPr>
          <p:cNvPr id="35" name="object 35"/>
          <p:cNvSpPr/>
          <p:nvPr/>
        </p:nvSpPr>
        <p:spPr>
          <a:xfrm>
            <a:off x="1060705" y="2618037"/>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17257" y="275839"/>
                </a:moveTo>
                <a:lnTo>
                  <a:pt x="15240" y="268219"/>
                </a:lnTo>
                <a:lnTo>
                  <a:pt x="13716" y="256789"/>
                </a:lnTo>
                <a:lnTo>
                  <a:pt x="12954" y="245359"/>
                </a:lnTo>
                <a:lnTo>
                  <a:pt x="12954" y="233929"/>
                </a:ln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1524" y="258313"/>
                </a:lnTo>
                <a:lnTo>
                  <a:pt x="3048" y="270505"/>
                </a:lnTo>
                <a:lnTo>
                  <a:pt x="4457" y="275839"/>
                </a:lnTo>
                <a:lnTo>
                  <a:pt x="17257" y="275839"/>
                </a:lnTo>
                <a:close/>
              </a:path>
              <a:path w="298707" h="468099">
                <a:moveTo>
                  <a:pt x="465707" y="275839"/>
                </a:moveTo>
                <a:lnTo>
                  <a:pt x="465801" y="275477"/>
                </a:lnTo>
                <a:lnTo>
                  <a:pt x="470154" y="233929"/>
                </a:lnTo>
                <a:lnTo>
                  <a:pt x="469392" y="221737"/>
                </a:lnTo>
                <a:lnTo>
                  <a:pt x="468630" y="21030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2420" y="275839"/>
                </a:lnTo>
                <a:lnTo>
                  <a:pt x="465707" y="275839"/>
                </a:lnTo>
                <a:close/>
              </a:path>
            </a:pathLst>
          </a:custGeom>
          <a:solidFill>
            <a:srgbClr val="000000"/>
          </a:solidFill>
        </p:spPr>
        <p:txBody>
          <a:bodyPr wrap="square" lIns="0" tIns="0" rIns="0" bIns="0" rtlCol="0">
            <a:noAutofit/>
          </a:bodyPr>
          <a:lstStyle/>
          <a:p>
            <a:endParaRPr/>
          </a:p>
        </p:txBody>
      </p:sp>
      <p:sp>
        <p:nvSpPr>
          <p:cNvPr id="36" name="object 36"/>
          <p:cNvSpPr/>
          <p:nvPr/>
        </p:nvSpPr>
        <p:spPr>
          <a:xfrm>
            <a:off x="2362200" y="2392431"/>
            <a:ext cx="1067562" cy="87691"/>
          </a:xfrm>
          <a:custGeom>
            <a:avLst/>
            <a:gdLst/>
            <a:ahLst/>
            <a:cxnLst/>
            <a:rect l="l" t="t" r="r" b="b"/>
            <a:pathLst>
              <a:path w="1067562" h="89153">
                <a:moveTo>
                  <a:pt x="762" y="0"/>
                </a:moveTo>
                <a:lnTo>
                  <a:pt x="0" y="12954"/>
                </a:lnTo>
                <a:lnTo>
                  <a:pt x="1066800" y="89153"/>
                </a:lnTo>
                <a:lnTo>
                  <a:pt x="1067562" y="76199"/>
                </a:lnTo>
                <a:lnTo>
                  <a:pt x="762" y="0"/>
                </a:lnTo>
                <a:close/>
              </a:path>
            </a:pathLst>
          </a:custGeom>
          <a:solidFill>
            <a:srgbClr val="000000"/>
          </a:solidFill>
        </p:spPr>
        <p:txBody>
          <a:bodyPr wrap="square" lIns="0" tIns="0" rIns="0" bIns="0" rtlCol="0">
            <a:noAutofit/>
          </a:bodyPr>
          <a:lstStyle/>
          <a:p>
            <a:endParaRPr/>
          </a:p>
        </p:txBody>
      </p:sp>
      <p:sp>
        <p:nvSpPr>
          <p:cNvPr id="37" name="object 37"/>
          <p:cNvSpPr/>
          <p:nvPr/>
        </p:nvSpPr>
        <p:spPr>
          <a:xfrm>
            <a:off x="2356104" y="2398426"/>
            <a:ext cx="89154" cy="675307"/>
          </a:xfrm>
          <a:custGeom>
            <a:avLst/>
            <a:gdLst/>
            <a:ahLst/>
            <a:cxnLst/>
            <a:rect l="l" t="t" r="r" b="b"/>
            <a:pathLst>
              <a:path w="89154" h="686562">
                <a:moveTo>
                  <a:pt x="68410" y="499109"/>
                </a:moveTo>
                <a:lnTo>
                  <a:pt x="12954" y="0"/>
                </a:lnTo>
                <a:lnTo>
                  <a:pt x="0" y="762"/>
                </a:lnTo>
                <a:lnTo>
                  <a:pt x="55372" y="499109"/>
                </a:lnTo>
                <a:lnTo>
                  <a:pt x="68410" y="499109"/>
                </a:lnTo>
                <a:close/>
              </a:path>
            </a:pathLst>
          </a:custGeom>
          <a:solidFill>
            <a:srgbClr val="000000"/>
          </a:solidFill>
        </p:spPr>
        <p:txBody>
          <a:bodyPr wrap="square" lIns="0" tIns="0" rIns="0" bIns="0" rtlCol="0">
            <a:noAutofit/>
          </a:bodyPr>
          <a:lstStyle/>
          <a:p>
            <a:endParaRPr/>
          </a:p>
        </p:txBody>
      </p:sp>
      <p:sp>
        <p:nvSpPr>
          <p:cNvPr id="38" name="object 38"/>
          <p:cNvSpPr/>
          <p:nvPr/>
        </p:nvSpPr>
        <p:spPr>
          <a:xfrm>
            <a:off x="1294638" y="2392430"/>
            <a:ext cx="1069086" cy="237594"/>
          </a:xfrm>
          <a:custGeom>
            <a:avLst/>
            <a:gdLst/>
            <a:ahLst/>
            <a:cxnLst/>
            <a:rect l="l" t="t" r="r" b="b"/>
            <a:pathLst>
              <a:path w="1069086" h="241554">
                <a:moveTo>
                  <a:pt x="1069086" y="12953"/>
                </a:moveTo>
                <a:lnTo>
                  <a:pt x="1066800" y="0"/>
                </a:lnTo>
                <a:lnTo>
                  <a:pt x="0" y="228599"/>
                </a:lnTo>
                <a:lnTo>
                  <a:pt x="2286" y="241553"/>
                </a:lnTo>
                <a:lnTo>
                  <a:pt x="1069086" y="12953"/>
                </a:lnTo>
                <a:close/>
              </a:path>
            </a:pathLst>
          </a:custGeom>
          <a:solidFill>
            <a:srgbClr val="000000"/>
          </a:solidFill>
        </p:spPr>
        <p:txBody>
          <a:bodyPr wrap="square" lIns="0" tIns="0" rIns="0" bIns="0" rtlCol="0">
            <a:noAutofit/>
          </a:bodyPr>
          <a:lstStyle/>
          <a:p>
            <a:endParaRPr/>
          </a:p>
        </p:txBody>
      </p:sp>
      <p:sp>
        <p:nvSpPr>
          <p:cNvPr id="39" name="object 39"/>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0" name="object 40"/>
          <p:cNvSpPr/>
          <p:nvPr/>
        </p:nvSpPr>
        <p:spPr>
          <a:xfrm>
            <a:off x="3194305" y="2468135"/>
            <a:ext cx="298707" cy="460425"/>
          </a:xfrm>
          <a:custGeom>
            <a:avLst/>
            <a:gdLst/>
            <a:ahLst/>
            <a:cxnLst/>
            <a:rect l="l" t="t" r="r" b="b"/>
            <a:pathLst>
              <a:path w="298707" h="468099">
                <a:moveTo>
                  <a:pt x="253203" y="467715"/>
                </a:moveTo>
                <a:lnTo>
                  <a:pt x="285567" y="463022"/>
                </a:lnTo>
                <a:lnTo>
                  <a:pt x="317043" y="454061"/>
                </a:lnTo>
                <a:lnTo>
                  <a:pt x="347075" y="440877"/>
                </a:lnTo>
                <a:lnTo>
                  <a:pt x="367477" y="428239"/>
                </a:lnTo>
                <a:lnTo>
                  <a:pt x="342993" y="428239"/>
                </a:lnTo>
                <a:lnTo>
                  <a:pt x="333994" y="433403"/>
                </a:lnTo>
                <a:lnTo>
                  <a:pt x="305715" y="444771"/>
                </a:lnTo>
                <a:lnTo>
                  <a:pt x="276250" y="452218"/>
                </a:lnTo>
                <a:lnTo>
                  <a:pt x="246092" y="455718"/>
                </a:lnTo>
                <a:lnTo>
                  <a:pt x="215737" y="455248"/>
                </a:lnTo>
                <a:lnTo>
                  <a:pt x="185679" y="450782"/>
                </a:lnTo>
                <a:lnTo>
                  <a:pt x="156413" y="442295"/>
                </a:lnTo>
                <a:lnTo>
                  <a:pt x="128432" y="429762"/>
                </a:lnTo>
                <a:lnTo>
                  <a:pt x="126028" y="428239"/>
                </a:lnTo>
                <a:lnTo>
                  <a:pt x="101747" y="428239"/>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41" name="object 41"/>
          <p:cNvSpPr/>
          <p:nvPr/>
        </p:nvSpPr>
        <p:spPr>
          <a:xfrm>
            <a:off x="527304" y="3367545"/>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2" name="object 42"/>
          <p:cNvSpPr/>
          <p:nvPr/>
        </p:nvSpPr>
        <p:spPr>
          <a:xfrm>
            <a:off x="1060705" y="2618037"/>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707" y="275839"/>
                </a:lnTo>
                <a:lnTo>
                  <a:pt x="452420" y="275839"/>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7257" y="275839"/>
                </a:lnTo>
                <a:lnTo>
                  <a:pt x="4457" y="275839"/>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43" name="object 43"/>
          <p:cNvSpPr/>
          <p:nvPr/>
        </p:nvSpPr>
        <p:spPr>
          <a:xfrm>
            <a:off x="2203705" y="3067742"/>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44" name="object 44"/>
          <p:cNvSpPr/>
          <p:nvPr/>
        </p:nvSpPr>
        <p:spPr>
          <a:xfrm>
            <a:off x="2434590" y="3518191"/>
            <a:ext cx="617220" cy="459449"/>
          </a:xfrm>
          <a:custGeom>
            <a:avLst/>
            <a:gdLst/>
            <a:ahLst/>
            <a:cxnLst/>
            <a:rect l="l" t="t" r="r" b="b"/>
            <a:pathLst>
              <a:path w="617219" h="467105">
                <a:moveTo>
                  <a:pt x="460755" y="339851"/>
                </a:moveTo>
                <a:lnTo>
                  <a:pt x="7619" y="0"/>
                </a:lnTo>
                <a:lnTo>
                  <a:pt x="0" y="9906"/>
                </a:lnTo>
                <a:lnTo>
                  <a:pt x="439927" y="339851"/>
                </a:lnTo>
                <a:lnTo>
                  <a:pt x="460755" y="339851"/>
                </a:lnTo>
                <a:close/>
              </a:path>
            </a:pathLst>
          </a:custGeom>
          <a:solidFill>
            <a:srgbClr val="000000"/>
          </a:solidFill>
        </p:spPr>
        <p:txBody>
          <a:bodyPr wrap="square" lIns="0" tIns="0" rIns="0" bIns="0" rtlCol="0">
            <a:noAutofit/>
          </a:bodyPr>
          <a:lstStyle/>
          <a:p>
            <a:endParaRPr/>
          </a:p>
        </p:txBody>
      </p:sp>
      <p:sp>
        <p:nvSpPr>
          <p:cNvPr id="45" name="object 45"/>
          <p:cNvSpPr/>
          <p:nvPr/>
        </p:nvSpPr>
        <p:spPr>
          <a:xfrm>
            <a:off x="1521714" y="3517442"/>
            <a:ext cx="919734" cy="460948"/>
          </a:xfrm>
          <a:custGeom>
            <a:avLst/>
            <a:gdLst/>
            <a:ahLst/>
            <a:cxnLst/>
            <a:rect l="l" t="t" r="r" b="b"/>
            <a:pathLst>
              <a:path w="919734" h="468629">
                <a:moveTo>
                  <a:pt x="261366" y="340613"/>
                </a:moveTo>
                <a:lnTo>
                  <a:pt x="919734" y="11429"/>
                </a:lnTo>
                <a:lnTo>
                  <a:pt x="914400" y="0"/>
                </a:lnTo>
                <a:lnTo>
                  <a:pt x="233172" y="340613"/>
                </a:lnTo>
                <a:lnTo>
                  <a:pt x="261366" y="340613"/>
                </a:lnTo>
                <a:close/>
              </a:path>
            </a:pathLst>
          </a:custGeom>
          <a:solidFill>
            <a:srgbClr val="000000"/>
          </a:solidFill>
        </p:spPr>
        <p:txBody>
          <a:bodyPr wrap="square" lIns="0" tIns="0" rIns="0" bIns="0" rtlCol="0">
            <a:noAutofit/>
          </a:bodyPr>
          <a:lstStyle/>
          <a:p>
            <a:endParaRPr/>
          </a:p>
        </p:txBody>
      </p:sp>
      <p:sp>
        <p:nvSpPr>
          <p:cNvPr id="46" name="object 46"/>
          <p:cNvSpPr/>
          <p:nvPr/>
        </p:nvSpPr>
        <p:spPr>
          <a:xfrm>
            <a:off x="2356104" y="2398426"/>
            <a:ext cx="89154" cy="675307"/>
          </a:xfrm>
          <a:custGeom>
            <a:avLst/>
            <a:gdLst/>
            <a:ahLst/>
            <a:cxnLst/>
            <a:rect l="l" t="t" r="r" b="b"/>
            <a:pathLst>
              <a:path w="89154" h="686562">
                <a:moveTo>
                  <a:pt x="89154" y="685800"/>
                </a:moveTo>
                <a:lnTo>
                  <a:pt x="68410" y="499109"/>
                </a:lnTo>
                <a:lnTo>
                  <a:pt x="55372" y="499109"/>
                </a:lnTo>
                <a:lnTo>
                  <a:pt x="76200" y="686562"/>
                </a:lnTo>
                <a:lnTo>
                  <a:pt x="89154" y="685800"/>
                </a:lnTo>
                <a:close/>
              </a:path>
            </a:pathLst>
          </a:custGeom>
          <a:solidFill>
            <a:srgbClr val="000000"/>
          </a:solidFill>
        </p:spPr>
        <p:txBody>
          <a:bodyPr wrap="square" lIns="0" tIns="0" rIns="0" bIns="0" rtlCol="0">
            <a:noAutofit/>
          </a:bodyPr>
          <a:lstStyle/>
          <a:p>
            <a:endParaRPr/>
          </a:p>
        </p:txBody>
      </p:sp>
      <p:sp>
        <p:nvSpPr>
          <p:cNvPr id="47" name="object 47"/>
          <p:cNvSpPr/>
          <p:nvPr/>
        </p:nvSpPr>
        <p:spPr>
          <a:xfrm>
            <a:off x="758952" y="3067737"/>
            <a:ext cx="540258" cy="311046"/>
          </a:xfrm>
          <a:custGeom>
            <a:avLst/>
            <a:gdLst/>
            <a:ahLst/>
            <a:cxnLst/>
            <a:rect l="l" t="t" r="r" b="b"/>
            <a:pathLst>
              <a:path w="540258" h="316229">
                <a:moveTo>
                  <a:pt x="540258" y="11429"/>
                </a:moveTo>
                <a:lnTo>
                  <a:pt x="533400" y="0"/>
                </a:lnTo>
                <a:lnTo>
                  <a:pt x="0" y="304799"/>
                </a:lnTo>
                <a:lnTo>
                  <a:pt x="6857" y="316229"/>
                </a:lnTo>
                <a:lnTo>
                  <a:pt x="540258" y="11429"/>
                </a:lnTo>
                <a:close/>
              </a:path>
            </a:pathLst>
          </a:custGeom>
          <a:solidFill>
            <a:srgbClr val="000000"/>
          </a:solidFill>
        </p:spPr>
        <p:txBody>
          <a:bodyPr wrap="square" lIns="0" tIns="0" rIns="0" bIns="0" rtlCol="0">
            <a:noAutofit/>
          </a:bodyPr>
          <a:lstStyle/>
          <a:p>
            <a:endParaRPr/>
          </a:p>
        </p:txBody>
      </p:sp>
      <p:sp>
        <p:nvSpPr>
          <p:cNvPr id="48" name="object 48"/>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9" name="object 49"/>
          <p:cNvSpPr/>
          <p:nvPr/>
        </p:nvSpPr>
        <p:spPr>
          <a:xfrm>
            <a:off x="2889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0" name="object 50"/>
          <p:cNvSpPr/>
          <p:nvPr/>
        </p:nvSpPr>
        <p:spPr>
          <a:xfrm>
            <a:off x="2434590" y="3518191"/>
            <a:ext cx="617220" cy="459449"/>
          </a:xfrm>
          <a:custGeom>
            <a:avLst/>
            <a:gdLst/>
            <a:ahLst/>
            <a:cxnLst/>
            <a:rect l="l" t="t" r="r" b="b"/>
            <a:pathLst>
              <a:path w="617219" h="467105">
                <a:moveTo>
                  <a:pt x="617219" y="457200"/>
                </a:moveTo>
                <a:lnTo>
                  <a:pt x="460755" y="339851"/>
                </a:lnTo>
                <a:lnTo>
                  <a:pt x="439927" y="339851"/>
                </a:lnTo>
                <a:lnTo>
                  <a:pt x="609599" y="467106"/>
                </a:lnTo>
                <a:lnTo>
                  <a:pt x="617219" y="457200"/>
                </a:lnTo>
                <a:close/>
              </a:path>
            </a:pathLst>
          </a:custGeom>
          <a:solidFill>
            <a:srgbClr val="000000"/>
          </a:solidFill>
        </p:spPr>
        <p:txBody>
          <a:bodyPr wrap="square" lIns="0" tIns="0" rIns="0" bIns="0" rtlCol="0">
            <a:noAutofit/>
          </a:bodyPr>
          <a:lstStyle/>
          <a:p>
            <a:endParaRPr/>
          </a:p>
        </p:txBody>
      </p:sp>
      <p:sp>
        <p:nvSpPr>
          <p:cNvPr id="51" name="object 51"/>
          <p:cNvSpPr/>
          <p:nvPr/>
        </p:nvSpPr>
        <p:spPr>
          <a:xfrm>
            <a:off x="2129028" y="4418351"/>
            <a:ext cx="1000506" cy="1207458"/>
          </a:xfrm>
          <a:custGeom>
            <a:avLst/>
            <a:gdLst/>
            <a:ahLst/>
            <a:cxnLst/>
            <a:rect l="l" t="t" r="r" b="b"/>
            <a:pathLst>
              <a:path w="1000506" h="1227581">
                <a:moveTo>
                  <a:pt x="679180" y="403859"/>
                </a:moveTo>
                <a:lnTo>
                  <a:pt x="1000506" y="8381"/>
                </a:lnTo>
                <a:lnTo>
                  <a:pt x="990600" y="0"/>
                </a:lnTo>
                <a:lnTo>
                  <a:pt x="662463" y="403859"/>
                </a:lnTo>
                <a:lnTo>
                  <a:pt x="679180" y="403859"/>
                </a:lnTo>
                <a:close/>
              </a:path>
            </a:pathLst>
          </a:custGeom>
          <a:solidFill>
            <a:srgbClr val="000000"/>
          </a:solidFill>
        </p:spPr>
        <p:txBody>
          <a:bodyPr wrap="square" lIns="0" tIns="0" rIns="0" bIns="0" rtlCol="0">
            <a:noAutofit/>
          </a:bodyPr>
          <a:lstStyle/>
          <a:p>
            <a:endParaRPr/>
          </a:p>
        </p:txBody>
      </p:sp>
      <p:sp>
        <p:nvSpPr>
          <p:cNvPr id="52" name="object 52"/>
          <p:cNvSpPr/>
          <p:nvPr/>
        </p:nvSpPr>
        <p:spPr>
          <a:xfrm>
            <a:off x="1365505" y="396715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53" name="object 53"/>
          <p:cNvSpPr/>
          <p:nvPr/>
        </p:nvSpPr>
        <p:spPr>
          <a:xfrm>
            <a:off x="1521714" y="3517442"/>
            <a:ext cx="919734" cy="460948"/>
          </a:xfrm>
          <a:custGeom>
            <a:avLst/>
            <a:gdLst/>
            <a:ahLst/>
            <a:cxnLst/>
            <a:rect l="l" t="t" r="r" b="b"/>
            <a:pathLst>
              <a:path w="919734" h="468629">
                <a:moveTo>
                  <a:pt x="261366" y="340613"/>
                </a:moveTo>
                <a:lnTo>
                  <a:pt x="233172" y="340613"/>
                </a:lnTo>
                <a:lnTo>
                  <a:pt x="0" y="457199"/>
                </a:lnTo>
                <a:lnTo>
                  <a:pt x="5334" y="468629"/>
                </a:lnTo>
                <a:lnTo>
                  <a:pt x="261366" y="340613"/>
                </a:lnTo>
                <a:close/>
              </a:path>
            </a:pathLst>
          </a:custGeom>
          <a:solidFill>
            <a:srgbClr val="000000"/>
          </a:solidFill>
        </p:spPr>
        <p:txBody>
          <a:bodyPr wrap="square" lIns="0" tIns="0" rIns="0" bIns="0" rtlCol="0">
            <a:noAutofit/>
          </a:bodyPr>
          <a:lstStyle/>
          <a:p>
            <a:endParaRPr/>
          </a:p>
        </p:txBody>
      </p:sp>
      <p:sp>
        <p:nvSpPr>
          <p:cNvPr id="54" name="object 54"/>
          <p:cNvSpPr/>
          <p:nvPr/>
        </p:nvSpPr>
        <p:spPr>
          <a:xfrm>
            <a:off x="1366267" y="4419850"/>
            <a:ext cx="240029" cy="454951"/>
          </a:xfrm>
          <a:custGeom>
            <a:avLst/>
            <a:gdLst/>
            <a:ahLst/>
            <a:cxnLst/>
            <a:rect l="l" t="t" r="r" b="b"/>
            <a:pathLst>
              <a:path w="240029" h="462534">
                <a:moveTo>
                  <a:pt x="41529" y="402335"/>
                </a:moveTo>
                <a:lnTo>
                  <a:pt x="240029" y="5333"/>
                </a:lnTo>
                <a:lnTo>
                  <a:pt x="228599" y="0"/>
                </a:lnTo>
                <a:lnTo>
                  <a:pt x="27432" y="402335"/>
                </a:lnTo>
                <a:lnTo>
                  <a:pt x="41529" y="402335"/>
                </a:lnTo>
                <a:close/>
              </a:path>
            </a:pathLst>
          </a:custGeom>
          <a:solidFill>
            <a:srgbClr val="000000"/>
          </a:solidFill>
        </p:spPr>
        <p:txBody>
          <a:bodyPr wrap="square" lIns="0" tIns="0" rIns="0" bIns="0" rtlCol="0">
            <a:noAutofit/>
          </a:bodyPr>
          <a:lstStyle/>
          <a:p>
            <a:endParaRPr/>
          </a:p>
        </p:txBody>
      </p:sp>
      <p:sp>
        <p:nvSpPr>
          <p:cNvPr id="55" name="object 55"/>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56" name="object 56"/>
          <p:cNvSpPr/>
          <p:nvPr/>
        </p:nvSpPr>
        <p:spPr>
          <a:xfrm>
            <a:off x="1905000" y="5621311"/>
            <a:ext cx="457200" cy="449705"/>
          </a:xfrm>
          <a:custGeom>
            <a:avLst/>
            <a:gdLst/>
            <a:ahLst/>
            <a:cxnLst/>
            <a:rect l="l" t="t" r="r" b="b"/>
            <a:pathLst>
              <a:path w="457200" h="457200">
                <a:moveTo>
                  <a:pt x="446573" y="160020"/>
                </a:moveTo>
                <a:lnTo>
                  <a:pt x="439269" y="139838"/>
                </a:lnTo>
                <a:lnTo>
                  <a:pt x="431729" y="123775"/>
                </a:lnTo>
                <a:lnTo>
                  <a:pt x="423007" y="108414"/>
                </a:lnTo>
                <a:lnTo>
                  <a:pt x="413162" y="93817"/>
                </a:lnTo>
                <a:lnTo>
                  <a:pt x="402251" y="80042"/>
                </a:lnTo>
                <a:lnTo>
                  <a:pt x="390334" y="67151"/>
                </a:lnTo>
                <a:lnTo>
                  <a:pt x="377468" y="55202"/>
                </a:lnTo>
                <a:lnTo>
                  <a:pt x="363711" y="44256"/>
                </a:lnTo>
                <a:lnTo>
                  <a:pt x="349123" y="34374"/>
                </a:lnTo>
                <a:lnTo>
                  <a:pt x="333760" y="25614"/>
                </a:lnTo>
                <a:lnTo>
                  <a:pt x="317682" y="18037"/>
                </a:lnTo>
                <a:lnTo>
                  <a:pt x="300947" y="11704"/>
                </a:lnTo>
                <a:lnTo>
                  <a:pt x="283613" y="6673"/>
                </a:lnTo>
                <a:lnTo>
                  <a:pt x="265738" y="3006"/>
                </a:lnTo>
                <a:lnTo>
                  <a:pt x="247381" y="761"/>
                </a:lnTo>
                <a:lnTo>
                  <a:pt x="228600" y="0"/>
                </a:lnTo>
                <a:lnTo>
                  <a:pt x="209921" y="761"/>
                </a:lnTo>
                <a:lnTo>
                  <a:pt x="191646" y="3006"/>
                </a:lnTo>
                <a:lnTo>
                  <a:pt x="173834" y="6673"/>
                </a:lnTo>
                <a:lnTo>
                  <a:pt x="156545" y="11704"/>
                </a:lnTo>
                <a:lnTo>
                  <a:pt x="139838" y="18037"/>
                </a:lnTo>
                <a:lnTo>
                  <a:pt x="123775" y="25614"/>
                </a:lnTo>
                <a:lnTo>
                  <a:pt x="108414" y="34374"/>
                </a:lnTo>
                <a:lnTo>
                  <a:pt x="93817" y="44256"/>
                </a:lnTo>
                <a:lnTo>
                  <a:pt x="80042" y="55202"/>
                </a:lnTo>
                <a:lnTo>
                  <a:pt x="67151" y="67151"/>
                </a:lnTo>
                <a:lnTo>
                  <a:pt x="55202" y="80042"/>
                </a:lnTo>
                <a:lnTo>
                  <a:pt x="44256" y="93817"/>
                </a:lnTo>
                <a:lnTo>
                  <a:pt x="34374" y="108414"/>
                </a:lnTo>
                <a:lnTo>
                  <a:pt x="25614" y="123775"/>
                </a:lnTo>
                <a:lnTo>
                  <a:pt x="18037" y="139838"/>
                </a:lnTo>
                <a:lnTo>
                  <a:pt x="11704" y="156545"/>
                </a:lnTo>
                <a:lnTo>
                  <a:pt x="10693" y="160020"/>
                </a:lnTo>
                <a:lnTo>
                  <a:pt x="446573" y="160020"/>
                </a:lnTo>
                <a:close/>
              </a:path>
            </a:pathLst>
          </a:custGeom>
          <a:solidFill>
            <a:srgbClr val="0000FF"/>
          </a:solidFill>
        </p:spPr>
        <p:txBody>
          <a:bodyPr wrap="square" lIns="0" tIns="0" rIns="0" bIns="0" rtlCol="0">
            <a:noAutofit/>
          </a:bodyPr>
          <a:lstStyle/>
          <a:p>
            <a:endParaRPr/>
          </a:p>
        </p:txBody>
      </p:sp>
      <p:sp>
        <p:nvSpPr>
          <p:cNvPr id="57" name="object 57"/>
          <p:cNvSpPr/>
          <p:nvPr/>
        </p:nvSpPr>
        <p:spPr>
          <a:xfrm>
            <a:off x="1898905" y="5616069"/>
            <a:ext cx="298707" cy="460425"/>
          </a:xfrm>
          <a:custGeom>
            <a:avLst/>
            <a:gdLst/>
            <a:ahLst/>
            <a:cxnLst/>
            <a:rect l="l" t="t" r="r" b="b"/>
            <a:pathLst>
              <a:path w="298707" h="468099">
                <a:moveTo>
                  <a:pt x="180054" y="19179"/>
                </a:moveTo>
                <a:lnTo>
                  <a:pt x="210443" y="13893"/>
                </a:lnTo>
                <a:lnTo>
                  <a:pt x="241234" y="12711"/>
                </a:lnTo>
                <a:lnTo>
                  <a:pt x="298707" y="8413"/>
                </a:lnTo>
                <a:lnTo>
                  <a:pt x="267130" y="2103"/>
                </a:lnTo>
                <a:lnTo>
                  <a:pt x="235024" y="0"/>
                </a:lnTo>
                <a:lnTo>
                  <a:pt x="202919" y="2102"/>
                </a:lnTo>
                <a:lnTo>
                  <a:pt x="171345" y="8411"/>
                </a:lnTo>
                <a:lnTo>
                  <a:pt x="140833" y="18926"/>
                </a:lnTo>
                <a:lnTo>
                  <a:pt x="111913" y="33647"/>
                </a:lnTo>
                <a:lnTo>
                  <a:pt x="180054" y="19179"/>
                </a:lnTo>
                <a:close/>
              </a:path>
              <a:path w="298707" h="468099">
                <a:moveTo>
                  <a:pt x="24870" y="165349"/>
                </a:move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11573" y="165349"/>
                </a:lnTo>
                <a:lnTo>
                  <a:pt x="24870" y="165349"/>
                </a:lnTo>
                <a:close/>
              </a:path>
              <a:path w="298707" h="468099">
                <a:moveTo>
                  <a:pt x="458557" y="165349"/>
                </a:move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44941" y="165349"/>
                </a:lnTo>
                <a:lnTo>
                  <a:pt x="458557" y="165349"/>
                </a:lnTo>
                <a:close/>
              </a:path>
            </a:pathLst>
          </a:custGeom>
          <a:solidFill>
            <a:srgbClr val="000000"/>
          </a:solidFill>
        </p:spPr>
        <p:txBody>
          <a:bodyPr wrap="square" lIns="0" tIns="0" rIns="0" bIns="0" rtlCol="0">
            <a:noAutofit/>
          </a:bodyPr>
          <a:lstStyle/>
          <a:p>
            <a:endParaRPr/>
          </a:p>
        </p:txBody>
      </p:sp>
      <p:sp>
        <p:nvSpPr>
          <p:cNvPr id="58" name="object 58"/>
          <p:cNvSpPr/>
          <p:nvPr/>
        </p:nvSpPr>
        <p:spPr>
          <a:xfrm>
            <a:off x="1981200" y="5696263"/>
            <a:ext cx="304800" cy="82447"/>
          </a:xfrm>
          <a:custGeom>
            <a:avLst/>
            <a:gdLst/>
            <a:ahLst/>
            <a:cxnLst/>
            <a:rect l="l" t="t" r="r" b="b"/>
            <a:pathLst>
              <a:path w="304800" h="83821">
                <a:moveTo>
                  <a:pt x="304800" y="83820"/>
                </a:moveTo>
                <a:lnTo>
                  <a:pt x="304800" y="0"/>
                </a:lnTo>
                <a:lnTo>
                  <a:pt x="0" y="0"/>
                </a:lnTo>
                <a:lnTo>
                  <a:pt x="0" y="83820"/>
                </a:lnTo>
                <a:lnTo>
                  <a:pt x="304800" y="83820"/>
                </a:lnTo>
                <a:close/>
              </a:path>
            </a:pathLst>
          </a:custGeom>
          <a:solidFill>
            <a:srgbClr val="0000FF"/>
          </a:solidFill>
        </p:spPr>
        <p:txBody>
          <a:bodyPr wrap="square" lIns="0" tIns="0" rIns="0" bIns="0" rtlCol="0">
            <a:noAutofit/>
          </a:bodyPr>
          <a:lstStyle/>
          <a:p>
            <a:endParaRPr/>
          </a:p>
        </p:txBody>
      </p:sp>
      <p:sp>
        <p:nvSpPr>
          <p:cNvPr id="59" name="object 59"/>
          <p:cNvSpPr/>
          <p:nvPr/>
        </p:nvSpPr>
        <p:spPr>
          <a:xfrm>
            <a:off x="2129028" y="4418351"/>
            <a:ext cx="1000506" cy="1207458"/>
          </a:xfrm>
          <a:custGeom>
            <a:avLst/>
            <a:gdLst/>
            <a:ahLst/>
            <a:cxnLst/>
            <a:rect l="l" t="t" r="r" b="b"/>
            <a:pathLst>
              <a:path w="1000506" h="1227581">
                <a:moveTo>
                  <a:pt x="679180" y="403859"/>
                </a:moveTo>
                <a:lnTo>
                  <a:pt x="662463" y="403859"/>
                </a:lnTo>
                <a:lnTo>
                  <a:pt x="0" y="1219199"/>
                </a:lnTo>
                <a:lnTo>
                  <a:pt x="9906" y="1227581"/>
                </a:lnTo>
                <a:lnTo>
                  <a:pt x="679180" y="403859"/>
                </a:lnTo>
                <a:close/>
              </a:path>
            </a:pathLst>
          </a:custGeom>
          <a:solidFill>
            <a:srgbClr val="000000"/>
          </a:solidFill>
        </p:spPr>
        <p:txBody>
          <a:bodyPr wrap="square" lIns="0" tIns="0" rIns="0" bIns="0" rtlCol="0">
            <a:noAutofit/>
          </a:bodyPr>
          <a:lstStyle/>
          <a:p>
            <a:endParaRPr/>
          </a:p>
        </p:txBody>
      </p:sp>
      <p:sp>
        <p:nvSpPr>
          <p:cNvPr id="60" name="object 60"/>
          <p:cNvSpPr/>
          <p:nvPr/>
        </p:nvSpPr>
        <p:spPr>
          <a:xfrm>
            <a:off x="1136905" y="4866561"/>
            <a:ext cx="298707" cy="460425"/>
          </a:xfrm>
          <a:custGeom>
            <a:avLst/>
            <a:gdLst/>
            <a:ahLst/>
            <a:cxnLst/>
            <a:rect l="l" t="t" r="r" b="b"/>
            <a:pathLst>
              <a:path w="298707" h="468099">
                <a:moveTo>
                  <a:pt x="111913" y="33647"/>
                </a:moveTo>
                <a:lnTo>
                  <a:pt x="180054" y="19179"/>
                </a:lnTo>
                <a:lnTo>
                  <a:pt x="210443" y="13893"/>
                </a:lnTo>
                <a:lnTo>
                  <a:pt x="241234" y="12711"/>
                </a:lnTo>
                <a:lnTo>
                  <a:pt x="298707" y="8413"/>
                </a:lnTo>
                <a:lnTo>
                  <a:pt x="267130" y="2103"/>
                </a:lnTo>
                <a:lnTo>
                  <a:pt x="235024" y="0"/>
                </a:lnTo>
                <a:lnTo>
                  <a:pt x="202919" y="2102"/>
                </a:lnTo>
                <a:lnTo>
                  <a:pt x="171345" y="8411"/>
                </a:lnTo>
                <a:lnTo>
                  <a:pt x="140833" y="18926"/>
                </a:lnTo>
                <a:lnTo>
                  <a:pt x="111913" y="33647"/>
                </a:lnTo>
                <a:close/>
              </a:path>
              <a:path w="298707" h="468099">
                <a:moveTo>
                  <a:pt x="12954" y="233929"/>
                </a:moveTo>
                <a:lnTo>
                  <a:pt x="12954" y="222499"/>
                </a:lnTo>
                <a:lnTo>
                  <a:pt x="13715" y="211069"/>
                </a:lnTo>
                <a:lnTo>
                  <a:pt x="22202" y="172396"/>
                </a:lnTo>
                <a:lnTo>
                  <a:pt x="35242" y="137949"/>
                </a:lnTo>
                <a:lnTo>
                  <a:pt x="52317" y="107715"/>
                </a:lnTo>
                <a:lnTo>
                  <a:pt x="72908" y="81676"/>
                </a:lnTo>
                <a:lnTo>
                  <a:pt x="96495" y="59819"/>
                </a:lnTo>
                <a:lnTo>
                  <a:pt x="122562" y="42127"/>
                </a:lnTo>
                <a:lnTo>
                  <a:pt x="150587" y="28586"/>
                </a:lnTo>
                <a:lnTo>
                  <a:pt x="180054" y="19179"/>
                </a:lnTo>
                <a:lnTo>
                  <a:pt x="111913" y="33647"/>
                </a:lnTo>
                <a:lnTo>
                  <a:pt x="85115" y="52575"/>
                </a:lnTo>
                <a:lnTo>
                  <a:pt x="60970" y="75708"/>
                </a:lnTo>
                <a:lnTo>
                  <a:pt x="40008" y="103048"/>
                </a:lnTo>
                <a:lnTo>
                  <a:pt x="22760" y="134595"/>
                </a:lnTo>
                <a:lnTo>
                  <a:pt x="9755" y="170348"/>
                </a:lnTo>
                <a:lnTo>
                  <a:pt x="1523" y="210307"/>
                </a:lnTo>
                <a:lnTo>
                  <a:pt x="0" y="234691"/>
                </a:lnTo>
                <a:lnTo>
                  <a:pt x="762" y="24688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0378" y="170349"/>
                </a:lnTo>
                <a:lnTo>
                  <a:pt x="447356" y="134598"/>
                </a:lnTo>
                <a:lnTo>
                  <a:pt x="430091" y="103052"/>
                </a:lnTo>
                <a:lnTo>
                  <a:pt x="409115" y="75712"/>
                </a:lnTo>
                <a:lnTo>
                  <a:pt x="384959" y="52578"/>
                </a:lnTo>
                <a:lnTo>
                  <a:pt x="358152" y="33650"/>
                </a:lnTo>
                <a:lnTo>
                  <a:pt x="329224" y="18928"/>
                </a:lnTo>
                <a:lnTo>
                  <a:pt x="298707" y="8413"/>
                </a:lnTo>
                <a:lnTo>
                  <a:pt x="241234" y="12711"/>
                </a:lnTo>
                <a:lnTo>
                  <a:pt x="271911" y="15617"/>
                </a:lnTo>
                <a:lnTo>
                  <a:pt x="301953" y="22598"/>
                </a:lnTo>
                <a:lnTo>
                  <a:pt x="330842" y="33637"/>
                </a:lnTo>
                <a:lnTo>
                  <a:pt x="358059" y="48719"/>
                </a:lnTo>
                <a:lnTo>
                  <a:pt x="383085" y="67829"/>
                </a:lnTo>
                <a:lnTo>
                  <a:pt x="405402" y="90952"/>
                </a:lnTo>
                <a:lnTo>
                  <a:pt x="424490" y="118072"/>
                </a:lnTo>
                <a:lnTo>
                  <a:pt x="439832" y="149173"/>
                </a:lnTo>
                <a:lnTo>
                  <a:pt x="450908" y="184241"/>
                </a:lnTo>
                <a:lnTo>
                  <a:pt x="457200" y="223261"/>
                </a:lnTo>
                <a:lnTo>
                  <a:pt x="457200" y="246121"/>
                </a:lnTo>
                <a:lnTo>
                  <a:pt x="451069" y="284241"/>
                </a:lnTo>
                <a:lnTo>
                  <a:pt x="440290" y="318615"/>
                </a:lnTo>
                <a:lnTo>
                  <a:pt x="425359" y="349216"/>
                </a:lnTo>
                <a:lnTo>
                  <a:pt x="406770" y="376020"/>
                </a:lnTo>
                <a:lnTo>
                  <a:pt x="385016" y="399003"/>
                </a:lnTo>
                <a:lnTo>
                  <a:pt x="360593" y="418139"/>
                </a:lnTo>
                <a:lnTo>
                  <a:pt x="333994" y="433403"/>
                </a:lnTo>
                <a:lnTo>
                  <a:pt x="305715" y="444771"/>
                </a:lnTo>
                <a:lnTo>
                  <a:pt x="276250" y="452218"/>
                </a:lnTo>
                <a:lnTo>
                  <a:pt x="246092" y="455718"/>
                </a:lnTo>
                <a:lnTo>
                  <a:pt x="215737" y="455248"/>
                </a:lnTo>
                <a:lnTo>
                  <a:pt x="185679" y="450782"/>
                </a:lnTo>
                <a:lnTo>
                  <a:pt x="156413" y="442295"/>
                </a:lnTo>
                <a:lnTo>
                  <a:pt x="128432" y="429762"/>
                </a:lnTo>
                <a:lnTo>
                  <a:pt x="102232" y="413159"/>
                </a:lnTo>
                <a:lnTo>
                  <a:pt x="78306" y="392461"/>
                </a:lnTo>
                <a:lnTo>
                  <a:pt x="57150" y="367643"/>
                </a:lnTo>
                <a:lnTo>
                  <a:pt x="39257" y="338680"/>
                </a:lnTo>
                <a:lnTo>
                  <a:pt x="25122" y="305547"/>
                </a:lnTo>
                <a:lnTo>
                  <a:pt x="15240" y="268219"/>
                </a:lnTo>
                <a:lnTo>
                  <a:pt x="12954" y="245359"/>
                </a:lnTo>
                <a:lnTo>
                  <a:pt x="12954" y="233929"/>
                </a:lnTo>
                <a:close/>
              </a:path>
            </a:pathLst>
          </a:custGeom>
          <a:solidFill>
            <a:srgbClr val="000000"/>
          </a:solidFill>
        </p:spPr>
        <p:txBody>
          <a:bodyPr wrap="square" lIns="0" tIns="0" rIns="0" bIns="0" rtlCol="0">
            <a:noAutofit/>
          </a:bodyPr>
          <a:lstStyle/>
          <a:p>
            <a:endParaRPr/>
          </a:p>
        </p:txBody>
      </p:sp>
      <p:sp>
        <p:nvSpPr>
          <p:cNvPr id="61" name="object 61"/>
          <p:cNvSpPr/>
          <p:nvPr/>
        </p:nvSpPr>
        <p:spPr>
          <a:xfrm>
            <a:off x="1366267" y="4419850"/>
            <a:ext cx="240029" cy="454951"/>
          </a:xfrm>
          <a:custGeom>
            <a:avLst/>
            <a:gdLst/>
            <a:ahLst/>
            <a:cxnLst/>
            <a:rect l="l" t="t" r="r" b="b"/>
            <a:pathLst>
              <a:path w="240029" h="462534">
                <a:moveTo>
                  <a:pt x="41529" y="402335"/>
                </a:moveTo>
                <a:lnTo>
                  <a:pt x="27432" y="402335"/>
                </a:lnTo>
                <a:lnTo>
                  <a:pt x="0" y="457199"/>
                </a:lnTo>
                <a:lnTo>
                  <a:pt x="11429" y="462533"/>
                </a:lnTo>
                <a:lnTo>
                  <a:pt x="41529" y="402335"/>
                </a:lnTo>
                <a:close/>
              </a:path>
            </a:pathLst>
          </a:custGeom>
          <a:solidFill>
            <a:srgbClr val="000000"/>
          </a:solidFill>
        </p:spPr>
        <p:txBody>
          <a:bodyPr wrap="square" lIns="0" tIns="0" rIns="0" bIns="0" rtlCol="0">
            <a:noAutofit/>
          </a:bodyPr>
          <a:lstStyle/>
          <a:p>
            <a:endParaRPr/>
          </a:p>
        </p:txBody>
      </p:sp>
      <p:sp>
        <p:nvSpPr>
          <p:cNvPr id="62" name="object 62"/>
          <p:cNvSpPr/>
          <p:nvPr/>
        </p:nvSpPr>
        <p:spPr>
          <a:xfrm>
            <a:off x="1369314" y="5316262"/>
            <a:ext cx="767334" cy="311045"/>
          </a:xfrm>
          <a:custGeom>
            <a:avLst/>
            <a:gdLst/>
            <a:ahLst/>
            <a:cxnLst/>
            <a:rect l="l" t="t" r="r" b="b"/>
            <a:pathLst>
              <a:path w="767334" h="316229">
                <a:moveTo>
                  <a:pt x="5334" y="0"/>
                </a:moveTo>
                <a:lnTo>
                  <a:pt x="0" y="11430"/>
                </a:lnTo>
                <a:lnTo>
                  <a:pt x="762000" y="316229"/>
                </a:lnTo>
                <a:lnTo>
                  <a:pt x="767334" y="304799"/>
                </a:lnTo>
                <a:lnTo>
                  <a:pt x="5334" y="0"/>
                </a:lnTo>
                <a:close/>
              </a:path>
            </a:pathLst>
          </a:custGeom>
          <a:solidFill>
            <a:srgbClr val="000000"/>
          </a:solidFill>
        </p:spPr>
        <p:txBody>
          <a:bodyPr wrap="square" lIns="0" tIns="0" rIns="0" bIns="0" rtlCol="0">
            <a:noAutofit/>
          </a:bodyPr>
          <a:lstStyle/>
          <a:p>
            <a:endParaRPr/>
          </a:p>
        </p:txBody>
      </p:sp>
      <p:sp>
        <p:nvSpPr>
          <p:cNvPr id="65" name="object 65"/>
          <p:cNvSpPr/>
          <p:nvPr/>
        </p:nvSpPr>
        <p:spPr>
          <a:xfrm>
            <a:off x="1905000" y="5621311"/>
            <a:ext cx="457200" cy="449705"/>
          </a:xfrm>
          <a:custGeom>
            <a:avLst/>
            <a:gdLst/>
            <a:ahLst/>
            <a:cxnLst/>
            <a:rect l="l" t="t" r="r" b="b"/>
            <a:pathLst>
              <a:path w="457200" h="457200">
                <a:moveTo>
                  <a:pt x="247381" y="456443"/>
                </a:moveTo>
                <a:lnTo>
                  <a:pt x="265738" y="454214"/>
                </a:lnTo>
                <a:lnTo>
                  <a:pt x="283613" y="450570"/>
                </a:lnTo>
                <a:lnTo>
                  <a:pt x="300947" y="445568"/>
                </a:lnTo>
                <a:lnTo>
                  <a:pt x="317682" y="439269"/>
                </a:lnTo>
                <a:lnTo>
                  <a:pt x="333760" y="431729"/>
                </a:lnTo>
                <a:lnTo>
                  <a:pt x="349123" y="423007"/>
                </a:lnTo>
                <a:lnTo>
                  <a:pt x="363711" y="413162"/>
                </a:lnTo>
                <a:lnTo>
                  <a:pt x="377468" y="402251"/>
                </a:lnTo>
                <a:lnTo>
                  <a:pt x="390334" y="390334"/>
                </a:lnTo>
                <a:lnTo>
                  <a:pt x="402251" y="377468"/>
                </a:lnTo>
                <a:lnTo>
                  <a:pt x="413162" y="363711"/>
                </a:lnTo>
                <a:lnTo>
                  <a:pt x="423007" y="349123"/>
                </a:lnTo>
                <a:lnTo>
                  <a:pt x="431729" y="333760"/>
                </a:lnTo>
                <a:lnTo>
                  <a:pt x="439269" y="317682"/>
                </a:lnTo>
                <a:lnTo>
                  <a:pt x="445568" y="300947"/>
                </a:lnTo>
                <a:lnTo>
                  <a:pt x="450570" y="283613"/>
                </a:lnTo>
                <a:lnTo>
                  <a:pt x="454214" y="265738"/>
                </a:lnTo>
                <a:lnTo>
                  <a:pt x="456443" y="247381"/>
                </a:lnTo>
                <a:lnTo>
                  <a:pt x="457200" y="228599"/>
                </a:lnTo>
                <a:lnTo>
                  <a:pt x="456443" y="209921"/>
                </a:lnTo>
                <a:lnTo>
                  <a:pt x="454214" y="191646"/>
                </a:lnTo>
                <a:lnTo>
                  <a:pt x="450570" y="173834"/>
                </a:lnTo>
                <a:lnTo>
                  <a:pt x="446573" y="160020"/>
                </a:lnTo>
                <a:lnTo>
                  <a:pt x="10693" y="160020"/>
                </a:lnTo>
                <a:lnTo>
                  <a:pt x="6673" y="173834"/>
                </a:lnTo>
                <a:lnTo>
                  <a:pt x="3006" y="191646"/>
                </a:lnTo>
                <a:lnTo>
                  <a:pt x="761" y="209921"/>
                </a:lnTo>
                <a:lnTo>
                  <a:pt x="0" y="228600"/>
                </a:lnTo>
                <a:lnTo>
                  <a:pt x="761" y="247381"/>
                </a:lnTo>
                <a:lnTo>
                  <a:pt x="3006" y="265738"/>
                </a:lnTo>
                <a:lnTo>
                  <a:pt x="6673" y="283613"/>
                </a:lnTo>
                <a:lnTo>
                  <a:pt x="11704" y="300947"/>
                </a:lnTo>
                <a:lnTo>
                  <a:pt x="18037" y="317682"/>
                </a:lnTo>
                <a:lnTo>
                  <a:pt x="25614" y="333760"/>
                </a:lnTo>
                <a:lnTo>
                  <a:pt x="34374" y="349123"/>
                </a:lnTo>
                <a:lnTo>
                  <a:pt x="44256" y="363711"/>
                </a:lnTo>
                <a:lnTo>
                  <a:pt x="55202" y="377468"/>
                </a:lnTo>
                <a:lnTo>
                  <a:pt x="67151" y="390334"/>
                </a:lnTo>
                <a:lnTo>
                  <a:pt x="80042" y="402251"/>
                </a:lnTo>
                <a:lnTo>
                  <a:pt x="93817" y="413162"/>
                </a:lnTo>
                <a:lnTo>
                  <a:pt x="108414" y="423007"/>
                </a:lnTo>
                <a:lnTo>
                  <a:pt x="123775" y="431729"/>
                </a:lnTo>
                <a:lnTo>
                  <a:pt x="139838" y="439269"/>
                </a:lnTo>
                <a:lnTo>
                  <a:pt x="156545" y="445568"/>
                </a:lnTo>
                <a:lnTo>
                  <a:pt x="173834" y="450570"/>
                </a:lnTo>
                <a:lnTo>
                  <a:pt x="191646" y="454214"/>
                </a:lnTo>
                <a:lnTo>
                  <a:pt x="209921" y="456443"/>
                </a:lnTo>
                <a:lnTo>
                  <a:pt x="228600" y="457200"/>
                </a:lnTo>
                <a:lnTo>
                  <a:pt x="247381" y="456443"/>
                </a:lnTo>
                <a:close/>
              </a:path>
            </a:pathLst>
          </a:custGeom>
          <a:solidFill>
            <a:srgbClr val="0000FF"/>
          </a:solidFill>
        </p:spPr>
        <p:txBody>
          <a:bodyPr wrap="square" lIns="0" tIns="0" rIns="0" bIns="0" rtlCol="0">
            <a:noAutofit/>
          </a:bodyPr>
          <a:lstStyle/>
          <a:p>
            <a:endParaRPr/>
          </a:p>
        </p:txBody>
      </p:sp>
      <p:sp>
        <p:nvSpPr>
          <p:cNvPr id="66" name="object 66"/>
          <p:cNvSpPr/>
          <p:nvPr/>
        </p:nvSpPr>
        <p:spPr>
          <a:xfrm>
            <a:off x="1898905" y="5616069"/>
            <a:ext cx="298707" cy="460425"/>
          </a:xfrm>
          <a:custGeom>
            <a:avLst/>
            <a:gdLst/>
            <a:ahLst/>
            <a:cxnLst/>
            <a:rect l="l" t="t" r="r" b="b"/>
            <a:pathLst>
              <a:path w="298707" h="468099">
                <a:moveTo>
                  <a:pt x="253203" y="467715"/>
                </a:moveTo>
                <a:lnTo>
                  <a:pt x="285567" y="463022"/>
                </a:lnTo>
                <a:lnTo>
                  <a:pt x="317043" y="454061"/>
                </a:lnTo>
                <a:lnTo>
                  <a:pt x="347075" y="440877"/>
                </a:lnTo>
                <a:lnTo>
                  <a:pt x="375107" y="423512"/>
                </a:lnTo>
                <a:lnTo>
                  <a:pt x="400583" y="402009"/>
                </a:lnTo>
                <a:lnTo>
                  <a:pt x="422946" y="376411"/>
                </a:lnTo>
                <a:lnTo>
                  <a:pt x="441641" y="346760"/>
                </a:lnTo>
                <a:lnTo>
                  <a:pt x="456111" y="313101"/>
                </a:lnTo>
                <a:lnTo>
                  <a:pt x="465801" y="275477"/>
                </a:lnTo>
                <a:lnTo>
                  <a:pt x="470154" y="233929"/>
                </a:lnTo>
                <a:lnTo>
                  <a:pt x="469392" y="221737"/>
                </a:lnTo>
                <a:lnTo>
                  <a:pt x="468630" y="210307"/>
                </a:lnTo>
                <a:lnTo>
                  <a:pt x="460378" y="170349"/>
                </a:lnTo>
                <a:lnTo>
                  <a:pt x="458557" y="165349"/>
                </a:lnTo>
                <a:lnTo>
                  <a:pt x="444941" y="165349"/>
                </a:lnTo>
                <a:lnTo>
                  <a:pt x="450908" y="184241"/>
                </a:lnTo>
                <a:lnTo>
                  <a:pt x="457200" y="223261"/>
                </a:lnTo>
                <a:lnTo>
                  <a:pt x="457200" y="246121"/>
                </a:lnTo>
                <a:lnTo>
                  <a:pt x="451067" y="284241"/>
                </a:lnTo>
                <a:lnTo>
                  <a:pt x="440287" y="318615"/>
                </a:lnTo>
                <a:lnTo>
                  <a:pt x="425355" y="349216"/>
                </a:lnTo>
                <a:lnTo>
                  <a:pt x="406765" y="376020"/>
                </a:lnTo>
                <a:lnTo>
                  <a:pt x="385011" y="399003"/>
                </a:lnTo>
                <a:lnTo>
                  <a:pt x="360587" y="418139"/>
                </a:lnTo>
                <a:lnTo>
                  <a:pt x="333989" y="433403"/>
                </a:lnTo>
                <a:lnTo>
                  <a:pt x="305710" y="444771"/>
                </a:lnTo>
                <a:lnTo>
                  <a:pt x="276244" y="452218"/>
                </a:lnTo>
                <a:lnTo>
                  <a:pt x="246087" y="455718"/>
                </a:lnTo>
                <a:lnTo>
                  <a:pt x="215733" y="455248"/>
                </a:lnTo>
                <a:lnTo>
                  <a:pt x="185676" y="450782"/>
                </a:lnTo>
                <a:lnTo>
                  <a:pt x="156410" y="442295"/>
                </a:lnTo>
                <a:lnTo>
                  <a:pt x="128430" y="429762"/>
                </a:lnTo>
                <a:lnTo>
                  <a:pt x="102230" y="413159"/>
                </a:lnTo>
                <a:lnTo>
                  <a:pt x="78305" y="392461"/>
                </a:lnTo>
                <a:lnTo>
                  <a:pt x="57149" y="367643"/>
                </a:lnTo>
                <a:lnTo>
                  <a:pt x="39257" y="338680"/>
                </a:lnTo>
                <a:lnTo>
                  <a:pt x="25122" y="305547"/>
                </a:lnTo>
                <a:lnTo>
                  <a:pt x="15240" y="268219"/>
                </a:lnTo>
                <a:lnTo>
                  <a:pt x="12954" y="245359"/>
                </a:lnTo>
                <a:lnTo>
                  <a:pt x="12954" y="233929"/>
                </a:lnTo>
                <a:lnTo>
                  <a:pt x="12954" y="222499"/>
                </a:lnTo>
                <a:lnTo>
                  <a:pt x="13715" y="211069"/>
                </a:lnTo>
                <a:lnTo>
                  <a:pt x="22202" y="172396"/>
                </a:lnTo>
                <a:lnTo>
                  <a:pt x="24870" y="165349"/>
                </a:lnTo>
                <a:lnTo>
                  <a:pt x="11573" y="165349"/>
                </a:lnTo>
                <a:lnTo>
                  <a:pt x="9755" y="170348"/>
                </a:lnTo>
                <a:lnTo>
                  <a:pt x="1523" y="210307"/>
                </a:lnTo>
                <a:lnTo>
                  <a:pt x="0" y="234691"/>
                </a:lnTo>
                <a:lnTo>
                  <a:pt x="762" y="246883"/>
                </a:lnTo>
                <a:lnTo>
                  <a:pt x="1524" y="258313"/>
                </a:lnTo>
                <a:lnTo>
                  <a:pt x="3048" y="270505"/>
                </a:lnTo>
                <a:lnTo>
                  <a:pt x="13709" y="310846"/>
                </a:lnTo>
                <a:lnTo>
                  <a:pt x="29044" y="346491"/>
                </a:lnTo>
                <a:lnTo>
                  <a:pt x="48494" y="377481"/>
                </a:lnTo>
                <a:lnTo>
                  <a:pt x="71506" y="403861"/>
                </a:lnTo>
                <a:lnTo>
                  <a:pt x="97521" y="425672"/>
                </a:lnTo>
                <a:lnTo>
                  <a:pt x="125985" y="442959"/>
                </a:lnTo>
                <a:lnTo>
                  <a:pt x="156341" y="455763"/>
                </a:lnTo>
                <a:lnTo>
                  <a:pt x="188034" y="464129"/>
                </a:lnTo>
                <a:lnTo>
                  <a:pt x="220506" y="468099"/>
                </a:lnTo>
                <a:lnTo>
                  <a:pt x="253203" y="467715"/>
                </a:lnTo>
                <a:close/>
              </a:path>
            </a:pathLst>
          </a:custGeom>
          <a:solidFill>
            <a:srgbClr val="000000"/>
          </a:solidFill>
        </p:spPr>
        <p:txBody>
          <a:bodyPr wrap="square" lIns="0" tIns="0" rIns="0" bIns="0" rtlCol="0">
            <a:noAutofit/>
          </a:bodyPr>
          <a:lstStyle/>
          <a:p>
            <a:endParaRPr/>
          </a:p>
        </p:txBody>
      </p:sp>
      <p:sp>
        <p:nvSpPr>
          <p:cNvPr id="67" name="object 67"/>
          <p:cNvSpPr/>
          <p:nvPr/>
        </p:nvSpPr>
        <p:spPr>
          <a:xfrm>
            <a:off x="1981200" y="5777958"/>
            <a:ext cx="304800" cy="279567"/>
          </a:xfrm>
          <a:custGeom>
            <a:avLst/>
            <a:gdLst/>
            <a:ahLst/>
            <a:cxnLst/>
            <a:rect l="l" t="t" r="r" b="b"/>
            <a:pathLst>
              <a:path w="304800" h="284226">
                <a:moveTo>
                  <a:pt x="304800" y="761"/>
                </a:moveTo>
                <a:lnTo>
                  <a:pt x="0" y="761"/>
                </a:lnTo>
                <a:lnTo>
                  <a:pt x="0" y="284226"/>
                </a:lnTo>
                <a:lnTo>
                  <a:pt x="304800" y="284226"/>
                </a:lnTo>
                <a:lnTo>
                  <a:pt x="304800" y="761"/>
                </a:lnTo>
                <a:close/>
              </a:path>
            </a:pathLst>
          </a:custGeom>
          <a:solidFill>
            <a:srgbClr val="0000FF"/>
          </a:solidFill>
        </p:spPr>
        <p:txBody>
          <a:bodyPr wrap="square" lIns="0" tIns="0" rIns="0" bIns="0" rtlCol="0">
            <a:noAutofit/>
          </a:bodyPr>
          <a:lstStyle/>
          <a:p>
            <a:endParaRPr/>
          </a:p>
        </p:txBody>
      </p:sp>
      <p:sp>
        <p:nvSpPr>
          <p:cNvPr id="30" name="object 30"/>
          <p:cNvSpPr txBox="1"/>
          <p:nvPr/>
        </p:nvSpPr>
        <p:spPr>
          <a:xfrm>
            <a:off x="2540762" y="758939"/>
            <a:ext cx="710322" cy="574373"/>
          </a:xfrm>
          <a:prstGeom prst="rect">
            <a:avLst/>
          </a:prstGeom>
        </p:spPr>
        <p:txBody>
          <a:bodyPr wrap="square" lIns="0" tIns="0" rIns="0" bIns="0" rtlCol="0">
            <a:noAutofit/>
          </a:bodyPr>
          <a:lstStyle/>
          <a:p>
            <a:pPr marL="12700">
              <a:lnSpc>
                <a:spcPts val="4580"/>
              </a:lnSpc>
              <a:spcBef>
                <a:spcPts val="229"/>
              </a:spcBef>
            </a:pPr>
            <a:r>
              <a:rPr sz="6600" spc="0" baseline="3103" dirty="0">
                <a:latin typeface="Calibri"/>
                <a:cs typeface="Calibri"/>
              </a:rPr>
              <a:t>A*</a:t>
            </a:r>
            <a:endParaRPr sz="4400">
              <a:latin typeface="Calibri"/>
              <a:cs typeface="Calibri"/>
            </a:endParaRPr>
          </a:p>
        </p:txBody>
      </p:sp>
      <p:sp>
        <p:nvSpPr>
          <p:cNvPr id="29" name="object 29"/>
          <p:cNvSpPr txBox="1"/>
          <p:nvPr/>
        </p:nvSpPr>
        <p:spPr>
          <a:xfrm>
            <a:off x="3268472" y="758940"/>
            <a:ext cx="5141772" cy="1302707"/>
          </a:xfrm>
          <a:prstGeom prst="rect">
            <a:avLst/>
          </a:prstGeom>
        </p:spPr>
        <p:txBody>
          <a:bodyPr wrap="square" lIns="0" tIns="0" rIns="0" bIns="0" rtlCol="0">
            <a:noAutofit/>
          </a:bodyPr>
          <a:lstStyle/>
          <a:p>
            <a:pPr marL="12700" marR="45720">
              <a:lnSpc>
                <a:spcPts val="4580"/>
              </a:lnSpc>
              <a:spcBef>
                <a:spcPts val="229"/>
              </a:spcBef>
            </a:pPr>
            <a:r>
              <a:rPr sz="6600" spc="0" baseline="3103" dirty="0">
                <a:latin typeface="Calibri"/>
                <a:cs typeface="Calibri"/>
              </a:rPr>
              <a:t>Sea</a:t>
            </a:r>
            <a:r>
              <a:rPr sz="6600" spc="-59" baseline="3103" dirty="0">
                <a:latin typeface="Calibri"/>
                <a:cs typeface="Calibri"/>
              </a:rPr>
              <a:t>r</a:t>
            </a:r>
            <a:r>
              <a:rPr sz="6600" spc="0" baseline="3103" dirty="0">
                <a:latin typeface="Calibri"/>
                <a:cs typeface="Calibri"/>
              </a:rPr>
              <a:t>ch:</a:t>
            </a:r>
            <a:r>
              <a:rPr sz="6600" spc="14" baseline="3103" dirty="0">
                <a:latin typeface="Calibri"/>
                <a:cs typeface="Calibri"/>
              </a:rPr>
              <a:t> </a:t>
            </a:r>
            <a:r>
              <a:rPr sz="6600" spc="0" baseline="3103" dirty="0">
                <a:latin typeface="Calibri"/>
                <a:cs typeface="Calibri"/>
              </a:rPr>
              <a:t>Anal</a:t>
            </a:r>
            <a:r>
              <a:rPr sz="6600" spc="-39" baseline="3103" dirty="0">
                <a:latin typeface="Calibri"/>
                <a:cs typeface="Calibri"/>
              </a:rPr>
              <a:t>y</a:t>
            </a:r>
            <a:r>
              <a:rPr sz="6600" spc="0" baseline="3103" dirty="0">
                <a:latin typeface="Calibri"/>
                <a:cs typeface="Calibri"/>
              </a:rPr>
              <a:t>sis</a:t>
            </a:r>
            <a:endParaRPr sz="4400">
              <a:latin typeface="Calibri"/>
              <a:cs typeface="Calibri"/>
            </a:endParaRPr>
          </a:p>
          <a:p>
            <a:pPr marL="632967">
              <a:lnSpc>
                <a:spcPct val="101725"/>
              </a:lnSpc>
              <a:spcBef>
                <a:spcPts val="2634"/>
              </a:spcBef>
            </a:pPr>
            <a:r>
              <a:rPr sz="2400" spc="4" dirty="0">
                <a:latin typeface="Calibri"/>
                <a:cs typeface="Calibri"/>
              </a:rPr>
              <a:t>•</a:t>
            </a:r>
            <a:r>
              <a:rPr sz="2400" spc="-4" dirty="0">
                <a:latin typeface="Calibri"/>
                <a:cs typeface="Calibri"/>
              </a:rPr>
              <a:t>A</a:t>
            </a:r>
            <a:r>
              <a:rPr sz="2400" spc="0" dirty="0">
                <a:latin typeface="Calibri"/>
                <a:cs typeface="Calibri"/>
              </a:rPr>
              <a:t>* is</a:t>
            </a:r>
            <a:r>
              <a:rPr sz="2400" spc="-14" dirty="0">
                <a:latin typeface="Calibri"/>
                <a:cs typeface="Calibri"/>
              </a:rPr>
              <a:t> </a:t>
            </a:r>
            <a:r>
              <a:rPr sz="2400" spc="-19" dirty="0">
                <a:latin typeface="Calibri"/>
                <a:cs typeface="Calibri"/>
              </a:rPr>
              <a:t>c</a:t>
            </a:r>
            <a:r>
              <a:rPr sz="2400" spc="0" dirty="0">
                <a:latin typeface="Calibri"/>
                <a:cs typeface="Calibri"/>
              </a:rPr>
              <a:t>ompl</a:t>
            </a:r>
            <a:r>
              <a:rPr sz="2400" spc="-14" dirty="0">
                <a:latin typeface="Calibri"/>
                <a:cs typeface="Calibri"/>
              </a:rPr>
              <a:t>e</a:t>
            </a:r>
            <a:r>
              <a:rPr sz="2400" spc="-25" dirty="0">
                <a:latin typeface="Calibri"/>
                <a:cs typeface="Calibri"/>
              </a:rPr>
              <a:t>t</a:t>
            </a:r>
            <a:r>
              <a:rPr sz="2400" spc="0" dirty="0">
                <a:latin typeface="Calibri"/>
                <a:cs typeface="Calibri"/>
              </a:rPr>
              <a:t>e</a:t>
            </a:r>
            <a:r>
              <a:rPr sz="2400" spc="-9" dirty="0">
                <a:latin typeface="Calibri"/>
                <a:cs typeface="Calibri"/>
              </a:rPr>
              <a:t> </a:t>
            </a:r>
            <a:r>
              <a:rPr sz="2400" spc="-34" dirty="0">
                <a:latin typeface="Calibri"/>
                <a:cs typeface="Calibri"/>
              </a:rPr>
              <a:t>e</a:t>
            </a:r>
            <a:r>
              <a:rPr sz="2400" spc="-54" dirty="0">
                <a:latin typeface="Calibri"/>
                <a:cs typeface="Calibri"/>
              </a:rPr>
              <a:t>x</a:t>
            </a:r>
            <a:r>
              <a:rPr sz="2400" spc="0" dirty="0">
                <a:latin typeface="Calibri"/>
                <a:cs typeface="Calibri"/>
              </a:rPr>
              <a:t>ce</a:t>
            </a:r>
            <a:r>
              <a:rPr sz="2400" spc="-14" dirty="0">
                <a:latin typeface="Calibri"/>
                <a:cs typeface="Calibri"/>
              </a:rPr>
              <a:t>p</a:t>
            </a:r>
            <a:r>
              <a:rPr sz="2400" spc="0" dirty="0">
                <a:latin typeface="Calibri"/>
                <a:cs typeface="Calibri"/>
              </a:rPr>
              <a:t>t</a:t>
            </a:r>
            <a:r>
              <a:rPr sz="2400" spc="9" dirty="0">
                <a:latin typeface="Calibri"/>
                <a:cs typeface="Calibri"/>
              </a:rPr>
              <a:t> </a:t>
            </a:r>
            <a:r>
              <a:rPr sz="2400" spc="0" dirty="0">
                <a:latin typeface="Calibri"/>
                <a:cs typeface="Calibri"/>
              </a:rPr>
              <a:t>if the</a:t>
            </a:r>
            <a:r>
              <a:rPr sz="2400" spc="-29" dirty="0">
                <a:latin typeface="Calibri"/>
                <a:cs typeface="Calibri"/>
              </a:rPr>
              <a:t>r</a:t>
            </a:r>
            <a:r>
              <a:rPr sz="2400" spc="0" dirty="0">
                <a:latin typeface="Calibri"/>
                <a:cs typeface="Calibri"/>
              </a:rPr>
              <a:t>e is an</a:t>
            </a:r>
            <a:endParaRPr sz="2400">
              <a:latin typeface="Calibri"/>
              <a:cs typeface="Calibri"/>
            </a:endParaRPr>
          </a:p>
        </p:txBody>
      </p:sp>
      <p:sp>
        <p:nvSpPr>
          <p:cNvPr id="28" name="object 28"/>
          <p:cNvSpPr txBox="1"/>
          <p:nvPr/>
        </p:nvSpPr>
        <p:spPr>
          <a:xfrm>
            <a:off x="2669540" y="1873270"/>
            <a:ext cx="5043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S</a:t>
            </a:r>
            <a:r>
              <a:rPr sz="2700" spc="-25" baseline="3034" dirty="0">
                <a:latin typeface="Calibri"/>
                <a:cs typeface="Calibri"/>
              </a:rPr>
              <a:t>t</a:t>
            </a:r>
            <a:r>
              <a:rPr sz="2700" spc="0" baseline="3034" dirty="0">
                <a:latin typeface="Calibri"/>
                <a:cs typeface="Calibri"/>
              </a:rPr>
              <a:t>art</a:t>
            </a:r>
            <a:endParaRPr sz="1800">
              <a:latin typeface="Calibri"/>
              <a:cs typeface="Calibri"/>
            </a:endParaRPr>
          </a:p>
        </p:txBody>
      </p:sp>
      <p:sp>
        <p:nvSpPr>
          <p:cNvPr id="27" name="object 27"/>
          <p:cNvSpPr txBox="1"/>
          <p:nvPr/>
        </p:nvSpPr>
        <p:spPr>
          <a:xfrm>
            <a:off x="2288540" y="2098123"/>
            <a:ext cx="19196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A</a:t>
            </a:r>
            <a:endParaRPr sz="1800">
              <a:latin typeface="Calibri"/>
              <a:cs typeface="Calibri"/>
            </a:endParaRPr>
          </a:p>
        </p:txBody>
      </p:sp>
      <p:sp>
        <p:nvSpPr>
          <p:cNvPr id="26" name="object 26"/>
          <p:cNvSpPr txBox="1"/>
          <p:nvPr/>
        </p:nvSpPr>
        <p:spPr>
          <a:xfrm>
            <a:off x="3888740" y="2096623"/>
            <a:ext cx="3687212" cy="864433"/>
          </a:xfrm>
          <a:prstGeom prst="rect">
            <a:avLst/>
          </a:prstGeom>
        </p:spPr>
        <p:txBody>
          <a:bodyPr wrap="square" lIns="0" tIns="0" rIns="0" bIns="0" rtlCol="0">
            <a:noAutofit/>
          </a:bodyPr>
          <a:lstStyle/>
          <a:p>
            <a:pPr marL="12700">
              <a:lnSpc>
                <a:spcPts val="2545"/>
              </a:lnSpc>
              <a:spcBef>
                <a:spcPts val="127"/>
              </a:spcBef>
            </a:pPr>
            <a:r>
              <a:rPr sz="3600" spc="0" baseline="3413" dirty="0">
                <a:latin typeface="Calibri"/>
                <a:cs typeface="Calibri"/>
              </a:rPr>
              <a:t>infinity</a:t>
            </a:r>
            <a:r>
              <a:rPr sz="3600" spc="-9" baseline="3413" dirty="0">
                <a:latin typeface="Calibri"/>
                <a:cs typeface="Calibri"/>
              </a:rPr>
              <a:t> </a:t>
            </a:r>
            <a:r>
              <a:rPr sz="3600" spc="0" baseline="3413" dirty="0">
                <a:latin typeface="Calibri"/>
                <a:cs typeface="Calibri"/>
              </a:rPr>
              <a:t>of nodes with</a:t>
            </a:r>
            <a:r>
              <a:rPr sz="3600" spc="-14" baseline="3413" dirty="0">
                <a:latin typeface="Calibri"/>
                <a:cs typeface="Calibri"/>
              </a:rPr>
              <a:t> </a:t>
            </a:r>
            <a:r>
              <a:rPr sz="3600" spc="0" baseline="3413" dirty="0">
                <a:latin typeface="Calibri"/>
                <a:cs typeface="Calibri"/>
              </a:rPr>
              <a:t>f &lt; f(G).</a:t>
            </a:r>
            <a:endParaRPr sz="2400">
              <a:latin typeface="Calibri"/>
              <a:cs typeface="Calibri"/>
            </a:endParaRPr>
          </a:p>
          <a:p>
            <a:pPr marL="12700" marR="13355">
              <a:lnSpc>
                <a:spcPct val="101725"/>
              </a:lnSpc>
              <a:spcBef>
                <a:spcPts val="1263"/>
              </a:spcBef>
            </a:pPr>
            <a:r>
              <a:rPr sz="2400" spc="0" dirty="0">
                <a:latin typeface="Calibri"/>
                <a:cs typeface="Calibri"/>
              </a:rPr>
              <a:t>•A* is</a:t>
            </a:r>
            <a:r>
              <a:rPr sz="2400" spc="-4" dirty="0">
                <a:latin typeface="Calibri"/>
                <a:cs typeface="Calibri"/>
              </a:rPr>
              <a:t> </a:t>
            </a:r>
            <a:r>
              <a:rPr sz="2400" spc="0" dirty="0">
                <a:latin typeface="Calibri"/>
                <a:cs typeface="Calibri"/>
              </a:rPr>
              <a:t>o</a:t>
            </a:r>
            <a:r>
              <a:rPr sz="2400" spc="-14" dirty="0">
                <a:latin typeface="Calibri"/>
                <a:cs typeface="Calibri"/>
              </a:rPr>
              <a:t>p</a:t>
            </a:r>
            <a:r>
              <a:rPr sz="2400" spc="0" dirty="0">
                <a:latin typeface="Calibri"/>
                <a:cs typeface="Calibri"/>
              </a:rPr>
              <a:t>timal</a:t>
            </a:r>
            <a:r>
              <a:rPr sz="2400" spc="-19" dirty="0">
                <a:latin typeface="Calibri"/>
                <a:cs typeface="Calibri"/>
              </a:rPr>
              <a:t> </a:t>
            </a:r>
            <a:r>
              <a:rPr sz="2400" spc="0" dirty="0">
                <a:latin typeface="Calibri"/>
                <a:cs typeface="Calibri"/>
              </a:rPr>
              <a:t>if heuri</a:t>
            </a:r>
            <a:r>
              <a:rPr sz="2400" spc="-34" dirty="0">
                <a:latin typeface="Calibri"/>
                <a:cs typeface="Calibri"/>
              </a:rPr>
              <a:t>s</a:t>
            </a:r>
            <a:r>
              <a:rPr sz="2400" spc="0" dirty="0">
                <a:latin typeface="Calibri"/>
                <a:cs typeface="Calibri"/>
              </a:rPr>
              <a:t>tic</a:t>
            </a:r>
            <a:r>
              <a:rPr sz="2400" spc="9" dirty="0">
                <a:latin typeface="Calibri"/>
                <a:cs typeface="Calibri"/>
              </a:rPr>
              <a:t> </a:t>
            </a:r>
            <a:r>
              <a:rPr sz="2400" i="1" spc="0" dirty="0">
                <a:latin typeface="Calibri"/>
                <a:cs typeface="Calibri"/>
              </a:rPr>
              <a:t>h </a:t>
            </a:r>
            <a:r>
              <a:rPr sz="2400" spc="0" dirty="0">
                <a:latin typeface="Calibri"/>
                <a:cs typeface="Calibri"/>
              </a:rPr>
              <a:t>is</a:t>
            </a:r>
            <a:endParaRPr sz="2400">
              <a:latin typeface="Calibri"/>
              <a:cs typeface="Calibri"/>
            </a:endParaRPr>
          </a:p>
        </p:txBody>
      </p:sp>
      <p:sp>
        <p:nvSpPr>
          <p:cNvPr id="25" name="object 25"/>
          <p:cNvSpPr txBox="1"/>
          <p:nvPr/>
        </p:nvSpPr>
        <p:spPr>
          <a:xfrm>
            <a:off x="2898141" y="2173073"/>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75</a:t>
            </a:r>
            <a:endParaRPr sz="1800">
              <a:latin typeface="Calibri"/>
              <a:cs typeface="Calibri"/>
            </a:endParaRPr>
          </a:p>
        </p:txBody>
      </p:sp>
      <p:sp>
        <p:nvSpPr>
          <p:cNvPr id="24" name="object 24"/>
          <p:cNvSpPr txBox="1"/>
          <p:nvPr/>
        </p:nvSpPr>
        <p:spPr>
          <a:xfrm>
            <a:off x="1450347" y="2248017"/>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118</a:t>
            </a:r>
            <a:endParaRPr sz="1800">
              <a:latin typeface="Calibri"/>
              <a:cs typeface="Calibri"/>
            </a:endParaRPr>
          </a:p>
        </p:txBody>
      </p:sp>
      <p:sp>
        <p:nvSpPr>
          <p:cNvPr id="23" name="object 23"/>
          <p:cNvSpPr txBox="1"/>
          <p:nvPr/>
        </p:nvSpPr>
        <p:spPr>
          <a:xfrm>
            <a:off x="3355341" y="2622778"/>
            <a:ext cx="18403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B</a:t>
            </a:r>
            <a:endParaRPr sz="1800">
              <a:latin typeface="Calibri"/>
              <a:cs typeface="Calibri"/>
            </a:endParaRPr>
          </a:p>
        </p:txBody>
      </p:sp>
      <p:sp>
        <p:nvSpPr>
          <p:cNvPr id="22" name="object 22"/>
          <p:cNvSpPr txBox="1"/>
          <p:nvPr/>
        </p:nvSpPr>
        <p:spPr>
          <a:xfrm>
            <a:off x="2440940" y="2711971"/>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140</a:t>
            </a:r>
            <a:endParaRPr sz="1800">
              <a:latin typeface="Calibri"/>
              <a:cs typeface="Calibri"/>
            </a:endParaRPr>
          </a:p>
        </p:txBody>
      </p:sp>
      <p:sp>
        <p:nvSpPr>
          <p:cNvPr id="21" name="object 21"/>
          <p:cNvSpPr txBox="1"/>
          <p:nvPr/>
        </p:nvSpPr>
        <p:spPr>
          <a:xfrm>
            <a:off x="1221740" y="2772680"/>
            <a:ext cx="181580"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C</a:t>
            </a:r>
            <a:endParaRPr sz="1800">
              <a:latin typeface="Calibri"/>
              <a:cs typeface="Calibri"/>
            </a:endParaRPr>
          </a:p>
        </p:txBody>
      </p:sp>
      <p:sp>
        <p:nvSpPr>
          <p:cNvPr id="20" name="object 20"/>
          <p:cNvSpPr txBox="1"/>
          <p:nvPr/>
        </p:nvSpPr>
        <p:spPr>
          <a:xfrm>
            <a:off x="3888740" y="2996034"/>
            <a:ext cx="4256331" cy="408231"/>
          </a:xfrm>
          <a:prstGeom prst="rect">
            <a:avLst/>
          </a:prstGeom>
        </p:spPr>
        <p:txBody>
          <a:bodyPr wrap="square" lIns="0" tIns="0" rIns="0" bIns="0" rtlCol="0">
            <a:noAutofit/>
          </a:bodyPr>
          <a:lstStyle/>
          <a:p>
            <a:pPr marL="12700" marR="45720">
              <a:lnSpc>
                <a:spcPts val="2545"/>
              </a:lnSpc>
              <a:spcBef>
                <a:spcPts val="127"/>
              </a:spcBef>
            </a:pPr>
            <a:r>
              <a:rPr sz="3600" spc="0" baseline="3413" dirty="0">
                <a:latin typeface="Calibri"/>
                <a:cs typeface="Calibri"/>
              </a:rPr>
              <a:t>admissible.</a:t>
            </a:r>
            <a:r>
              <a:rPr lang="en-US" sz="3600" spc="0" baseline="3413" dirty="0">
                <a:latin typeface="Calibri"/>
                <a:cs typeface="Calibri"/>
              </a:rPr>
              <a:t> </a:t>
            </a:r>
            <a:r>
              <a:rPr lang="en-US" sz="3600" baseline="3413" dirty="0">
                <a:latin typeface="Calibri"/>
                <a:cs typeface="Calibri"/>
              </a:rPr>
              <a:t>(underestimated)</a:t>
            </a:r>
            <a:endParaRPr sz="2400" dirty="0">
              <a:latin typeface="Calibri"/>
              <a:cs typeface="Calibri"/>
            </a:endParaRPr>
          </a:p>
          <a:p>
            <a:pPr marL="12700">
              <a:lnSpc>
                <a:spcPct val="101725"/>
              </a:lnSpc>
              <a:spcBef>
                <a:spcPts val="1263"/>
              </a:spcBef>
            </a:pPr>
            <a:r>
              <a:rPr sz="2400" spc="0" dirty="0">
                <a:latin typeface="Calibri"/>
                <a:cs typeface="Calibri"/>
              </a:rPr>
              <a:t>•Time</a:t>
            </a:r>
            <a:r>
              <a:rPr sz="2400" spc="-14" dirty="0">
                <a:latin typeface="Calibri"/>
                <a:cs typeface="Calibri"/>
              </a:rPr>
              <a:t> </a:t>
            </a:r>
            <a:r>
              <a:rPr sz="2400" spc="-19" dirty="0">
                <a:latin typeface="Calibri"/>
                <a:cs typeface="Calibri"/>
              </a:rPr>
              <a:t>c</a:t>
            </a:r>
            <a:r>
              <a:rPr sz="2400" spc="0" dirty="0">
                <a:latin typeface="Calibri"/>
                <a:cs typeface="Calibri"/>
              </a:rPr>
              <a:t>ompl</a:t>
            </a:r>
            <a:r>
              <a:rPr sz="2400" spc="-34" dirty="0">
                <a:latin typeface="Calibri"/>
                <a:cs typeface="Calibri"/>
              </a:rPr>
              <a:t>e</a:t>
            </a:r>
            <a:r>
              <a:rPr sz="2400" spc="0" dirty="0">
                <a:latin typeface="Calibri"/>
                <a:cs typeface="Calibri"/>
              </a:rPr>
              <a:t>xity</a:t>
            </a:r>
            <a:r>
              <a:rPr sz="2400" spc="-14" dirty="0">
                <a:latin typeface="Calibri"/>
                <a:cs typeface="Calibri"/>
              </a:rPr>
              <a:t> </a:t>
            </a:r>
            <a:r>
              <a:rPr sz="2400" spc="0" dirty="0">
                <a:latin typeface="Calibri"/>
                <a:cs typeface="Calibri"/>
              </a:rPr>
              <a:t>depends</a:t>
            </a:r>
            <a:r>
              <a:rPr sz="2400" spc="19" dirty="0">
                <a:latin typeface="Calibri"/>
                <a:cs typeface="Calibri"/>
              </a:rPr>
              <a:t> </a:t>
            </a:r>
            <a:r>
              <a:rPr sz="2400" spc="0" dirty="0">
                <a:latin typeface="Calibri"/>
                <a:cs typeface="Calibri"/>
              </a:rPr>
              <a:t>on</a:t>
            </a:r>
            <a:r>
              <a:rPr sz="2400" spc="-14" dirty="0">
                <a:latin typeface="Calibri"/>
                <a:cs typeface="Calibri"/>
              </a:rPr>
              <a:t> </a:t>
            </a:r>
            <a:r>
              <a:rPr sz="2400" spc="0" dirty="0">
                <a:latin typeface="Calibri"/>
                <a:cs typeface="Calibri"/>
              </a:rPr>
              <a:t>the</a:t>
            </a:r>
            <a:endParaRPr sz="2400" dirty="0">
              <a:latin typeface="Calibri"/>
              <a:cs typeface="Calibri"/>
            </a:endParaRPr>
          </a:p>
        </p:txBody>
      </p:sp>
      <p:sp>
        <p:nvSpPr>
          <p:cNvPr id="19" name="object 19"/>
          <p:cNvSpPr txBox="1"/>
          <p:nvPr/>
        </p:nvSpPr>
        <p:spPr>
          <a:xfrm>
            <a:off x="459740" y="3072483"/>
            <a:ext cx="428932" cy="699541"/>
          </a:xfrm>
          <a:prstGeom prst="rect">
            <a:avLst/>
          </a:prstGeom>
        </p:spPr>
        <p:txBody>
          <a:bodyPr wrap="square" lIns="0" tIns="0" rIns="0" bIns="0" rtlCol="0">
            <a:noAutofit/>
          </a:bodyPr>
          <a:lstStyle/>
          <a:p>
            <a:pPr marL="12700" marR="34290">
              <a:lnSpc>
                <a:spcPts val="1935"/>
              </a:lnSpc>
              <a:spcBef>
                <a:spcPts val="96"/>
              </a:spcBef>
            </a:pPr>
            <a:r>
              <a:rPr sz="2700" b="1" spc="0" baseline="3034" dirty="0">
                <a:solidFill>
                  <a:srgbClr val="0000FF"/>
                </a:solidFill>
                <a:latin typeface="Calibri"/>
                <a:cs typeface="Calibri"/>
              </a:rPr>
              <a:t>111</a:t>
            </a:r>
            <a:endParaRPr sz="1800">
              <a:latin typeface="Calibri"/>
              <a:cs typeface="Calibri"/>
            </a:endParaRPr>
          </a:p>
          <a:p>
            <a:pPr marL="241300">
              <a:lnSpc>
                <a:spcPct val="101725"/>
              </a:lnSpc>
              <a:spcBef>
                <a:spcPts val="1305"/>
              </a:spcBef>
            </a:pPr>
            <a:r>
              <a:rPr sz="1800" spc="0" dirty="0">
                <a:latin typeface="Calibri"/>
                <a:cs typeface="Calibri"/>
              </a:rPr>
              <a:t>D</a:t>
            </a:r>
            <a:endParaRPr sz="1800">
              <a:latin typeface="Calibri"/>
              <a:cs typeface="Calibri"/>
            </a:endParaRPr>
          </a:p>
        </p:txBody>
      </p:sp>
      <p:sp>
        <p:nvSpPr>
          <p:cNvPr id="18" name="object 18"/>
          <p:cNvSpPr txBox="1"/>
          <p:nvPr/>
        </p:nvSpPr>
        <p:spPr>
          <a:xfrm>
            <a:off x="2364741" y="3222385"/>
            <a:ext cx="171311"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E</a:t>
            </a:r>
            <a:endParaRPr sz="1800">
              <a:latin typeface="Calibri"/>
              <a:cs typeface="Calibri"/>
            </a:endParaRPr>
          </a:p>
        </p:txBody>
      </p:sp>
      <p:sp>
        <p:nvSpPr>
          <p:cNvPr id="17" name="object 17"/>
          <p:cNvSpPr txBox="1"/>
          <p:nvPr/>
        </p:nvSpPr>
        <p:spPr>
          <a:xfrm>
            <a:off x="16789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80</a:t>
            </a:r>
            <a:endParaRPr sz="1800">
              <a:latin typeface="Calibri"/>
              <a:cs typeface="Calibri"/>
            </a:endParaRPr>
          </a:p>
        </p:txBody>
      </p:sp>
      <p:sp>
        <p:nvSpPr>
          <p:cNvPr id="16" name="object 16"/>
          <p:cNvSpPr txBox="1"/>
          <p:nvPr/>
        </p:nvSpPr>
        <p:spPr>
          <a:xfrm>
            <a:off x="2745741" y="3522188"/>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99</a:t>
            </a:r>
            <a:endParaRPr sz="1800">
              <a:latin typeface="Calibri"/>
              <a:cs typeface="Calibri"/>
            </a:endParaRPr>
          </a:p>
        </p:txBody>
      </p:sp>
      <p:sp>
        <p:nvSpPr>
          <p:cNvPr id="15" name="object 15"/>
          <p:cNvSpPr txBox="1"/>
          <p:nvPr/>
        </p:nvSpPr>
        <p:spPr>
          <a:xfrm>
            <a:off x="3888741" y="3895443"/>
            <a:ext cx="4401989" cy="1224197"/>
          </a:xfrm>
          <a:prstGeom prst="rect">
            <a:avLst/>
          </a:prstGeom>
        </p:spPr>
        <p:txBody>
          <a:bodyPr wrap="square" lIns="0" tIns="0" rIns="0" bIns="0" rtlCol="0">
            <a:noAutofit/>
          </a:bodyPr>
          <a:lstStyle/>
          <a:p>
            <a:pPr marL="12700" marR="45720">
              <a:lnSpc>
                <a:spcPts val="2545"/>
              </a:lnSpc>
              <a:spcBef>
                <a:spcPts val="127"/>
              </a:spcBef>
            </a:pPr>
            <a:r>
              <a:rPr sz="3600" spc="0" baseline="3413" dirty="0">
                <a:latin typeface="Calibri"/>
                <a:cs typeface="Calibri"/>
              </a:rPr>
              <a:t>quality</a:t>
            </a:r>
            <a:r>
              <a:rPr sz="3600" spc="-9" baseline="3413" dirty="0">
                <a:latin typeface="Calibri"/>
                <a:cs typeface="Calibri"/>
              </a:rPr>
              <a:t> </a:t>
            </a:r>
            <a:r>
              <a:rPr sz="3600" spc="0" baseline="3413" dirty="0">
                <a:latin typeface="Calibri"/>
                <a:cs typeface="Calibri"/>
              </a:rPr>
              <a:t>of</a:t>
            </a:r>
            <a:r>
              <a:rPr sz="3600" spc="-4" baseline="3413" dirty="0">
                <a:latin typeface="Calibri"/>
                <a:cs typeface="Calibri"/>
              </a:rPr>
              <a:t> </a:t>
            </a:r>
            <a:r>
              <a:rPr sz="3600" spc="0" baseline="3413" dirty="0">
                <a:latin typeface="Calibri"/>
                <a:cs typeface="Calibri"/>
              </a:rPr>
              <a:t>heuri</a:t>
            </a:r>
            <a:r>
              <a:rPr sz="3600" spc="-34" baseline="3413" dirty="0">
                <a:latin typeface="Calibri"/>
                <a:cs typeface="Calibri"/>
              </a:rPr>
              <a:t>s</a:t>
            </a:r>
            <a:r>
              <a:rPr sz="3600" spc="0" baseline="3413" dirty="0">
                <a:latin typeface="Calibri"/>
                <a:cs typeface="Calibri"/>
              </a:rPr>
              <a:t>tic</a:t>
            </a:r>
            <a:r>
              <a:rPr sz="3600" spc="-4" baseline="3413" dirty="0">
                <a:latin typeface="Calibri"/>
                <a:cs typeface="Calibri"/>
              </a:rPr>
              <a:t> </a:t>
            </a:r>
            <a:r>
              <a:rPr sz="3600" spc="0" baseline="3413" dirty="0">
                <a:latin typeface="Calibri"/>
                <a:cs typeface="Calibri"/>
              </a:rPr>
              <a:t>but</a:t>
            </a:r>
            <a:r>
              <a:rPr sz="3600" spc="-4" baseline="3413" dirty="0">
                <a:latin typeface="Calibri"/>
                <a:cs typeface="Calibri"/>
              </a:rPr>
              <a:t> </a:t>
            </a:r>
            <a:r>
              <a:rPr sz="3600" spc="0" baseline="3413" dirty="0">
                <a:latin typeface="Calibri"/>
                <a:cs typeface="Calibri"/>
              </a:rPr>
              <a:t>is</a:t>
            </a:r>
            <a:r>
              <a:rPr sz="3600" spc="-4" baseline="3413" dirty="0">
                <a:latin typeface="Calibri"/>
                <a:cs typeface="Calibri"/>
              </a:rPr>
              <a:t> </a:t>
            </a:r>
            <a:r>
              <a:rPr sz="3600" spc="-34" baseline="3413" dirty="0">
                <a:latin typeface="Calibri"/>
                <a:cs typeface="Calibri"/>
              </a:rPr>
              <a:t>s</a:t>
            </a:r>
            <a:r>
              <a:rPr sz="3600" spc="0" baseline="3413" dirty="0">
                <a:latin typeface="Calibri"/>
                <a:cs typeface="Calibri"/>
              </a:rPr>
              <a:t>till</a:t>
            </a:r>
            <a:endParaRPr sz="2400">
              <a:latin typeface="Calibri"/>
              <a:cs typeface="Calibri"/>
            </a:endParaRPr>
          </a:p>
          <a:p>
            <a:pPr marL="12700" marR="45720">
              <a:lnSpc>
                <a:spcPts val="2880"/>
              </a:lnSpc>
              <a:spcBef>
                <a:spcPts val="16"/>
              </a:spcBef>
            </a:pPr>
            <a:r>
              <a:rPr sz="3600" spc="-34" baseline="1137" dirty="0">
                <a:latin typeface="Calibri"/>
                <a:cs typeface="Calibri"/>
              </a:rPr>
              <a:t>e</a:t>
            </a:r>
            <a:r>
              <a:rPr sz="3600" spc="0" baseline="1137" dirty="0">
                <a:latin typeface="Calibri"/>
                <a:cs typeface="Calibri"/>
              </a:rPr>
              <a:t>xpone</a:t>
            </a:r>
            <a:r>
              <a:rPr sz="3600" spc="-29" baseline="1137" dirty="0">
                <a:latin typeface="Calibri"/>
                <a:cs typeface="Calibri"/>
              </a:rPr>
              <a:t>n</a:t>
            </a:r>
            <a:r>
              <a:rPr sz="3600" spc="0" baseline="1137" dirty="0">
                <a:latin typeface="Calibri"/>
                <a:cs typeface="Calibri"/>
              </a:rPr>
              <a:t>tial.</a:t>
            </a:r>
            <a:endParaRPr sz="2400">
              <a:latin typeface="Calibri"/>
              <a:cs typeface="Calibri"/>
            </a:endParaRPr>
          </a:p>
          <a:p>
            <a:pPr marL="12700">
              <a:lnSpc>
                <a:spcPct val="101725"/>
              </a:lnSpc>
              <a:spcBef>
                <a:spcPts val="1246"/>
              </a:spcBef>
            </a:pPr>
            <a:r>
              <a:rPr sz="2400" spc="0" dirty="0">
                <a:latin typeface="Calibri"/>
                <a:cs typeface="Calibri"/>
              </a:rPr>
              <a:t>•</a:t>
            </a:r>
            <a:r>
              <a:rPr sz="2400" spc="-34" dirty="0">
                <a:latin typeface="Calibri"/>
                <a:cs typeface="Calibri"/>
              </a:rPr>
              <a:t>F</a:t>
            </a:r>
            <a:r>
              <a:rPr sz="2400" spc="0" dirty="0">
                <a:latin typeface="Calibri"/>
                <a:cs typeface="Calibri"/>
              </a:rPr>
              <a:t>or</a:t>
            </a:r>
            <a:r>
              <a:rPr sz="2400" spc="-14" dirty="0">
                <a:latin typeface="Calibri"/>
                <a:cs typeface="Calibri"/>
              </a:rPr>
              <a:t> </a:t>
            </a:r>
            <a:r>
              <a:rPr sz="2400" spc="0" dirty="0">
                <a:latin typeface="Calibri"/>
                <a:cs typeface="Calibri"/>
              </a:rPr>
              <a:t>space </a:t>
            </a:r>
            <a:r>
              <a:rPr sz="2400" spc="-19" dirty="0">
                <a:latin typeface="Calibri"/>
                <a:cs typeface="Calibri"/>
              </a:rPr>
              <a:t>c</a:t>
            </a:r>
            <a:r>
              <a:rPr sz="2400" spc="0" dirty="0">
                <a:latin typeface="Calibri"/>
                <a:cs typeface="Calibri"/>
              </a:rPr>
              <a:t>ompl</a:t>
            </a:r>
            <a:r>
              <a:rPr sz="2400" spc="-34" dirty="0">
                <a:latin typeface="Calibri"/>
                <a:cs typeface="Calibri"/>
              </a:rPr>
              <a:t>e</a:t>
            </a:r>
            <a:r>
              <a:rPr sz="2400" spc="0" dirty="0">
                <a:latin typeface="Calibri"/>
                <a:cs typeface="Calibri"/>
              </a:rPr>
              <a:t>xit</a:t>
            </a:r>
            <a:r>
              <a:rPr sz="2400" spc="-175" dirty="0">
                <a:latin typeface="Calibri"/>
                <a:cs typeface="Calibri"/>
              </a:rPr>
              <a:t>y</a:t>
            </a:r>
            <a:r>
              <a:rPr sz="2400" spc="0" dirty="0">
                <a:latin typeface="Calibri"/>
                <a:cs typeface="Calibri"/>
              </a:rPr>
              <a:t>,</a:t>
            </a:r>
            <a:r>
              <a:rPr sz="2400" spc="-14" dirty="0">
                <a:latin typeface="Calibri"/>
                <a:cs typeface="Calibri"/>
              </a:rPr>
              <a:t> </a:t>
            </a:r>
            <a:r>
              <a:rPr sz="2400" spc="0" dirty="0">
                <a:latin typeface="Calibri"/>
                <a:cs typeface="Calibri"/>
              </a:rPr>
              <a:t>A* </a:t>
            </a:r>
            <a:r>
              <a:rPr sz="2400" spc="-75" dirty="0">
                <a:latin typeface="Calibri"/>
                <a:cs typeface="Calibri"/>
              </a:rPr>
              <a:t>k</a:t>
            </a:r>
            <a:r>
              <a:rPr sz="2400" spc="0" dirty="0">
                <a:latin typeface="Calibri"/>
                <a:cs typeface="Calibri"/>
              </a:rPr>
              <a:t>ee</a:t>
            </a:r>
            <a:r>
              <a:rPr sz="2400" spc="-9" dirty="0">
                <a:latin typeface="Calibri"/>
                <a:cs typeface="Calibri"/>
              </a:rPr>
              <a:t>p</a:t>
            </a:r>
            <a:r>
              <a:rPr sz="2400" spc="0" dirty="0">
                <a:latin typeface="Calibri"/>
                <a:cs typeface="Calibri"/>
              </a:rPr>
              <a:t>s all</a:t>
            </a:r>
            <a:endParaRPr sz="2400">
              <a:latin typeface="Calibri"/>
              <a:cs typeface="Calibri"/>
            </a:endParaRPr>
          </a:p>
        </p:txBody>
      </p:sp>
      <p:sp>
        <p:nvSpPr>
          <p:cNvPr id="14" name="object 14"/>
          <p:cNvSpPr txBox="1"/>
          <p:nvPr/>
        </p:nvSpPr>
        <p:spPr>
          <a:xfrm>
            <a:off x="1526540" y="4121794"/>
            <a:ext cx="203904"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a:t>
            </a:r>
            <a:endParaRPr sz="1800">
              <a:latin typeface="Calibri"/>
              <a:cs typeface="Calibri"/>
            </a:endParaRPr>
          </a:p>
        </p:txBody>
      </p:sp>
      <p:sp>
        <p:nvSpPr>
          <p:cNvPr id="13" name="object 13"/>
          <p:cNvSpPr txBox="1"/>
          <p:nvPr/>
        </p:nvSpPr>
        <p:spPr>
          <a:xfrm>
            <a:off x="3050541" y="4121794"/>
            <a:ext cx="164725"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F</a:t>
            </a:r>
            <a:endParaRPr sz="1800">
              <a:latin typeface="Calibri"/>
              <a:cs typeface="Calibri"/>
            </a:endParaRPr>
          </a:p>
        </p:txBody>
      </p:sp>
      <p:sp>
        <p:nvSpPr>
          <p:cNvPr id="12" name="object 12"/>
          <p:cNvSpPr txBox="1"/>
          <p:nvPr/>
        </p:nvSpPr>
        <p:spPr>
          <a:xfrm>
            <a:off x="1069341" y="4571500"/>
            <a:ext cx="291323"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97</a:t>
            </a:r>
            <a:endParaRPr sz="1800">
              <a:latin typeface="Calibri"/>
              <a:cs typeface="Calibri"/>
            </a:endParaRPr>
          </a:p>
        </p:txBody>
      </p:sp>
      <p:sp>
        <p:nvSpPr>
          <p:cNvPr id="11" name="object 11"/>
          <p:cNvSpPr txBox="1"/>
          <p:nvPr/>
        </p:nvSpPr>
        <p:spPr>
          <a:xfrm>
            <a:off x="1297940" y="5021205"/>
            <a:ext cx="483340" cy="699541"/>
          </a:xfrm>
          <a:prstGeom prst="rect">
            <a:avLst/>
          </a:prstGeom>
        </p:spPr>
        <p:txBody>
          <a:bodyPr wrap="square" lIns="0" tIns="0" rIns="0" bIns="0" rtlCol="0">
            <a:noAutofit/>
          </a:bodyPr>
          <a:lstStyle/>
          <a:p>
            <a:pPr marL="12700" marR="34289">
              <a:lnSpc>
                <a:spcPts val="1935"/>
              </a:lnSpc>
              <a:spcBef>
                <a:spcPts val="96"/>
              </a:spcBef>
            </a:pPr>
            <a:r>
              <a:rPr sz="2700" spc="0" baseline="3034" dirty="0">
                <a:latin typeface="Calibri"/>
                <a:cs typeface="Calibri"/>
              </a:rPr>
              <a:t>H</a:t>
            </a:r>
            <a:endParaRPr sz="1800">
              <a:latin typeface="Calibri"/>
              <a:cs typeface="Calibri"/>
            </a:endParaRPr>
          </a:p>
          <a:p>
            <a:pPr marL="88900">
              <a:lnSpc>
                <a:spcPct val="101725"/>
              </a:lnSpc>
              <a:spcBef>
                <a:spcPts val="1305"/>
              </a:spcBef>
            </a:pPr>
            <a:r>
              <a:rPr sz="1800" b="1" spc="0" dirty="0">
                <a:solidFill>
                  <a:srgbClr val="0000FF"/>
                </a:solidFill>
                <a:latin typeface="Calibri"/>
                <a:cs typeface="Calibri"/>
              </a:rPr>
              <a:t>101</a:t>
            </a:r>
            <a:endParaRPr sz="1800">
              <a:latin typeface="Calibri"/>
              <a:cs typeface="Calibri"/>
            </a:endParaRPr>
          </a:p>
        </p:txBody>
      </p:sp>
      <p:sp>
        <p:nvSpPr>
          <p:cNvPr id="10" name="object 10"/>
          <p:cNvSpPr txBox="1"/>
          <p:nvPr/>
        </p:nvSpPr>
        <p:spPr>
          <a:xfrm>
            <a:off x="2745740" y="5096156"/>
            <a:ext cx="407140" cy="249836"/>
          </a:xfrm>
          <a:prstGeom prst="rect">
            <a:avLst/>
          </a:prstGeom>
        </p:spPr>
        <p:txBody>
          <a:bodyPr wrap="square" lIns="0" tIns="0" rIns="0" bIns="0" rtlCol="0">
            <a:noAutofit/>
          </a:bodyPr>
          <a:lstStyle/>
          <a:p>
            <a:pPr marL="12700">
              <a:lnSpc>
                <a:spcPts val="1935"/>
              </a:lnSpc>
              <a:spcBef>
                <a:spcPts val="96"/>
              </a:spcBef>
            </a:pPr>
            <a:r>
              <a:rPr sz="2700" b="1" spc="0" baseline="3034" dirty="0">
                <a:solidFill>
                  <a:srgbClr val="0000FF"/>
                </a:solidFill>
                <a:latin typeface="Calibri"/>
                <a:cs typeface="Calibri"/>
              </a:rPr>
              <a:t>211</a:t>
            </a:r>
            <a:endParaRPr sz="1800">
              <a:latin typeface="Calibri"/>
              <a:cs typeface="Calibri"/>
            </a:endParaRPr>
          </a:p>
        </p:txBody>
      </p:sp>
      <p:sp>
        <p:nvSpPr>
          <p:cNvPr id="9" name="object 9"/>
          <p:cNvSpPr txBox="1"/>
          <p:nvPr/>
        </p:nvSpPr>
        <p:spPr>
          <a:xfrm>
            <a:off x="3888740" y="5154617"/>
            <a:ext cx="4926508" cy="684551"/>
          </a:xfrm>
          <a:prstGeom prst="rect">
            <a:avLst/>
          </a:prstGeom>
        </p:spPr>
        <p:txBody>
          <a:bodyPr wrap="square" lIns="0" tIns="0" rIns="0" bIns="0" rtlCol="0">
            <a:noAutofit/>
          </a:bodyPr>
          <a:lstStyle/>
          <a:p>
            <a:pPr marL="12700" marR="48034">
              <a:lnSpc>
                <a:spcPts val="2545"/>
              </a:lnSpc>
              <a:spcBef>
                <a:spcPts val="127"/>
              </a:spcBef>
            </a:pPr>
            <a:r>
              <a:rPr sz="3600" spc="0" baseline="3413" dirty="0">
                <a:latin typeface="Calibri"/>
                <a:cs typeface="Calibri"/>
              </a:rPr>
              <a:t>nodes in memor</a:t>
            </a:r>
            <a:r>
              <a:rPr sz="3600" spc="-154" baseline="3413" dirty="0">
                <a:latin typeface="Calibri"/>
                <a:cs typeface="Calibri"/>
              </a:rPr>
              <a:t>y</a:t>
            </a:r>
            <a:r>
              <a:rPr sz="3600" spc="0" baseline="3413" dirty="0">
                <a:latin typeface="Calibri"/>
                <a:cs typeface="Calibri"/>
              </a:rPr>
              <a:t>.</a:t>
            </a:r>
            <a:r>
              <a:rPr sz="3600" spc="-19" baseline="3413" dirty="0">
                <a:latin typeface="Calibri"/>
                <a:cs typeface="Calibri"/>
              </a:rPr>
              <a:t> </a:t>
            </a:r>
            <a:r>
              <a:rPr sz="3600" spc="0" baseline="3413" dirty="0">
                <a:latin typeface="Calibri"/>
                <a:cs typeface="Calibri"/>
              </a:rPr>
              <a:t>A* has </a:t>
            </a:r>
            <a:r>
              <a:rPr sz="3600" spc="-25" baseline="3413" dirty="0">
                <a:latin typeface="Calibri"/>
                <a:cs typeface="Calibri"/>
              </a:rPr>
              <a:t>w</a:t>
            </a:r>
            <a:r>
              <a:rPr sz="3600" spc="0" baseline="3413" dirty="0">
                <a:latin typeface="Calibri"/>
                <a:cs typeface="Calibri"/>
              </a:rPr>
              <a:t>o</a:t>
            </a:r>
            <a:r>
              <a:rPr sz="3600" spc="-44" baseline="3413" dirty="0">
                <a:latin typeface="Calibri"/>
                <a:cs typeface="Calibri"/>
              </a:rPr>
              <a:t>r</a:t>
            </a:r>
            <a:r>
              <a:rPr sz="3600" spc="-34" baseline="3413" dirty="0">
                <a:latin typeface="Calibri"/>
                <a:cs typeface="Calibri"/>
              </a:rPr>
              <a:t>s</a:t>
            </a:r>
            <a:r>
              <a:rPr sz="3600" spc="0" baseline="3413" dirty="0">
                <a:latin typeface="Calibri"/>
                <a:cs typeface="Calibri"/>
              </a:rPr>
              <a:t>t </a:t>
            </a:r>
            <a:r>
              <a:rPr sz="3600" spc="-19" baseline="3413" dirty="0">
                <a:latin typeface="Calibri"/>
                <a:cs typeface="Calibri"/>
              </a:rPr>
              <a:t>c</a:t>
            </a:r>
            <a:r>
              <a:rPr sz="3600" spc="0" baseline="3413" dirty="0">
                <a:latin typeface="Calibri"/>
                <a:cs typeface="Calibri"/>
              </a:rPr>
              <a:t>ase</a:t>
            </a:r>
            <a:endParaRPr sz="2400">
              <a:latin typeface="Calibri"/>
              <a:cs typeface="Calibri"/>
            </a:endParaRPr>
          </a:p>
          <a:p>
            <a:pPr marL="12700">
              <a:lnSpc>
                <a:spcPts val="2880"/>
              </a:lnSpc>
              <a:spcBef>
                <a:spcPts val="16"/>
              </a:spcBef>
            </a:pPr>
            <a:r>
              <a:rPr sz="3600" spc="0" baseline="1137" dirty="0">
                <a:latin typeface="Calibri"/>
                <a:cs typeface="Calibri"/>
              </a:rPr>
              <a:t>O(b</a:t>
            </a:r>
            <a:r>
              <a:rPr sz="2400" spc="0" baseline="27306" dirty="0">
                <a:latin typeface="Calibri"/>
                <a:cs typeface="Calibri"/>
              </a:rPr>
              <a:t>d</a:t>
            </a:r>
            <a:r>
              <a:rPr sz="3600" spc="0" baseline="1137" dirty="0">
                <a:latin typeface="Calibri"/>
                <a:cs typeface="Calibri"/>
              </a:rPr>
              <a:t>)</a:t>
            </a:r>
            <a:r>
              <a:rPr sz="3600" spc="-14" baseline="1137" dirty="0">
                <a:latin typeface="Calibri"/>
                <a:cs typeface="Calibri"/>
              </a:rPr>
              <a:t> </a:t>
            </a:r>
            <a:r>
              <a:rPr sz="3600" spc="0" baseline="1137" dirty="0">
                <a:latin typeface="Calibri"/>
                <a:cs typeface="Calibri"/>
              </a:rPr>
              <a:t>space </a:t>
            </a:r>
            <a:r>
              <a:rPr sz="3600" spc="-19" baseline="1137" dirty="0">
                <a:latin typeface="Calibri"/>
                <a:cs typeface="Calibri"/>
              </a:rPr>
              <a:t>c</a:t>
            </a:r>
            <a:r>
              <a:rPr sz="3600" spc="0" baseline="1137" dirty="0">
                <a:latin typeface="Calibri"/>
                <a:cs typeface="Calibri"/>
              </a:rPr>
              <a:t>o</a:t>
            </a:r>
            <a:r>
              <a:rPr sz="3600" spc="4" baseline="1137" dirty="0">
                <a:latin typeface="Calibri"/>
                <a:cs typeface="Calibri"/>
              </a:rPr>
              <a:t>m</a:t>
            </a:r>
            <a:r>
              <a:rPr sz="3600" spc="0" baseline="1137" dirty="0">
                <a:latin typeface="Calibri"/>
                <a:cs typeface="Calibri"/>
              </a:rPr>
              <a:t>pl</a:t>
            </a:r>
            <a:r>
              <a:rPr sz="3600" spc="-34" baseline="1137" dirty="0">
                <a:latin typeface="Calibri"/>
                <a:cs typeface="Calibri"/>
              </a:rPr>
              <a:t>e</a:t>
            </a:r>
            <a:r>
              <a:rPr sz="3600" spc="0" baseline="1137" dirty="0">
                <a:latin typeface="Calibri"/>
                <a:cs typeface="Calibri"/>
              </a:rPr>
              <a:t>xit</a:t>
            </a:r>
            <a:r>
              <a:rPr sz="3600" spc="-175" baseline="1137" dirty="0">
                <a:latin typeface="Calibri"/>
                <a:cs typeface="Calibri"/>
              </a:rPr>
              <a:t>y</a:t>
            </a:r>
            <a:r>
              <a:rPr sz="3600" spc="0" baseline="1137" dirty="0">
                <a:latin typeface="Calibri"/>
                <a:cs typeface="Calibri"/>
              </a:rPr>
              <a:t>,</a:t>
            </a:r>
            <a:r>
              <a:rPr sz="3600" spc="-19" baseline="1137" dirty="0">
                <a:latin typeface="Calibri"/>
                <a:cs typeface="Calibri"/>
              </a:rPr>
              <a:t> </a:t>
            </a:r>
            <a:r>
              <a:rPr sz="3600" spc="0" baseline="1137" dirty="0">
                <a:latin typeface="Calibri"/>
                <a:cs typeface="Calibri"/>
              </a:rPr>
              <a:t>but an i</a:t>
            </a:r>
            <a:r>
              <a:rPr sz="3600" spc="-25" baseline="1137" dirty="0">
                <a:latin typeface="Calibri"/>
                <a:cs typeface="Calibri"/>
              </a:rPr>
              <a:t>t</a:t>
            </a:r>
            <a:r>
              <a:rPr sz="3600" spc="0" baseline="1137" dirty="0">
                <a:latin typeface="Calibri"/>
                <a:cs typeface="Calibri"/>
              </a:rPr>
              <a:t>e</a:t>
            </a:r>
            <a:r>
              <a:rPr sz="3600" spc="-50" baseline="1137" dirty="0">
                <a:latin typeface="Calibri"/>
                <a:cs typeface="Calibri"/>
              </a:rPr>
              <a:t>r</a:t>
            </a:r>
            <a:r>
              <a:rPr sz="3600" spc="-19" baseline="1137" dirty="0">
                <a:latin typeface="Calibri"/>
                <a:cs typeface="Calibri"/>
              </a:rPr>
              <a:t>a</a:t>
            </a:r>
            <a:r>
              <a:rPr sz="3600" spc="0" baseline="1137" dirty="0">
                <a:latin typeface="Calibri"/>
                <a:cs typeface="Calibri"/>
              </a:rPr>
              <a:t>ti</a:t>
            </a:r>
            <a:r>
              <a:rPr sz="3600" spc="-19" baseline="1137" dirty="0">
                <a:latin typeface="Calibri"/>
                <a:cs typeface="Calibri"/>
              </a:rPr>
              <a:t>v</a:t>
            </a:r>
            <a:r>
              <a:rPr sz="3600" spc="0" baseline="1137" dirty="0">
                <a:latin typeface="Calibri"/>
                <a:cs typeface="Calibri"/>
              </a:rPr>
              <a:t>e</a:t>
            </a:r>
            <a:endParaRPr sz="2400">
              <a:latin typeface="Calibri"/>
              <a:cs typeface="Calibri"/>
            </a:endParaRPr>
          </a:p>
        </p:txBody>
      </p:sp>
      <p:sp>
        <p:nvSpPr>
          <p:cNvPr id="8" name="object 8"/>
          <p:cNvSpPr txBox="1"/>
          <p:nvPr/>
        </p:nvSpPr>
        <p:spPr>
          <a:xfrm>
            <a:off x="3888740" y="5874144"/>
            <a:ext cx="4599232" cy="324787"/>
          </a:xfrm>
          <a:prstGeom prst="rect">
            <a:avLst/>
          </a:prstGeom>
        </p:spPr>
        <p:txBody>
          <a:bodyPr wrap="square" lIns="0" tIns="0" rIns="0" bIns="0" rtlCol="0">
            <a:noAutofit/>
          </a:bodyPr>
          <a:lstStyle/>
          <a:p>
            <a:pPr marL="12700">
              <a:lnSpc>
                <a:spcPts val="2545"/>
              </a:lnSpc>
              <a:spcBef>
                <a:spcPts val="127"/>
              </a:spcBef>
            </a:pPr>
            <a:r>
              <a:rPr sz="3600" spc="0" baseline="3413" dirty="0">
                <a:latin typeface="Calibri"/>
                <a:cs typeface="Calibri"/>
              </a:rPr>
              <a:t>deepening </a:t>
            </a:r>
            <a:r>
              <a:rPr sz="3600" spc="-19" baseline="3413" dirty="0">
                <a:latin typeface="Calibri"/>
                <a:cs typeface="Calibri"/>
              </a:rPr>
              <a:t>v</a:t>
            </a:r>
            <a:r>
              <a:rPr sz="3600" spc="0" baseline="3413" dirty="0">
                <a:latin typeface="Calibri"/>
                <a:cs typeface="Calibri"/>
              </a:rPr>
              <a:t>e</a:t>
            </a:r>
            <a:r>
              <a:rPr sz="3600" spc="-44" baseline="3413" dirty="0">
                <a:latin typeface="Calibri"/>
                <a:cs typeface="Calibri"/>
              </a:rPr>
              <a:t>r</a:t>
            </a:r>
            <a:r>
              <a:rPr sz="3600" spc="-4" baseline="3413" dirty="0">
                <a:latin typeface="Calibri"/>
                <a:cs typeface="Calibri"/>
              </a:rPr>
              <a:t>s</a:t>
            </a:r>
            <a:r>
              <a:rPr sz="3600" spc="0" baseline="3413" dirty="0">
                <a:latin typeface="Calibri"/>
                <a:cs typeface="Calibri"/>
              </a:rPr>
              <a:t>ion is</a:t>
            </a:r>
            <a:r>
              <a:rPr sz="3600" spc="-9" baseline="3413" dirty="0">
                <a:latin typeface="Calibri"/>
                <a:cs typeface="Calibri"/>
              </a:rPr>
              <a:t> </a:t>
            </a:r>
            <a:r>
              <a:rPr sz="3600" spc="0" baseline="3413" dirty="0">
                <a:latin typeface="Calibri"/>
                <a:cs typeface="Calibri"/>
              </a:rPr>
              <a:t>possible (I</a:t>
            </a:r>
            <a:r>
              <a:rPr sz="3600" spc="-34" baseline="3413" dirty="0">
                <a:latin typeface="Calibri"/>
                <a:cs typeface="Calibri"/>
              </a:rPr>
              <a:t>D</a:t>
            </a:r>
            <a:r>
              <a:rPr sz="3600" spc="0" baseline="3413" dirty="0">
                <a:latin typeface="Calibri"/>
                <a:cs typeface="Calibri"/>
              </a:rPr>
              <a:t>A*).</a:t>
            </a:r>
            <a:endParaRPr sz="2400">
              <a:latin typeface="Calibri"/>
              <a:cs typeface="Calibri"/>
            </a:endParaRPr>
          </a:p>
        </p:txBody>
      </p:sp>
      <p:sp>
        <p:nvSpPr>
          <p:cNvPr id="7" name="object 7"/>
          <p:cNvSpPr txBox="1"/>
          <p:nvPr/>
        </p:nvSpPr>
        <p:spPr>
          <a:xfrm>
            <a:off x="2517140" y="5995566"/>
            <a:ext cx="486508" cy="249836"/>
          </a:xfrm>
          <a:prstGeom prst="rect">
            <a:avLst/>
          </a:prstGeom>
        </p:spPr>
        <p:txBody>
          <a:bodyPr wrap="square" lIns="0" tIns="0" rIns="0" bIns="0" rtlCol="0">
            <a:noAutofit/>
          </a:bodyPr>
          <a:lstStyle/>
          <a:p>
            <a:pPr marL="12700">
              <a:lnSpc>
                <a:spcPts val="1935"/>
              </a:lnSpc>
              <a:spcBef>
                <a:spcPts val="96"/>
              </a:spcBef>
            </a:pPr>
            <a:r>
              <a:rPr sz="2700" spc="0" baseline="3034" dirty="0">
                <a:latin typeface="Calibri"/>
                <a:cs typeface="Calibri"/>
              </a:rPr>
              <a:t>Goal</a:t>
            </a:r>
            <a:endParaRPr sz="1800">
              <a:latin typeface="Calibri"/>
              <a:cs typeface="Calibri"/>
            </a:endParaRPr>
          </a:p>
        </p:txBody>
      </p:sp>
      <p:sp>
        <p:nvSpPr>
          <p:cNvPr id="6" name="object 6"/>
          <p:cNvSpPr txBox="1"/>
          <p:nvPr/>
        </p:nvSpPr>
        <p:spPr>
          <a:xfrm>
            <a:off x="535940" y="6559008"/>
            <a:ext cx="736284" cy="150151"/>
          </a:xfrm>
          <a:prstGeom prst="rect">
            <a:avLst/>
          </a:prstGeom>
        </p:spPr>
        <p:txBody>
          <a:bodyPr wrap="square" lIns="0" tIns="0" rIns="0" bIns="0" rtlCol="0">
            <a:noAutofit/>
          </a:bodyPr>
          <a:lstStyle/>
          <a:p>
            <a:pPr marL="12700">
              <a:lnSpc>
                <a:spcPts val="1120"/>
              </a:lnSpc>
              <a:spcBef>
                <a:spcPts val="55"/>
              </a:spcBef>
            </a:pPr>
            <a:r>
              <a:rPr lang="en-US" sz="1500" b="1" spc="0" baseline="2730" dirty="0">
                <a:latin typeface="Calibri"/>
                <a:cs typeface="Calibri"/>
              </a:rPr>
              <a:t>  </a:t>
            </a:r>
            <a:endParaRPr sz="1000" dirty="0">
              <a:latin typeface="Calibri"/>
              <a:cs typeface="Calibri"/>
            </a:endParaRPr>
          </a:p>
        </p:txBody>
      </p:sp>
      <p:sp>
        <p:nvSpPr>
          <p:cNvPr id="5" name="object 5"/>
          <p:cNvSpPr txBox="1"/>
          <p:nvPr/>
        </p:nvSpPr>
        <p:spPr>
          <a:xfrm>
            <a:off x="2821941" y="6567441"/>
            <a:ext cx="3387183" cy="174885"/>
          </a:xfrm>
          <a:prstGeom prst="rect">
            <a:avLst/>
          </a:prstGeom>
        </p:spPr>
        <p:txBody>
          <a:bodyPr wrap="square" lIns="0" tIns="0" rIns="0" bIns="0" rtlCol="0">
            <a:noAutofit/>
          </a:bodyPr>
          <a:lstStyle/>
          <a:p>
            <a:pPr marL="12700">
              <a:lnSpc>
                <a:spcPts val="1320"/>
              </a:lnSpc>
              <a:spcBef>
                <a:spcPts val="66"/>
              </a:spcBef>
            </a:pPr>
            <a:r>
              <a:rPr lang="en-US" sz="1800" b="1" spc="0" baseline="2275" dirty="0">
                <a:solidFill>
                  <a:srgbClr val="FFFFFF"/>
                </a:solidFill>
                <a:latin typeface="Calibri"/>
                <a:cs typeface="Calibri"/>
              </a:rPr>
              <a:t>   </a:t>
            </a:r>
            <a:endParaRPr sz="1200" dirty="0">
              <a:latin typeface="Calibri"/>
              <a:cs typeface="Calibri"/>
            </a:endParaRPr>
          </a:p>
        </p:txBody>
      </p:sp>
      <p:sp>
        <p:nvSpPr>
          <p:cNvPr id="4" name="object 4"/>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66</a:t>
            </a:r>
            <a:endParaRPr sz="1200">
              <a:latin typeface="Calibri"/>
              <a:cs typeface="Calibri"/>
            </a:endParaRPr>
          </a:p>
        </p:txBody>
      </p:sp>
      <p:sp>
        <p:nvSpPr>
          <p:cNvPr id="3" name="object 3"/>
          <p:cNvSpPr txBox="1"/>
          <p:nvPr/>
        </p:nvSpPr>
        <p:spPr>
          <a:xfrm>
            <a:off x="1981200" y="5696262"/>
            <a:ext cx="304800" cy="82446"/>
          </a:xfrm>
          <a:prstGeom prst="rect">
            <a:avLst/>
          </a:prstGeom>
        </p:spPr>
        <p:txBody>
          <a:bodyPr wrap="square" lIns="0" tIns="0" rIns="0" bIns="0" rtlCol="0">
            <a:noAutofit/>
          </a:bodyPr>
          <a:lstStyle/>
          <a:p>
            <a:pPr marL="25400">
              <a:lnSpc>
                <a:spcPts val="650"/>
              </a:lnSpc>
              <a:spcBef>
                <a:spcPts val="10"/>
              </a:spcBef>
            </a:pPr>
            <a:endParaRPr sz="650"/>
          </a:p>
        </p:txBody>
      </p:sp>
      <p:sp>
        <p:nvSpPr>
          <p:cNvPr id="2" name="object 2"/>
          <p:cNvSpPr txBox="1"/>
          <p:nvPr/>
        </p:nvSpPr>
        <p:spPr>
          <a:xfrm>
            <a:off x="1981200" y="5778708"/>
            <a:ext cx="304800" cy="278817"/>
          </a:xfrm>
          <a:prstGeom prst="rect">
            <a:avLst/>
          </a:prstGeom>
        </p:spPr>
        <p:txBody>
          <a:bodyPr wrap="square" lIns="0" tIns="0" rIns="0" bIns="0" rtlCol="0">
            <a:noAutofit/>
          </a:bodyPr>
          <a:lstStyle/>
          <a:p>
            <a:pPr marL="91439">
              <a:lnSpc>
                <a:spcPts val="1870"/>
              </a:lnSpc>
              <a:spcBef>
                <a:spcPts val="93"/>
              </a:spcBef>
            </a:pPr>
            <a:r>
              <a:rPr sz="2700" spc="0" baseline="3034" dirty="0">
                <a:latin typeface="Calibri"/>
                <a:cs typeface="Calibri"/>
              </a:rPr>
              <a:t>I</a:t>
            </a:r>
            <a:endParaRPr sz="1800">
              <a:latin typeface="Calibri"/>
              <a:cs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object 54"/>
          <p:cNvSpPr txBox="1"/>
          <p:nvPr/>
        </p:nvSpPr>
        <p:spPr>
          <a:xfrm>
            <a:off x="0" y="1852222"/>
            <a:ext cx="9144000" cy="1037131"/>
          </a:xfrm>
          <a:prstGeom prst="rect">
            <a:avLst/>
          </a:prstGeom>
        </p:spPr>
        <p:txBody>
          <a:bodyPr wrap="square" lIns="0" tIns="0" rIns="0" bIns="0" rtlCol="0">
            <a:noAutofit/>
          </a:bodyPr>
          <a:lstStyle/>
          <a:p>
            <a:pPr marL="891540">
              <a:lnSpc>
                <a:spcPts val="3260"/>
              </a:lnSpc>
              <a:spcBef>
                <a:spcPts val="163"/>
              </a:spcBef>
            </a:pPr>
            <a:r>
              <a:rPr sz="4800" spc="4" baseline="3413" dirty="0">
                <a:latin typeface="Calibri"/>
                <a:cs typeface="Calibri"/>
              </a:rPr>
              <a:t>i</a:t>
            </a:r>
            <a:r>
              <a:rPr sz="4800" spc="0" baseline="3413" dirty="0">
                <a:latin typeface="Calibri"/>
                <a:cs typeface="Calibri"/>
              </a:rPr>
              <a:t>d              </a:t>
            </a:r>
            <a:r>
              <a:rPr sz="4800" spc="300" baseline="3413" dirty="0">
                <a:latin typeface="Calibri"/>
                <a:cs typeface="Calibri"/>
              </a:rPr>
              <a:t> </a:t>
            </a:r>
            <a:r>
              <a:rPr sz="4800" spc="0" baseline="3413" dirty="0">
                <a:latin typeface="Calibri"/>
                <a:cs typeface="Calibri"/>
              </a:rPr>
              <a:t>i                            </a:t>
            </a:r>
            <a:r>
              <a:rPr sz="4800" spc="423" baseline="3413" dirty="0">
                <a:latin typeface="Calibri"/>
                <a:cs typeface="Calibri"/>
              </a:rPr>
              <a:t> </a:t>
            </a:r>
            <a:r>
              <a:rPr sz="4800" spc="0" baseline="3413" dirty="0">
                <a:latin typeface="Calibri"/>
                <a:cs typeface="Calibri"/>
              </a:rPr>
              <a:t>ifi                       </a:t>
            </a:r>
            <a:r>
              <a:rPr sz="4800" spc="598" baseline="3413" dirty="0">
                <a:latin typeface="Calibri"/>
                <a:cs typeface="Calibri"/>
              </a:rPr>
              <a:t> </a:t>
            </a:r>
            <a:r>
              <a:rPr sz="4800" spc="0" baseline="3413" dirty="0">
                <a:latin typeface="Calibri"/>
                <a:cs typeface="Calibri"/>
              </a:rPr>
              <a:t>i</a:t>
            </a:r>
            <a:endParaRPr sz="3200">
              <a:latin typeface="Calibri"/>
              <a:cs typeface="Calibri"/>
            </a:endParaRPr>
          </a:p>
        </p:txBody>
      </p:sp>
      <p:sp>
        <p:nvSpPr>
          <p:cNvPr id="53" name="object 53"/>
          <p:cNvSpPr txBox="1"/>
          <p:nvPr/>
        </p:nvSpPr>
        <p:spPr>
          <a:xfrm>
            <a:off x="0" y="2715656"/>
            <a:ext cx="9144000" cy="1136816"/>
          </a:xfrm>
          <a:prstGeom prst="rect">
            <a:avLst/>
          </a:prstGeom>
        </p:spPr>
        <p:txBody>
          <a:bodyPr wrap="square" lIns="0" tIns="0" rIns="0" bIns="0" rtlCol="0">
            <a:noAutofit/>
          </a:bodyPr>
          <a:lstStyle/>
          <a:p>
            <a:pPr marL="891540">
              <a:lnSpc>
                <a:spcPts val="3260"/>
              </a:lnSpc>
              <a:spcBef>
                <a:spcPts val="163"/>
              </a:spcBef>
            </a:pPr>
            <a:r>
              <a:rPr sz="4800" spc="4" baseline="3413" dirty="0">
                <a:latin typeface="Calibri"/>
                <a:cs typeface="Calibri"/>
              </a:rPr>
              <a:t>onl</a:t>
            </a:r>
            <a:r>
              <a:rPr sz="4800" spc="0" baseline="3413" dirty="0">
                <a:latin typeface="Calibri"/>
                <a:cs typeface="Calibri"/>
              </a:rPr>
              <a:t>y       </a:t>
            </a:r>
            <a:r>
              <a:rPr sz="4800" spc="324" baseline="3413" dirty="0">
                <a:latin typeface="Calibri"/>
                <a:cs typeface="Calibri"/>
              </a:rPr>
              <a:t> </a:t>
            </a:r>
            <a:r>
              <a:rPr sz="4800" spc="-39" baseline="3413" dirty="0">
                <a:latin typeface="Calibri"/>
                <a:cs typeface="Calibri"/>
              </a:rPr>
              <a:t>r</a:t>
            </a:r>
            <a:r>
              <a:rPr sz="4800" spc="0" baseline="3413" dirty="0">
                <a:latin typeface="Calibri"/>
                <a:cs typeface="Calibri"/>
              </a:rPr>
              <a:t>e</a:t>
            </a:r>
            <a:r>
              <a:rPr sz="4800" spc="-4" baseline="3413" dirty="0">
                <a:latin typeface="Calibri"/>
                <a:cs typeface="Calibri"/>
              </a:rPr>
              <a:t>l</a:t>
            </a:r>
            <a:r>
              <a:rPr sz="4800" spc="-19" baseline="3413" dirty="0">
                <a:latin typeface="Calibri"/>
                <a:cs typeface="Calibri"/>
              </a:rPr>
              <a:t>e</a:t>
            </a:r>
            <a:r>
              <a:rPr sz="4800" spc="-39" baseline="3413" dirty="0">
                <a:latin typeface="Calibri"/>
                <a:cs typeface="Calibri"/>
              </a:rPr>
              <a:t>v</a:t>
            </a:r>
            <a:r>
              <a:rPr sz="4800" spc="4" baseline="3413" dirty="0">
                <a:latin typeface="Calibri"/>
                <a:cs typeface="Calibri"/>
              </a:rPr>
              <a:t>a</a:t>
            </a:r>
            <a:r>
              <a:rPr sz="4800" spc="-25" baseline="3413" dirty="0">
                <a:latin typeface="Calibri"/>
                <a:cs typeface="Calibri"/>
              </a:rPr>
              <a:t>n</a:t>
            </a:r>
            <a:r>
              <a:rPr sz="4800" spc="0" baseline="3413" dirty="0">
                <a:latin typeface="Calibri"/>
                <a:cs typeface="Calibri"/>
              </a:rPr>
              <a:t>t        </a:t>
            </a:r>
            <a:r>
              <a:rPr sz="4800" spc="673" baseline="3413" dirty="0">
                <a:latin typeface="Calibri"/>
                <a:cs typeface="Calibri"/>
              </a:rPr>
              <a:t> </a:t>
            </a:r>
            <a:r>
              <a:rPr sz="4800" spc="0" baseline="3413" dirty="0">
                <a:latin typeface="Calibri"/>
                <a:cs typeface="Calibri"/>
              </a:rPr>
              <a:t>of       </a:t>
            </a:r>
            <a:r>
              <a:rPr sz="4800" spc="298" baseline="3413" dirty="0">
                <a:latin typeface="Calibri"/>
                <a:cs typeface="Calibri"/>
              </a:rPr>
              <a:t> </a:t>
            </a:r>
            <a:r>
              <a:rPr sz="4800" spc="0" baseline="3413" dirty="0">
                <a:latin typeface="Calibri"/>
                <a:cs typeface="Calibri"/>
              </a:rPr>
              <a:t>sea</a:t>
            </a:r>
            <a:r>
              <a:rPr sz="4800" spc="-39" baseline="3413" dirty="0">
                <a:latin typeface="Calibri"/>
                <a:cs typeface="Calibri"/>
              </a:rPr>
              <a:t>r</a:t>
            </a:r>
            <a:r>
              <a:rPr sz="4800" spc="0" baseline="3413" dirty="0">
                <a:latin typeface="Calibri"/>
                <a:cs typeface="Calibri"/>
              </a:rPr>
              <a:t>ch           </a:t>
            </a:r>
            <a:r>
              <a:rPr sz="4800" spc="508" baseline="3413" dirty="0">
                <a:latin typeface="Calibri"/>
                <a:cs typeface="Calibri"/>
              </a:rPr>
              <a:t> </a:t>
            </a:r>
            <a:r>
              <a:rPr sz="4800" spc="4" baseline="3413" dirty="0">
                <a:latin typeface="Calibri"/>
                <a:cs typeface="Calibri"/>
              </a:rPr>
              <a:t>th</a:t>
            </a:r>
            <a:r>
              <a:rPr sz="4800" spc="-34" baseline="3413" dirty="0">
                <a:latin typeface="Calibri"/>
                <a:cs typeface="Calibri"/>
              </a:rPr>
              <a:t>a</a:t>
            </a:r>
            <a:r>
              <a:rPr sz="4800" spc="0" baseline="3413" dirty="0">
                <a:latin typeface="Calibri"/>
                <a:cs typeface="Calibri"/>
              </a:rPr>
              <a:t>t</a:t>
            </a:r>
            <a:endParaRPr sz="3200">
              <a:latin typeface="Calibri"/>
              <a:cs typeface="Calibri"/>
            </a:endParaRPr>
          </a:p>
        </p:txBody>
      </p:sp>
      <p:sp>
        <p:nvSpPr>
          <p:cNvPr id="51" name="object 51"/>
          <p:cNvSpPr/>
          <p:nvPr/>
        </p:nvSpPr>
        <p:spPr>
          <a:xfrm>
            <a:off x="0" y="191874"/>
            <a:ext cx="9144000" cy="491677"/>
          </a:xfrm>
          <a:prstGeom prst="rect">
            <a:avLst/>
          </a:prstGeom>
          <a:blipFill>
            <a:blip r:embed="rId2" cstate="print"/>
            <a:stretch>
              <a:fillRect/>
            </a:stretch>
          </a:blipFill>
        </p:spPr>
        <p:txBody>
          <a:bodyPr wrap="square" lIns="0" tIns="0" rIns="0" bIns="0" rtlCol="0">
            <a:noAutofit/>
          </a:bodyPr>
          <a:lstStyle/>
          <a:p>
            <a:endParaRPr/>
          </a:p>
        </p:txBody>
      </p:sp>
      <p:sp>
        <p:nvSpPr>
          <p:cNvPr id="45" name="object 45"/>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6" name="object 46"/>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47" name="object 47"/>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8" name="object 48"/>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49" name="object 49"/>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44" name="object 44"/>
          <p:cNvSpPr txBox="1"/>
          <p:nvPr/>
        </p:nvSpPr>
        <p:spPr>
          <a:xfrm>
            <a:off x="878850" y="681740"/>
            <a:ext cx="7865865" cy="1150745"/>
          </a:xfrm>
          <a:prstGeom prst="rect">
            <a:avLst/>
          </a:prstGeom>
        </p:spPr>
        <p:txBody>
          <a:bodyPr wrap="square" lIns="0" tIns="0" rIns="0" bIns="0" rtlCol="0">
            <a:noAutofit/>
          </a:bodyPr>
          <a:lstStyle/>
          <a:p>
            <a:pPr marL="2343648" marR="60921">
              <a:lnSpc>
                <a:spcPts val="4580"/>
              </a:lnSpc>
              <a:spcBef>
                <a:spcPts val="229"/>
              </a:spcBef>
            </a:pPr>
            <a:r>
              <a:rPr sz="6600" spc="0" baseline="3103" dirty="0">
                <a:latin typeface="Calibri"/>
                <a:cs typeface="Calibri"/>
              </a:rPr>
              <a:t>Conclusions</a:t>
            </a:r>
            <a:endParaRPr sz="4400">
              <a:latin typeface="Calibri"/>
              <a:cs typeface="Calibri"/>
            </a:endParaRPr>
          </a:p>
          <a:p>
            <a:pPr marL="12700">
              <a:lnSpc>
                <a:spcPct val="101725"/>
              </a:lnSpc>
              <a:spcBef>
                <a:spcPts val="456"/>
              </a:spcBef>
            </a:pPr>
            <a:r>
              <a:rPr sz="3200" spc="4" dirty="0">
                <a:latin typeface="Calibri"/>
                <a:cs typeface="Calibri"/>
              </a:rPr>
              <a:t>Fru</a:t>
            </a:r>
            <a:r>
              <a:rPr sz="3200" spc="-34" dirty="0">
                <a:latin typeface="Calibri"/>
                <a:cs typeface="Calibri"/>
              </a:rPr>
              <a:t>s</a:t>
            </a:r>
            <a:r>
              <a:rPr sz="3200" spc="4" dirty="0">
                <a:latin typeface="Calibri"/>
                <a:cs typeface="Calibri"/>
              </a:rPr>
              <a:t>t</a:t>
            </a:r>
            <a:r>
              <a:rPr sz="3200" spc="-64" dirty="0">
                <a:latin typeface="Calibri"/>
                <a:cs typeface="Calibri"/>
              </a:rPr>
              <a:t>r</a:t>
            </a:r>
            <a:r>
              <a:rPr sz="3200" spc="-29" dirty="0">
                <a:latin typeface="Calibri"/>
                <a:cs typeface="Calibri"/>
              </a:rPr>
              <a:t>a</a:t>
            </a:r>
            <a:r>
              <a:rPr sz="3200" spc="9" dirty="0">
                <a:latin typeface="Calibri"/>
                <a:cs typeface="Calibri"/>
              </a:rPr>
              <a:t>t</a:t>
            </a:r>
            <a:r>
              <a:rPr sz="3200" spc="4" dirty="0">
                <a:latin typeface="Calibri"/>
                <a:cs typeface="Calibri"/>
              </a:rPr>
              <a:t>io</a:t>
            </a:r>
            <a:r>
              <a:rPr sz="3200" spc="0" dirty="0">
                <a:latin typeface="Calibri"/>
                <a:cs typeface="Calibri"/>
              </a:rPr>
              <a:t>n</a:t>
            </a:r>
            <a:r>
              <a:rPr sz="3200" spc="344" dirty="0">
                <a:latin typeface="Calibri"/>
                <a:cs typeface="Calibri"/>
              </a:rPr>
              <a:t> </a:t>
            </a:r>
            <a:r>
              <a:rPr sz="3200" spc="0" dirty="0">
                <a:latin typeface="Calibri"/>
                <a:cs typeface="Calibri"/>
              </a:rPr>
              <a:t>w</a:t>
            </a:r>
            <a:r>
              <a:rPr sz="3200" spc="4" dirty="0">
                <a:latin typeface="Calibri"/>
                <a:cs typeface="Calibri"/>
              </a:rPr>
              <a:t>it</a:t>
            </a:r>
            <a:r>
              <a:rPr sz="3200" spc="0" dirty="0">
                <a:latin typeface="Calibri"/>
                <a:cs typeface="Calibri"/>
              </a:rPr>
              <a:t>h</a:t>
            </a:r>
            <a:r>
              <a:rPr sz="3200" spc="383" dirty="0">
                <a:latin typeface="Calibri"/>
                <a:cs typeface="Calibri"/>
              </a:rPr>
              <a:t> </a:t>
            </a:r>
            <a:r>
              <a:rPr sz="3200" i="1" spc="4" dirty="0">
                <a:latin typeface="Calibri"/>
                <a:cs typeface="Calibri"/>
              </a:rPr>
              <a:t>unin</a:t>
            </a:r>
            <a:r>
              <a:rPr sz="3200" i="1" spc="-44" dirty="0">
                <a:latin typeface="Calibri"/>
                <a:cs typeface="Calibri"/>
              </a:rPr>
              <a:t>f</a:t>
            </a:r>
            <a:r>
              <a:rPr sz="3200" i="1" spc="4" dirty="0">
                <a:latin typeface="Calibri"/>
                <a:cs typeface="Calibri"/>
              </a:rPr>
              <a:t>orme</a:t>
            </a:r>
            <a:r>
              <a:rPr sz="3200" i="1" spc="0" dirty="0">
                <a:latin typeface="Calibri"/>
                <a:cs typeface="Calibri"/>
              </a:rPr>
              <a:t>d</a:t>
            </a:r>
            <a:r>
              <a:rPr sz="3200" i="1" spc="306" dirty="0">
                <a:latin typeface="Calibri"/>
                <a:cs typeface="Calibri"/>
              </a:rPr>
              <a:t> </a:t>
            </a:r>
            <a:r>
              <a:rPr sz="3200" spc="0" dirty="0">
                <a:latin typeface="Calibri"/>
                <a:cs typeface="Calibri"/>
              </a:rPr>
              <a:t>sea</a:t>
            </a:r>
            <a:r>
              <a:rPr sz="3200" spc="-44" dirty="0">
                <a:latin typeface="Calibri"/>
                <a:cs typeface="Calibri"/>
              </a:rPr>
              <a:t>r</a:t>
            </a:r>
            <a:r>
              <a:rPr sz="3200" spc="0" dirty="0">
                <a:latin typeface="Calibri"/>
                <a:cs typeface="Calibri"/>
              </a:rPr>
              <a:t>ch</a:t>
            </a:r>
            <a:r>
              <a:rPr sz="3200" spc="368" dirty="0">
                <a:latin typeface="Calibri"/>
                <a:cs typeface="Calibri"/>
              </a:rPr>
              <a:t> </a:t>
            </a:r>
            <a:r>
              <a:rPr sz="3200" spc="0" dirty="0">
                <a:latin typeface="Calibri"/>
                <a:cs typeface="Calibri"/>
              </a:rPr>
              <a:t>led</a:t>
            </a:r>
            <a:r>
              <a:rPr sz="3200" spc="359" dirty="0">
                <a:latin typeface="Calibri"/>
                <a:cs typeface="Calibri"/>
              </a:rPr>
              <a:t> </a:t>
            </a:r>
            <a:r>
              <a:rPr sz="3200" spc="-19" dirty="0">
                <a:latin typeface="Calibri"/>
                <a:cs typeface="Calibri"/>
              </a:rPr>
              <a:t>t</a:t>
            </a:r>
            <a:r>
              <a:rPr sz="3200" spc="0" dirty="0">
                <a:latin typeface="Calibri"/>
                <a:cs typeface="Calibri"/>
              </a:rPr>
              <a:t>o</a:t>
            </a:r>
            <a:r>
              <a:rPr sz="3200" spc="359" dirty="0">
                <a:latin typeface="Calibri"/>
                <a:cs typeface="Calibri"/>
              </a:rPr>
              <a:t> </a:t>
            </a:r>
            <a:r>
              <a:rPr sz="3200" spc="9" dirty="0">
                <a:latin typeface="Calibri"/>
                <a:cs typeface="Calibri"/>
              </a:rPr>
              <a:t>t</a:t>
            </a:r>
            <a:r>
              <a:rPr sz="3200" spc="0" dirty="0">
                <a:latin typeface="Calibri"/>
                <a:cs typeface="Calibri"/>
              </a:rPr>
              <a:t>he</a:t>
            </a:r>
            <a:endParaRPr sz="3200">
              <a:latin typeface="Calibri"/>
              <a:cs typeface="Calibri"/>
            </a:endParaRPr>
          </a:p>
        </p:txBody>
      </p:sp>
      <p:sp>
        <p:nvSpPr>
          <p:cNvPr id="43" name="object 43"/>
          <p:cNvSpPr txBox="1"/>
          <p:nvPr/>
        </p:nvSpPr>
        <p:spPr>
          <a:xfrm>
            <a:off x="535941" y="1383918"/>
            <a:ext cx="228473" cy="424471"/>
          </a:xfrm>
          <a:prstGeom prst="rect">
            <a:avLst/>
          </a:prstGeom>
        </p:spPr>
        <p:txBody>
          <a:bodyPr wrap="square" lIns="0" tIns="0" rIns="0" bIns="0" rtlCol="0">
            <a:noAutofit/>
          </a:bodyPr>
          <a:lstStyle/>
          <a:p>
            <a:pPr marL="12700">
              <a:lnSpc>
                <a:spcPts val="3370"/>
              </a:lnSpc>
              <a:spcBef>
                <a:spcPts val="168"/>
              </a:spcBef>
            </a:pPr>
            <a:r>
              <a:rPr sz="3200" spc="0" dirty="0">
                <a:latin typeface="Arial"/>
                <a:cs typeface="Arial"/>
              </a:rPr>
              <a:t>•</a:t>
            </a:r>
            <a:endParaRPr sz="3200">
              <a:latin typeface="Arial"/>
              <a:cs typeface="Arial"/>
            </a:endParaRPr>
          </a:p>
        </p:txBody>
      </p:sp>
      <p:sp>
        <p:nvSpPr>
          <p:cNvPr id="42" name="object 42"/>
          <p:cNvSpPr txBox="1"/>
          <p:nvPr/>
        </p:nvSpPr>
        <p:spPr>
          <a:xfrm>
            <a:off x="878841" y="1839730"/>
            <a:ext cx="791253"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i</a:t>
            </a:r>
            <a:r>
              <a:rPr sz="4800" spc="0" baseline="3413" dirty="0">
                <a:latin typeface="Calibri"/>
                <a:cs typeface="Calibri"/>
              </a:rPr>
              <a:t>d</a:t>
            </a:r>
            <a:r>
              <a:rPr sz="4800" spc="4" baseline="3413" dirty="0">
                <a:latin typeface="Calibri"/>
                <a:cs typeface="Calibri"/>
              </a:rPr>
              <a:t>ea</a:t>
            </a:r>
            <a:endParaRPr sz="3200">
              <a:latin typeface="Calibri"/>
              <a:cs typeface="Calibri"/>
            </a:endParaRPr>
          </a:p>
        </p:txBody>
      </p:sp>
      <p:sp>
        <p:nvSpPr>
          <p:cNvPr id="41" name="object 41"/>
          <p:cNvSpPr txBox="1"/>
          <p:nvPr/>
        </p:nvSpPr>
        <p:spPr>
          <a:xfrm>
            <a:off x="1737025" y="1839730"/>
            <a:ext cx="1450766"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of</a:t>
            </a:r>
            <a:r>
              <a:rPr sz="4800" spc="473" baseline="3413" dirty="0">
                <a:latin typeface="Calibri"/>
                <a:cs typeface="Calibri"/>
              </a:rPr>
              <a:t> </a:t>
            </a:r>
            <a:r>
              <a:rPr sz="4800" spc="4" baseline="3413" dirty="0">
                <a:latin typeface="Calibri"/>
                <a:cs typeface="Calibri"/>
              </a:rPr>
              <a:t>using</a:t>
            </a:r>
            <a:endParaRPr sz="3200">
              <a:latin typeface="Calibri"/>
              <a:cs typeface="Calibri"/>
            </a:endParaRPr>
          </a:p>
        </p:txBody>
      </p:sp>
      <p:sp>
        <p:nvSpPr>
          <p:cNvPr id="40" name="object 40"/>
          <p:cNvSpPr txBox="1"/>
          <p:nvPr/>
        </p:nvSpPr>
        <p:spPr>
          <a:xfrm>
            <a:off x="3254756" y="1839730"/>
            <a:ext cx="1342885"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domai</a:t>
            </a:r>
            <a:r>
              <a:rPr sz="4800" spc="0" baseline="3413" dirty="0">
                <a:latin typeface="Calibri"/>
                <a:cs typeface="Calibri"/>
              </a:rPr>
              <a:t>n</a:t>
            </a:r>
            <a:endParaRPr sz="3200">
              <a:latin typeface="Calibri"/>
              <a:cs typeface="Calibri"/>
            </a:endParaRPr>
          </a:p>
        </p:txBody>
      </p:sp>
      <p:sp>
        <p:nvSpPr>
          <p:cNvPr id="39" name="object 39"/>
          <p:cNvSpPr txBox="1"/>
          <p:nvPr/>
        </p:nvSpPr>
        <p:spPr>
          <a:xfrm>
            <a:off x="4665049" y="1839730"/>
            <a:ext cx="1315886"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sp</a:t>
            </a:r>
            <a:r>
              <a:rPr sz="4800" spc="0" baseline="3413" dirty="0">
                <a:latin typeface="Calibri"/>
                <a:cs typeface="Calibri"/>
              </a:rPr>
              <a:t>ecif</a:t>
            </a:r>
            <a:r>
              <a:rPr sz="4800" spc="4" baseline="3413" dirty="0">
                <a:latin typeface="Calibri"/>
                <a:cs typeface="Calibri"/>
              </a:rPr>
              <a:t>i</a:t>
            </a:r>
            <a:r>
              <a:rPr sz="4800" spc="0" baseline="3413" dirty="0">
                <a:latin typeface="Calibri"/>
                <a:cs typeface="Calibri"/>
              </a:rPr>
              <a:t>c</a:t>
            </a:r>
            <a:endParaRPr sz="3200">
              <a:latin typeface="Calibri"/>
              <a:cs typeface="Calibri"/>
            </a:endParaRPr>
          </a:p>
        </p:txBody>
      </p:sp>
      <p:sp>
        <p:nvSpPr>
          <p:cNvPr id="38" name="object 38"/>
          <p:cNvSpPr txBox="1"/>
          <p:nvPr/>
        </p:nvSpPr>
        <p:spPr>
          <a:xfrm>
            <a:off x="6047486" y="1839730"/>
            <a:ext cx="1886415"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k</a:t>
            </a:r>
            <a:r>
              <a:rPr sz="4800" spc="4" baseline="3413" dirty="0">
                <a:latin typeface="Calibri"/>
                <a:cs typeface="Calibri"/>
              </a:rPr>
              <a:t>n</a:t>
            </a:r>
            <a:r>
              <a:rPr sz="4800" spc="-14" baseline="3413" dirty="0">
                <a:latin typeface="Calibri"/>
                <a:cs typeface="Calibri"/>
              </a:rPr>
              <a:t>o</a:t>
            </a:r>
            <a:r>
              <a:rPr sz="4800" spc="0" baseline="3413" dirty="0">
                <a:latin typeface="Calibri"/>
                <a:cs typeface="Calibri"/>
              </a:rPr>
              <a:t>w</a:t>
            </a:r>
            <a:r>
              <a:rPr sz="4800" spc="4" baseline="3413" dirty="0">
                <a:latin typeface="Calibri"/>
                <a:cs typeface="Calibri"/>
              </a:rPr>
              <a:t>l</a:t>
            </a:r>
            <a:r>
              <a:rPr sz="4800" spc="0" baseline="3413" dirty="0">
                <a:latin typeface="Calibri"/>
                <a:cs typeface="Calibri"/>
              </a:rPr>
              <a:t>e</a:t>
            </a:r>
            <a:r>
              <a:rPr sz="4800" spc="4" baseline="3413" dirty="0">
                <a:latin typeface="Calibri"/>
                <a:cs typeface="Calibri"/>
              </a:rPr>
              <a:t>d</a:t>
            </a:r>
            <a:r>
              <a:rPr sz="4800" spc="-14" baseline="3413" dirty="0">
                <a:latin typeface="Calibri"/>
                <a:cs typeface="Calibri"/>
              </a:rPr>
              <a:t>ge</a:t>
            </a:r>
            <a:endParaRPr sz="3200">
              <a:latin typeface="Calibri"/>
              <a:cs typeface="Calibri"/>
            </a:endParaRPr>
          </a:p>
        </p:txBody>
      </p:sp>
      <p:sp>
        <p:nvSpPr>
          <p:cNvPr id="37" name="object 37"/>
          <p:cNvSpPr txBox="1"/>
          <p:nvPr/>
        </p:nvSpPr>
        <p:spPr>
          <a:xfrm>
            <a:off x="8002779" y="1839730"/>
            <a:ext cx="393433"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i</a:t>
            </a:r>
            <a:r>
              <a:rPr sz="4800" spc="0" baseline="3413" dirty="0">
                <a:latin typeface="Calibri"/>
                <a:cs typeface="Calibri"/>
              </a:rPr>
              <a:t>n</a:t>
            </a:r>
            <a:endParaRPr sz="3200">
              <a:latin typeface="Calibri"/>
              <a:cs typeface="Calibri"/>
            </a:endParaRPr>
          </a:p>
        </p:txBody>
      </p:sp>
      <p:sp>
        <p:nvSpPr>
          <p:cNvPr id="36" name="object 36"/>
          <p:cNvSpPr txBox="1"/>
          <p:nvPr/>
        </p:nvSpPr>
        <p:spPr>
          <a:xfrm>
            <a:off x="8463620" y="1839730"/>
            <a:ext cx="280867"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a</a:t>
            </a:r>
            <a:endParaRPr sz="3200">
              <a:latin typeface="Calibri"/>
              <a:cs typeface="Calibri"/>
            </a:endParaRPr>
          </a:p>
        </p:txBody>
      </p:sp>
      <p:sp>
        <p:nvSpPr>
          <p:cNvPr id="35" name="object 35"/>
          <p:cNvSpPr txBox="1"/>
          <p:nvPr/>
        </p:nvSpPr>
        <p:spPr>
          <a:xfrm>
            <a:off x="878842" y="2271457"/>
            <a:ext cx="1165022"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sea</a:t>
            </a:r>
            <a:r>
              <a:rPr sz="4800" spc="-39" baseline="3413" dirty="0">
                <a:latin typeface="Calibri"/>
                <a:cs typeface="Calibri"/>
              </a:rPr>
              <a:t>r</a:t>
            </a:r>
            <a:r>
              <a:rPr sz="4800" spc="0" baseline="3413" dirty="0">
                <a:latin typeface="Calibri"/>
                <a:cs typeface="Calibri"/>
              </a:rPr>
              <a:t>ch</a:t>
            </a:r>
            <a:endParaRPr sz="3200">
              <a:latin typeface="Calibri"/>
              <a:cs typeface="Calibri"/>
            </a:endParaRPr>
          </a:p>
        </p:txBody>
      </p:sp>
      <p:sp>
        <p:nvSpPr>
          <p:cNvPr id="34" name="object 34"/>
          <p:cNvSpPr txBox="1"/>
          <p:nvPr/>
        </p:nvSpPr>
        <p:spPr>
          <a:xfrm>
            <a:off x="2170508" y="2271457"/>
            <a:ext cx="459918"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so</a:t>
            </a:r>
            <a:endParaRPr sz="3200">
              <a:latin typeface="Calibri"/>
              <a:cs typeface="Calibri"/>
            </a:endParaRPr>
          </a:p>
        </p:txBody>
      </p:sp>
      <p:sp>
        <p:nvSpPr>
          <p:cNvPr id="33" name="object 33"/>
          <p:cNvSpPr txBox="1"/>
          <p:nvPr/>
        </p:nvSpPr>
        <p:spPr>
          <a:xfrm>
            <a:off x="2756172" y="2271457"/>
            <a:ext cx="763473"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th</a:t>
            </a:r>
            <a:r>
              <a:rPr sz="4800" spc="-25" baseline="3413" dirty="0">
                <a:latin typeface="Calibri"/>
                <a:cs typeface="Calibri"/>
              </a:rPr>
              <a:t>a</a:t>
            </a:r>
            <a:r>
              <a:rPr sz="4800" spc="0" baseline="3413" dirty="0">
                <a:latin typeface="Calibri"/>
                <a:cs typeface="Calibri"/>
              </a:rPr>
              <a:t>t</a:t>
            </a:r>
            <a:endParaRPr sz="3200">
              <a:latin typeface="Calibri"/>
              <a:cs typeface="Calibri"/>
            </a:endParaRPr>
          </a:p>
        </p:txBody>
      </p:sp>
      <p:sp>
        <p:nvSpPr>
          <p:cNvPr id="32" name="object 32"/>
          <p:cNvSpPr txBox="1"/>
          <p:nvPr/>
        </p:nvSpPr>
        <p:spPr>
          <a:xfrm>
            <a:off x="3646281" y="2271457"/>
            <a:ext cx="716820"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one</a:t>
            </a:r>
            <a:endParaRPr sz="3200">
              <a:latin typeface="Calibri"/>
              <a:cs typeface="Calibri"/>
            </a:endParaRPr>
          </a:p>
        </p:txBody>
      </p:sp>
      <p:sp>
        <p:nvSpPr>
          <p:cNvPr id="31" name="object 31"/>
          <p:cNvSpPr txBox="1"/>
          <p:nvPr/>
        </p:nvSpPr>
        <p:spPr>
          <a:xfrm>
            <a:off x="4489602" y="2271457"/>
            <a:ext cx="663290" cy="424471"/>
          </a:xfrm>
          <a:prstGeom prst="rect">
            <a:avLst/>
          </a:prstGeom>
        </p:spPr>
        <p:txBody>
          <a:bodyPr wrap="square" lIns="0" tIns="0" rIns="0" bIns="0" rtlCol="0">
            <a:noAutofit/>
          </a:bodyPr>
          <a:lstStyle/>
          <a:p>
            <a:pPr marL="12700">
              <a:lnSpc>
                <a:spcPts val="3360"/>
              </a:lnSpc>
              <a:spcBef>
                <a:spcPts val="168"/>
              </a:spcBef>
            </a:pPr>
            <a:r>
              <a:rPr sz="4800" spc="-25" baseline="3413" dirty="0">
                <a:latin typeface="Calibri"/>
                <a:cs typeface="Calibri"/>
              </a:rPr>
              <a:t>c</a:t>
            </a:r>
            <a:r>
              <a:rPr sz="4800" spc="0" baseline="3413" dirty="0">
                <a:latin typeface="Calibri"/>
                <a:cs typeface="Calibri"/>
              </a:rPr>
              <a:t>an</a:t>
            </a:r>
            <a:endParaRPr sz="3200">
              <a:latin typeface="Calibri"/>
              <a:cs typeface="Calibri"/>
            </a:endParaRPr>
          </a:p>
        </p:txBody>
      </p:sp>
      <p:sp>
        <p:nvSpPr>
          <p:cNvPr id="30" name="object 30"/>
          <p:cNvSpPr txBox="1"/>
          <p:nvPr/>
        </p:nvSpPr>
        <p:spPr>
          <a:xfrm>
            <a:off x="5279476" y="2271457"/>
            <a:ext cx="2019329"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i</a:t>
            </a:r>
            <a:r>
              <a:rPr sz="4800" spc="-25" baseline="3413" dirty="0">
                <a:latin typeface="Calibri"/>
                <a:cs typeface="Calibri"/>
              </a:rPr>
              <a:t>nt</a:t>
            </a:r>
            <a:r>
              <a:rPr sz="4800" spc="0" baseline="3413" dirty="0">
                <a:latin typeface="Calibri"/>
                <a:cs typeface="Calibri"/>
              </a:rPr>
              <a:t>elli</a:t>
            </a:r>
            <a:r>
              <a:rPr sz="4800" spc="-19" baseline="3413" dirty="0">
                <a:latin typeface="Calibri"/>
                <a:cs typeface="Calibri"/>
              </a:rPr>
              <a:t>g</a:t>
            </a:r>
            <a:r>
              <a:rPr sz="4800" spc="0" baseline="3413" dirty="0">
                <a:latin typeface="Calibri"/>
                <a:cs typeface="Calibri"/>
              </a:rPr>
              <a:t>e</a:t>
            </a:r>
            <a:r>
              <a:rPr sz="4800" spc="-29" baseline="3413" dirty="0">
                <a:latin typeface="Calibri"/>
                <a:cs typeface="Calibri"/>
              </a:rPr>
              <a:t>n</a:t>
            </a:r>
            <a:r>
              <a:rPr sz="4800" spc="0" baseline="3413" dirty="0">
                <a:latin typeface="Calibri"/>
                <a:cs typeface="Calibri"/>
              </a:rPr>
              <a:t>tly</a:t>
            </a:r>
            <a:endParaRPr sz="3200">
              <a:latin typeface="Calibri"/>
              <a:cs typeface="Calibri"/>
            </a:endParaRPr>
          </a:p>
        </p:txBody>
      </p:sp>
      <p:sp>
        <p:nvSpPr>
          <p:cNvPr id="29" name="object 29"/>
          <p:cNvSpPr txBox="1"/>
          <p:nvPr/>
        </p:nvSpPr>
        <p:spPr>
          <a:xfrm>
            <a:off x="7424577" y="2271457"/>
            <a:ext cx="1318227" cy="424471"/>
          </a:xfrm>
          <a:prstGeom prst="rect">
            <a:avLst/>
          </a:prstGeom>
        </p:spPr>
        <p:txBody>
          <a:bodyPr wrap="square" lIns="0" tIns="0" rIns="0" bIns="0" rtlCol="0">
            <a:noAutofit/>
          </a:bodyPr>
          <a:lstStyle/>
          <a:p>
            <a:pPr marL="12700">
              <a:lnSpc>
                <a:spcPts val="3360"/>
              </a:lnSpc>
              <a:spcBef>
                <a:spcPts val="168"/>
              </a:spcBef>
            </a:pPr>
            <a:r>
              <a:rPr sz="4800" spc="-50" baseline="3413" dirty="0">
                <a:latin typeface="Calibri"/>
                <a:cs typeface="Calibri"/>
              </a:rPr>
              <a:t>e</a:t>
            </a:r>
            <a:r>
              <a:rPr sz="4800" spc="0" baseline="3413" dirty="0">
                <a:latin typeface="Calibri"/>
                <a:cs typeface="Calibri"/>
              </a:rPr>
              <a:t>xplo</a:t>
            </a:r>
            <a:r>
              <a:rPr sz="4800" spc="-44" baseline="3413" dirty="0">
                <a:latin typeface="Calibri"/>
                <a:cs typeface="Calibri"/>
              </a:rPr>
              <a:t>r</a:t>
            </a:r>
            <a:r>
              <a:rPr sz="4800" spc="0" baseline="3413" dirty="0">
                <a:latin typeface="Calibri"/>
                <a:cs typeface="Calibri"/>
              </a:rPr>
              <a:t>e</a:t>
            </a:r>
            <a:endParaRPr sz="3200">
              <a:latin typeface="Calibri"/>
              <a:cs typeface="Calibri"/>
            </a:endParaRPr>
          </a:p>
        </p:txBody>
      </p:sp>
      <p:sp>
        <p:nvSpPr>
          <p:cNvPr id="28" name="object 28"/>
          <p:cNvSpPr txBox="1"/>
          <p:nvPr/>
        </p:nvSpPr>
        <p:spPr>
          <a:xfrm>
            <a:off x="878840" y="2703163"/>
            <a:ext cx="7865110" cy="856188"/>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onl</a:t>
            </a:r>
            <a:r>
              <a:rPr sz="4800" spc="0" baseline="3413" dirty="0">
                <a:latin typeface="Calibri"/>
                <a:cs typeface="Calibri"/>
              </a:rPr>
              <a:t>y</a:t>
            </a:r>
            <a:r>
              <a:rPr sz="4800" spc="159" baseline="3413" dirty="0">
                <a:latin typeface="Calibri"/>
                <a:cs typeface="Calibri"/>
              </a:rPr>
              <a:t> </a:t>
            </a:r>
            <a:r>
              <a:rPr sz="4800" spc="0" baseline="3413" dirty="0">
                <a:latin typeface="Calibri"/>
                <a:cs typeface="Calibri"/>
              </a:rPr>
              <a:t>the</a:t>
            </a:r>
            <a:r>
              <a:rPr sz="4800" spc="159" baseline="3413" dirty="0">
                <a:latin typeface="Calibri"/>
                <a:cs typeface="Calibri"/>
              </a:rPr>
              <a:t> </a:t>
            </a:r>
            <a:r>
              <a:rPr sz="4800" spc="-39" baseline="3413" dirty="0">
                <a:latin typeface="Calibri"/>
                <a:cs typeface="Calibri"/>
              </a:rPr>
              <a:t>r</a:t>
            </a:r>
            <a:r>
              <a:rPr sz="4800" spc="0" baseline="3413" dirty="0">
                <a:latin typeface="Calibri"/>
                <a:cs typeface="Calibri"/>
              </a:rPr>
              <a:t>e</a:t>
            </a:r>
            <a:r>
              <a:rPr sz="4800" spc="-4" baseline="3413" dirty="0">
                <a:latin typeface="Calibri"/>
                <a:cs typeface="Calibri"/>
              </a:rPr>
              <a:t>l</a:t>
            </a:r>
            <a:r>
              <a:rPr sz="4800" spc="-19" baseline="3413" dirty="0">
                <a:latin typeface="Calibri"/>
                <a:cs typeface="Calibri"/>
              </a:rPr>
              <a:t>e</a:t>
            </a:r>
            <a:r>
              <a:rPr sz="4800" spc="-39" baseline="3413" dirty="0">
                <a:latin typeface="Calibri"/>
                <a:cs typeface="Calibri"/>
              </a:rPr>
              <a:t>v</a:t>
            </a:r>
            <a:r>
              <a:rPr sz="4800" spc="4" baseline="3413" dirty="0">
                <a:latin typeface="Calibri"/>
                <a:cs typeface="Calibri"/>
              </a:rPr>
              <a:t>a</a:t>
            </a:r>
            <a:r>
              <a:rPr sz="4800" spc="-25" baseline="3413" dirty="0">
                <a:latin typeface="Calibri"/>
                <a:cs typeface="Calibri"/>
              </a:rPr>
              <a:t>n</a:t>
            </a:r>
            <a:r>
              <a:rPr sz="4800" spc="0" baseline="3413" dirty="0">
                <a:latin typeface="Calibri"/>
                <a:cs typeface="Calibri"/>
              </a:rPr>
              <a:t>t</a:t>
            </a:r>
            <a:r>
              <a:rPr sz="4800" spc="164" baseline="3413" dirty="0">
                <a:latin typeface="Calibri"/>
                <a:cs typeface="Calibri"/>
              </a:rPr>
              <a:t> </a:t>
            </a:r>
            <a:r>
              <a:rPr sz="4800" spc="4" baseline="3413" dirty="0">
                <a:latin typeface="Calibri"/>
                <a:cs typeface="Calibri"/>
              </a:rPr>
              <a:t>par</a:t>
            </a:r>
            <a:r>
              <a:rPr sz="4800" spc="0" baseline="3413" dirty="0">
                <a:latin typeface="Calibri"/>
                <a:cs typeface="Calibri"/>
              </a:rPr>
              <a:t>t</a:t>
            </a:r>
            <a:r>
              <a:rPr sz="4800" spc="159" baseline="3413" dirty="0">
                <a:latin typeface="Calibri"/>
                <a:cs typeface="Calibri"/>
              </a:rPr>
              <a:t> </a:t>
            </a:r>
            <a:r>
              <a:rPr sz="4800" spc="0" baseline="3413" dirty="0">
                <a:latin typeface="Calibri"/>
                <a:cs typeface="Calibri"/>
              </a:rPr>
              <a:t>of</a:t>
            </a:r>
            <a:r>
              <a:rPr sz="4800" spc="128" baseline="3413" dirty="0">
                <a:latin typeface="Calibri"/>
                <a:cs typeface="Calibri"/>
              </a:rPr>
              <a:t> </a:t>
            </a:r>
            <a:r>
              <a:rPr sz="4800" spc="0" baseline="3413" dirty="0">
                <a:latin typeface="Calibri"/>
                <a:cs typeface="Calibri"/>
              </a:rPr>
              <a:t>the</a:t>
            </a:r>
            <a:r>
              <a:rPr sz="4800" spc="164" baseline="3413" dirty="0">
                <a:latin typeface="Calibri"/>
                <a:cs typeface="Calibri"/>
              </a:rPr>
              <a:t> </a:t>
            </a:r>
            <a:r>
              <a:rPr sz="4800" spc="0" baseline="3413" dirty="0">
                <a:latin typeface="Calibri"/>
                <a:cs typeface="Calibri"/>
              </a:rPr>
              <a:t>sea</a:t>
            </a:r>
            <a:r>
              <a:rPr sz="4800" spc="-39" baseline="3413" dirty="0">
                <a:latin typeface="Calibri"/>
                <a:cs typeface="Calibri"/>
              </a:rPr>
              <a:t>r</a:t>
            </a:r>
            <a:r>
              <a:rPr sz="4800" spc="0" baseline="3413" dirty="0">
                <a:latin typeface="Calibri"/>
                <a:cs typeface="Calibri"/>
              </a:rPr>
              <a:t>ch</a:t>
            </a:r>
            <a:r>
              <a:rPr sz="4800" spc="154" baseline="3413" dirty="0">
                <a:latin typeface="Calibri"/>
                <a:cs typeface="Calibri"/>
              </a:rPr>
              <a:t> </a:t>
            </a:r>
            <a:r>
              <a:rPr sz="4800" spc="4" baseline="3413" dirty="0">
                <a:latin typeface="Calibri"/>
                <a:cs typeface="Calibri"/>
              </a:rPr>
              <a:t>spac</a:t>
            </a:r>
            <a:r>
              <a:rPr sz="4800" spc="0" baseline="3413" dirty="0">
                <a:latin typeface="Calibri"/>
                <a:cs typeface="Calibri"/>
              </a:rPr>
              <a:t>e</a:t>
            </a:r>
            <a:r>
              <a:rPr sz="4800" spc="159" baseline="3413" dirty="0">
                <a:latin typeface="Calibri"/>
                <a:cs typeface="Calibri"/>
              </a:rPr>
              <a:t> </a:t>
            </a:r>
            <a:r>
              <a:rPr sz="4800" spc="4" baseline="3413" dirty="0">
                <a:latin typeface="Calibri"/>
                <a:cs typeface="Calibri"/>
              </a:rPr>
              <a:t>th</a:t>
            </a:r>
            <a:r>
              <a:rPr sz="4800" spc="-34" baseline="3413" dirty="0">
                <a:latin typeface="Calibri"/>
                <a:cs typeface="Calibri"/>
              </a:rPr>
              <a:t>a</a:t>
            </a:r>
            <a:r>
              <a:rPr sz="4800" spc="0" baseline="3413" dirty="0">
                <a:latin typeface="Calibri"/>
                <a:cs typeface="Calibri"/>
              </a:rPr>
              <a:t>t</a:t>
            </a:r>
            <a:endParaRPr sz="3200">
              <a:latin typeface="Calibri"/>
              <a:cs typeface="Calibri"/>
            </a:endParaRPr>
          </a:p>
          <a:p>
            <a:pPr marL="12700" marR="3732">
              <a:lnSpc>
                <a:spcPts val="3454"/>
              </a:lnSpc>
              <a:spcBef>
                <a:spcPts val="4"/>
              </a:spcBef>
            </a:pPr>
            <a:r>
              <a:rPr sz="4800" spc="4" baseline="2560" dirty="0">
                <a:latin typeface="Calibri"/>
                <a:cs typeface="Calibri"/>
              </a:rPr>
              <a:t>ha</a:t>
            </a:r>
            <a:r>
              <a:rPr sz="4800" spc="0" baseline="2560" dirty="0">
                <a:latin typeface="Calibri"/>
                <a:cs typeface="Calibri"/>
              </a:rPr>
              <a:t>s</a:t>
            </a:r>
            <a:r>
              <a:rPr sz="4800" spc="5" baseline="2560" dirty="0">
                <a:latin typeface="Calibri"/>
                <a:cs typeface="Calibri"/>
              </a:rPr>
              <a:t> </a:t>
            </a:r>
            <a:r>
              <a:rPr sz="4800" spc="0" baseline="2560" dirty="0">
                <a:latin typeface="Calibri"/>
                <a:cs typeface="Calibri"/>
              </a:rPr>
              <a:t>a</a:t>
            </a:r>
            <a:r>
              <a:rPr sz="4800" spc="44" baseline="2560" dirty="0">
                <a:latin typeface="Calibri"/>
                <a:cs typeface="Calibri"/>
              </a:rPr>
              <a:t> </a:t>
            </a:r>
            <a:r>
              <a:rPr sz="4800" spc="-19" baseline="2560" dirty="0">
                <a:latin typeface="Calibri"/>
                <a:cs typeface="Calibri"/>
              </a:rPr>
              <a:t>g</a:t>
            </a:r>
            <a:r>
              <a:rPr sz="4800" spc="4" baseline="2560" dirty="0">
                <a:latin typeface="Calibri"/>
                <a:cs typeface="Calibri"/>
              </a:rPr>
              <a:t>oo</a:t>
            </a:r>
            <a:r>
              <a:rPr sz="4800" spc="0" baseline="2560" dirty="0">
                <a:latin typeface="Calibri"/>
                <a:cs typeface="Calibri"/>
              </a:rPr>
              <a:t>d</a:t>
            </a:r>
            <a:r>
              <a:rPr sz="4800" spc="54" baseline="2560" dirty="0">
                <a:latin typeface="Calibri"/>
                <a:cs typeface="Calibri"/>
              </a:rPr>
              <a:t> </a:t>
            </a:r>
            <a:r>
              <a:rPr sz="4800" spc="4" baseline="2560" dirty="0">
                <a:latin typeface="Calibri"/>
                <a:cs typeface="Calibri"/>
              </a:rPr>
              <a:t>chanc</a:t>
            </a:r>
            <a:r>
              <a:rPr sz="4800" spc="0" baseline="2560" dirty="0">
                <a:latin typeface="Calibri"/>
                <a:cs typeface="Calibri"/>
              </a:rPr>
              <a:t>e</a:t>
            </a:r>
            <a:r>
              <a:rPr sz="4800" spc="54" baseline="2560" dirty="0">
                <a:latin typeface="Calibri"/>
                <a:cs typeface="Calibri"/>
              </a:rPr>
              <a:t> </a:t>
            </a:r>
            <a:r>
              <a:rPr sz="4800" spc="4" baseline="2560" dirty="0">
                <a:latin typeface="Calibri"/>
                <a:cs typeface="Calibri"/>
              </a:rPr>
              <a:t>o</a:t>
            </a:r>
            <a:r>
              <a:rPr sz="4800" spc="0" baseline="2560" dirty="0">
                <a:latin typeface="Calibri"/>
                <a:cs typeface="Calibri"/>
              </a:rPr>
              <a:t>f</a:t>
            </a:r>
            <a:r>
              <a:rPr sz="4800" spc="28" baseline="2560" dirty="0">
                <a:latin typeface="Calibri"/>
                <a:cs typeface="Calibri"/>
              </a:rPr>
              <a:t> </a:t>
            </a:r>
            <a:r>
              <a:rPr sz="4800" spc="-25" baseline="2560" dirty="0">
                <a:latin typeface="Calibri"/>
                <a:cs typeface="Calibri"/>
              </a:rPr>
              <a:t>c</a:t>
            </a:r>
            <a:r>
              <a:rPr sz="4800" spc="-4" baseline="2560" dirty="0">
                <a:latin typeface="Calibri"/>
                <a:cs typeface="Calibri"/>
              </a:rPr>
              <a:t>o</a:t>
            </a:r>
            <a:r>
              <a:rPr sz="4800" spc="-25" baseline="2560" dirty="0">
                <a:latin typeface="Calibri"/>
                <a:cs typeface="Calibri"/>
              </a:rPr>
              <a:t>n</a:t>
            </a:r>
            <a:r>
              <a:rPr sz="4800" spc="-34" baseline="2560" dirty="0">
                <a:latin typeface="Calibri"/>
                <a:cs typeface="Calibri"/>
              </a:rPr>
              <a:t>t</a:t>
            </a:r>
            <a:r>
              <a:rPr sz="4800" spc="4" baseline="2560" dirty="0">
                <a:latin typeface="Calibri"/>
                <a:cs typeface="Calibri"/>
              </a:rPr>
              <a:t>ainin</a:t>
            </a:r>
            <a:r>
              <a:rPr sz="4800" spc="0" baseline="2560" dirty="0">
                <a:latin typeface="Calibri"/>
                <a:cs typeface="Calibri"/>
              </a:rPr>
              <a:t>g</a:t>
            </a:r>
            <a:r>
              <a:rPr sz="4800" spc="64" baseline="2560" dirty="0">
                <a:latin typeface="Calibri"/>
                <a:cs typeface="Calibri"/>
              </a:rPr>
              <a:t> </a:t>
            </a:r>
            <a:r>
              <a:rPr sz="4800" spc="4" baseline="2560" dirty="0">
                <a:latin typeface="Calibri"/>
                <a:cs typeface="Calibri"/>
              </a:rPr>
              <a:t>th</a:t>
            </a:r>
            <a:r>
              <a:rPr sz="4800" spc="0" baseline="2560" dirty="0">
                <a:latin typeface="Calibri"/>
                <a:cs typeface="Calibri"/>
              </a:rPr>
              <a:t>e</a:t>
            </a:r>
            <a:r>
              <a:rPr sz="4800" spc="54" baseline="2560" dirty="0">
                <a:latin typeface="Calibri"/>
                <a:cs typeface="Calibri"/>
              </a:rPr>
              <a:t> </a:t>
            </a:r>
            <a:r>
              <a:rPr sz="4800" spc="-14" baseline="2560" dirty="0">
                <a:latin typeface="Calibri"/>
                <a:cs typeface="Calibri"/>
              </a:rPr>
              <a:t>g</a:t>
            </a:r>
            <a:r>
              <a:rPr sz="4800" spc="4" baseline="2560" dirty="0">
                <a:latin typeface="Calibri"/>
                <a:cs typeface="Calibri"/>
              </a:rPr>
              <a:t>oa</a:t>
            </a:r>
            <a:r>
              <a:rPr sz="4800" spc="0" baseline="2560" dirty="0">
                <a:latin typeface="Calibri"/>
                <a:cs typeface="Calibri"/>
              </a:rPr>
              <a:t>l</a:t>
            </a:r>
            <a:r>
              <a:rPr sz="4800" spc="59" baseline="2560" dirty="0">
                <a:latin typeface="Calibri"/>
                <a:cs typeface="Calibri"/>
              </a:rPr>
              <a:t> </a:t>
            </a:r>
            <a:r>
              <a:rPr sz="4800" spc="-39" baseline="2560" dirty="0">
                <a:latin typeface="Calibri"/>
                <a:cs typeface="Calibri"/>
              </a:rPr>
              <a:t>s</a:t>
            </a:r>
            <a:r>
              <a:rPr sz="4800" spc="-34" baseline="2560" dirty="0">
                <a:latin typeface="Calibri"/>
                <a:cs typeface="Calibri"/>
              </a:rPr>
              <a:t>t</a:t>
            </a:r>
            <a:r>
              <a:rPr sz="4800" spc="-29" baseline="2560" dirty="0">
                <a:latin typeface="Calibri"/>
                <a:cs typeface="Calibri"/>
              </a:rPr>
              <a:t>a</a:t>
            </a:r>
            <a:r>
              <a:rPr sz="4800" spc="-25" baseline="2560" dirty="0">
                <a:latin typeface="Calibri"/>
                <a:cs typeface="Calibri"/>
              </a:rPr>
              <a:t>t</a:t>
            </a:r>
            <a:r>
              <a:rPr sz="4800" spc="4" baseline="2560" dirty="0">
                <a:latin typeface="Calibri"/>
                <a:cs typeface="Calibri"/>
              </a:rPr>
              <a:t>e.</a:t>
            </a:r>
            <a:endParaRPr sz="3200">
              <a:latin typeface="Calibri"/>
              <a:cs typeface="Calibri"/>
            </a:endParaRPr>
          </a:p>
        </p:txBody>
      </p:sp>
      <p:sp>
        <p:nvSpPr>
          <p:cNvPr id="27" name="object 27"/>
          <p:cNvSpPr txBox="1"/>
          <p:nvPr/>
        </p:nvSpPr>
        <p:spPr>
          <a:xfrm>
            <a:off x="878841" y="3566597"/>
            <a:ext cx="1062057"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These</a:t>
            </a:r>
            <a:endParaRPr sz="3200">
              <a:latin typeface="Calibri"/>
              <a:cs typeface="Calibri"/>
            </a:endParaRPr>
          </a:p>
        </p:txBody>
      </p:sp>
      <p:sp>
        <p:nvSpPr>
          <p:cNvPr id="26" name="object 26"/>
          <p:cNvSpPr txBox="1"/>
          <p:nvPr/>
        </p:nvSpPr>
        <p:spPr>
          <a:xfrm>
            <a:off x="2107184" y="3566597"/>
            <a:ext cx="790434"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n</a:t>
            </a:r>
            <a:r>
              <a:rPr sz="4800" spc="-19" baseline="3413" dirty="0">
                <a:latin typeface="Calibri"/>
                <a:cs typeface="Calibri"/>
              </a:rPr>
              <a:t>e</a:t>
            </a:r>
            <a:r>
              <a:rPr sz="4800" spc="0" baseline="3413" dirty="0">
                <a:latin typeface="Calibri"/>
                <a:cs typeface="Calibri"/>
              </a:rPr>
              <a:t>w</a:t>
            </a:r>
            <a:endParaRPr sz="3200">
              <a:latin typeface="Calibri"/>
              <a:cs typeface="Calibri"/>
            </a:endParaRPr>
          </a:p>
        </p:txBody>
      </p:sp>
      <p:sp>
        <p:nvSpPr>
          <p:cNvPr id="25" name="object 25"/>
          <p:cNvSpPr txBox="1"/>
          <p:nvPr/>
        </p:nvSpPr>
        <p:spPr>
          <a:xfrm>
            <a:off x="3065018" y="3566597"/>
            <a:ext cx="1903247" cy="424471"/>
          </a:xfrm>
          <a:prstGeom prst="rect">
            <a:avLst/>
          </a:prstGeom>
        </p:spPr>
        <p:txBody>
          <a:bodyPr wrap="square" lIns="0" tIns="0" rIns="0" bIns="0" rtlCol="0">
            <a:noAutofit/>
          </a:bodyPr>
          <a:lstStyle/>
          <a:p>
            <a:pPr marL="12700">
              <a:lnSpc>
                <a:spcPts val="3360"/>
              </a:lnSpc>
              <a:spcBef>
                <a:spcPts val="168"/>
              </a:spcBef>
            </a:pPr>
            <a:r>
              <a:rPr sz="4800" spc="-34" baseline="3413" dirty="0">
                <a:latin typeface="Calibri"/>
                <a:cs typeface="Calibri"/>
              </a:rPr>
              <a:t>t</a:t>
            </a:r>
            <a:r>
              <a:rPr sz="4800" spc="0" baseline="3413" dirty="0">
                <a:latin typeface="Calibri"/>
                <a:cs typeface="Calibri"/>
              </a:rPr>
              <a:t>e</a:t>
            </a:r>
            <a:r>
              <a:rPr sz="4800" spc="4" baseline="3413" dirty="0">
                <a:latin typeface="Calibri"/>
                <a:cs typeface="Calibri"/>
              </a:rPr>
              <a:t>chniques</a:t>
            </a:r>
            <a:endParaRPr sz="3200">
              <a:latin typeface="Calibri"/>
              <a:cs typeface="Calibri"/>
            </a:endParaRPr>
          </a:p>
        </p:txBody>
      </p:sp>
      <p:sp>
        <p:nvSpPr>
          <p:cNvPr id="24" name="object 24"/>
          <p:cNvSpPr txBox="1"/>
          <p:nvPr/>
        </p:nvSpPr>
        <p:spPr>
          <a:xfrm>
            <a:off x="5134611" y="3566597"/>
            <a:ext cx="619249"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a</a:t>
            </a:r>
            <a:r>
              <a:rPr sz="4800" spc="-39" baseline="3413" dirty="0">
                <a:latin typeface="Calibri"/>
                <a:cs typeface="Calibri"/>
              </a:rPr>
              <a:t>r</a:t>
            </a:r>
            <a:r>
              <a:rPr sz="4800" spc="0" baseline="3413" dirty="0">
                <a:latin typeface="Calibri"/>
                <a:cs typeface="Calibri"/>
              </a:rPr>
              <a:t>e</a:t>
            </a:r>
            <a:endParaRPr sz="3200">
              <a:latin typeface="Calibri"/>
              <a:cs typeface="Calibri"/>
            </a:endParaRPr>
          </a:p>
        </p:txBody>
      </p:sp>
      <p:sp>
        <p:nvSpPr>
          <p:cNvPr id="23" name="object 23"/>
          <p:cNvSpPr txBox="1"/>
          <p:nvPr/>
        </p:nvSpPr>
        <p:spPr>
          <a:xfrm>
            <a:off x="5920232" y="3566597"/>
            <a:ext cx="1053248" cy="424471"/>
          </a:xfrm>
          <a:prstGeom prst="rect">
            <a:avLst/>
          </a:prstGeom>
        </p:spPr>
        <p:txBody>
          <a:bodyPr wrap="square" lIns="0" tIns="0" rIns="0" bIns="0" rtlCol="0">
            <a:noAutofit/>
          </a:bodyPr>
          <a:lstStyle/>
          <a:p>
            <a:pPr marL="12700">
              <a:lnSpc>
                <a:spcPts val="3360"/>
              </a:lnSpc>
              <a:spcBef>
                <a:spcPts val="168"/>
              </a:spcBef>
            </a:pPr>
            <a:r>
              <a:rPr sz="4800" spc="-25" baseline="3413" dirty="0">
                <a:latin typeface="Calibri"/>
                <a:cs typeface="Calibri"/>
              </a:rPr>
              <a:t>c</a:t>
            </a:r>
            <a:r>
              <a:rPr sz="4800" spc="4" baseline="3413" dirty="0">
                <a:latin typeface="Calibri"/>
                <a:cs typeface="Calibri"/>
              </a:rPr>
              <a:t>alled</a:t>
            </a:r>
            <a:endParaRPr sz="3200">
              <a:latin typeface="Calibri"/>
              <a:cs typeface="Calibri"/>
            </a:endParaRPr>
          </a:p>
        </p:txBody>
      </p:sp>
      <p:sp>
        <p:nvSpPr>
          <p:cNvPr id="22" name="object 22"/>
          <p:cNvSpPr txBox="1"/>
          <p:nvPr/>
        </p:nvSpPr>
        <p:spPr>
          <a:xfrm>
            <a:off x="7140194" y="3566597"/>
            <a:ext cx="1603728"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i</a:t>
            </a:r>
            <a:r>
              <a:rPr sz="4800" spc="-19" baseline="3413" dirty="0">
                <a:latin typeface="Calibri"/>
                <a:cs typeface="Calibri"/>
              </a:rPr>
              <a:t>n</a:t>
            </a:r>
            <a:r>
              <a:rPr sz="4800" spc="-64" baseline="3413" dirty="0">
                <a:latin typeface="Calibri"/>
                <a:cs typeface="Calibri"/>
              </a:rPr>
              <a:t>f</a:t>
            </a:r>
            <a:r>
              <a:rPr sz="4800" spc="0" baseline="3413" dirty="0">
                <a:latin typeface="Calibri"/>
                <a:cs typeface="Calibri"/>
              </a:rPr>
              <a:t>o</a:t>
            </a:r>
            <a:r>
              <a:rPr sz="4800" spc="4" baseline="3413" dirty="0">
                <a:latin typeface="Calibri"/>
                <a:cs typeface="Calibri"/>
              </a:rPr>
              <a:t>rmed</a:t>
            </a:r>
            <a:endParaRPr sz="3200">
              <a:latin typeface="Calibri"/>
              <a:cs typeface="Calibri"/>
            </a:endParaRPr>
          </a:p>
        </p:txBody>
      </p:sp>
      <p:sp>
        <p:nvSpPr>
          <p:cNvPr id="21" name="object 21"/>
          <p:cNvSpPr txBox="1"/>
          <p:nvPr/>
        </p:nvSpPr>
        <p:spPr>
          <a:xfrm>
            <a:off x="878841" y="3998314"/>
            <a:ext cx="4710321"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(heuri</a:t>
            </a:r>
            <a:r>
              <a:rPr sz="4800" spc="-39" baseline="3413" dirty="0">
                <a:latin typeface="Calibri"/>
                <a:cs typeface="Calibri"/>
              </a:rPr>
              <a:t>s</a:t>
            </a:r>
            <a:r>
              <a:rPr sz="4800" spc="4" baseline="3413" dirty="0">
                <a:latin typeface="Calibri"/>
                <a:cs typeface="Calibri"/>
              </a:rPr>
              <a:t>t</a:t>
            </a:r>
            <a:r>
              <a:rPr sz="4800" spc="0" baseline="3413" dirty="0">
                <a:latin typeface="Calibri"/>
                <a:cs typeface="Calibri"/>
              </a:rPr>
              <a:t>ic)</a:t>
            </a:r>
            <a:r>
              <a:rPr sz="4800" spc="24" baseline="3413" dirty="0">
                <a:latin typeface="Calibri"/>
                <a:cs typeface="Calibri"/>
              </a:rPr>
              <a:t> </a:t>
            </a:r>
            <a:r>
              <a:rPr sz="4800" spc="-4" baseline="3413" dirty="0">
                <a:latin typeface="Calibri"/>
                <a:cs typeface="Calibri"/>
              </a:rPr>
              <a:t>s</a:t>
            </a:r>
            <a:r>
              <a:rPr sz="4800" spc="0" baseline="3413" dirty="0">
                <a:latin typeface="Calibri"/>
                <a:cs typeface="Calibri"/>
              </a:rPr>
              <a:t>ea</a:t>
            </a:r>
            <a:r>
              <a:rPr sz="4800" spc="-44" baseline="3413" dirty="0">
                <a:latin typeface="Calibri"/>
                <a:cs typeface="Calibri"/>
              </a:rPr>
              <a:t>r</a:t>
            </a:r>
            <a:r>
              <a:rPr sz="4800" spc="0" baseline="3413" dirty="0">
                <a:latin typeface="Calibri"/>
                <a:cs typeface="Calibri"/>
              </a:rPr>
              <a:t>ch</a:t>
            </a:r>
            <a:r>
              <a:rPr sz="4800" spc="2" baseline="3413" dirty="0">
                <a:latin typeface="Calibri"/>
                <a:cs typeface="Calibri"/>
              </a:rPr>
              <a:t> </a:t>
            </a:r>
            <a:r>
              <a:rPr sz="4800" spc="-39" baseline="3413" dirty="0">
                <a:latin typeface="Calibri"/>
                <a:cs typeface="Calibri"/>
              </a:rPr>
              <a:t>s</a:t>
            </a:r>
            <a:r>
              <a:rPr sz="4800" spc="0" baseline="3413" dirty="0">
                <a:latin typeface="Calibri"/>
                <a:cs typeface="Calibri"/>
              </a:rPr>
              <a:t>t</a:t>
            </a:r>
            <a:r>
              <a:rPr sz="4800" spc="-64" baseline="3413" dirty="0">
                <a:latin typeface="Calibri"/>
                <a:cs typeface="Calibri"/>
              </a:rPr>
              <a:t>r</a:t>
            </a:r>
            <a:r>
              <a:rPr sz="4800" spc="-29" baseline="3413" dirty="0">
                <a:latin typeface="Calibri"/>
                <a:cs typeface="Calibri"/>
              </a:rPr>
              <a:t>a</a:t>
            </a:r>
            <a:r>
              <a:rPr sz="4800" spc="-34" baseline="3413" dirty="0">
                <a:latin typeface="Calibri"/>
                <a:cs typeface="Calibri"/>
              </a:rPr>
              <a:t>t</a:t>
            </a:r>
            <a:r>
              <a:rPr sz="4800" spc="0" baseline="3413" dirty="0">
                <a:latin typeface="Calibri"/>
                <a:cs typeface="Calibri"/>
              </a:rPr>
              <a:t>egies.</a:t>
            </a:r>
            <a:endParaRPr sz="3200">
              <a:latin typeface="Calibri"/>
              <a:cs typeface="Calibri"/>
            </a:endParaRPr>
          </a:p>
        </p:txBody>
      </p:sp>
      <p:sp>
        <p:nvSpPr>
          <p:cNvPr id="20" name="object 20"/>
          <p:cNvSpPr txBox="1"/>
          <p:nvPr/>
        </p:nvSpPr>
        <p:spPr>
          <a:xfrm>
            <a:off x="535930" y="4501863"/>
            <a:ext cx="228472" cy="424470"/>
          </a:xfrm>
          <a:prstGeom prst="rect">
            <a:avLst/>
          </a:prstGeom>
        </p:spPr>
        <p:txBody>
          <a:bodyPr wrap="square" lIns="0" tIns="0" rIns="0" bIns="0" rtlCol="0">
            <a:noAutofit/>
          </a:bodyPr>
          <a:lstStyle/>
          <a:p>
            <a:pPr marL="12700">
              <a:lnSpc>
                <a:spcPts val="3370"/>
              </a:lnSpc>
              <a:spcBef>
                <a:spcPts val="168"/>
              </a:spcBef>
            </a:pPr>
            <a:r>
              <a:rPr sz="3200" spc="0" dirty="0">
                <a:latin typeface="Arial"/>
                <a:cs typeface="Arial"/>
              </a:rPr>
              <a:t>•</a:t>
            </a:r>
            <a:endParaRPr sz="3200">
              <a:latin typeface="Arial"/>
              <a:cs typeface="Arial"/>
            </a:endParaRPr>
          </a:p>
        </p:txBody>
      </p:sp>
      <p:sp>
        <p:nvSpPr>
          <p:cNvPr id="19" name="object 19"/>
          <p:cNvSpPr txBox="1"/>
          <p:nvPr/>
        </p:nvSpPr>
        <p:spPr>
          <a:xfrm>
            <a:off x="878840" y="4525967"/>
            <a:ext cx="870626" cy="424471"/>
          </a:xfrm>
          <a:prstGeom prst="rect">
            <a:avLst/>
          </a:prstGeom>
        </p:spPr>
        <p:txBody>
          <a:bodyPr wrap="square" lIns="0" tIns="0" rIns="0" bIns="0" rtlCol="0">
            <a:noAutofit/>
          </a:bodyPr>
          <a:lstStyle/>
          <a:p>
            <a:pPr marL="12700">
              <a:lnSpc>
                <a:spcPts val="3360"/>
              </a:lnSpc>
              <a:spcBef>
                <a:spcPts val="168"/>
              </a:spcBef>
            </a:pPr>
            <a:r>
              <a:rPr sz="4800" spc="-79" baseline="3413" dirty="0">
                <a:latin typeface="Calibri"/>
                <a:cs typeface="Calibri"/>
              </a:rPr>
              <a:t>E</a:t>
            </a:r>
            <a:r>
              <a:rPr sz="4800" spc="-29" baseline="3413" dirty="0">
                <a:latin typeface="Calibri"/>
                <a:cs typeface="Calibri"/>
              </a:rPr>
              <a:t>v</a:t>
            </a:r>
            <a:r>
              <a:rPr sz="4800" spc="4" baseline="3413" dirty="0">
                <a:latin typeface="Calibri"/>
                <a:cs typeface="Calibri"/>
              </a:rPr>
              <a:t>e</a:t>
            </a:r>
            <a:r>
              <a:rPr sz="4800" spc="0" baseline="3413" dirty="0">
                <a:latin typeface="Calibri"/>
                <a:cs typeface="Calibri"/>
              </a:rPr>
              <a:t>n</a:t>
            </a:r>
            <a:endParaRPr sz="3200">
              <a:latin typeface="Calibri"/>
              <a:cs typeface="Calibri"/>
            </a:endParaRPr>
          </a:p>
        </p:txBody>
      </p:sp>
      <p:sp>
        <p:nvSpPr>
          <p:cNvPr id="18" name="object 18"/>
          <p:cNvSpPr txBox="1"/>
          <p:nvPr/>
        </p:nvSpPr>
        <p:spPr>
          <a:xfrm>
            <a:off x="2242058" y="4525967"/>
            <a:ext cx="1272016"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though</a:t>
            </a:r>
            <a:endParaRPr sz="3200">
              <a:latin typeface="Calibri"/>
              <a:cs typeface="Calibri"/>
            </a:endParaRPr>
          </a:p>
        </p:txBody>
      </p:sp>
      <p:sp>
        <p:nvSpPr>
          <p:cNvPr id="17" name="object 17"/>
          <p:cNvSpPr txBox="1"/>
          <p:nvPr/>
        </p:nvSpPr>
        <p:spPr>
          <a:xfrm>
            <a:off x="4006088" y="4525967"/>
            <a:ext cx="1666074"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heuri</a:t>
            </a:r>
            <a:r>
              <a:rPr sz="4800" spc="-39" baseline="3413" dirty="0">
                <a:latin typeface="Calibri"/>
                <a:cs typeface="Calibri"/>
              </a:rPr>
              <a:t>s</a:t>
            </a:r>
            <a:r>
              <a:rPr sz="4800" spc="0" baseline="3413" dirty="0">
                <a:latin typeface="Calibri"/>
                <a:cs typeface="Calibri"/>
              </a:rPr>
              <a:t>tics</a:t>
            </a:r>
            <a:endParaRPr sz="3200">
              <a:latin typeface="Calibri"/>
              <a:cs typeface="Calibri"/>
            </a:endParaRPr>
          </a:p>
        </p:txBody>
      </p:sp>
      <p:sp>
        <p:nvSpPr>
          <p:cNvPr id="16" name="object 16"/>
          <p:cNvSpPr txBox="1"/>
          <p:nvPr/>
        </p:nvSpPr>
        <p:spPr>
          <a:xfrm>
            <a:off x="6164073" y="4525967"/>
            <a:ext cx="1448437"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imp</a:t>
            </a:r>
            <a:r>
              <a:rPr sz="4800" spc="-50" baseline="3413" dirty="0">
                <a:latin typeface="Calibri"/>
                <a:cs typeface="Calibri"/>
              </a:rPr>
              <a:t>r</a:t>
            </a:r>
            <a:r>
              <a:rPr sz="4800" spc="-14" baseline="3413" dirty="0">
                <a:latin typeface="Calibri"/>
                <a:cs typeface="Calibri"/>
              </a:rPr>
              <a:t>o</a:t>
            </a:r>
            <a:r>
              <a:rPr sz="4800" spc="-25" baseline="3413" dirty="0">
                <a:latin typeface="Calibri"/>
                <a:cs typeface="Calibri"/>
              </a:rPr>
              <a:t>v</a:t>
            </a:r>
            <a:r>
              <a:rPr sz="4800" spc="0" baseline="3413" dirty="0">
                <a:latin typeface="Calibri"/>
                <a:cs typeface="Calibri"/>
              </a:rPr>
              <a:t>e</a:t>
            </a:r>
            <a:endParaRPr sz="3200">
              <a:latin typeface="Calibri"/>
              <a:cs typeface="Calibri"/>
            </a:endParaRPr>
          </a:p>
        </p:txBody>
      </p:sp>
      <p:sp>
        <p:nvSpPr>
          <p:cNvPr id="15" name="object 15"/>
          <p:cNvSpPr txBox="1"/>
          <p:nvPr/>
        </p:nvSpPr>
        <p:spPr>
          <a:xfrm>
            <a:off x="8104886" y="4525967"/>
            <a:ext cx="638319"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the</a:t>
            </a:r>
            <a:endParaRPr sz="3200">
              <a:latin typeface="Calibri"/>
              <a:cs typeface="Calibri"/>
            </a:endParaRPr>
          </a:p>
        </p:txBody>
      </p:sp>
      <p:sp>
        <p:nvSpPr>
          <p:cNvPr id="14" name="object 14"/>
          <p:cNvSpPr txBox="1"/>
          <p:nvPr/>
        </p:nvSpPr>
        <p:spPr>
          <a:xfrm>
            <a:off x="878840" y="4957684"/>
            <a:ext cx="2773252"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per</a:t>
            </a:r>
            <a:r>
              <a:rPr sz="4800" spc="-64" baseline="3413" dirty="0">
                <a:latin typeface="Calibri"/>
                <a:cs typeface="Calibri"/>
              </a:rPr>
              <a:t>f</a:t>
            </a:r>
            <a:r>
              <a:rPr sz="4800" spc="0" baseline="3413" dirty="0">
                <a:latin typeface="Calibri"/>
                <a:cs typeface="Calibri"/>
              </a:rPr>
              <a:t>ormance </a:t>
            </a:r>
            <a:r>
              <a:rPr sz="4800" spc="219" baseline="3413" dirty="0">
                <a:latin typeface="Calibri"/>
                <a:cs typeface="Calibri"/>
              </a:rPr>
              <a:t> </a:t>
            </a:r>
            <a:r>
              <a:rPr sz="4800" spc="0" baseline="3413" dirty="0">
                <a:latin typeface="Calibri"/>
                <a:cs typeface="Calibri"/>
              </a:rPr>
              <a:t>of</a:t>
            </a:r>
            <a:endParaRPr sz="3200">
              <a:latin typeface="Calibri"/>
              <a:cs typeface="Calibri"/>
            </a:endParaRPr>
          </a:p>
        </p:txBody>
      </p:sp>
      <p:sp>
        <p:nvSpPr>
          <p:cNvPr id="13" name="object 13"/>
          <p:cNvSpPr txBox="1"/>
          <p:nvPr/>
        </p:nvSpPr>
        <p:spPr>
          <a:xfrm>
            <a:off x="3777016" y="4957684"/>
            <a:ext cx="1603420"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i</a:t>
            </a:r>
            <a:r>
              <a:rPr sz="4800" spc="-19" baseline="3413" dirty="0">
                <a:latin typeface="Calibri"/>
                <a:cs typeface="Calibri"/>
              </a:rPr>
              <a:t>n</a:t>
            </a:r>
            <a:r>
              <a:rPr sz="4800" spc="-64" baseline="3413" dirty="0">
                <a:latin typeface="Calibri"/>
                <a:cs typeface="Calibri"/>
              </a:rPr>
              <a:t>f</a:t>
            </a:r>
            <a:r>
              <a:rPr sz="4800" spc="0" baseline="3413" dirty="0">
                <a:latin typeface="Calibri"/>
                <a:cs typeface="Calibri"/>
              </a:rPr>
              <a:t>ormed</a:t>
            </a:r>
            <a:endParaRPr sz="3200">
              <a:latin typeface="Calibri"/>
              <a:cs typeface="Calibri"/>
            </a:endParaRPr>
          </a:p>
        </p:txBody>
      </p:sp>
      <p:sp>
        <p:nvSpPr>
          <p:cNvPr id="12" name="object 12"/>
          <p:cNvSpPr txBox="1"/>
          <p:nvPr/>
        </p:nvSpPr>
        <p:spPr>
          <a:xfrm>
            <a:off x="5505777" y="4957684"/>
            <a:ext cx="1163498"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s</a:t>
            </a:r>
            <a:r>
              <a:rPr sz="4800" spc="0" baseline="3413" dirty="0">
                <a:latin typeface="Calibri"/>
                <a:cs typeface="Calibri"/>
              </a:rPr>
              <a:t>ea</a:t>
            </a:r>
            <a:r>
              <a:rPr sz="4800" spc="-39" baseline="3413" dirty="0">
                <a:latin typeface="Calibri"/>
                <a:cs typeface="Calibri"/>
              </a:rPr>
              <a:t>r</a:t>
            </a:r>
            <a:r>
              <a:rPr sz="4800" spc="0" baseline="3413" dirty="0">
                <a:latin typeface="Calibri"/>
                <a:cs typeface="Calibri"/>
              </a:rPr>
              <a:t>ch</a:t>
            </a:r>
            <a:endParaRPr sz="3200">
              <a:latin typeface="Calibri"/>
              <a:cs typeface="Calibri"/>
            </a:endParaRPr>
          </a:p>
        </p:txBody>
      </p:sp>
      <p:sp>
        <p:nvSpPr>
          <p:cNvPr id="11" name="object 11"/>
          <p:cNvSpPr txBox="1"/>
          <p:nvPr/>
        </p:nvSpPr>
        <p:spPr>
          <a:xfrm>
            <a:off x="6795371" y="4957684"/>
            <a:ext cx="1948449"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al</a:t>
            </a:r>
            <a:r>
              <a:rPr sz="4800" spc="-19" baseline="3413" dirty="0">
                <a:latin typeface="Calibri"/>
                <a:cs typeface="Calibri"/>
              </a:rPr>
              <a:t>g</a:t>
            </a:r>
            <a:r>
              <a:rPr sz="4800" spc="0" baseline="3413" dirty="0">
                <a:latin typeface="Calibri"/>
                <a:cs typeface="Calibri"/>
              </a:rPr>
              <a:t>orithms,</a:t>
            </a:r>
            <a:endParaRPr sz="3200">
              <a:latin typeface="Calibri"/>
              <a:cs typeface="Calibri"/>
            </a:endParaRPr>
          </a:p>
        </p:txBody>
      </p:sp>
      <p:sp>
        <p:nvSpPr>
          <p:cNvPr id="10" name="object 10"/>
          <p:cNvSpPr txBox="1"/>
          <p:nvPr/>
        </p:nvSpPr>
        <p:spPr>
          <a:xfrm>
            <a:off x="535941" y="5389411"/>
            <a:ext cx="1243405" cy="1319749"/>
          </a:xfrm>
          <a:prstGeom prst="rect">
            <a:avLst/>
          </a:prstGeom>
        </p:spPr>
        <p:txBody>
          <a:bodyPr wrap="square" lIns="0" tIns="0" rIns="0" bIns="0" rtlCol="0">
            <a:noAutofit/>
          </a:bodyPr>
          <a:lstStyle/>
          <a:p>
            <a:pPr marL="355600" marR="60921">
              <a:lnSpc>
                <a:spcPts val="3360"/>
              </a:lnSpc>
              <a:spcBef>
                <a:spcPts val="168"/>
              </a:spcBef>
            </a:pPr>
            <a:r>
              <a:rPr sz="4800" spc="4" baseline="3413" dirty="0">
                <a:latin typeface="Calibri"/>
                <a:cs typeface="Calibri"/>
              </a:rPr>
              <a:t>th</a:t>
            </a:r>
            <a:r>
              <a:rPr sz="4800" spc="-19" baseline="3413" dirty="0">
                <a:latin typeface="Calibri"/>
                <a:cs typeface="Calibri"/>
              </a:rPr>
              <a:t>e</a:t>
            </a:r>
            <a:r>
              <a:rPr sz="4800" spc="0" baseline="3413" dirty="0">
                <a:latin typeface="Calibri"/>
                <a:cs typeface="Calibri"/>
              </a:rPr>
              <a:t>y</a:t>
            </a:r>
            <a:endParaRPr sz="3200" dirty="0">
              <a:latin typeface="Calibri"/>
              <a:cs typeface="Calibri"/>
            </a:endParaRPr>
          </a:p>
          <a:p>
            <a:pPr marL="355600">
              <a:lnSpc>
                <a:spcPts val="3454"/>
              </a:lnSpc>
              <a:spcBef>
                <a:spcPts val="4"/>
              </a:spcBef>
            </a:pPr>
            <a:r>
              <a:rPr sz="4800" spc="0" baseline="2560" dirty="0">
                <a:latin typeface="Calibri"/>
                <a:cs typeface="Calibri"/>
              </a:rPr>
              <a:t>la</a:t>
            </a:r>
            <a:r>
              <a:rPr sz="4800" spc="-39" baseline="2560" dirty="0">
                <a:latin typeface="Calibri"/>
                <a:cs typeface="Calibri"/>
              </a:rPr>
              <a:t>r</a:t>
            </a:r>
            <a:r>
              <a:rPr sz="4800" spc="-19" baseline="2560" dirty="0">
                <a:latin typeface="Calibri"/>
                <a:cs typeface="Calibri"/>
              </a:rPr>
              <a:t>g</a:t>
            </a:r>
            <a:r>
              <a:rPr sz="4800" spc="0" baseline="2560" dirty="0">
                <a:latin typeface="Calibri"/>
                <a:cs typeface="Calibri"/>
              </a:rPr>
              <a:t>e</a:t>
            </a:r>
            <a:endParaRPr sz="3200" dirty="0">
              <a:latin typeface="Calibri"/>
              <a:cs typeface="Calibri"/>
            </a:endParaRPr>
          </a:p>
          <a:p>
            <a:pPr marL="12700" marR="60921">
              <a:lnSpc>
                <a:spcPct val="101725"/>
              </a:lnSpc>
              <a:spcBef>
                <a:spcPts val="2275"/>
              </a:spcBef>
            </a:pPr>
            <a:r>
              <a:rPr lang="en-US" sz="1000" b="1" spc="0" dirty="0">
                <a:latin typeface="Calibri"/>
                <a:cs typeface="Calibri"/>
              </a:rPr>
              <a:t>  </a:t>
            </a:r>
            <a:endParaRPr sz="1000" dirty="0">
              <a:latin typeface="Calibri"/>
              <a:cs typeface="Calibri"/>
            </a:endParaRPr>
          </a:p>
        </p:txBody>
      </p:sp>
      <p:sp>
        <p:nvSpPr>
          <p:cNvPr id="9" name="object 9"/>
          <p:cNvSpPr txBox="1"/>
          <p:nvPr/>
        </p:nvSpPr>
        <p:spPr>
          <a:xfrm>
            <a:off x="1785237" y="5389411"/>
            <a:ext cx="691503" cy="856178"/>
          </a:xfrm>
          <a:prstGeom prst="rect">
            <a:avLst/>
          </a:prstGeom>
        </p:spPr>
        <p:txBody>
          <a:bodyPr wrap="square" lIns="0" tIns="0" rIns="0" bIns="0" rtlCol="0">
            <a:noAutofit/>
          </a:bodyPr>
          <a:lstStyle/>
          <a:p>
            <a:pPr marL="59406" marR="24937">
              <a:lnSpc>
                <a:spcPts val="3360"/>
              </a:lnSpc>
              <a:spcBef>
                <a:spcPts val="168"/>
              </a:spcBef>
            </a:pPr>
            <a:r>
              <a:rPr sz="4800" spc="4" baseline="3413" dirty="0">
                <a:latin typeface="Calibri"/>
                <a:cs typeface="Calibri"/>
              </a:rPr>
              <a:t>a</a:t>
            </a:r>
            <a:r>
              <a:rPr sz="4800" spc="-39" baseline="3413" dirty="0">
                <a:latin typeface="Calibri"/>
                <a:cs typeface="Calibri"/>
              </a:rPr>
              <a:t>r</a:t>
            </a:r>
            <a:r>
              <a:rPr sz="4800" spc="0" baseline="3413" dirty="0">
                <a:latin typeface="Calibri"/>
                <a:cs typeface="Calibri"/>
              </a:rPr>
              <a:t>e</a:t>
            </a:r>
            <a:endParaRPr sz="3200">
              <a:latin typeface="Calibri"/>
              <a:cs typeface="Calibri"/>
            </a:endParaRPr>
          </a:p>
          <a:p>
            <a:pPr marL="12700">
              <a:lnSpc>
                <a:spcPts val="3454"/>
              </a:lnSpc>
              <a:spcBef>
                <a:spcPts val="4"/>
              </a:spcBef>
            </a:pPr>
            <a:r>
              <a:rPr sz="4800" spc="0" baseline="2560" dirty="0">
                <a:latin typeface="Calibri"/>
                <a:cs typeface="Calibri"/>
              </a:rPr>
              <a:t>si</a:t>
            </a:r>
            <a:r>
              <a:rPr sz="4800" spc="-69" baseline="2560" dirty="0">
                <a:latin typeface="Calibri"/>
                <a:cs typeface="Calibri"/>
              </a:rPr>
              <a:t>z</a:t>
            </a:r>
            <a:r>
              <a:rPr sz="4800" spc="0" baseline="2560" dirty="0">
                <a:latin typeface="Calibri"/>
                <a:cs typeface="Calibri"/>
              </a:rPr>
              <a:t>e</a:t>
            </a:r>
            <a:endParaRPr sz="3200">
              <a:latin typeface="Calibri"/>
              <a:cs typeface="Calibri"/>
            </a:endParaRPr>
          </a:p>
        </p:txBody>
      </p:sp>
      <p:sp>
        <p:nvSpPr>
          <p:cNvPr id="8" name="object 8"/>
          <p:cNvSpPr txBox="1"/>
          <p:nvPr/>
        </p:nvSpPr>
        <p:spPr>
          <a:xfrm>
            <a:off x="2583435" y="5389411"/>
            <a:ext cx="657337" cy="424471"/>
          </a:xfrm>
          <a:prstGeom prst="rect">
            <a:avLst/>
          </a:prstGeom>
        </p:spPr>
        <p:txBody>
          <a:bodyPr wrap="square" lIns="0" tIns="0" rIns="0" bIns="0" rtlCol="0">
            <a:noAutofit/>
          </a:bodyPr>
          <a:lstStyle/>
          <a:p>
            <a:pPr marL="12700">
              <a:lnSpc>
                <a:spcPts val="3360"/>
              </a:lnSpc>
              <a:spcBef>
                <a:spcPts val="168"/>
              </a:spcBef>
            </a:pPr>
            <a:r>
              <a:rPr sz="4800" spc="-39" baseline="3413" dirty="0">
                <a:latin typeface="Calibri"/>
                <a:cs typeface="Calibri"/>
              </a:rPr>
              <a:t>s</a:t>
            </a:r>
            <a:r>
              <a:rPr sz="4800" spc="4" baseline="3413" dirty="0">
                <a:latin typeface="Calibri"/>
                <a:cs typeface="Calibri"/>
              </a:rPr>
              <a:t>till</a:t>
            </a:r>
            <a:endParaRPr sz="3200">
              <a:latin typeface="Calibri"/>
              <a:cs typeface="Calibri"/>
            </a:endParaRPr>
          </a:p>
        </p:txBody>
      </p:sp>
      <p:sp>
        <p:nvSpPr>
          <p:cNvPr id="7" name="object 7"/>
          <p:cNvSpPr txBox="1"/>
          <p:nvPr/>
        </p:nvSpPr>
        <p:spPr>
          <a:xfrm>
            <a:off x="3371195" y="5389411"/>
            <a:ext cx="843556" cy="424471"/>
          </a:xfrm>
          <a:prstGeom prst="rect">
            <a:avLst/>
          </a:prstGeom>
        </p:spPr>
        <p:txBody>
          <a:bodyPr wrap="square" lIns="0" tIns="0" rIns="0" bIns="0" rtlCol="0">
            <a:noAutofit/>
          </a:bodyPr>
          <a:lstStyle/>
          <a:p>
            <a:pPr marL="12700">
              <a:lnSpc>
                <a:spcPts val="3360"/>
              </a:lnSpc>
              <a:spcBef>
                <a:spcPts val="168"/>
              </a:spcBef>
            </a:pPr>
            <a:r>
              <a:rPr sz="4800" spc="4" baseline="3413" dirty="0">
                <a:latin typeface="Calibri"/>
                <a:cs typeface="Calibri"/>
              </a:rPr>
              <a:t>time</a:t>
            </a:r>
            <a:endParaRPr sz="3200">
              <a:latin typeface="Calibri"/>
              <a:cs typeface="Calibri"/>
            </a:endParaRPr>
          </a:p>
        </p:txBody>
      </p:sp>
      <p:sp>
        <p:nvSpPr>
          <p:cNvPr id="6" name="object 6"/>
          <p:cNvSpPr txBox="1"/>
          <p:nvPr/>
        </p:nvSpPr>
        <p:spPr>
          <a:xfrm>
            <a:off x="4346678" y="5389411"/>
            <a:ext cx="1879721" cy="424471"/>
          </a:xfrm>
          <a:prstGeom prst="rect">
            <a:avLst/>
          </a:prstGeom>
        </p:spPr>
        <p:txBody>
          <a:bodyPr wrap="square" lIns="0" tIns="0" rIns="0" bIns="0" rtlCol="0">
            <a:noAutofit/>
          </a:bodyPr>
          <a:lstStyle/>
          <a:p>
            <a:pPr marL="12700">
              <a:lnSpc>
                <a:spcPts val="3360"/>
              </a:lnSpc>
              <a:spcBef>
                <a:spcPts val="168"/>
              </a:spcBef>
            </a:pPr>
            <a:r>
              <a:rPr sz="4800" spc="-25" baseline="3413" dirty="0">
                <a:latin typeface="Calibri"/>
                <a:cs typeface="Calibri"/>
              </a:rPr>
              <a:t>c</a:t>
            </a:r>
            <a:r>
              <a:rPr sz="4800" spc="4" baseline="3413" dirty="0">
                <a:latin typeface="Calibri"/>
                <a:cs typeface="Calibri"/>
              </a:rPr>
              <a:t>onsuming</a:t>
            </a:r>
            <a:endParaRPr sz="3200">
              <a:latin typeface="Calibri"/>
              <a:cs typeface="Calibri"/>
            </a:endParaRPr>
          </a:p>
        </p:txBody>
      </p:sp>
      <p:sp>
        <p:nvSpPr>
          <p:cNvPr id="5" name="object 5"/>
          <p:cNvSpPr txBox="1"/>
          <p:nvPr/>
        </p:nvSpPr>
        <p:spPr>
          <a:xfrm>
            <a:off x="6358603" y="5389411"/>
            <a:ext cx="1695769" cy="424471"/>
          </a:xfrm>
          <a:prstGeom prst="rect">
            <a:avLst/>
          </a:prstGeom>
        </p:spPr>
        <p:txBody>
          <a:bodyPr wrap="square" lIns="0" tIns="0" rIns="0" bIns="0" rtlCol="0">
            <a:noAutofit/>
          </a:bodyPr>
          <a:lstStyle/>
          <a:p>
            <a:pPr marL="12700">
              <a:lnSpc>
                <a:spcPts val="3360"/>
              </a:lnSpc>
              <a:spcBef>
                <a:spcPts val="168"/>
              </a:spcBef>
            </a:pPr>
            <a:r>
              <a:rPr sz="4800" spc="0" baseline="3413" dirty="0">
                <a:latin typeface="Calibri"/>
                <a:cs typeface="Calibri"/>
              </a:rPr>
              <a:t>e</a:t>
            </a:r>
            <a:r>
              <a:rPr sz="4800" spc="4" baseline="3413" dirty="0">
                <a:latin typeface="Calibri"/>
                <a:cs typeface="Calibri"/>
              </a:rPr>
              <a:t>specially</a:t>
            </a:r>
            <a:endParaRPr sz="3200">
              <a:latin typeface="Calibri"/>
              <a:cs typeface="Calibri"/>
            </a:endParaRPr>
          </a:p>
        </p:txBody>
      </p:sp>
      <p:sp>
        <p:nvSpPr>
          <p:cNvPr id="4" name="object 4"/>
          <p:cNvSpPr txBox="1"/>
          <p:nvPr/>
        </p:nvSpPr>
        <p:spPr>
          <a:xfrm>
            <a:off x="8185001" y="5389411"/>
            <a:ext cx="557667" cy="424471"/>
          </a:xfrm>
          <a:prstGeom prst="rect">
            <a:avLst/>
          </a:prstGeom>
        </p:spPr>
        <p:txBody>
          <a:bodyPr wrap="square" lIns="0" tIns="0" rIns="0" bIns="0" rtlCol="0">
            <a:noAutofit/>
          </a:bodyPr>
          <a:lstStyle/>
          <a:p>
            <a:pPr marL="12700">
              <a:lnSpc>
                <a:spcPts val="3360"/>
              </a:lnSpc>
              <a:spcBef>
                <a:spcPts val="168"/>
              </a:spcBef>
            </a:pPr>
            <a:r>
              <a:rPr sz="4800" spc="-64" baseline="3413" dirty="0">
                <a:latin typeface="Calibri"/>
                <a:cs typeface="Calibri"/>
              </a:rPr>
              <a:t>f</a:t>
            </a:r>
            <a:r>
              <a:rPr sz="4800" spc="0" baseline="3413" dirty="0">
                <a:latin typeface="Calibri"/>
                <a:cs typeface="Calibri"/>
              </a:rPr>
              <a:t>or</a:t>
            </a:r>
            <a:endParaRPr sz="3200">
              <a:latin typeface="Calibri"/>
              <a:cs typeface="Calibri"/>
            </a:endParaRPr>
          </a:p>
        </p:txBody>
      </p:sp>
      <p:sp>
        <p:nvSpPr>
          <p:cNvPr id="3" name="object 3"/>
          <p:cNvSpPr txBox="1"/>
          <p:nvPr/>
        </p:nvSpPr>
        <p:spPr>
          <a:xfrm>
            <a:off x="2482630" y="5821118"/>
            <a:ext cx="3726493" cy="921208"/>
          </a:xfrm>
          <a:prstGeom prst="rect">
            <a:avLst/>
          </a:prstGeom>
        </p:spPr>
        <p:txBody>
          <a:bodyPr wrap="square" lIns="0" tIns="0" rIns="0" bIns="0" rtlCol="0">
            <a:noAutofit/>
          </a:bodyPr>
          <a:lstStyle/>
          <a:p>
            <a:pPr marL="12700" marR="22860">
              <a:lnSpc>
                <a:spcPts val="3360"/>
              </a:lnSpc>
              <a:spcBef>
                <a:spcPts val="168"/>
              </a:spcBef>
            </a:pPr>
            <a:r>
              <a:rPr sz="4800" spc="0" baseline="3413" dirty="0">
                <a:latin typeface="Calibri"/>
                <a:cs typeface="Calibri"/>
              </a:rPr>
              <a:t>in</a:t>
            </a:r>
            <a:r>
              <a:rPr sz="4800" spc="-39" baseline="3413" dirty="0">
                <a:latin typeface="Calibri"/>
                <a:cs typeface="Calibri"/>
              </a:rPr>
              <a:t>s</a:t>
            </a:r>
            <a:r>
              <a:rPr sz="4800" spc="-34" baseline="3413" dirty="0">
                <a:latin typeface="Calibri"/>
                <a:cs typeface="Calibri"/>
              </a:rPr>
              <a:t>t</a:t>
            </a:r>
            <a:r>
              <a:rPr sz="4800" spc="0" baseline="3413" dirty="0">
                <a:latin typeface="Calibri"/>
                <a:cs typeface="Calibri"/>
              </a:rPr>
              <a:t>ances.</a:t>
            </a:r>
            <a:endParaRPr sz="3200" dirty="0">
              <a:latin typeface="Calibri"/>
              <a:cs typeface="Calibri"/>
            </a:endParaRPr>
          </a:p>
          <a:p>
            <a:pPr marL="352010">
              <a:lnSpc>
                <a:spcPct val="101725"/>
              </a:lnSpc>
              <a:spcBef>
                <a:spcPts val="2306"/>
              </a:spcBef>
            </a:pPr>
            <a:r>
              <a:rPr lang="en-US" sz="1200" b="1" spc="0" dirty="0">
                <a:solidFill>
                  <a:srgbClr val="FFFFFF"/>
                </a:solidFill>
                <a:latin typeface="Calibri"/>
                <a:cs typeface="Calibri"/>
              </a:rPr>
              <a:t>   </a:t>
            </a:r>
            <a:endParaRPr sz="1200" dirty="0">
              <a:latin typeface="Calibri"/>
              <a:cs typeface="Calibri"/>
            </a:endParaRPr>
          </a:p>
        </p:txBody>
      </p:sp>
      <p:sp>
        <p:nvSpPr>
          <p:cNvPr id="2" name="object 2"/>
          <p:cNvSpPr txBox="1"/>
          <p:nvPr/>
        </p:nvSpPr>
        <p:spPr>
          <a:xfrm>
            <a:off x="8427212" y="6580932"/>
            <a:ext cx="202194" cy="174885"/>
          </a:xfrm>
          <a:prstGeom prst="rect">
            <a:avLst/>
          </a:prstGeom>
        </p:spPr>
        <p:txBody>
          <a:bodyPr wrap="square" lIns="0" tIns="0" rIns="0" bIns="0" rtlCol="0">
            <a:noAutofit/>
          </a:bodyPr>
          <a:lstStyle/>
          <a:p>
            <a:pPr marL="12700">
              <a:lnSpc>
                <a:spcPts val="1320"/>
              </a:lnSpc>
              <a:spcBef>
                <a:spcPts val="66"/>
              </a:spcBef>
            </a:pPr>
            <a:r>
              <a:rPr sz="1800" b="1" spc="0" baseline="2275" dirty="0">
                <a:latin typeface="Calibri"/>
                <a:cs typeface="Calibri"/>
              </a:rPr>
              <a:t>67</a:t>
            </a:r>
            <a:endParaRPr sz="12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2211</TotalTime>
  <Words>3824</Words>
  <Application>Microsoft Office PowerPoint</Application>
  <PresentationFormat>On-screen Show (4:3)</PresentationFormat>
  <Paragraphs>2094</Paragraphs>
  <Slides>65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Aptos</vt:lpstr>
      <vt:lpstr>Aptos Display</vt:lpstr>
      <vt:lpstr>Arial</vt:lpstr>
      <vt:lpstr>Calibri</vt:lpstr>
      <vt:lpstr>Courier New</vt:lpstr>
      <vt:lpstr>Tahoma</vt:lpstr>
      <vt:lpstr>Times New Roman</vt:lpstr>
      <vt:lpstr>Office Theme</vt:lpstr>
      <vt:lpstr>Artificial Intelligence</vt:lpstr>
      <vt:lpstr>Lecture # 06</vt:lpstr>
      <vt:lpstr>Outline </vt:lpstr>
      <vt:lpstr>Informed Search</vt:lpstr>
      <vt:lpstr>Informed Search</vt:lpstr>
      <vt:lpstr>Informed Search</vt:lpstr>
      <vt:lpstr>Informed vs Uninformed</vt:lpstr>
      <vt:lpstr>Informed vs Uninformed</vt:lpstr>
      <vt:lpstr>Best First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Owner</dc:creator>
  <cp:lastModifiedBy>mehwish wahid</cp:lastModifiedBy>
  <cp:revision>33</cp:revision>
  <dcterms:created xsi:type="dcterms:W3CDTF">2018-01-25T18:54:20Z</dcterms:created>
  <dcterms:modified xsi:type="dcterms:W3CDTF">2025-04-09T16:11:02Z</dcterms:modified>
</cp:coreProperties>
</file>