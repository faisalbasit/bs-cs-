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313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312" r:id="rId13"/>
  </p:sldIdLst>
  <p:sldSz cx="18288000" cy="10287000"/>
  <p:notesSz cx="6858000" cy="9144000"/>
  <p:embeddedFontLst>
    <p:embeddedFont>
      <p:font typeface="Times Neue Roman" panose="020B0604020202020204" charset="0"/>
      <p:regular r:id="rId14"/>
    </p:embeddedFont>
    <p:embeddedFont>
      <p:font typeface="Vesper Libre Regular" panose="020B0604020202020204" charset="0"/>
      <p:regular r:id="rId15"/>
    </p:embeddedFont>
    <p:embeddedFont>
      <p:font typeface="Vesper Libre Regular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EB06CB-227A-69A9-F5C0-406ABE751B71}"/>
              </a:ext>
            </a:extLst>
          </p:cNvPr>
          <p:cNvSpPr txBox="1"/>
          <p:nvPr/>
        </p:nvSpPr>
        <p:spPr>
          <a:xfrm>
            <a:off x="4495800" y="4035504"/>
            <a:ext cx="9677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Lecture 16</a:t>
            </a:r>
          </a:p>
          <a:p>
            <a:pPr algn="ctr"/>
            <a:r>
              <a:rPr lang="en-US" sz="7200" dirty="0"/>
              <a:t>Types of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1559273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275" y="3943215"/>
            <a:ext cx="16717025" cy="15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Creation of a virtual version of something</a:t>
            </a:r>
          </a:p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Simulates hardware functionality to create a virtual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06420"/>
            <a:ext cx="16050275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Virtualization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275" y="3462882"/>
            <a:ext cx="16717025" cy="4017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Virtualization/emulation of a computer system</a:t>
            </a:r>
          </a:p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Based on computer architectures</a:t>
            </a:r>
          </a:p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Provide functionality of a physical computer</a:t>
            </a:r>
          </a:p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implementations may involve specialized hardware, software, or a combination.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06420"/>
            <a:ext cx="16050275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Virtual Machine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275" y="3462882"/>
            <a:ext cx="16717025" cy="778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Provide a substitute for a real machine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06420"/>
            <a:ext cx="16050275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System Virtual Machine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275" y="3462882"/>
            <a:ext cx="16717025" cy="15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Designed to execute computer programs in a platform-independent environment.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06420"/>
            <a:ext cx="16050275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Process Virtual Machine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3457" r="4250" b="79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2275" y="4183722"/>
            <a:ext cx="3991838" cy="145369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65900" y="4183722"/>
            <a:ext cx="3391953" cy="145369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614959" y="2362476"/>
            <a:ext cx="2092128" cy="138388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t="31090" r="3405" b="31846"/>
          <a:stretch>
            <a:fillRect/>
          </a:stretch>
        </p:blipFill>
        <p:spPr>
          <a:xfrm>
            <a:off x="13976371" y="4429583"/>
            <a:ext cx="2730717" cy="10477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86528" y="4343805"/>
            <a:ext cx="3561168" cy="113352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736394" y="5637416"/>
            <a:ext cx="4042919" cy="4042919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42275" y="2622299"/>
            <a:ext cx="16717025" cy="778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Software that creates and runs a virtual machine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06420"/>
            <a:ext cx="16050275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Hypervisor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275" y="2622299"/>
            <a:ext cx="16717025" cy="15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runs directly on the underlying computer's physical hardware, interacting directly with its CPU, memory, and physical storage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06420"/>
            <a:ext cx="16050275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Type 1 Hypervisor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85433" y="4924808"/>
            <a:ext cx="4715651" cy="311926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1090" r="3405" b="31846"/>
          <a:stretch>
            <a:fillRect/>
          </a:stretch>
        </p:blipFill>
        <p:spPr>
          <a:xfrm>
            <a:off x="2466160" y="5783669"/>
            <a:ext cx="5891208" cy="226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275" y="2622299"/>
            <a:ext cx="16717025" cy="15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 virtual machine (VM) manager that is installed as a software application on an existing operating system (OS)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06420"/>
            <a:ext cx="16050275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Type 2 Hypervisor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36394" y="5637416"/>
            <a:ext cx="4042919" cy="40429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275" y="2254473"/>
            <a:ext cx="16717025" cy="15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44" lvl="1" indent="-496572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250542"/>
                </a:solidFill>
                <a:latin typeface="Times Neue Roman"/>
              </a:rPr>
              <a:t>Type 1 runs on bare metal and Type 2 runs on top of an operating system.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06420"/>
            <a:ext cx="16050275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Type 1 vs Type 2 Hypervisors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08107" y="3271877"/>
            <a:ext cx="9671787" cy="67110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9635"/>
          <a:stretch>
            <a:fillRect/>
          </a:stretch>
        </p:blipFill>
        <p:spPr>
          <a:xfrm>
            <a:off x="3787696" y="408462"/>
            <a:ext cx="10712608" cy="94700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2131835" y="504814"/>
            <a:ext cx="13790991" cy="9102054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898073" y="4287945"/>
            <a:ext cx="8404922" cy="1472586"/>
            <a:chOff x="0" y="0"/>
            <a:chExt cx="1302142" cy="2281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2142" cy="228142"/>
            </a:xfrm>
            <a:custGeom>
              <a:avLst/>
              <a:gdLst/>
              <a:ahLst/>
              <a:cxnLst/>
              <a:rect l="l" t="t" r="r" b="b"/>
              <a:pathLst>
                <a:path w="1302142" h="228142">
                  <a:moveTo>
                    <a:pt x="0" y="0"/>
                  </a:moveTo>
                  <a:lnTo>
                    <a:pt x="1302142" y="0"/>
                  </a:lnTo>
                  <a:lnTo>
                    <a:pt x="1302142" y="228142"/>
                  </a:lnTo>
                  <a:lnTo>
                    <a:pt x="0" y="22814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9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583619"/>
            <a:ext cx="16230600" cy="117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53"/>
              </a:lnSpc>
              <a:spcBef>
                <a:spcPct val="0"/>
              </a:spcBef>
            </a:pPr>
            <a:r>
              <a:rPr lang="en-US" sz="8100">
                <a:solidFill>
                  <a:srgbClr val="250542"/>
                </a:solidFill>
                <a:latin typeface="Vesper Libre Regular Bold"/>
              </a:rPr>
              <a:t>Ask Questions!!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158</Words>
  <Application>Microsoft Office PowerPoint</Application>
  <PresentationFormat>Custom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Vesper Libre Regular Bold</vt:lpstr>
      <vt:lpstr>Vesper Libre Regular</vt:lpstr>
      <vt:lpstr>Times Neue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CSA-Lecture 2</dc:title>
  <cp:lastModifiedBy>Muhammad Tehmeed Ebaduddin</cp:lastModifiedBy>
  <cp:revision>3</cp:revision>
  <dcterms:created xsi:type="dcterms:W3CDTF">2006-08-16T00:00:00Z</dcterms:created>
  <dcterms:modified xsi:type="dcterms:W3CDTF">2025-04-28T08:05:19Z</dcterms:modified>
  <dc:identifier>DAE95daqSQs</dc:identifier>
</cp:coreProperties>
</file>