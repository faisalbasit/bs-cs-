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6" r:id="rId5"/>
    <p:sldId id="285" r:id="rId6"/>
    <p:sldId id="287" r:id="rId7"/>
    <p:sldId id="288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0" d="100"/>
          <a:sy n="70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Data Center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675CDB-3B8D-2B1B-CDC9-6E7868FB7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955" r="2367" b="11062"/>
          <a:stretch/>
        </p:blipFill>
        <p:spPr>
          <a:xfrm>
            <a:off x="1023582" y="764274"/>
            <a:ext cx="10085696" cy="540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2C77E9-56B6-9874-CA0C-0D7071E9A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05" r="4312" b="5105"/>
          <a:stretch/>
        </p:blipFill>
        <p:spPr>
          <a:xfrm>
            <a:off x="943758" y="600500"/>
            <a:ext cx="10233758" cy="539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037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F501C-A58B-59FF-D5EA-BA3F7B3D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2A874F-B2D7-3B34-E18A-7513FED81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623" y="563774"/>
            <a:ext cx="8664315" cy="4899607"/>
          </a:xfrm>
        </p:spPr>
      </p:pic>
    </p:spTree>
    <p:extLst>
      <p:ext uri="{BB962C8B-B14F-4D97-AF65-F5344CB8AC3E}">
        <p14:creationId xmlns:p14="http://schemas.microsoft.com/office/powerpoint/2010/main" val="317038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CF75D8-164A-5E50-1764-2DA030B3371D}"/>
              </a:ext>
            </a:extLst>
          </p:cNvPr>
          <p:cNvSpPr txBox="1"/>
          <p:nvPr/>
        </p:nvSpPr>
        <p:spPr>
          <a:xfrm>
            <a:off x="1719619" y="1952726"/>
            <a:ext cx="9144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Data Center:</a:t>
            </a:r>
          </a:p>
          <a:p>
            <a:endParaRPr lang="en-US" sz="2400" dirty="0"/>
          </a:p>
          <a:p>
            <a:r>
              <a:rPr lang="en-US" sz="2400" dirty="0"/>
              <a:t>At its simplest, a data center is a physical facility that organizations use to house their critical applications and data. A data center's design is based on a network of computing and storage resources that enable the delivery of shared applications and data. The key components of a data center design include routers, switches, firewalls, storage systems, servers, and application-delivery controllers.</a:t>
            </a:r>
          </a:p>
        </p:txBody>
      </p:sp>
    </p:spTree>
    <p:extLst>
      <p:ext uri="{BB962C8B-B14F-4D97-AF65-F5344CB8AC3E}">
        <p14:creationId xmlns:p14="http://schemas.microsoft.com/office/powerpoint/2010/main" val="2849285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10B7-72BE-E712-9512-0118F780D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89F2F5-7628-8BCB-F65D-AF640AE4E9CF}"/>
              </a:ext>
            </a:extLst>
          </p:cNvPr>
          <p:cNvSpPr txBox="1"/>
          <p:nvPr/>
        </p:nvSpPr>
        <p:spPr>
          <a:xfrm>
            <a:off x="1719619" y="1952726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Azure Region:</a:t>
            </a:r>
          </a:p>
          <a:p>
            <a:endParaRPr lang="en-US" sz="2400" dirty="0"/>
          </a:p>
          <a:p>
            <a:r>
              <a:rPr lang="en-US" sz="2400" b="0" i="0" dirty="0">
                <a:effectLst/>
                <a:latin typeface="Google Sans"/>
              </a:rPr>
              <a:t>An Azure region consists of one or more datacenters, connected by a high-capacity, fault-tolerant, low-latency network connection. Azure datacenters are typically located within a large metropolitan area. Every region is contained within a single geography that serves as a fixed data residency boundary.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810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3893-E094-CFAE-98F4-3FAB88B2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AB226-008A-7C23-9C02-EFCBC8E972B8}"/>
              </a:ext>
            </a:extLst>
          </p:cNvPr>
          <p:cNvSpPr txBox="1"/>
          <p:nvPr/>
        </p:nvSpPr>
        <p:spPr>
          <a:xfrm>
            <a:off x="1719619" y="1952726"/>
            <a:ext cx="9144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Azure Zone:</a:t>
            </a:r>
          </a:p>
          <a:p>
            <a:endParaRPr lang="en-US" sz="2400" dirty="0"/>
          </a:p>
          <a:p>
            <a:r>
              <a:rPr lang="en-US" sz="2400" b="0" i="0" dirty="0">
                <a:effectLst/>
                <a:latin typeface="Google Sans"/>
              </a:rPr>
              <a:t>A zone is a deployment area for Azure Cloud resources within a region. Zones should be considered a single failure domain within a region. To deploy fault-tolerant applications with high availability and help protect against unexpected failures, deploy your applications across multiple zones in a region.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080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10030</TotalTime>
  <Words>190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Google Sans</vt:lpstr>
      <vt:lpstr>Office Theme</vt:lpstr>
      <vt:lpstr>Lecture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14</cp:revision>
  <dcterms:created xsi:type="dcterms:W3CDTF">2024-03-12T05:48:59Z</dcterms:created>
  <dcterms:modified xsi:type="dcterms:W3CDTF">2025-04-13T15:29:09Z</dcterms:modified>
</cp:coreProperties>
</file>