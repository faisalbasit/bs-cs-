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04" r:id="rId4"/>
    <p:sldId id="305" r:id="rId5"/>
    <p:sldId id="317" r:id="rId6"/>
    <p:sldId id="319" r:id="rId7"/>
    <p:sldId id="320" r:id="rId8"/>
    <p:sldId id="321" r:id="rId9"/>
    <p:sldId id="322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free/?WT.mc_id=A261C142F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arn.microsoft.com/en-us/azure/virtual-machines/windows/faq#what-are-the-password-requirements-when-creating-a-vm-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Steps to create Microsoft Azure VM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B984-72C7-D8B9-BE97-2D7CA5679132}"/>
              </a:ext>
            </a:extLst>
          </p:cNvPr>
          <p:cNvSpPr txBox="1"/>
          <p:nvPr/>
        </p:nvSpPr>
        <p:spPr>
          <a:xfrm>
            <a:off x="685801" y="1720840"/>
            <a:ext cx="8452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virtual machines (VMs) can be created through the Azure portal. This method provides a browser-based user interface to create VMs and their associated resources. This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quickstart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shows you how to use the Azure portal to deploy a virtual machine (VM) in Azure that runs Windows Server 2022 Datacenter. To see your VM in action, you then RDP to the VM and install the IIS web server.</a:t>
            </a:r>
          </a:p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If you don't have an Azure subscription, create a </a:t>
            </a:r>
            <a:r>
              <a:rPr lang="en-US" b="0" i="0" u="none" strike="noStrike" dirty="0">
                <a:solidFill>
                  <a:srgbClr val="0065B3"/>
                </a:solidFill>
                <a:effectLst/>
                <a:latin typeface="Segoe UI" panose="020B0502040204020203" pitchFamily="34" charset="0"/>
                <a:hlinkClick r:id="rId2"/>
              </a:rPr>
              <a:t>free account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before you begin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5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B984-72C7-D8B9-BE97-2D7CA5679132}"/>
              </a:ext>
            </a:extLst>
          </p:cNvPr>
          <p:cNvSpPr txBox="1"/>
          <p:nvPr/>
        </p:nvSpPr>
        <p:spPr>
          <a:xfrm>
            <a:off x="685801" y="1720840"/>
            <a:ext cx="8452484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Sign in to Azure</a:t>
            </a:r>
          </a:p>
          <a:p>
            <a:pPr algn="l">
              <a:buNone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Sign in to the </a:t>
            </a:r>
            <a:r>
              <a:rPr lang="en-US" b="0" i="0" u="none" strike="noStrike" dirty="0">
                <a:solidFill>
                  <a:srgbClr val="0065B3"/>
                </a:solidFill>
                <a:effectLst/>
                <a:latin typeface="Segoe UI" panose="020B0502040204020203" pitchFamily="34" charset="0"/>
                <a:hlinkClick r:id="rId2"/>
              </a:rPr>
              <a:t>Azure portal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Bef>
                <a:spcPts val="24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 virtual machine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Enter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virtual machines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in the search.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Services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select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Virtual machines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Virtual machines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page, select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then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 virtual machine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 a virtual machine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page opens.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Instance details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enter 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myVM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for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Virtual machine name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choose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Windows Server 2022 Datacenter: Azure Edition - x64 Gen 2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for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Image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Leave the other defaults.</a:t>
            </a:r>
          </a:p>
        </p:txBody>
      </p:sp>
    </p:spTree>
    <p:extLst>
      <p:ext uri="{BB962C8B-B14F-4D97-AF65-F5344CB8AC3E}">
        <p14:creationId xmlns:p14="http://schemas.microsoft.com/office/powerpoint/2010/main" val="405018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creenshot of the Instance details section where you provide a name for the virtual machine and select its region, image and size.">
            <a:extLst>
              <a:ext uri="{FF2B5EF4-FFF2-40B4-BE49-F238E27FC236}">
                <a16:creationId xmlns:a16="http://schemas.microsoft.com/office/drawing/2014/main" id="{B62673C6-B9D8-969C-94F6-CFED6FF3F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978825"/>
            <a:ext cx="11115675" cy="507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9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5918-33EE-B45E-EA65-FF88DBC0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F7FEFC-28E2-AABC-3727-5F4971FE57F8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1A10537-5699-9875-ED70-A7A4477F679C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7E01D-602B-497B-FD15-FCE87278A5B5}"/>
              </a:ext>
            </a:extLst>
          </p:cNvPr>
          <p:cNvSpPr txBox="1"/>
          <p:nvPr/>
        </p:nvSpPr>
        <p:spPr>
          <a:xfrm>
            <a:off x="685801" y="1720840"/>
            <a:ext cx="8452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5.Under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Administrator account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provide a username, such as 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azureuser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a password. The password must be at least 12 characters long and meet the </a:t>
            </a:r>
            <a:r>
              <a:rPr lang="en-US" b="0" i="0" u="none" strike="noStrike" dirty="0">
                <a:solidFill>
                  <a:srgbClr val="0065B3"/>
                </a:solidFill>
                <a:effectLst/>
                <a:latin typeface="Segoe UI" panose="020B0502040204020203" pitchFamily="34" charset="0"/>
                <a:hlinkClick r:id="rId2"/>
              </a:rPr>
              <a:t>defined complexity requirements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79902-6D61-B0DE-D1C3-306FF0A1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2816528"/>
            <a:ext cx="810105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62E8-4E7C-81C3-9125-F0AD2DE74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EF02700-C0A6-6500-B3A8-10C72207DA70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D52BBC8-8C71-4F76-CD49-A4372D6493B1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7AE3F-27EE-25DE-E75E-5B16A1B4F24E}"/>
              </a:ext>
            </a:extLst>
          </p:cNvPr>
          <p:cNvSpPr txBox="1"/>
          <p:nvPr/>
        </p:nvSpPr>
        <p:spPr>
          <a:xfrm>
            <a:off x="685801" y="1720840"/>
            <a:ext cx="8452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6.Under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Inbound port rules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choose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Allow selected ports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then select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RDP (3389)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HTTP (80)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from the drop-down.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9A616-7B5B-6F26-038B-2416D4ECC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397616"/>
            <a:ext cx="8285796" cy="30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7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5021-2BDF-FA5D-ADAD-EF174C8A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23E584E-E5CC-3FBE-30C7-27E931D9D6F1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87D47A1-FE5F-5C2B-7500-28302B302362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76AC0-B56E-44CC-8CAE-AE656EACDEB8}"/>
              </a:ext>
            </a:extLst>
          </p:cNvPr>
          <p:cNvSpPr txBox="1"/>
          <p:nvPr/>
        </p:nvSpPr>
        <p:spPr>
          <a:xfrm>
            <a:off x="685801" y="1720840"/>
            <a:ext cx="8452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7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Leave the remaining defaults and then select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Review + create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button at the bottom of the page.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0B2EA-85CE-CAA5-6470-012C4FCE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643323"/>
            <a:ext cx="74961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3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2063-1B4F-8B59-E3D3-9AED970BF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B88E085-8F2B-7F4F-B488-303DF5DBAEE0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3583FC-D7BF-16C0-8260-E99332246C78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2B781-D2CF-CCF4-8150-3A2F3387BF0F}"/>
              </a:ext>
            </a:extLst>
          </p:cNvPr>
          <p:cNvSpPr txBox="1"/>
          <p:nvPr/>
        </p:nvSpPr>
        <p:spPr>
          <a:xfrm>
            <a:off x="685801" y="1720840"/>
            <a:ext cx="8452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8. After validation runs, select the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button at the bottom of the page.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221D6-4D48-24C3-2762-4240E878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41" y="2093340"/>
            <a:ext cx="5525643" cy="476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0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EF65-7098-71B4-1CD0-FA0032CF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D785F62-13A4-2C65-B225-886D97A42AD5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AF2AAA8-CCD9-5F9D-B3FD-BB290059BA37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create Azure Virtual Machine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B66E2-6030-6367-3F82-5E570015CB0D}"/>
              </a:ext>
            </a:extLst>
          </p:cNvPr>
          <p:cNvSpPr txBox="1"/>
          <p:nvPr/>
        </p:nvSpPr>
        <p:spPr>
          <a:xfrm>
            <a:off x="685801" y="1720840"/>
            <a:ext cx="8452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9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After deployment is complete, select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Go to resource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D30E2-37BE-4FC2-9A3A-9ED6A4C6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58" y="2557462"/>
            <a:ext cx="7572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1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18376</TotalTime>
  <Words>343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Times Neue Roman</vt:lpstr>
      <vt:lpstr>Times New Roman</vt:lpstr>
      <vt:lpstr>Office Theme</vt:lpstr>
      <vt:lpstr>Lecture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18</cp:revision>
  <dcterms:created xsi:type="dcterms:W3CDTF">2024-03-12T05:48:59Z</dcterms:created>
  <dcterms:modified xsi:type="dcterms:W3CDTF">2025-04-27T07:58:07Z</dcterms:modified>
</cp:coreProperties>
</file>