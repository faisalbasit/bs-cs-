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43" r:id="rId1"/>
  </p:sldMasterIdLst>
  <p:notesMasterIdLst>
    <p:notesMasterId r:id="rId54"/>
  </p:notes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4" r:id="rId43"/>
    <p:sldId id="315" r:id="rId44"/>
    <p:sldId id="316" r:id="rId45"/>
    <p:sldId id="317" r:id="rId46"/>
    <p:sldId id="318" r:id="rId47"/>
    <p:sldId id="319" r:id="rId48"/>
    <p:sldId id="320" r:id="rId49"/>
    <p:sldId id="321" r:id="rId50"/>
    <p:sldId id="322" r:id="rId51"/>
    <p:sldId id="323" r:id="rId52"/>
    <p:sldId id="324" r:id="rId53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157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0D174D-D1AD-4B5E-8F4D-B529CBED3F0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691E0-61FE-4BA7-8963-93CE9D11F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181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272011"/>
            <a:ext cx="7543800" cy="2705947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4585-E2FD-4652-A9AD-FFA053336EE2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810944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02C67-908F-4161-948E-6071E4F11DB1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593100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6" y="1937704"/>
            <a:ext cx="8675370" cy="3233102"/>
          </a:xfrm>
        </p:spPr>
        <p:txBody>
          <a:bodyPr anchor="b"/>
          <a:lstStyle>
            <a:lvl1pPr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6" y="5201392"/>
            <a:ext cx="8675370" cy="1700212"/>
          </a:xfrm>
        </p:spPr>
        <p:txBody>
          <a:bodyPr/>
          <a:lstStyle>
            <a:lvl1pPr marL="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9631-B5A3-434E-B8D5-7747A53A9674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66146187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73F3-46A2-4216-86DF-02837DAFAAE9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478841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09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5" y="1905318"/>
            <a:ext cx="4276130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5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9631-B5A3-434E-B8D5-7747A53A9674}" type="datetime1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41460958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1ECC5-C102-4D46-9997-0EE0593806A9}" type="datetime1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pc="-1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227424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3C44-1F88-4562-8C01-6CA19454177E}" type="datetime1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pc="-1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892326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9631-B5A3-434E-B8D5-7747A53A9674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82274738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 marL="0" indent="0">
              <a:buNone/>
              <a:defRPr sz="264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9631-B5A3-434E-B8D5-7747A53A9674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75058605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9631-B5A3-434E-B8D5-7747A53A9674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84734193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2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9631-B5A3-434E-B8D5-7747A53A9674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9995085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09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69631-B5A3-434E-B8D5-7747A53A9674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4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028070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hf hdr="0" ftr="0" dt="0"/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11" Type="http://schemas.openxmlformats.org/officeDocument/2006/relationships/image" Target="../media/image11.jpg"/><Relationship Id="rId5" Type="http://schemas.openxmlformats.org/officeDocument/2006/relationships/image" Target="../media/image5.jpg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jpg"/><Relationship Id="rId18" Type="http://schemas.openxmlformats.org/officeDocument/2006/relationships/image" Target="../media/image65.jpg"/><Relationship Id="rId26" Type="http://schemas.openxmlformats.org/officeDocument/2006/relationships/image" Target="../media/image73.png"/><Relationship Id="rId3" Type="http://schemas.openxmlformats.org/officeDocument/2006/relationships/image" Target="../media/image50.jpg"/><Relationship Id="rId21" Type="http://schemas.openxmlformats.org/officeDocument/2006/relationships/image" Target="../media/image68.png"/><Relationship Id="rId7" Type="http://schemas.openxmlformats.org/officeDocument/2006/relationships/image" Target="../media/image54.png"/><Relationship Id="rId12" Type="http://schemas.openxmlformats.org/officeDocument/2006/relationships/image" Target="../media/image59.jpg"/><Relationship Id="rId17" Type="http://schemas.openxmlformats.org/officeDocument/2006/relationships/image" Target="../media/image64.jpg"/><Relationship Id="rId25" Type="http://schemas.openxmlformats.org/officeDocument/2006/relationships/image" Target="../media/image72.png"/><Relationship Id="rId2" Type="http://schemas.openxmlformats.org/officeDocument/2006/relationships/image" Target="../media/image2.png"/><Relationship Id="rId16" Type="http://schemas.openxmlformats.org/officeDocument/2006/relationships/image" Target="../media/image63.jpg"/><Relationship Id="rId20" Type="http://schemas.openxmlformats.org/officeDocument/2006/relationships/image" Target="../media/image67.jpg"/><Relationship Id="rId29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jpg"/><Relationship Id="rId11" Type="http://schemas.openxmlformats.org/officeDocument/2006/relationships/image" Target="../media/image58.png"/><Relationship Id="rId24" Type="http://schemas.openxmlformats.org/officeDocument/2006/relationships/image" Target="../media/image71.png"/><Relationship Id="rId5" Type="http://schemas.openxmlformats.org/officeDocument/2006/relationships/image" Target="../media/image52.jpg"/><Relationship Id="rId15" Type="http://schemas.openxmlformats.org/officeDocument/2006/relationships/image" Target="../media/image62.jpg"/><Relationship Id="rId23" Type="http://schemas.openxmlformats.org/officeDocument/2006/relationships/image" Target="../media/image70.png"/><Relationship Id="rId28" Type="http://schemas.openxmlformats.org/officeDocument/2006/relationships/image" Target="../media/image75.pn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4" Type="http://schemas.openxmlformats.org/officeDocument/2006/relationships/image" Target="../media/image51.jpg"/><Relationship Id="rId9" Type="http://schemas.openxmlformats.org/officeDocument/2006/relationships/image" Target="../media/image56.png"/><Relationship Id="rId14" Type="http://schemas.openxmlformats.org/officeDocument/2006/relationships/image" Target="../media/image61.jpg"/><Relationship Id="rId22" Type="http://schemas.openxmlformats.org/officeDocument/2006/relationships/image" Target="../media/image69.png"/><Relationship Id="rId27" Type="http://schemas.openxmlformats.org/officeDocument/2006/relationships/image" Target="../media/image7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3" Type="http://schemas.openxmlformats.org/officeDocument/2006/relationships/image" Target="../media/image80.png"/><Relationship Id="rId21" Type="http://schemas.openxmlformats.org/officeDocument/2006/relationships/image" Target="../media/image98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94.png"/><Relationship Id="rId2" Type="http://schemas.openxmlformats.org/officeDocument/2006/relationships/image" Target="../media/image79.png"/><Relationship Id="rId16" Type="http://schemas.openxmlformats.org/officeDocument/2006/relationships/image" Target="../media/image93.png"/><Relationship Id="rId20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19" Type="http://schemas.openxmlformats.org/officeDocument/2006/relationships/image" Target="../media/image96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4.png"/><Relationship Id="rId18" Type="http://schemas.openxmlformats.org/officeDocument/2006/relationships/image" Target="../media/image119.png"/><Relationship Id="rId26" Type="http://schemas.openxmlformats.org/officeDocument/2006/relationships/image" Target="../media/image127.png"/><Relationship Id="rId3" Type="http://schemas.openxmlformats.org/officeDocument/2006/relationships/image" Target="../media/image100.png"/><Relationship Id="rId21" Type="http://schemas.openxmlformats.org/officeDocument/2006/relationships/image" Target="../media/image122.png"/><Relationship Id="rId7" Type="http://schemas.openxmlformats.org/officeDocument/2006/relationships/image" Target="../media/image110.png"/><Relationship Id="rId12" Type="http://schemas.openxmlformats.org/officeDocument/2006/relationships/image" Target="../media/image113.png"/><Relationship Id="rId17" Type="http://schemas.openxmlformats.org/officeDocument/2006/relationships/image" Target="../media/image118.png"/><Relationship Id="rId25" Type="http://schemas.openxmlformats.org/officeDocument/2006/relationships/image" Target="../media/image126.png"/><Relationship Id="rId2" Type="http://schemas.openxmlformats.org/officeDocument/2006/relationships/image" Target="../media/image99.png"/><Relationship Id="rId16" Type="http://schemas.openxmlformats.org/officeDocument/2006/relationships/image" Target="../media/image117.png"/><Relationship Id="rId20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112.png"/><Relationship Id="rId24" Type="http://schemas.openxmlformats.org/officeDocument/2006/relationships/image" Target="../media/image125.png"/><Relationship Id="rId5" Type="http://schemas.openxmlformats.org/officeDocument/2006/relationships/image" Target="../media/image109.png"/><Relationship Id="rId15" Type="http://schemas.openxmlformats.org/officeDocument/2006/relationships/image" Target="../media/image116.png"/><Relationship Id="rId23" Type="http://schemas.openxmlformats.org/officeDocument/2006/relationships/image" Target="../media/image124.png"/><Relationship Id="rId10" Type="http://schemas.openxmlformats.org/officeDocument/2006/relationships/image" Target="../media/image102.png"/><Relationship Id="rId19" Type="http://schemas.openxmlformats.org/officeDocument/2006/relationships/image" Target="../media/image120.png"/><Relationship Id="rId4" Type="http://schemas.openxmlformats.org/officeDocument/2006/relationships/image" Target="../media/image108.png"/><Relationship Id="rId9" Type="http://schemas.openxmlformats.org/officeDocument/2006/relationships/image" Target="../media/image111.png"/><Relationship Id="rId14" Type="http://schemas.openxmlformats.org/officeDocument/2006/relationships/image" Target="../media/image115.png"/><Relationship Id="rId22" Type="http://schemas.openxmlformats.org/officeDocument/2006/relationships/image" Target="../media/image12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jp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4.jpg"/><Relationship Id="rId4" Type="http://schemas.openxmlformats.org/officeDocument/2006/relationships/image" Target="../media/image133.png"/></Relationships>
</file>

<file path=ppt/slides/_rels/slide3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30.png"/><Relationship Id="rId299" Type="http://schemas.openxmlformats.org/officeDocument/2006/relationships/image" Target="../media/image412.png"/><Relationship Id="rId303" Type="http://schemas.openxmlformats.org/officeDocument/2006/relationships/image" Target="../media/image416.png"/><Relationship Id="rId21" Type="http://schemas.openxmlformats.org/officeDocument/2006/relationships/image" Target="../media/image98.png"/><Relationship Id="rId42" Type="http://schemas.openxmlformats.org/officeDocument/2006/relationships/image" Target="../media/image155.png"/><Relationship Id="rId63" Type="http://schemas.openxmlformats.org/officeDocument/2006/relationships/image" Target="../media/image176.png"/><Relationship Id="rId84" Type="http://schemas.openxmlformats.org/officeDocument/2006/relationships/image" Target="../media/image197.png"/><Relationship Id="rId138" Type="http://schemas.openxmlformats.org/officeDocument/2006/relationships/image" Target="../media/image251.png"/><Relationship Id="rId159" Type="http://schemas.openxmlformats.org/officeDocument/2006/relationships/image" Target="../media/image272.png"/><Relationship Id="rId170" Type="http://schemas.openxmlformats.org/officeDocument/2006/relationships/image" Target="../media/image283.png"/><Relationship Id="rId191" Type="http://schemas.openxmlformats.org/officeDocument/2006/relationships/image" Target="../media/image304.png"/><Relationship Id="rId205" Type="http://schemas.openxmlformats.org/officeDocument/2006/relationships/image" Target="../media/image318.png"/><Relationship Id="rId226" Type="http://schemas.openxmlformats.org/officeDocument/2006/relationships/image" Target="../media/image339.png"/><Relationship Id="rId247" Type="http://schemas.openxmlformats.org/officeDocument/2006/relationships/image" Target="../media/image360.png"/><Relationship Id="rId107" Type="http://schemas.openxmlformats.org/officeDocument/2006/relationships/image" Target="../media/image220.png"/><Relationship Id="rId268" Type="http://schemas.openxmlformats.org/officeDocument/2006/relationships/image" Target="../media/image381.png"/><Relationship Id="rId289" Type="http://schemas.openxmlformats.org/officeDocument/2006/relationships/image" Target="../media/image402.png"/><Relationship Id="rId11" Type="http://schemas.openxmlformats.org/officeDocument/2006/relationships/image" Target="../media/image88.png"/><Relationship Id="rId32" Type="http://schemas.openxmlformats.org/officeDocument/2006/relationships/image" Target="../media/image145.png"/><Relationship Id="rId53" Type="http://schemas.openxmlformats.org/officeDocument/2006/relationships/image" Target="../media/image166.png"/><Relationship Id="rId74" Type="http://schemas.openxmlformats.org/officeDocument/2006/relationships/image" Target="../media/image187.png"/><Relationship Id="rId128" Type="http://schemas.openxmlformats.org/officeDocument/2006/relationships/image" Target="../media/image241.png"/><Relationship Id="rId149" Type="http://schemas.openxmlformats.org/officeDocument/2006/relationships/image" Target="../media/image262.png"/><Relationship Id="rId314" Type="http://schemas.openxmlformats.org/officeDocument/2006/relationships/image" Target="../media/image427.png"/><Relationship Id="rId5" Type="http://schemas.openxmlformats.org/officeDocument/2006/relationships/image" Target="../media/image82.png"/><Relationship Id="rId95" Type="http://schemas.openxmlformats.org/officeDocument/2006/relationships/image" Target="../media/image208.png"/><Relationship Id="rId160" Type="http://schemas.openxmlformats.org/officeDocument/2006/relationships/image" Target="../media/image273.png"/><Relationship Id="rId181" Type="http://schemas.openxmlformats.org/officeDocument/2006/relationships/image" Target="../media/image294.png"/><Relationship Id="rId216" Type="http://schemas.openxmlformats.org/officeDocument/2006/relationships/image" Target="../media/image329.png"/><Relationship Id="rId237" Type="http://schemas.openxmlformats.org/officeDocument/2006/relationships/image" Target="../media/image350.png"/><Relationship Id="rId258" Type="http://schemas.openxmlformats.org/officeDocument/2006/relationships/image" Target="../media/image371.png"/><Relationship Id="rId279" Type="http://schemas.openxmlformats.org/officeDocument/2006/relationships/image" Target="../media/image392.png"/><Relationship Id="rId22" Type="http://schemas.openxmlformats.org/officeDocument/2006/relationships/image" Target="../media/image135.png"/><Relationship Id="rId43" Type="http://schemas.openxmlformats.org/officeDocument/2006/relationships/image" Target="../media/image156.png"/><Relationship Id="rId64" Type="http://schemas.openxmlformats.org/officeDocument/2006/relationships/image" Target="../media/image177.png"/><Relationship Id="rId118" Type="http://schemas.openxmlformats.org/officeDocument/2006/relationships/image" Target="../media/image231.png"/><Relationship Id="rId139" Type="http://schemas.openxmlformats.org/officeDocument/2006/relationships/image" Target="../media/image252.png"/><Relationship Id="rId290" Type="http://schemas.openxmlformats.org/officeDocument/2006/relationships/image" Target="../media/image403.png"/><Relationship Id="rId304" Type="http://schemas.openxmlformats.org/officeDocument/2006/relationships/image" Target="../media/image417.png"/><Relationship Id="rId85" Type="http://schemas.openxmlformats.org/officeDocument/2006/relationships/image" Target="../media/image198.png"/><Relationship Id="rId150" Type="http://schemas.openxmlformats.org/officeDocument/2006/relationships/image" Target="../media/image263.png"/><Relationship Id="rId171" Type="http://schemas.openxmlformats.org/officeDocument/2006/relationships/image" Target="../media/image284.png"/><Relationship Id="rId192" Type="http://schemas.openxmlformats.org/officeDocument/2006/relationships/image" Target="../media/image305.png"/><Relationship Id="rId206" Type="http://schemas.openxmlformats.org/officeDocument/2006/relationships/image" Target="../media/image319.png"/><Relationship Id="rId227" Type="http://schemas.openxmlformats.org/officeDocument/2006/relationships/image" Target="../media/image340.png"/><Relationship Id="rId248" Type="http://schemas.openxmlformats.org/officeDocument/2006/relationships/image" Target="../media/image361.png"/><Relationship Id="rId269" Type="http://schemas.openxmlformats.org/officeDocument/2006/relationships/image" Target="../media/image382.png"/><Relationship Id="rId12" Type="http://schemas.openxmlformats.org/officeDocument/2006/relationships/image" Target="../media/image89.png"/><Relationship Id="rId33" Type="http://schemas.openxmlformats.org/officeDocument/2006/relationships/image" Target="../media/image146.png"/><Relationship Id="rId108" Type="http://schemas.openxmlformats.org/officeDocument/2006/relationships/image" Target="../media/image221.png"/><Relationship Id="rId129" Type="http://schemas.openxmlformats.org/officeDocument/2006/relationships/image" Target="../media/image242.png"/><Relationship Id="rId280" Type="http://schemas.openxmlformats.org/officeDocument/2006/relationships/image" Target="../media/image393.png"/><Relationship Id="rId315" Type="http://schemas.openxmlformats.org/officeDocument/2006/relationships/image" Target="../media/image428.png"/><Relationship Id="rId54" Type="http://schemas.openxmlformats.org/officeDocument/2006/relationships/image" Target="../media/image167.png"/><Relationship Id="rId75" Type="http://schemas.openxmlformats.org/officeDocument/2006/relationships/image" Target="../media/image188.png"/><Relationship Id="rId96" Type="http://schemas.openxmlformats.org/officeDocument/2006/relationships/image" Target="../media/image209.png"/><Relationship Id="rId140" Type="http://schemas.openxmlformats.org/officeDocument/2006/relationships/image" Target="../media/image253.png"/><Relationship Id="rId161" Type="http://schemas.openxmlformats.org/officeDocument/2006/relationships/image" Target="../media/image274.png"/><Relationship Id="rId182" Type="http://schemas.openxmlformats.org/officeDocument/2006/relationships/image" Target="../media/image295.png"/><Relationship Id="rId217" Type="http://schemas.openxmlformats.org/officeDocument/2006/relationships/image" Target="../media/image330.png"/><Relationship Id="rId6" Type="http://schemas.openxmlformats.org/officeDocument/2006/relationships/image" Target="../media/image83.png"/><Relationship Id="rId238" Type="http://schemas.openxmlformats.org/officeDocument/2006/relationships/image" Target="../media/image351.png"/><Relationship Id="rId259" Type="http://schemas.openxmlformats.org/officeDocument/2006/relationships/image" Target="../media/image372.png"/><Relationship Id="rId23" Type="http://schemas.openxmlformats.org/officeDocument/2006/relationships/image" Target="../media/image136.png"/><Relationship Id="rId119" Type="http://schemas.openxmlformats.org/officeDocument/2006/relationships/image" Target="../media/image232.png"/><Relationship Id="rId270" Type="http://schemas.openxmlformats.org/officeDocument/2006/relationships/image" Target="../media/image383.png"/><Relationship Id="rId291" Type="http://schemas.openxmlformats.org/officeDocument/2006/relationships/image" Target="../media/image404.png"/><Relationship Id="rId305" Type="http://schemas.openxmlformats.org/officeDocument/2006/relationships/image" Target="../media/image418.png"/><Relationship Id="rId44" Type="http://schemas.openxmlformats.org/officeDocument/2006/relationships/image" Target="../media/image157.png"/><Relationship Id="rId65" Type="http://schemas.openxmlformats.org/officeDocument/2006/relationships/image" Target="../media/image178.png"/><Relationship Id="rId86" Type="http://schemas.openxmlformats.org/officeDocument/2006/relationships/image" Target="../media/image199.png"/><Relationship Id="rId130" Type="http://schemas.openxmlformats.org/officeDocument/2006/relationships/image" Target="../media/image243.png"/><Relationship Id="rId151" Type="http://schemas.openxmlformats.org/officeDocument/2006/relationships/image" Target="../media/image264.png"/><Relationship Id="rId172" Type="http://schemas.openxmlformats.org/officeDocument/2006/relationships/image" Target="../media/image285.png"/><Relationship Id="rId193" Type="http://schemas.openxmlformats.org/officeDocument/2006/relationships/image" Target="../media/image306.png"/><Relationship Id="rId207" Type="http://schemas.openxmlformats.org/officeDocument/2006/relationships/image" Target="../media/image320.png"/><Relationship Id="rId228" Type="http://schemas.openxmlformats.org/officeDocument/2006/relationships/image" Target="../media/image341.png"/><Relationship Id="rId249" Type="http://schemas.openxmlformats.org/officeDocument/2006/relationships/image" Target="../media/image362.png"/><Relationship Id="rId13" Type="http://schemas.openxmlformats.org/officeDocument/2006/relationships/image" Target="../media/image90.png"/><Relationship Id="rId109" Type="http://schemas.openxmlformats.org/officeDocument/2006/relationships/image" Target="../media/image222.png"/><Relationship Id="rId260" Type="http://schemas.openxmlformats.org/officeDocument/2006/relationships/image" Target="../media/image373.png"/><Relationship Id="rId281" Type="http://schemas.openxmlformats.org/officeDocument/2006/relationships/image" Target="../media/image394.png"/><Relationship Id="rId316" Type="http://schemas.openxmlformats.org/officeDocument/2006/relationships/image" Target="../media/image429.png"/><Relationship Id="rId34" Type="http://schemas.openxmlformats.org/officeDocument/2006/relationships/image" Target="../media/image147.png"/><Relationship Id="rId55" Type="http://schemas.openxmlformats.org/officeDocument/2006/relationships/image" Target="../media/image168.png"/><Relationship Id="rId76" Type="http://schemas.openxmlformats.org/officeDocument/2006/relationships/image" Target="../media/image189.png"/><Relationship Id="rId97" Type="http://schemas.openxmlformats.org/officeDocument/2006/relationships/image" Target="../media/image210.png"/><Relationship Id="rId120" Type="http://schemas.openxmlformats.org/officeDocument/2006/relationships/image" Target="../media/image233.png"/><Relationship Id="rId141" Type="http://schemas.openxmlformats.org/officeDocument/2006/relationships/image" Target="../media/image254.png"/><Relationship Id="rId7" Type="http://schemas.openxmlformats.org/officeDocument/2006/relationships/image" Target="../media/image84.png"/><Relationship Id="rId162" Type="http://schemas.openxmlformats.org/officeDocument/2006/relationships/image" Target="../media/image275.png"/><Relationship Id="rId183" Type="http://schemas.openxmlformats.org/officeDocument/2006/relationships/image" Target="../media/image296.png"/><Relationship Id="rId218" Type="http://schemas.openxmlformats.org/officeDocument/2006/relationships/image" Target="../media/image331.png"/><Relationship Id="rId239" Type="http://schemas.openxmlformats.org/officeDocument/2006/relationships/image" Target="../media/image352.png"/><Relationship Id="rId250" Type="http://schemas.openxmlformats.org/officeDocument/2006/relationships/image" Target="../media/image363.png"/><Relationship Id="rId271" Type="http://schemas.openxmlformats.org/officeDocument/2006/relationships/image" Target="../media/image384.png"/><Relationship Id="rId292" Type="http://schemas.openxmlformats.org/officeDocument/2006/relationships/image" Target="../media/image405.png"/><Relationship Id="rId306" Type="http://schemas.openxmlformats.org/officeDocument/2006/relationships/image" Target="../media/image419.png"/><Relationship Id="rId24" Type="http://schemas.openxmlformats.org/officeDocument/2006/relationships/image" Target="../media/image137.png"/><Relationship Id="rId45" Type="http://schemas.openxmlformats.org/officeDocument/2006/relationships/image" Target="../media/image158.png"/><Relationship Id="rId66" Type="http://schemas.openxmlformats.org/officeDocument/2006/relationships/image" Target="../media/image179.png"/><Relationship Id="rId87" Type="http://schemas.openxmlformats.org/officeDocument/2006/relationships/image" Target="../media/image200.png"/><Relationship Id="rId110" Type="http://schemas.openxmlformats.org/officeDocument/2006/relationships/image" Target="../media/image223.png"/><Relationship Id="rId131" Type="http://schemas.openxmlformats.org/officeDocument/2006/relationships/image" Target="../media/image244.png"/><Relationship Id="rId152" Type="http://schemas.openxmlformats.org/officeDocument/2006/relationships/image" Target="../media/image265.png"/><Relationship Id="rId173" Type="http://schemas.openxmlformats.org/officeDocument/2006/relationships/image" Target="../media/image286.png"/><Relationship Id="rId194" Type="http://schemas.openxmlformats.org/officeDocument/2006/relationships/image" Target="../media/image307.png"/><Relationship Id="rId208" Type="http://schemas.openxmlformats.org/officeDocument/2006/relationships/image" Target="../media/image321.png"/><Relationship Id="rId229" Type="http://schemas.openxmlformats.org/officeDocument/2006/relationships/image" Target="../media/image342.png"/><Relationship Id="rId19" Type="http://schemas.openxmlformats.org/officeDocument/2006/relationships/image" Target="../media/image96.png"/><Relationship Id="rId224" Type="http://schemas.openxmlformats.org/officeDocument/2006/relationships/image" Target="../media/image337.png"/><Relationship Id="rId240" Type="http://schemas.openxmlformats.org/officeDocument/2006/relationships/image" Target="../media/image353.png"/><Relationship Id="rId245" Type="http://schemas.openxmlformats.org/officeDocument/2006/relationships/image" Target="../media/image358.png"/><Relationship Id="rId261" Type="http://schemas.openxmlformats.org/officeDocument/2006/relationships/image" Target="../media/image374.png"/><Relationship Id="rId266" Type="http://schemas.openxmlformats.org/officeDocument/2006/relationships/image" Target="../media/image379.png"/><Relationship Id="rId287" Type="http://schemas.openxmlformats.org/officeDocument/2006/relationships/image" Target="../media/image400.png"/><Relationship Id="rId14" Type="http://schemas.openxmlformats.org/officeDocument/2006/relationships/image" Target="../media/image91.png"/><Relationship Id="rId30" Type="http://schemas.openxmlformats.org/officeDocument/2006/relationships/image" Target="../media/image143.png"/><Relationship Id="rId35" Type="http://schemas.openxmlformats.org/officeDocument/2006/relationships/image" Target="../media/image148.png"/><Relationship Id="rId56" Type="http://schemas.openxmlformats.org/officeDocument/2006/relationships/image" Target="../media/image169.png"/><Relationship Id="rId77" Type="http://schemas.openxmlformats.org/officeDocument/2006/relationships/image" Target="../media/image190.png"/><Relationship Id="rId100" Type="http://schemas.openxmlformats.org/officeDocument/2006/relationships/image" Target="../media/image213.png"/><Relationship Id="rId105" Type="http://schemas.openxmlformats.org/officeDocument/2006/relationships/image" Target="../media/image218.png"/><Relationship Id="rId126" Type="http://schemas.openxmlformats.org/officeDocument/2006/relationships/image" Target="../media/image239.png"/><Relationship Id="rId147" Type="http://schemas.openxmlformats.org/officeDocument/2006/relationships/image" Target="../media/image260.png"/><Relationship Id="rId168" Type="http://schemas.openxmlformats.org/officeDocument/2006/relationships/image" Target="../media/image281.png"/><Relationship Id="rId282" Type="http://schemas.openxmlformats.org/officeDocument/2006/relationships/image" Target="../media/image395.png"/><Relationship Id="rId312" Type="http://schemas.openxmlformats.org/officeDocument/2006/relationships/image" Target="../media/image425.png"/><Relationship Id="rId317" Type="http://schemas.openxmlformats.org/officeDocument/2006/relationships/image" Target="../media/image430.png"/><Relationship Id="rId8" Type="http://schemas.openxmlformats.org/officeDocument/2006/relationships/image" Target="../media/image85.png"/><Relationship Id="rId51" Type="http://schemas.openxmlformats.org/officeDocument/2006/relationships/image" Target="../media/image164.png"/><Relationship Id="rId72" Type="http://schemas.openxmlformats.org/officeDocument/2006/relationships/image" Target="../media/image185.png"/><Relationship Id="rId93" Type="http://schemas.openxmlformats.org/officeDocument/2006/relationships/image" Target="../media/image206.png"/><Relationship Id="rId98" Type="http://schemas.openxmlformats.org/officeDocument/2006/relationships/image" Target="../media/image211.png"/><Relationship Id="rId121" Type="http://schemas.openxmlformats.org/officeDocument/2006/relationships/image" Target="../media/image234.png"/><Relationship Id="rId142" Type="http://schemas.openxmlformats.org/officeDocument/2006/relationships/image" Target="../media/image255.png"/><Relationship Id="rId163" Type="http://schemas.openxmlformats.org/officeDocument/2006/relationships/image" Target="../media/image276.png"/><Relationship Id="rId184" Type="http://schemas.openxmlformats.org/officeDocument/2006/relationships/image" Target="../media/image297.png"/><Relationship Id="rId189" Type="http://schemas.openxmlformats.org/officeDocument/2006/relationships/image" Target="../media/image302.png"/><Relationship Id="rId219" Type="http://schemas.openxmlformats.org/officeDocument/2006/relationships/image" Target="../media/image332.png"/><Relationship Id="rId3" Type="http://schemas.openxmlformats.org/officeDocument/2006/relationships/image" Target="../media/image80.png"/><Relationship Id="rId214" Type="http://schemas.openxmlformats.org/officeDocument/2006/relationships/image" Target="../media/image327.png"/><Relationship Id="rId230" Type="http://schemas.openxmlformats.org/officeDocument/2006/relationships/image" Target="../media/image343.png"/><Relationship Id="rId235" Type="http://schemas.openxmlformats.org/officeDocument/2006/relationships/image" Target="../media/image348.png"/><Relationship Id="rId251" Type="http://schemas.openxmlformats.org/officeDocument/2006/relationships/image" Target="../media/image364.png"/><Relationship Id="rId256" Type="http://schemas.openxmlformats.org/officeDocument/2006/relationships/image" Target="../media/image369.png"/><Relationship Id="rId277" Type="http://schemas.openxmlformats.org/officeDocument/2006/relationships/image" Target="../media/image390.png"/><Relationship Id="rId298" Type="http://schemas.openxmlformats.org/officeDocument/2006/relationships/image" Target="../media/image411.png"/><Relationship Id="rId25" Type="http://schemas.openxmlformats.org/officeDocument/2006/relationships/image" Target="../media/image138.png"/><Relationship Id="rId46" Type="http://schemas.openxmlformats.org/officeDocument/2006/relationships/image" Target="../media/image159.png"/><Relationship Id="rId67" Type="http://schemas.openxmlformats.org/officeDocument/2006/relationships/image" Target="../media/image180.png"/><Relationship Id="rId116" Type="http://schemas.openxmlformats.org/officeDocument/2006/relationships/image" Target="../media/image229.png"/><Relationship Id="rId137" Type="http://schemas.openxmlformats.org/officeDocument/2006/relationships/image" Target="../media/image250.png"/><Relationship Id="rId158" Type="http://schemas.openxmlformats.org/officeDocument/2006/relationships/image" Target="../media/image271.png"/><Relationship Id="rId272" Type="http://schemas.openxmlformats.org/officeDocument/2006/relationships/image" Target="../media/image385.png"/><Relationship Id="rId293" Type="http://schemas.openxmlformats.org/officeDocument/2006/relationships/image" Target="../media/image406.png"/><Relationship Id="rId302" Type="http://schemas.openxmlformats.org/officeDocument/2006/relationships/image" Target="../media/image415.png"/><Relationship Id="rId307" Type="http://schemas.openxmlformats.org/officeDocument/2006/relationships/image" Target="../media/image420.png"/><Relationship Id="rId20" Type="http://schemas.openxmlformats.org/officeDocument/2006/relationships/image" Target="../media/image97.png"/><Relationship Id="rId41" Type="http://schemas.openxmlformats.org/officeDocument/2006/relationships/image" Target="../media/image154.png"/><Relationship Id="rId62" Type="http://schemas.openxmlformats.org/officeDocument/2006/relationships/image" Target="../media/image175.png"/><Relationship Id="rId83" Type="http://schemas.openxmlformats.org/officeDocument/2006/relationships/image" Target="../media/image196.png"/><Relationship Id="rId88" Type="http://schemas.openxmlformats.org/officeDocument/2006/relationships/image" Target="../media/image201.png"/><Relationship Id="rId111" Type="http://schemas.openxmlformats.org/officeDocument/2006/relationships/image" Target="../media/image224.png"/><Relationship Id="rId132" Type="http://schemas.openxmlformats.org/officeDocument/2006/relationships/image" Target="../media/image245.png"/><Relationship Id="rId153" Type="http://schemas.openxmlformats.org/officeDocument/2006/relationships/image" Target="../media/image266.png"/><Relationship Id="rId174" Type="http://schemas.openxmlformats.org/officeDocument/2006/relationships/image" Target="../media/image287.png"/><Relationship Id="rId179" Type="http://schemas.openxmlformats.org/officeDocument/2006/relationships/image" Target="../media/image292.png"/><Relationship Id="rId195" Type="http://schemas.openxmlformats.org/officeDocument/2006/relationships/image" Target="../media/image308.png"/><Relationship Id="rId209" Type="http://schemas.openxmlformats.org/officeDocument/2006/relationships/image" Target="../media/image322.png"/><Relationship Id="rId190" Type="http://schemas.openxmlformats.org/officeDocument/2006/relationships/image" Target="../media/image303.png"/><Relationship Id="rId204" Type="http://schemas.openxmlformats.org/officeDocument/2006/relationships/image" Target="../media/image317.png"/><Relationship Id="rId220" Type="http://schemas.openxmlformats.org/officeDocument/2006/relationships/image" Target="../media/image333.png"/><Relationship Id="rId225" Type="http://schemas.openxmlformats.org/officeDocument/2006/relationships/image" Target="../media/image338.png"/><Relationship Id="rId241" Type="http://schemas.openxmlformats.org/officeDocument/2006/relationships/image" Target="../media/image354.png"/><Relationship Id="rId246" Type="http://schemas.openxmlformats.org/officeDocument/2006/relationships/image" Target="../media/image359.png"/><Relationship Id="rId267" Type="http://schemas.openxmlformats.org/officeDocument/2006/relationships/image" Target="../media/image380.png"/><Relationship Id="rId288" Type="http://schemas.openxmlformats.org/officeDocument/2006/relationships/image" Target="../media/image401.png"/><Relationship Id="rId15" Type="http://schemas.openxmlformats.org/officeDocument/2006/relationships/image" Target="../media/image92.png"/><Relationship Id="rId36" Type="http://schemas.openxmlformats.org/officeDocument/2006/relationships/image" Target="../media/image149.png"/><Relationship Id="rId57" Type="http://schemas.openxmlformats.org/officeDocument/2006/relationships/image" Target="../media/image170.png"/><Relationship Id="rId106" Type="http://schemas.openxmlformats.org/officeDocument/2006/relationships/image" Target="../media/image219.png"/><Relationship Id="rId127" Type="http://schemas.openxmlformats.org/officeDocument/2006/relationships/image" Target="../media/image240.png"/><Relationship Id="rId262" Type="http://schemas.openxmlformats.org/officeDocument/2006/relationships/image" Target="../media/image375.png"/><Relationship Id="rId283" Type="http://schemas.openxmlformats.org/officeDocument/2006/relationships/image" Target="../media/image396.png"/><Relationship Id="rId313" Type="http://schemas.openxmlformats.org/officeDocument/2006/relationships/image" Target="../media/image426.png"/><Relationship Id="rId318" Type="http://schemas.openxmlformats.org/officeDocument/2006/relationships/image" Target="../media/image431.png"/><Relationship Id="rId10" Type="http://schemas.openxmlformats.org/officeDocument/2006/relationships/image" Target="../media/image87.png"/><Relationship Id="rId31" Type="http://schemas.openxmlformats.org/officeDocument/2006/relationships/image" Target="../media/image144.png"/><Relationship Id="rId52" Type="http://schemas.openxmlformats.org/officeDocument/2006/relationships/image" Target="../media/image165.png"/><Relationship Id="rId73" Type="http://schemas.openxmlformats.org/officeDocument/2006/relationships/image" Target="../media/image186.png"/><Relationship Id="rId78" Type="http://schemas.openxmlformats.org/officeDocument/2006/relationships/image" Target="../media/image191.png"/><Relationship Id="rId94" Type="http://schemas.openxmlformats.org/officeDocument/2006/relationships/image" Target="../media/image207.png"/><Relationship Id="rId99" Type="http://schemas.openxmlformats.org/officeDocument/2006/relationships/image" Target="../media/image212.png"/><Relationship Id="rId101" Type="http://schemas.openxmlformats.org/officeDocument/2006/relationships/image" Target="../media/image214.png"/><Relationship Id="rId122" Type="http://schemas.openxmlformats.org/officeDocument/2006/relationships/image" Target="../media/image235.png"/><Relationship Id="rId143" Type="http://schemas.openxmlformats.org/officeDocument/2006/relationships/image" Target="../media/image256.png"/><Relationship Id="rId148" Type="http://schemas.openxmlformats.org/officeDocument/2006/relationships/image" Target="../media/image261.png"/><Relationship Id="rId164" Type="http://schemas.openxmlformats.org/officeDocument/2006/relationships/image" Target="../media/image277.png"/><Relationship Id="rId169" Type="http://schemas.openxmlformats.org/officeDocument/2006/relationships/image" Target="../media/image282.png"/><Relationship Id="rId185" Type="http://schemas.openxmlformats.org/officeDocument/2006/relationships/image" Target="../media/image298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80" Type="http://schemas.openxmlformats.org/officeDocument/2006/relationships/image" Target="../media/image293.png"/><Relationship Id="rId210" Type="http://schemas.openxmlformats.org/officeDocument/2006/relationships/image" Target="../media/image323.png"/><Relationship Id="rId215" Type="http://schemas.openxmlformats.org/officeDocument/2006/relationships/image" Target="../media/image328.png"/><Relationship Id="rId236" Type="http://schemas.openxmlformats.org/officeDocument/2006/relationships/image" Target="../media/image349.png"/><Relationship Id="rId257" Type="http://schemas.openxmlformats.org/officeDocument/2006/relationships/image" Target="../media/image370.png"/><Relationship Id="rId278" Type="http://schemas.openxmlformats.org/officeDocument/2006/relationships/image" Target="../media/image391.png"/><Relationship Id="rId26" Type="http://schemas.openxmlformats.org/officeDocument/2006/relationships/image" Target="../media/image139.png"/><Relationship Id="rId231" Type="http://schemas.openxmlformats.org/officeDocument/2006/relationships/image" Target="../media/image344.png"/><Relationship Id="rId252" Type="http://schemas.openxmlformats.org/officeDocument/2006/relationships/image" Target="../media/image365.png"/><Relationship Id="rId273" Type="http://schemas.openxmlformats.org/officeDocument/2006/relationships/image" Target="../media/image386.png"/><Relationship Id="rId294" Type="http://schemas.openxmlformats.org/officeDocument/2006/relationships/image" Target="../media/image407.png"/><Relationship Id="rId308" Type="http://schemas.openxmlformats.org/officeDocument/2006/relationships/image" Target="../media/image421.png"/><Relationship Id="rId47" Type="http://schemas.openxmlformats.org/officeDocument/2006/relationships/image" Target="../media/image160.png"/><Relationship Id="rId68" Type="http://schemas.openxmlformats.org/officeDocument/2006/relationships/image" Target="../media/image181.png"/><Relationship Id="rId89" Type="http://schemas.openxmlformats.org/officeDocument/2006/relationships/image" Target="../media/image202.png"/><Relationship Id="rId112" Type="http://schemas.openxmlformats.org/officeDocument/2006/relationships/image" Target="../media/image225.png"/><Relationship Id="rId133" Type="http://schemas.openxmlformats.org/officeDocument/2006/relationships/image" Target="../media/image246.png"/><Relationship Id="rId154" Type="http://schemas.openxmlformats.org/officeDocument/2006/relationships/image" Target="../media/image267.png"/><Relationship Id="rId175" Type="http://schemas.openxmlformats.org/officeDocument/2006/relationships/image" Target="../media/image288.png"/><Relationship Id="rId196" Type="http://schemas.openxmlformats.org/officeDocument/2006/relationships/image" Target="../media/image309.png"/><Relationship Id="rId200" Type="http://schemas.openxmlformats.org/officeDocument/2006/relationships/image" Target="../media/image313.png"/><Relationship Id="rId16" Type="http://schemas.openxmlformats.org/officeDocument/2006/relationships/image" Target="../media/image93.png"/><Relationship Id="rId221" Type="http://schemas.openxmlformats.org/officeDocument/2006/relationships/image" Target="../media/image334.png"/><Relationship Id="rId242" Type="http://schemas.openxmlformats.org/officeDocument/2006/relationships/image" Target="../media/image355.png"/><Relationship Id="rId263" Type="http://schemas.openxmlformats.org/officeDocument/2006/relationships/image" Target="../media/image376.png"/><Relationship Id="rId284" Type="http://schemas.openxmlformats.org/officeDocument/2006/relationships/image" Target="../media/image397.png"/><Relationship Id="rId319" Type="http://schemas.openxmlformats.org/officeDocument/2006/relationships/image" Target="../media/image432.png"/><Relationship Id="rId37" Type="http://schemas.openxmlformats.org/officeDocument/2006/relationships/image" Target="../media/image150.png"/><Relationship Id="rId58" Type="http://schemas.openxmlformats.org/officeDocument/2006/relationships/image" Target="../media/image171.png"/><Relationship Id="rId79" Type="http://schemas.openxmlformats.org/officeDocument/2006/relationships/image" Target="../media/image192.png"/><Relationship Id="rId102" Type="http://schemas.openxmlformats.org/officeDocument/2006/relationships/image" Target="../media/image215.png"/><Relationship Id="rId123" Type="http://schemas.openxmlformats.org/officeDocument/2006/relationships/image" Target="../media/image236.png"/><Relationship Id="rId144" Type="http://schemas.openxmlformats.org/officeDocument/2006/relationships/image" Target="../media/image257.png"/><Relationship Id="rId90" Type="http://schemas.openxmlformats.org/officeDocument/2006/relationships/image" Target="../media/image203.png"/><Relationship Id="rId165" Type="http://schemas.openxmlformats.org/officeDocument/2006/relationships/image" Target="../media/image278.png"/><Relationship Id="rId186" Type="http://schemas.openxmlformats.org/officeDocument/2006/relationships/image" Target="../media/image299.png"/><Relationship Id="rId211" Type="http://schemas.openxmlformats.org/officeDocument/2006/relationships/image" Target="../media/image324.png"/><Relationship Id="rId232" Type="http://schemas.openxmlformats.org/officeDocument/2006/relationships/image" Target="../media/image345.png"/><Relationship Id="rId253" Type="http://schemas.openxmlformats.org/officeDocument/2006/relationships/image" Target="../media/image366.png"/><Relationship Id="rId274" Type="http://schemas.openxmlformats.org/officeDocument/2006/relationships/image" Target="../media/image387.png"/><Relationship Id="rId295" Type="http://schemas.openxmlformats.org/officeDocument/2006/relationships/image" Target="../media/image408.png"/><Relationship Id="rId309" Type="http://schemas.openxmlformats.org/officeDocument/2006/relationships/image" Target="../media/image422.png"/><Relationship Id="rId27" Type="http://schemas.openxmlformats.org/officeDocument/2006/relationships/image" Target="../media/image140.png"/><Relationship Id="rId48" Type="http://schemas.openxmlformats.org/officeDocument/2006/relationships/image" Target="../media/image161.png"/><Relationship Id="rId69" Type="http://schemas.openxmlformats.org/officeDocument/2006/relationships/image" Target="../media/image182.png"/><Relationship Id="rId113" Type="http://schemas.openxmlformats.org/officeDocument/2006/relationships/image" Target="../media/image226.png"/><Relationship Id="rId134" Type="http://schemas.openxmlformats.org/officeDocument/2006/relationships/image" Target="../media/image247.png"/><Relationship Id="rId320" Type="http://schemas.openxmlformats.org/officeDocument/2006/relationships/image" Target="../media/image433.png"/><Relationship Id="rId80" Type="http://schemas.openxmlformats.org/officeDocument/2006/relationships/image" Target="../media/image193.png"/><Relationship Id="rId155" Type="http://schemas.openxmlformats.org/officeDocument/2006/relationships/image" Target="../media/image268.png"/><Relationship Id="rId176" Type="http://schemas.openxmlformats.org/officeDocument/2006/relationships/image" Target="../media/image289.png"/><Relationship Id="rId197" Type="http://schemas.openxmlformats.org/officeDocument/2006/relationships/image" Target="../media/image310.png"/><Relationship Id="rId201" Type="http://schemas.openxmlformats.org/officeDocument/2006/relationships/image" Target="../media/image314.png"/><Relationship Id="rId222" Type="http://schemas.openxmlformats.org/officeDocument/2006/relationships/image" Target="../media/image335.png"/><Relationship Id="rId243" Type="http://schemas.openxmlformats.org/officeDocument/2006/relationships/image" Target="../media/image356.png"/><Relationship Id="rId264" Type="http://schemas.openxmlformats.org/officeDocument/2006/relationships/image" Target="../media/image377.png"/><Relationship Id="rId285" Type="http://schemas.openxmlformats.org/officeDocument/2006/relationships/image" Target="../media/image398.png"/><Relationship Id="rId17" Type="http://schemas.openxmlformats.org/officeDocument/2006/relationships/image" Target="../media/image94.png"/><Relationship Id="rId38" Type="http://schemas.openxmlformats.org/officeDocument/2006/relationships/image" Target="../media/image151.png"/><Relationship Id="rId59" Type="http://schemas.openxmlformats.org/officeDocument/2006/relationships/image" Target="../media/image172.png"/><Relationship Id="rId103" Type="http://schemas.openxmlformats.org/officeDocument/2006/relationships/image" Target="../media/image216.png"/><Relationship Id="rId124" Type="http://schemas.openxmlformats.org/officeDocument/2006/relationships/image" Target="../media/image237.png"/><Relationship Id="rId310" Type="http://schemas.openxmlformats.org/officeDocument/2006/relationships/image" Target="../media/image423.png"/><Relationship Id="rId70" Type="http://schemas.openxmlformats.org/officeDocument/2006/relationships/image" Target="../media/image183.png"/><Relationship Id="rId91" Type="http://schemas.openxmlformats.org/officeDocument/2006/relationships/image" Target="../media/image204.png"/><Relationship Id="rId145" Type="http://schemas.openxmlformats.org/officeDocument/2006/relationships/image" Target="../media/image258.png"/><Relationship Id="rId166" Type="http://schemas.openxmlformats.org/officeDocument/2006/relationships/image" Target="../media/image279.png"/><Relationship Id="rId187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325.png"/><Relationship Id="rId233" Type="http://schemas.openxmlformats.org/officeDocument/2006/relationships/image" Target="../media/image346.png"/><Relationship Id="rId254" Type="http://schemas.openxmlformats.org/officeDocument/2006/relationships/image" Target="../media/image367.png"/><Relationship Id="rId28" Type="http://schemas.openxmlformats.org/officeDocument/2006/relationships/image" Target="../media/image141.png"/><Relationship Id="rId49" Type="http://schemas.openxmlformats.org/officeDocument/2006/relationships/image" Target="../media/image162.png"/><Relationship Id="rId114" Type="http://schemas.openxmlformats.org/officeDocument/2006/relationships/image" Target="../media/image227.png"/><Relationship Id="rId275" Type="http://schemas.openxmlformats.org/officeDocument/2006/relationships/image" Target="../media/image388.png"/><Relationship Id="rId296" Type="http://schemas.openxmlformats.org/officeDocument/2006/relationships/image" Target="../media/image409.png"/><Relationship Id="rId300" Type="http://schemas.openxmlformats.org/officeDocument/2006/relationships/image" Target="../media/image413.png"/><Relationship Id="rId60" Type="http://schemas.openxmlformats.org/officeDocument/2006/relationships/image" Target="../media/image173.png"/><Relationship Id="rId81" Type="http://schemas.openxmlformats.org/officeDocument/2006/relationships/image" Target="../media/image194.png"/><Relationship Id="rId135" Type="http://schemas.openxmlformats.org/officeDocument/2006/relationships/image" Target="../media/image248.png"/><Relationship Id="rId156" Type="http://schemas.openxmlformats.org/officeDocument/2006/relationships/image" Target="../media/image269.png"/><Relationship Id="rId177" Type="http://schemas.openxmlformats.org/officeDocument/2006/relationships/image" Target="../media/image290.png"/><Relationship Id="rId198" Type="http://schemas.openxmlformats.org/officeDocument/2006/relationships/image" Target="../media/image311.png"/><Relationship Id="rId202" Type="http://schemas.openxmlformats.org/officeDocument/2006/relationships/image" Target="../media/image315.png"/><Relationship Id="rId223" Type="http://schemas.openxmlformats.org/officeDocument/2006/relationships/image" Target="../media/image336.png"/><Relationship Id="rId244" Type="http://schemas.openxmlformats.org/officeDocument/2006/relationships/image" Target="../media/image357.png"/><Relationship Id="rId18" Type="http://schemas.openxmlformats.org/officeDocument/2006/relationships/image" Target="../media/image95.png"/><Relationship Id="rId39" Type="http://schemas.openxmlformats.org/officeDocument/2006/relationships/image" Target="../media/image152.png"/><Relationship Id="rId265" Type="http://schemas.openxmlformats.org/officeDocument/2006/relationships/image" Target="../media/image378.png"/><Relationship Id="rId286" Type="http://schemas.openxmlformats.org/officeDocument/2006/relationships/image" Target="../media/image399.png"/><Relationship Id="rId50" Type="http://schemas.openxmlformats.org/officeDocument/2006/relationships/image" Target="../media/image163.png"/><Relationship Id="rId104" Type="http://schemas.openxmlformats.org/officeDocument/2006/relationships/image" Target="../media/image217.png"/><Relationship Id="rId125" Type="http://schemas.openxmlformats.org/officeDocument/2006/relationships/image" Target="../media/image238.png"/><Relationship Id="rId146" Type="http://schemas.openxmlformats.org/officeDocument/2006/relationships/image" Target="../media/image259.png"/><Relationship Id="rId167" Type="http://schemas.openxmlformats.org/officeDocument/2006/relationships/image" Target="../media/image280.png"/><Relationship Id="rId188" Type="http://schemas.openxmlformats.org/officeDocument/2006/relationships/image" Target="../media/image301.png"/><Relationship Id="rId311" Type="http://schemas.openxmlformats.org/officeDocument/2006/relationships/image" Target="../media/image424.png"/><Relationship Id="rId71" Type="http://schemas.openxmlformats.org/officeDocument/2006/relationships/image" Target="../media/image184.png"/><Relationship Id="rId92" Type="http://schemas.openxmlformats.org/officeDocument/2006/relationships/image" Target="../media/image205.png"/><Relationship Id="rId213" Type="http://schemas.openxmlformats.org/officeDocument/2006/relationships/image" Target="../media/image326.png"/><Relationship Id="rId234" Type="http://schemas.openxmlformats.org/officeDocument/2006/relationships/image" Target="../media/image347.png"/><Relationship Id="rId2" Type="http://schemas.openxmlformats.org/officeDocument/2006/relationships/image" Target="../media/image79.png"/><Relationship Id="rId29" Type="http://schemas.openxmlformats.org/officeDocument/2006/relationships/image" Target="../media/image142.png"/><Relationship Id="rId255" Type="http://schemas.openxmlformats.org/officeDocument/2006/relationships/image" Target="../media/image368.png"/><Relationship Id="rId276" Type="http://schemas.openxmlformats.org/officeDocument/2006/relationships/image" Target="../media/image389.png"/><Relationship Id="rId297" Type="http://schemas.openxmlformats.org/officeDocument/2006/relationships/image" Target="../media/image410.png"/><Relationship Id="rId40" Type="http://schemas.openxmlformats.org/officeDocument/2006/relationships/image" Target="../media/image153.png"/><Relationship Id="rId115" Type="http://schemas.openxmlformats.org/officeDocument/2006/relationships/image" Target="../media/image228.png"/><Relationship Id="rId136" Type="http://schemas.openxmlformats.org/officeDocument/2006/relationships/image" Target="../media/image249.png"/><Relationship Id="rId157" Type="http://schemas.openxmlformats.org/officeDocument/2006/relationships/image" Target="../media/image270.png"/><Relationship Id="rId178" Type="http://schemas.openxmlformats.org/officeDocument/2006/relationships/image" Target="../media/image291.png"/><Relationship Id="rId301" Type="http://schemas.openxmlformats.org/officeDocument/2006/relationships/image" Target="../media/image414.png"/><Relationship Id="rId61" Type="http://schemas.openxmlformats.org/officeDocument/2006/relationships/image" Target="../media/image174.png"/><Relationship Id="rId82" Type="http://schemas.openxmlformats.org/officeDocument/2006/relationships/image" Target="../media/image195.png"/><Relationship Id="rId199" Type="http://schemas.openxmlformats.org/officeDocument/2006/relationships/image" Target="../media/image312.png"/><Relationship Id="rId203" Type="http://schemas.openxmlformats.org/officeDocument/2006/relationships/image" Target="../media/image31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5.png"/><Relationship Id="rId2" Type="http://schemas.openxmlformats.org/officeDocument/2006/relationships/image" Target="../media/image43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7.png"/><Relationship Id="rId7" Type="http://schemas.openxmlformats.org/officeDocument/2006/relationships/image" Target="../media/image4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0.png"/><Relationship Id="rId5" Type="http://schemas.openxmlformats.org/officeDocument/2006/relationships/image" Target="../media/image439.png"/><Relationship Id="rId4" Type="http://schemas.openxmlformats.org/officeDocument/2006/relationships/image" Target="../media/image438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4.png"/><Relationship Id="rId3" Type="http://schemas.openxmlformats.org/officeDocument/2006/relationships/image" Target="../media/image437.png"/><Relationship Id="rId7" Type="http://schemas.openxmlformats.org/officeDocument/2006/relationships/image" Target="../media/image4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9.png"/><Relationship Id="rId5" Type="http://schemas.openxmlformats.org/officeDocument/2006/relationships/image" Target="../media/image438.png"/><Relationship Id="rId10" Type="http://schemas.openxmlformats.org/officeDocument/2006/relationships/image" Target="../media/image446.png"/><Relationship Id="rId4" Type="http://schemas.openxmlformats.org/officeDocument/2006/relationships/image" Target="../media/image442.png"/><Relationship Id="rId9" Type="http://schemas.openxmlformats.org/officeDocument/2006/relationships/image" Target="../media/image445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3.png"/><Relationship Id="rId13" Type="http://schemas.openxmlformats.org/officeDocument/2006/relationships/image" Target="../media/image445.png"/><Relationship Id="rId3" Type="http://schemas.openxmlformats.org/officeDocument/2006/relationships/image" Target="../media/image437.png"/><Relationship Id="rId7" Type="http://schemas.openxmlformats.org/officeDocument/2006/relationships/image" Target="../media/image439.png"/><Relationship Id="rId12" Type="http://schemas.openxmlformats.org/officeDocument/2006/relationships/image" Target="../media/image4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8.png"/><Relationship Id="rId11" Type="http://schemas.openxmlformats.org/officeDocument/2006/relationships/image" Target="../media/image449.png"/><Relationship Id="rId5" Type="http://schemas.openxmlformats.org/officeDocument/2006/relationships/image" Target="../media/image447.png"/><Relationship Id="rId15" Type="http://schemas.openxmlformats.org/officeDocument/2006/relationships/image" Target="../media/image451.png"/><Relationship Id="rId10" Type="http://schemas.openxmlformats.org/officeDocument/2006/relationships/image" Target="../media/image448.png"/><Relationship Id="rId4" Type="http://schemas.openxmlformats.org/officeDocument/2006/relationships/image" Target="../media/image442.png"/><Relationship Id="rId9" Type="http://schemas.openxmlformats.org/officeDocument/2006/relationships/image" Target="../media/image444.png"/><Relationship Id="rId14" Type="http://schemas.openxmlformats.org/officeDocument/2006/relationships/image" Target="../media/image446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8.png"/><Relationship Id="rId13" Type="http://schemas.openxmlformats.org/officeDocument/2006/relationships/image" Target="../media/image449.png"/><Relationship Id="rId18" Type="http://schemas.openxmlformats.org/officeDocument/2006/relationships/image" Target="../media/image457.png"/><Relationship Id="rId3" Type="http://schemas.openxmlformats.org/officeDocument/2006/relationships/image" Target="../media/image437.png"/><Relationship Id="rId21" Type="http://schemas.openxmlformats.org/officeDocument/2006/relationships/image" Target="../media/image458.png"/><Relationship Id="rId7" Type="http://schemas.openxmlformats.org/officeDocument/2006/relationships/image" Target="../media/image453.png"/><Relationship Id="rId12" Type="http://schemas.openxmlformats.org/officeDocument/2006/relationships/image" Target="../media/image448.png"/><Relationship Id="rId17" Type="http://schemas.openxmlformats.org/officeDocument/2006/relationships/image" Target="../media/image450.png"/><Relationship Id="rId2" Type="http://schemas.openxmlformats.org/officeDocument/2006/relationships/image" Target="../media/image2.png"/><Relationship Id="rId16" Type="http://schemas.openxmlformats.org/officeDocument/2006/relationships/image" Target="../media/image456.png"/><Relationship Id="rId20" Type="http://schemas.openxmlformats.org/officeDocument/2006/relationships/image" Target="../media/image4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2.png"/><Relationship Id="rId11" Type="http://schemas.openxmlformats.org/officeDocument/2006/relationships/image" Target="../media/image444.png"/><Relationship Id="rId5" Type="http://schemas.openxmlformats.org/officeDocument/2006/relationships/image" Target="../media/image447.png"/><Relationship Id="rId15" Type="http://schemas.openxmlformats.org/officeDocument/2006/relationships/image" Target="../media/image455.png"/><Relationship Id="rId10" Type="http://schemas.openxmlformats.org/officeDocument/2006/relationships/image" Target="../media/image443.png"/><Relationship Id="rId19" Type="http://schemas.openxmlformats.org/officeDocument/2006/relationships/image" Target="../media/image445.png"/><Relationship Id="rId4" Type="http://schemas.openxmlformats.org/officeDocument/2006/relationships/image" Target="../media/image442.png"/><Relationship Id="rId9" Type="http://schemas.openxmlformats.org/officeDocument/2006/relationships/image" Target="../media/image439.png"/><Relationship Id="rId14" Type="http://schemas.openxmlformats.org/officeDocument/2006/relationships/image" Target="../media/image454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9.png"/><Relationship Id="rId13" Type="http://schemas.openxmlformats.org/officeDocument/2006/relationships/image" Target="../media/image448.png"/><Relationship Id="rId18" Type="http://schemas.openxmlformats.org/officeDocument/2006/relationships/image" Target="../media/image460.png"/><Relationship Id="rId3" Type="http://schemas.openxmlformats.org/officeDocument/2006/relationships/image" Target="../media/image437.png"/><Relationship Id="rId21" Type="http://schemas.openxmlformats.org/officeDocument/2006/relationships/image" Target="../media/image445.png"/><Relationship Id="rId7" Type="http://schemas.openxmlformats.org/officeDocument/2006/relationships/image" Target="../media/image453.png"/><Relationship Id="rId12" Type="http://schemas.openxmlformats.org/officeDocument/2006/relationships/image" Target="../media/image444.png"/><Relationship Id="rId17" Type="http://schemas.openxmlformats.org/officeDocument/2006/relationships/image" Target="../media/image456.png"/><Relationship Id="rId2" Type="http://schemas.openxmlformats.org/officeDocument/2006/relationships/image" Target="../media/image2.png"/><Relationship Id="rId16" Type="http://schemas.openxmlformats.org/officeDocument/2006/relationships/image" Target="../media/image455.png"/><Relationship Id="rId20" Type="http://schemas.openxmlformats.org/officeDocument/2006/relationships/image" Target="../media/image4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2.png"/><Relationship Id="rId11" Type="http://schemas.openxmlformats.org/officeDocument/2006/relationships/image" Target="../media/image443.png"/><Relationship Id="rId24" Type="http://schemas.openxmlformats.org/officeDocument/2006/relationships/image" Target="../media/image451.png"/><Relationship Id="rId5" Type="http://schemas.openxmlformats.org/officeDocument/2006/relationships/image" Target="../media/image447.png"/><Relationship Id="rId15" Type="http://schemas.openxmlformats.org/officeDocument/2006/relationships/image" Target="../media/image454.png"/><Relationship Id="rId23" Type="http://schemas.openxmlformats.org/officeDocument/2006/relationships/image" Target="../media/image458.png"/><Relationship Id="rId10" Type="http://schemas.openxmlformats.org/officeDocument/2006/relationships/image" Target="../media/image439.png"/><Relationship Id="rId19" Type="http://schemas.openxmlformats.org/officeDocument/2006/relationships/image" Target="../media/image450.png"/><Relationship Id="rId4" Type="http://schemas.openxmlformats.org/officeDocument/2006/relationships/image" Target="../media/image442.png"/><Relationship Id="rId9" Type="http://schemas.openxmlformats.org/officeDocument/2006/relationships/image" Target="../media/image438.png"/><Relationship Id="rId14" Type="http://schemas.openxmlformats.org/officeDocument/2006/relationships/image" Target="../media/image449.png"/><Relationship Id="rId22" Type="http://schemas.openxmlformats.org/officeDocument/2006/relationships/image" Target="../media/image4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6255" y="2982134"/>
            <a:ext cx="717169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4000" spc="-10" dirty="0"/>
              <a:t>Lecture 17</a:t>
            </a:r>
            <a:endParaRPr sz="4000" spc="-1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1</a:t>
            </a:fld>
            <a:endParaRPr lang="en-US" spc="-25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037FD2-0607-95D8-ACDC-9301BE265FD3}"/>
              </a:ext>
            </a:extLst>
          </p:cNvPr>
          <p:cNvSpPr txBox="1"/>
          <p:nvPr/>
        </p:nvSpPr>
        <p:spPr>
          <a:xfrm>
            <a:off x="2590800" y="4191000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Cloud Stack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84245" y="846836"/>
            <a:ext cx="32867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55" dirty="0"/>
              <a:t> </a:t>
            </a:r>
            <a:r>
              <a:rPr dirty="0"/>
              <a:t>Cloud</a:t>
            </a:r>
            <a:r>
              <a:rPr spc="-55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spc="-50" dirty="0"/>
              <a:t>…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917702" y="1765807"/>
            <a:ext cx="780859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data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center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hardware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software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7E7E7E"/>
                </a:solidFill>
                <a:latin typeface="Arial MT"/>
                <a:cs typeface="Arial MT"/>
              </a:rPr>
              <a:t>that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vendors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use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offer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32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computing resources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67545" y="2792381"/>
            <a:ext cx="2277745" cy="4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35"/>
              </a:lnSpc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32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services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1842" y="2885809"/>
            <a:ext cx="6418326" cy="43106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200"/>
            <a:ext cx="9144000" cy="6858000"/>
            <a:chOff x="457200" y="45720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20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9848" y="4304537"/>
              <a:ext cx="5179695" cy="2115820"/>
            </a:xfrm>
            <a:custGeom>
              <a:avLst/>
              <a:gdLst/>
              <a:ahLst/>
              <a:cxnLst/>
              <a:rect l="l" t="t" r="r" b="b"/>
              <a:pathLst>
                <a:path w="5179695" h="2115820">
                  <a:moveTo>
                    <a:pt x="230124" y="566928"/>
                  </a:moveTo>
                  <a:lnTo>
                    <a:pt x="3810" y="534924"/>
                  </a:lnTo>
                  <a:lnTo>
                    <a:pt x="0" y="563118"/>
                  </a:lnTo>
                  <a:lnTo>
                    <a:pt x="226314" y="595122"/>
                  </a:lnTo>
                  <a:lnTo>
                    <a:pt x="230124" y="566928"/>
                  </a:lnTo>
                  <a:close/>
                </a:path>
                <a:path w="5179695" h="2115820">
                  <a:moveTo>
                    <a:pt x="541782" y="611124"/>
                  </a:moveTo>
                  <a:lnTo>
                    <a:pt x="315468" y="579120"/>
                  </a:lnTo>
                  <a:lnTo>
                    <a:pt x="310896" y="607314"/>
                  </a:lnTo>
                  <a:lnTo>
                    <a:pt x="537972" y="639318"/>
                  </a:lnTo>
                  <a:lnTo>
                    <a:pt x="541782" y="611124"/>
                  </a:lnTo>
                  <a:close/>
                </a:path>
                <a:path w="5179695" h="2115820">
                  <a:moveTo>
                    <a:pt x="616458" y="1686306"/>
                  </a:moveTo>
                  <a:lnTo>
                    <a:pt x="614172" y="1658112"/>
                  </a:lnTo>
                  <a:lnTo>
                    <a:pt x="386334" y="1677924"/>
                  </a:lnTo>
                  <a:lnTo>
                    <a:pt x="389382" y="1706118"/>
                  </a:lnTo>
                  <a:lnTo>
                    <a:pt x="616458" y="1686306"/>
                  </a:lnTo>
                  <a:close/>
                </a:path>
                <a:path w="5179695" h="2115820">
                  <a:moveTo>
                    <a:pt x="852678" y="655320"/>
                  </a:moveTo>
                  <a:lnTo>
                    <a:pt x="626364" y="623316"/>
                  </a:lnTo>
                  <a:lnTo>
                    <a:pt x="622554" y="651510"/>
                  </a:lnTo>
                  <a:lnTo>
                    <a:pt x="848868" y="683514"/>
                  </a:lnTo>
                  <a:lnTo>
                    <a:pt x="852678" y="655320"/>
                  </a:lnTo>
                  <a:close/>
                </a:path>
                <a:path w="5179695" h="2115820">
                  <a:moveTo>
                    <a:pt x="929640" y="1659636"/>
                  </a:moveTo>
                  <a:lnTo>
                    <a:pt x="927354" y="1631442"/>
                  </a:lnTo>
                  <a:lnTo>
                    <a:pt x="699516" y="1651254"/>
                  </a:lnTo>
                  <a:lnTo>
                    <a:pt x="702564" y="1679448"/>
                  </a:lnTo>
                  <a:lnTo>
                    <a:pt x="929640" y="1659636"/>
                  </a:lnTo>
                  <a:close/>
                </a:path>
                <a:path w="5179695" h="2115820">
                  <a:moveTo>
                    <a:pt x="1164336" y="699516"/>
                  </a:moveTo>
                  <a:lnTo>
                    <a:pt x="938022" y="667512"/>
                  </a:lnTo>
                  <a:lnTo>
                    <a:pt x="933450" y="695706"/>
                  </a:lnTo>
                  <a:lnTo>
                    <a:pt x="1159764" y="727710"/>
                  </a:lnTo>
                  <a:lnTo>
                    <a:pt x="1164336" y="699516"/>
                  </a:lnTo>
                  <a:close/>
                </a:path>
                <a:path w="5179695" h="2115820">
                  <a:moveTo>
                    <a:pt x="1243584" y="1632966"/>
                  </a:moveTo>
                  <a:lnTo>
                    <a:pt x="1240536" y="1604772"/>
                  </a:lnTo>
                  <a:lnTo>
                    <a:pt x="1012698" y="1624584"/>
                  </a:lnTo>
                  <a:lnTo>
                    <a:pt x="1015746" y="1652778"/>
                  </a:lnTo>
                  <a:lnTo>
                    <a:pt x="1243584" y="1632966"/>
                  </a:lnTo>
                  <a:close/>
                </a:path>
                <a:path w="5179695" h="2115820">
                  <a:moveTo>
                    <a:pt x="1438656" y="70104"/>
                  </a:moveTo>
                  <a:lnTo>
                    <a:pt x="1220724" y="0"/>
                  </a:lnTo>
                  <a:lnTo>
                    <a:pt x="1212342" y="27432"/>
                  </a:lnTo>
                  <a:lnTo>
                    <a:pt x="1429512" y="97536"/>
                  </a:lnTo>
                  <a:lnTo>
                    <a:pt x="1438656" y="70104"/>
                  </a:lnTo>
                  <a:close/>
                </a:path>
                <a:path w="5179695" h="2115820">
                  <a:moveTo>
                    <a:pt x="1475232" y="743712"/>
                  </a:moveTo>
                  <a:lnTo>
                    <a:pt x="1248918" y="711708"/>
                  </a:lnTo>
                  <a:lnTo>
                    <a:pt x="1245108" y="739902"/>
                  </a:lnTo>
                  <a:lnTo>
                    <a:pt x="1471422" y="771906"/>
                  </a:lnTo>
                  <a:lnTo>
                    <a:pt x="1475232" y="743712"/>
                  </a:lnTo>
                  <a:close/>
                </a:path>
                <a:path w="5179695" h="2115820">
                  <a:moveTo>
                    <a:pt x="1556766" y="1606296"/>
                  </a:moveTo>
                  <a:lnTo>
                    <a:pt x="1553718" y="1578102"/>
                  </a:lnTo>
                  <a:lnTo>
                    <a:pt x="1325880" y="1597914"/>
                  </a:lnTo>
                  <a:lnTo>
                    <a:pt x="1328928" y="1626108"/>
                  </a:lnTo>
                  <a:lnTo>
                    <a:pt x="1556766" y="1606296"/>
                  </a:lnTo>
                  <a:close/>
                </a:path>
                <a:path w="5179695" h="2115820">
                  <a:moveTo>
                    <a:pt x="1738122" y="166116"/>
                  </a:moveTo>
                  <a:lnTo>
                    <a:pt x="1520190" y="96012"/>
                  </a:lnTo>
                  <a:lnTo>
                    <a:pt x="1511808" y="123444"/>
                  </a:lnTo>
                  <a:lnTo>
                    <a:pt x="1728978" y="192786"/>
                  </a:lnTo>
                  <a:lnTo>
                    <a:pt x="1738122" y="166116"/>
                  </a:lnTo>
                  <a:close/>
                </a:path>
                <a:path w="5179695" h="2115820">
                  <a:moveTo>
                    <a:pt x="1786128" y="787908"/>
                  </a:moveTo>
                  <a:lnTo>
                    <a:pt x="1559814" y="755904"/>
                  </a:lnTo>
                  <a:lnTo>
                    <a:pt x="1556004" y="784098"/>
                  </a:lnTo>
                  <a:lnTo>
                    <a:pt x="1782318" y="816102"/>
                  </a:lnTo>
                  <a:lnTo>
                    <a:pt x="1786128" y="787908"/>
                  </a:lnTo>
                  <a:close/>
                </a:path>
                <a:path w="5179695" h="2115820">
                  <a:moveTo>
                    <a:pt x="1869948" y="1579626"/>
                  </a:moveTo>
                  <a:lnTo>
                    <a:pt x="1866900" y="1551432"/>
                  </a:lnTo>
                  <a:lnTo>
                    <a:pt x="1639062" y="1571244"/>
                  </a:lnTo>
                  <a:lnTo>
                    <a:pt x="1642110" y="1599438"/>
                  </a:lnTo>
                  <a:lnTo>
                    <a:pt x="1869948" y="1579626"/>
                  </a:lnTo>
                  <a:close/>
                </a:path>
                <a:path w="5179695" h="2115820">
                  <a:moveTo>
                    <a:pt x="2037588" y="262128"/>
                  </a:moveTo>
                  <a:lnTo>
                    <a:pt x="1819656" y="192024"/>
                  </a:lnTo>
                  <a:lnTo>
                    <a:pt x="1810512" y="219456"/>
                  </a:lnTo>
                  <a:lnTo>
                    <a:pt x="2028444" y="288798"/>
                  </a:lnTo>
                  <a:lnTo>
                    <a:pt x="2037588" y="262128"/>
                  </a:lnTo>
                  <a:close/>
                </a:path>
                <a:path w="5179695" h="2115820">
                  <a:moveTo>
                    <a:pt x="2097786" y="832104"/>
                  </a:moveTo>
                  <a:lnTo>
                    <a:pt x="1871472" y="800100"/>
                  </a:lnTo>
                  <a:lnTo>
                    <a:pt x="1867662" y="828294"/>
                  </a:lnTo>
                  <a:lnTo>
                    <a:pt x="2093976" y="860298"/>
                  </a:lnTo>
                  <a:lnTo>
                    <a:pt x="2097786" y="832104"/>
                  </a:lnTo>
                  <a:close/>
                </a:path>
                <a:path w="5179695" h="2115820">
                  <a:moveTo>
                    <a:pt x="2183130" y="1552956"/>
                  </a:moveTo>
                  <a:lnTo>
                    <a:pt x="2180082" y="1524762"/>
                  </a:lnTo>
                  <a:lnTo>
                    <a:pt x="1952244" y="1544574"/>
                  </a:lnTo>
                  <a:lnTo>
                    <a:pt x="1955292" y="1572768"/>
                  </a:lnTo>
                  <a:lnTo>
                    <a:pt x="2183130" y="1552956"/>
                  </a:lnTo>
                  <a:close/>
                </a:path>
                <a:path w="5179695" h="2115820">
                  <a:moveTo>
                    <a:pt x="2299716" y="2056638"/>
                  </a:moveTo>
                  <a:lnTo>
                    <a:pt x="2292858" y="2029206"/>
                  </a:lnTo>
                  <a:lnTo>
                    <a:pt x="2071878" y="2087880"/>
                  </a:lnTo>
                  <a:lnTo>
                    <a:pt x="2078736" y="2115312"/>
                  </a:lnTo>
                  <a:lnTo>
                    <a:pt x="2299716" y="2056638"/>
                  </a:lnTo>
                  <a:close/>
                </a:path>
                <a:path w="5179695" h="2115820">
                  <a:moveTo>
                    <a:pt x="2336292" y="358140"/>
                  </a:moveTo>
                  <a:lnTo>
                    <a:pt x="2119122" y="288036"/>
                  </a:lnTo>
                  <a:lnTo>
                    <a:pt x="2109978" y="315468"/>
                  </a:lnTo>
                  <a:lnTo>
                    <a:pt x="2327910" y="384810"/>
                  </a:lnTo>
                  <a:lnTo>
                    <a:pt x="2336292" y="358140"/>
                  </a:lnTo>
                  <a:close/>
                </a:path>
                <a:path w="5179695" h="2115820">
                  <a:moveTo>
                    <a:pt x="2408682" y="876300"/>
                  </a:moveTo>
                  <a:lnTo>
                    <a:pt x="2182368" y="844296"/>
                  </a:lnTo>
                  <a:lnTo>
                    <a:pt x="2178558" y="872490"/>
                  </a:lnTo>
                  <a:lnTo>
                    <a:pt x="2404872" y="904494"/>
                  </a:lnTo>
                  <a:lnTo>
                    <a:pt x="2408682" y="876300"/>
                  </a:lnTo>
                  <a:close/>
                </a:path>
                <a:path w="5179695" h="2115820">
                  <a:moveTo>
                    <a:pt x="2496312" y="1526286"/>
                  </a:moveTo>
                  <a:lnTo>
                    <a:pt x="2493264" y="1498092"/>
                  </a:lnTo>
                  <a:lnTo>
                    <a:pt x="2265426" y="1517904"/>
                  </a:lnTo>
                  <a:lnTo>
                    <a:pt x="2268474" y="1546098"/>
                  </a:lnTo>
                  <a:lnTo>
                    <a:pt x="2496312" y="1526286"/>
                  </a:lnTo>
                  <a:close/>
                </a:path>
                <a:path w="5179695" h="2115820">
                  <a:moveTo>
                    <a:pt x="2603754" y="1976628"/>
                  </a:moveTo>
                  <a:lnTo>
                    <a:pt x="2596896" y="1949196"/>
                  </a:lnTo>
                  <a:lnTo>
                    <a:pt x="2375916" y="2007870"/>
                  </a:lnTo>
                  <a:lnTo>
                    <a:pt x="2382774" y="2035302"/>
                  </a:lnTo>
                  <a:lnTo>
                    <a:pt x="2603754" y="1976628"/>
                  </a:lnTo>
                  <a:close/>
                </a:path>
                <a:path w="5179695" h="2115820">
                  <a:moveTo>
                    <a:pt x="2635758" y="453390"/>
                  </a:moveTo>
                  <a:lnTo>
                    <a:pt x="2417826" y="384048"/>
                  </a:lnTo>
                  <a:lnTo>
                    <a:pt x="2409444" y="411480"/>
                  </a:lnTo>
                  <a:lnTo>
                    <a:pt x="2627376" y="480822"/>
                  </a:lnTo>
                  <a:lnTo>
                    <a:pt x="2635758" y="453390"/>
                  </a:lnTo>
                  <a:close/>
                </a:path>
                <a:path w="5179695" h="2115820">
                  <a:moveTo>
                    <a:pt x="2720340" y="920496"/>
                  </a:moveTo>
                  <a:lnTo>
                    <a:pt x="2494026" y="888492"/>
                  </a:lnTo>
                  <a:lnTo>
                    <a:pt x="2489454" y="916686"/>
                  </a:lnTo>
                  <a:lnTo>
                    <a:pt x="2715768" y="948690"/>
                  </a:lnTo>
                  <a:lnTo>
                    <a:pt x="2720340" y="920496"/>
                  </a:lnTo>
                  <a:close/>
                </a:path>
                <a:path w="5179695" h="2115820">
                  <a:moveTo>
                    <a:pt x="2809494" y="1499616"/>
                  </a:moveTo>
                  <a:lnTo>
                    <a:pt x="2806446" y="1471422"/>
                  </a:lnTo>
                  <a:lnTo>
                    <a:pt x="2578608" y="1491234"/>
                  </a:lnTo>
                  <a:lnTo>
                    <a:pt x="2581656" y="1519428"/>
                  </a:lnTo>
                  <a:lnTo>
                    <a:pt x="2809494" y="1499616"/>
                  </a:lnTo>
                  <a:close/>
                </a:path>
                <a:path w="5179695" h="2115820">
                  <a:moveTo>
                    <a:pt x="2907792" y="1896618"/>
                  </a:moveTo>
                  <a:lnTo>
                    <a:pt x="2900934" y="1869186"/>
                  </a:lnTo>
                  <a:lnTo>
                    <a:pt x="2679954" y="1927098"/>
                  </a:lnTo>
                  <a:lnTo>
                    <a:pt x="2686812" y="1955292"/>
                  </a:lnTo>
                  <a:lnTo>
                    <a:pt x="2907792" y="1896618"/>
                  </a:lnTo>
                  <a:close/>
                </a:path>
                <a:path w="5179695" h="2115820">
                  <a:moveTo>
                    <a:pt x="2935224" y="549402"/>
                  </a:moveTo>
                  <a:lnTo>
                    <a:pt x="2717292" y="480060"/>
                  </a:lnTo>
                  <a:lnTo>
                    <a:pt x="2708910" y="507492"/>
                  </a:lnTo>
                  <a:lnTo>
                    <a:pt x="2926842" y="576834"/>
                  </a:lnTo>
                  <a:lnTo>
                    <a:pt x="2935224" y="549402"/>
                  </a:lnTo>
                  <a:close/>
                </a:path>
                <a:path w="5179695" h="2115820">
                  <a:moveTo>
                    <a:pt x="2950464" y="101346"/>
                  </a:moveTo>
                  <a:lnTo>
                    <a:pt x="2745486" y="762"/>
                  </a:lnTo>
                  <a:lnTo>
                    <a:pt x="2732532" y="26670"/>
                  </a:lnTo>
                  <a:lnTo>
                    <a:pt x="2938272" y="127254"/>
                  </a:lnTo>
                  <a:lnTo>
                    <a:pt x="2950464" y="101346"/>
                  </a:lnTo>
                  <a:close/>
                </a:path>
                <a:path w="5179695" h="2115820">
                  <a:moveTo>
                    <a:pt x="3031236" y="964692"/>
                  </a:moveTo>
                  <a:lnTo>
                    <a:pt x="2804922" y="932688"/>
                  </a:lnTo>
                  <a:lnTo>
                    <a:pt x="2801112" y="960882"/>
                  </a:lnTo>
                  <a:lnTo>
                    <a:pt x="3027426" y="992886"/>
                  </a:lnTo>
                  <a:lnTo>
                    <a:pt x="3031236" y="964692"/>
                  </a:lnTo>
                  <a:close/>
                </a:path>
                <a:path w="5179695" h="2115820">
                  <a:moveTo>
                    <a:pt x="3122676" y="1472946"/>
                  </a:moveTo>
                  <a:lnTo>
                    <a:pt x="3119628" y="1444752"/>
                  </a:lnTo>
                  <a:lnTo>
                    <a:pt x="2891790" y="1464564"/>
                  </a:lnTo>
                  <a:lnTo>
                    <a:pt x="2894838" y="1492758"/>
                  </a:lnTo>
                  <a:lnTo>
                    <a:pt x="3122676" y="1472946"/>
                  </a:lnTo>
                  <a:close/>
                </a:path>
                <a:path w="5179695" h="2115820">
                  <a:moveTo>
                    <a:pt x="3211830" y="1816608"/>
                  </a:moveTo>
                  <a:lnTo>
                    <a:pt x="3204972" y="1789176"/>
                  </a:lnTo>
                  <a:lnTo>
                    <a:pt x="2983230" y="1847088"/>
                  </a:lnTo>
                  <a:lnTo>
                    <a:pt x="2990850" y="1875282"/>
                  </a:lnTo>
                  <a:lnTo>
                    <a:pt x="3211830" y="1816608"/>
                  </a:lnTo>
                  <a:close/>
                </a:path>
                <a:path w="5179695" h="2115820">
                  <a:moveTo>
                    <a:pt x="3233166" y="239268"/>
                  </a:moveTo>
                  <a:lnTo>
                    <a:pt x="3027426" y="138684"/>
                  </a:lnTo>
                  <a:lnTo>
                    <a:pt x="3015234" y="164592"/>
                  </a:lnTo>
                  <a:lnTo>
                    <a:pt x="3220212" y="265176"/>
                  </a:lnTo>
                  <a:lnTo>
                    <a:pt x="3233166" y="239268"/>
                  </a:lnTo>
                  <a:close/>
                </a:path>
                <a:path w="5179695" h="2115820">
                  <a:moveTo>
                    <a:pt x="3234690" y="645414"/>
                  </a:moveTo>
                  <a:lnTo>
                    <a:pt x="3016758" y="576072"/>
                  </a:lnTo>
                  <a:lnTo>
                    <a:pt x="3008376" y="602742"/>
                  </a:lnTo>
                  <a:lnTo>
                    <a:pt x="3225546" y="672846"/>
                  </a:lnTo>
                  <a:lnTo>
                    <a:pt x="3234690" y="645414"/>
                  </a:lnTo>
                  <a:close/>
                </a:path>
                <a:path w="5179695" h="2115820">
                  <a:moveTo>
                    <a:pt x="3342132" y="1008888"/>
                  </a:moveTo>
                  <a:lnTo>
                    <a:pt x="3115818" y="976884"/>
                  </a:lnTo>
                  <a:lnTo>
                    <a:pt x="3112008" y="1005078"/>
                  </a:lnTo>
                  <a:lnTo>
                    <a:pt x="3338322" y="1037082"/>
                  </a:lnTo>
                  <a:lnTo>
                    <a:pt x="3342132" y="1008888"/>
                  </a:lnTo>
                  <a:close/>
                </a:path>
                <a:path w="5179695" h="2115820">
                  <a:moveTo>
                    <a:pt x="3435858" y="1446276"/>
                  </a:moveTo>
                  <a:lnTo>
                    <a:pt x="3432810" y="1418082"/>
                  </a:lnTo>
                  <a:lnTo>
                    <a:pt x="3204972" y="1437894"/>
                  </a:lnTo>
                  <a:lnTo>
                    <a:pt x="3208020" y="1466088"/>
                  </a:lnTo>
                  <a:lnTo>
                    <a:pt x="3435858" y="1446276"/>
                  </a:lnTo>
                  <a:close/>
                </a:path>
                <a:path w="5179695" h="2115820">
                  <a:moveTo>
                    <a:pt x="3515106" y="377190"/>
                  </a:moveTo>
                  <a:lnTo>
                    <a:pt x="3310128" y="276606"/>
                  </a:lnTo>
                  <a:lnTo>
                    <a:pt x="3297174" y="302514"/>
                  </a:lnTo>
                  <a:lnTo>
                    <a:pt x="3502914" y="403098"/>
                  </a:lnTo>
                  <a:lnTo>
                    <a:pt x="3515106" y="377190"/>
                  </a:lnTo>
                  <a:close/>
                </a:path>
                <a:path w="5179695" h="2115820">
                  <a:moveTo>
                    <a:pt x="3515868" y="1736598"/>
                  </a:moveTo>
                  <a:lnTo>
                    <a:pt x="3508248" y="1709166"/>
                  </a:lnTo>
                  <a:lnTo>
                    <a:pt x="3287268" y="1767078"/>
                  </a:lnTo>
                  <a:lnTo>
                    <a:pt x="3294888" y="1795272"/>
                  </a:lnTo>
                  <a:lnTo>
                    <a:pt x="3515868" y="1736598"/>
                  </a:lnTo>
                  <a:close/>
                </a:path>
                <a:path w="5179695" h="2115820">
                  <a:moveTo>
                    <a:pt x="3534156" y="741426"/>
                  </a:moveTo>
                  <a:lnTo>
                    <a:pt x="3316224" y="672084"/>
                  </a:lnTo>
                  <a:lnTo>
                    <a:pt x="3307080" y="698754"/>
                  </a:lnTo>
                  <a:lnTo>
                    <a:pt x="3525012" y="768858"/>
                  </a:lnTo>
                  <a:lnTo>
                    <a:pt x="3534156" y="741426"/>
                  </a:lnTo>
                  <a:close/>
                </a:path>
                <a:path w="5179695" h="2115820">
                  <a:moveTo>
                    <a:pt x="3653790" y="1053084"/>
                  </a:moveTo>
                  <a:lnTo>
                    <a:pt x="3427476" y="1020318"/>
                  </a:lnTo>
                  <a:lnTo>
                    <a:pt x="3423666" y="1049274"/>
                  </a:lnTo>
                  <a:lnTo>
                    <a:pt x="3649980" y="1081278"/>
                  </a:lnTo>
                  <a:lnTo>
                    <a:pt x="3653790" y="1053084"/>
                  </a:lnTo>
                  <a:close/>
                </a:path>
                <a:path w="5179695" h="2115820">
                  <a:moveTo>
                    <a:pt x="3749040" y="1419606"/>
                  </a:moveTo>
                  <a:lnTo>
                    <a:pt x="3745992" y="1391412"/>
                  </a:lnTo>
                  <a:lnTo>
                    <a:pt x="3518154" y="1411224"/>
                  </a:lnTo>
                  <a:lnTo>
                    <a:pt x="3521202" y="1439418"/>
                  </a:lnTo>
                  <a:lnTo>
                    <a:pt x="3749040" y="1419606"/>
                  </a:lnTo>
                  <a:close/>
                </a:path>
                <a:path w="5179695" h="2115820">
                  <a:moveTo>
                    <a:pt x="3797808" y="515112"/>
                  </a:moveTo>
                  <a:lnTo>
                    <a:pt x="3592830" y="415290"/>
                  </a:lnTo>
                  <a:lnTo>
                    <a:pt x="3579876" y="440436"/>
                  </a:lnTo>
                  <a:lnTo>
                    <a:pt x="3785616" y="541020"/>
                  </a:lnTo>
                  <a:lnTo>
                    <a:pt x="3797808" y="515112"/>
                  </a:lnTo>
                  <a:close/>
                </a:path>
                <a:path w="5179695" h="2115820">
                  <a:moveTo>
                    <a:pt x="3819906" y="1656588"/>
                  </a:moveTo>
                  <a:lnTo>
                    <a:pt x="3812286" y="1629156"/>
                  </a:lnTo>
                  <a:lnTo>
                    <a:pt x="3591306" y="1687068"/>
                  </a:lnTo>
                  <a:lnTo>
                    <a:pt x="3598926" y="1714500"/>
                  </a:lnTo>
                  <a:lnTo>
                    <a:pt x="3819906" y="1656588"/>
                  </a:lnTo>
                  <a:close/>
                </a:path>
                <a:path w="5179695" h="2115820">
                  <a:moveTo>
                    <a:pt x="3832860" y="837438"/>
                  </a:moveTo>
                  <a:lnTo>
                    <a:pt x="3615690" y="767334"/>
                  </a:lnTo>
                  <a:lnTo>
                    <a:pt x="3606546" y="794766"/>
                  </a:lnTo>
                  <a:lnTo>
                    <a:pt x="3824478" y="864870"/>
                  </a:lnTo>
                  <a:lnTo>
                    <a:pt x="3832860" y="837438"/>
                  </a:lnTo>
                  <a:close/>
                </a:path>
                <a:path w="5179695" h="2115820">
                  <a:moveTo>
                    <a:pt x="3964686" y="1097280"/>
                  </a:moveTo>
                  <a:lnTo>
                    <a:pt x="3738372" y="1064514"/>
                  </a:lnTo>
                  <a:lnTo>
                    <a:pt x="3734562" y="1093470"/>
                  </a:lnTo>
                  <a:lnTo>
                    <a:pt x="3960876" y="1125474"/>
                  </a:lnTo>
                  <a:lnTo>
                    <a:pt x="3964686" y="1097280"/>
                  </a:lnTo>
                  <a:close/>
                </a:path>
                <a:path w="5179695" h="2115820">
                  <a:moveTo>
                    <a:pt x="4062222" y="1392936"/>
                  </a:moveTo>
                  <a:lnTo>
                    <a:pt x="4059174" y="1364742"/>
                  </a:lnTo>
                  <a:lnTo>
                    <a:pt x="3832098" y="1384554"/>
                  </a:lnTo>
                  <a:lnTo>
                    <a:pt x="3834384" y="1412748"/>
                  </a:lnTo>
                  <a:lnTo>
                    <a:pt x="4062222" y="1392936"/>
                  </a:lnTo>
                  <a:close/>
                </a:path>
                <a:path w="5179695" h="2115820">
                  <a:moveTo>
                    <a:pt x="4080510" y="653034"/>
                  </a:moveTo>
                  <a:lnTo>
                    <a:pt x="3874770" y="553212"/>
                  </a:lnTo>
                  <a:lnTo>
                    <a:pt x="3862578" y="578358"/>
                  </a:lnTo>
                  <a:lnTo>
                    <a:pt x="4067556" y="678942"/>
                  </a:lnTo>
                  <a:lnTo>
                    <a:pt x="4080510" y="653034"/>
                  </a:lnTo>
                  <a:close/>
                </a:path>
                <a:path w="5179695" h="2115820">
                  <a:moveTo>
                    <a:pt x="4123944" y="1576578"/>
                  </a:moveTo>
                  <a:lnTo>
                    <a:pt x="4116324" y="1549146"/>
                  </a:lnTo>
                  <a:lnTo>
                    <a:pt x="3895344" y="1607058"/>
                  </a:lnTo>
                  <a:lnTo>
                    <a:pt x="3902964" y="1634490"/>
                  </a:lnTo>
                  <a:lnTo>
                    <a:pt x="4123944" y="1576578"/>
                  </a:lnTo>
                  <a:close/>
                </a:path>
                <a:path w="5179695" h="2115820">
                  <a:moveTo>
                    <a:pt x="4132326" y="933450"/>
                  </a:moveTo>
                  <a:lnTo>
                    <a:pt x="3915156" y="863346"/>
                  </a:lnTo>
                  <a:lnTo>
                    <a:pt x="3906012" y="890778"/>
                  </a:lnTo>
                  <a:lnTo>
                    <a:pt x="4123944" y="960882"/>
                  </a:lnTo>
                  <a:lnTo>
                    <a:pt x="4132326" y="933450"/>
                  </a:lnTo>
                  <a:close/>
                </a:path>
                <a:path w="5179695" h="2115820">
                  <a:moveTo>
                    <a:pt x="4276344" y="1141476"/>
                  </a:moveTo>
                  <a:lnTo>
                    <a:pt x="4050030" y="1108710"/>
                  </a:lnTo>
                  <a:lnTo>
                    <a:pt x="4045458" y="1137666"/>
                  </a:lnTo>
                  <a:lnTo>
                    <a:pt x="4271772" y="1169670"/>
                  </a:lnTo>
                  <a:lnTo>
                    <a:pt x="4276344" y="1141476"/>
                  </a:lnTo>
                  <a:close/>
                </a:path>
                <a:path w="5179695" h="2115820">
                  <a:moveTo>
                    <a:pt x="4362450" y="790956"/>
                  </a:moveTo>
                  <a:lnTo>
                    <a:pt x="4157472" y="691134"/>
                  </a:lnTo>
                  <a:lnTo>
                    <a:pt x="4144518" y="716280"/>
                  </a:lnTo>
                  <a:lnTo>
                    <a:pt x="4350258" y="816864"/>
                  </a:lnTo>
                  <a:lnTo>
                    <a:pt x="4362450" y="790956"/>
                  </a:lnTo>
                  <a:close/>
                </a:path>
                <a:path w="5179695" h="2115820">
                  <a:moveTo>
                    <a:pt x="4375404" y="1366266"/>
                  </a:moveTo>
                  <a:lnTo>
                    <a:pt x="4372356" y="1338072"/>
                  </a:lnTo>
                  <a:lnTo>
                    <a:pt x="4145280" y="1357884"/>
                  </a:lnTo>
                  <a:lnTo>
                    <a:pt x="4147566" y="1386078"/>
                  </a:lnTo>
                  <a:lnTo>
                    <a:pt x="4375404" y="1366266"/>
                  </a:lnTo>
                  <a:close/>
                </a:path>
                <a:path w="5179695" h="2115820">
                  <a:moveTo>
                    <a:pt x="4427982" y="1496568"/>
                  </a:moveTo>
                  <a:lnTo>
                    <a:pt x="4420362" y="1469136"/>
                  </a:lnTo>
                  <a:lnTo>
                    <a:pt x="4199382" y="1527048"/>
                  </a:lnTo>
                  <a:lnTo>
                    <a:pt x="4207002" y="1554480"/>
                  </a:lnTo>
                  <a:lnTo>
                    <a:pt x="4427982" y="1496568"/>
                  </a:lnTo>
                  <a:close/>
                </a:path>
                <a:path w="5179695" h="2115820">
                  <a:moveTo>
                    <a:pt x="4431792" y="1029462"/>
                  </a:moveTo>
                  <a:lnTo>
                    <a:pt x="4213860" y="959358"/>
                  </a:lnTo>
                  <a:lnTo>
                    <a:pt x="4205478" y="986790"/>
                  </a:lnTo>
                  <a:lnTo>
                    <a:pt x="4423410" y="1056894"/>
                  </a:lnTo>
                  <a:lnTo>
                    <a:pt x="4431792" y="1029462"/>
                  </a:lnTo>
                  <a:close/>
                </a:path>
                <a:path w="5179695" h="2115820">
                  <a:moveTo>
                    <a:pt x="4587240" y="1185672"/>
                  </a:moveTo>
                  <a:lnTo>
                    <a:pt x="4360926" y="1152906"/>
                  </a:lnTo>
                  <a:lnTo>
                    <a:pt x="4357116" y="1181862"/>
                  </a:lnTo>
                  <a:lnTo>
                    <a:pt x="4583430" y="1213866"/>
                  </a:lnTo>
                  <a:lnTo>
                    <a:pt x="4587240" y="1185672"/>
                  </a:lnTo>
                  <a:close/>
                </a:path>
                <a:path w="5179695" h="2115820">
                  <a:moveTo>
                    <a:pt x="4645152" y="928878"/>
                  </a:moveTo>
                  <a:lnTo>
                    <a:pt x="4439412" y="829056"/>
                  </a:lnTo>
                  <a:lnTo>
                    <a:pt x="4427220" y="854202"/>
                  </a:lnTo>
                  <a:lnTo>
                    <a:pt x="4632960" y="954786"/>
                  </a:lnTo>
                  <a:lnTo>
                    <a:pt x="4645152" y="928878"/>
                  </a:lnTo>
                  <a:close/>
                </a:path>
                <a:path w="5179695" h="2115820">
                  <a:moveTo>
                    <a:pt x="4688586" y="1339596"/>
                  </a:moveTo>
                  <a:lnTo>
                    <a:pt x="4685538" y="1311402"/>
                  </a:lnTo>
                  <a:lnTo>
                    <a:pt x="4458462" y="1331214"/>
                  </a:lnTo>
                  <a:lnTo>
                    <a:pt x="4460748" y="1359408"/>
                  </a:lnTo>
                  <a:lnTo>
                    <a:pt x="4688586" y="1339596"/>
                  </a:lnTo>
                  <a:close/>
                </a:path>
                <a:path w="5179695" h="2115820">
                  <a:moveTo>
                    <a:pt x="4731258" y="1125474"/>
                  </a:moveTo>
                  <a:lnTo>
                    <a:pt x="4513326" y="1055370"/>
                  </a:lnTo>
                  <a:lnTo>
                    <a:pt x="4504944" y="1082802"/>
                  </a:lnTo>
                  <a:lnTo>
                    <a:pt x="4722114" y="1152144"/>
                  </a:lnTo>
                  <a:lnTo>
                    <a:pt x="4731258" y="1125474"/>
                  </a:lnTo>
                  <a:close/>
                </a:path>
                <a:path w="5179695" h="2115820">
                  <a:moveTo>
                    <a:pt x="4732020" y="1416558"/>
                  </a:moveTo>
                  <a:lnTo>
                    <a:pt x="4724400" y="1389126"/>
                  </a:lnTo>
                  <a:lnTo>
                    <a:pt x="4503420" y="1447038"/>
                  </a:lnTo>
                  <a:lnTo>
                    <a:pt x="4510278" y="1474470"/>
                  </a:lnTo>
                  <a:lnTo>
                    <a:pt x="4732020" y="1416558"/>
                  </a:lnTo>
                  <a:close/>
                </a:path>
                <a:path w="5179695" h="2115820">
                  <a:moveTo>
                    <a:pt x="4898136" y="1229868"/>
                  </a:moveTo>
                  <a:lnTo>
                    <a:pt x="4671822" y="1197102"/>
                  </a:lnTo>
                  <a:lnTo>
                    <a:pt x="4668012" y="1226058"/>
                  </a:lnTo>
                  <a:lnTo>
                    <a:pt x="4894326" y="1258062"/>
                  </a:lnTo>
                  <a:lnTo>
                    <a:pt x="4898136" y="1229868"/>
                  </a:lnTo>
                  <a:close/>
                </a:path>
                <a:path w="5179695" h="2115820">
                  <a:moveTo>
                    <a:pt x="4927854" y="1066800"/>
                  </a:moveTo>
                  <a:lnTo>
                    <a:pt x="4722114" y="966978"/>
                  </a:lnTo>
                  <a:lnTo>
                    <a:pt x="4709922" y="992124"/>
                  </a:lnTo>
                  <a:lnTo>
                    <a:pt x="4914900" y="1092708"/>
                  </a:lnTo>
                  <a:lnTo>
                    <a:pt x="4927854" y="1066800"/>
                  </a:lnTo>
                  <a:close/>
                </a:path>
                <a:path w="5179695" h="2115820">
                  <a:moveTo>
                    <a:pt x="5001768" y="1312926"/>
                  </a:moveTo>
                  <a:lnTo>
                    <a:pt x="4998720" y="1284732"/>
                  </a:lnTo>
                  <a:lnTo>
                    <a:pt x="4771644" y="1304544"/>
                  </a:lnTo>
                  <a:lnTo>
                    <a:pt x="4773930" y="1332738"/>
                  </a:lnTo>
                  <a:lnTo>
                    <a:pt x="5001768" y="1312926"/>
                  </a:lnTo>
                  <a:close/>
                </a:path>
                <a:path w="5179695" h="2115820">
                  <a:moveTo>
                    <a:pt x="5026914" y="1131570"/>
                  </a:moveTo>
                  <a:lnTo>
                    <a:pt x="4957572" y="1028700"/>
                  </a:lnTo>
                  <a:lnTo>
                    <a:pt x="4953762" y="1021842"/>
                  </a:lnTo>
                  <a:lnTo>
                    <a:pt x="4944618" y="1020318"/>
                  </a:lnTo>
                  <a:lnTo>
                    <a:pt x="4937760" y="1024890"/>
                  </a:lnTo>
                  <a:lnTo>
                    <a:pt x="4931664" y="1028700"/>
                  </a:lnTo>
                  <a:lnTo>
                    <a:pt x="4929378" y="1037844"/>
                  </a:lnTo>
                  <a:lnTo>
                    <a:pt x="4975784" y="1106601"/>
                  </a:lnTo>
                  <a:lnTo>
                    <a:pt x="4901184" y="1111758"/>
                  </a:lnTo>
                  <a:lnTo>
                    <a:pt x="4893564" y="1112520"/>
                  </a:lnTo>
                  <a:lnTo>
                    <a:pt x="4887468" y="1119378"/>
                  </a:lnTo>
                  <a:lnTo>
                    <a:pt x="4888230" y="1126998"/>
                  </a:lnTo>
                  <a:lnTo>
                    <a:pt x="4888230" y="1135380"/>
                  </a:lnTo>
                  <a:lnTo>
                    <a:pt x="4895088" y="1141476"/>
                  </a:lnTo>
                  <a:lnTo>
                    <a:pt x="4903470" y="1140714"/>
                  </a:lnTo>
                  <a:lnTo>
                    <a:pt x="4991862" y="1134173"/>
                  </a:lnTo>
                  <a:lnTo>
                    <a:pt x="5007102" y="1133043"/>
                  </a:lnTo>
                  <a:lnTo>
                    <a:pt x="5026914" y="1131570"/>
                  </a:lnTo>
                  <a:close/>
                </a:path>
                <a:path w="5179695" h="2115820">
                  <a:moveTo>
                    <a:pt x="5035296" y="1336548"/>
                  </a:moveTo>
                  <a:lnTo>
                    <a:pt x="5028438" y="1308354"/>
                  </a:lnTo>
                  <a:lnTo>
                    <a:pt x="4807458" y="1367028"/>
                  </a:lnTo>
                  <a:lnTo>
                    <a:pt x="4814316" y="1394460"/>
                  </a:lnTo>
                  <a:lnTo>
                    <a:pt x="5035296" y="1336548"/>
                  </a:lnTo>
                  <a:close/>
                </a:path>
                <a:path w="5179695" h="2115820">
                  <a:moveTo>
                    <a:pt x="5179314" y="1283970"/>
                  </a:moveTo>
                  <a:lnTo>
                    <a:pt x="5096256" y="1191768"/>
                  </a:lnTo>
                  <a:lnTo>
                    <a:pt x="5090922" y="1185672"/>
                  </a:lnTo>
                  <a:lnTo>
                    <a:pt x="5081778" y="1185672"/>
                  </a:lnTo>
                  <a:lnTo>
                    <a:pt x="5075682" y="1191006"/>
                  </a:lnTo>
                  <a:lnTo>
                    <a:pt x="5070348" y="1196340"/>
                  </a:lnTo>
                  <a:lnTo>
                    <a:pt x="5069738" y="1202931"/>
                  </a:lnTo>
                  <a:lnTo>
                    <a:pt x="5066538" y="1203198"/>
                  </a:lnTo>
                  <a:lnTo>
                    <a:pt x="5061966" y="1209294"/>
                  </a:lnTo>
                  <a:lnTo>
                    <a:pt x="5056632" y="1215390"/>
                  </a:lnTo>
                  <a:lnTo>
                    <a:pt x="5058156" y="1224534"/>
                  </a:lnTo>
                  <a:lnTo>
                    <a:pt x="5063287" y="1229029"/>
                  </a:lnTo>
                  <a:lnTo>
                    <a:pt x="5059680" y="1227582"/>
                  </a:lnTo>
                  <a:lnTo>
                    <a:pt x="5051298" y="1230630"/>
                  </a:lnTo>
                  <a:lnTo>
                    <a:pt x="5048250" y="1237488"/>
                  </a:lnTo>
                  <a:lnTo>
                    <a:pt x="5044440" y="1244346"/>
                  </a:lnTo>
                  <a:lnTo>
                    <a:pt x="5046446" y="1250391"/>
                  </a:lnTo>
                  <a:lnTo>
                    <a:pt x="5022024" y="1246860"/>
                  </a:lnTo>
                  <a:lnTo>
                    <a:pt x="5030724" y="1221486"/>
                  </a:lnTo>
                  <a:lnTo>
                    <a:pt x="4812792" y="1151382"/>
                  </a:lnTo>
                  <a:lnTo>
                    <a:pt x="4804410" y="1178814"/>
                  </a:lnTo>
                  <a:lnTo>
                    <a:pt x="5013782" y="1245679"/>
                  </a:lnTo>
                  <a:lnTo>
                    <a:pt x="4983480" y="1241298"/>
                  </a:lnTo>
                  <a:lnTo>
                    <a:pt x="4979670" y="1270254"/>
                  </a:lnTo>
                  <a:lnTo>
                    <a:pt x="5057838" y="1281188"/>
                  </a:lnTo>
                  <a:lnTo>
                    <a:pt x="5052060" y="1282446"/>
                  </a:lnTo>
                  <a:lnTo>
                    <a:pt x="5044440" y="1284732"/>
                  </a:lnTo>
                  <a:lnTo>
                    <a:pt x="5039106" y="1292352"/>
                  </a:lnTo>
                  <a:lnTo>
                    <a:pt x="5041392" y="1299972"/>
                  </a:lnTo>
                  <a:lnTo>
                    <a:pt x="5042916" y="1307592"/>
                  </a:lnTo>
                  <a:lnTo>
                    <a:pt x="5045189" y="1308963"/>
                  </a:lnTo>
                  <a:lnTo>
                    <a:pt x="5042916" y="1315212"/>
                  </a:lnTo>
                  <a:lnTo>
                    <a:pt x="5045964" y="1322832"/>
                  </a:lnTo>
                  <a:lnTo>
                    <a:pt x="5049012" y="1329690"/>
                  </a:lnTo>
                  <a:lnTo>
                    <a:pt x="5057394" y="1333500"/>
                  </a:lnTo>
                  <a:lnTo>
                    <a:pt x="5061851" y="1331518"/>
                  </a:lnTo>
                  <a:lnTo>
                    <a:pt x="5061204" y="1331976"/>
                  </a:lnTo>
                  <a:lnTo>
                    <a:pt x="5055108" y="1336548"/>
                  </a:lnTo>
                  <a:lnTo>
                    <a:pt x="5053584" y="1344930"/>
                  </a:lnTo>
                  <a:lnTo>
                    <a:pt x="5058156" y="1351788"/>
                  </a:lnTo>
                  <a:lnTo>
                    <a:pt x="5062728" y="1357884"/>
                  </a:lnTo>
                  <a:lnTo>
                    <a:pt x="5065776" y="1358442"/>
                  </a:lnTo>
                  <a:lnTo>
                    <a:pt x="5065776" y="1365504"/>
                  </a:lnTo>
                  <a:lnTo>
                    <a:pt x="5071110" y="1371600"/>
                  </a:lnTo>
                  <a:lnTo>
                    <a:pt x="5077206" y="1376934"/>
                  </a:lnTo>
                  <a:lnTo>
                    <a:pt x="5085588" y="1376934"/>
                  </a:lnTo>
                  <a:lnTo>
                    <a:pt x="5091684" y="1371600"/>
                  </a:lnTo>
                  <a:lnTo>
                    <a:pt x="5154930" y="1308354"/>
                  </a:lnTo>
                  <a:lnTo>
                    <a:pt x="5179314" y="1283970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47670" y="846836"/>
            <a:ext cx="434340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Cloud</a:t>
            </a:r>
            <a:r>
              <a:rPr spc="-110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grpSp>
        <p:nvGrpSpPr>
          <p:cNvPr id="6" name="object 6"/>
          <p:cNvGrpSpPr/>
          <p:nvPr/>
        </p:nvGrpSpPr>
        <p:grpSpPr>
          <a:xfrm>
            <a:off x="2510027" y="2362200"/>
            <a:ext cx="5154930" cy="1676400"/>
            <a:chOff x="2510027" y="2362200"/>
            <a:chExt cx="5154930" cy="1676400"/>
          </a:xfrm>
        </p:grpSpPr>
        <p:sp>
          <p:nvSpPr>
            <p:cNvPr id="7" name="object 7"/>
            <p:cNvSpPr/>
            <p:nvPr/>
          </p:nvSpPr>
          <p:spPr>
            <a:xfrm>
              <a:off x="2900934" y="2362199"/>
              <a:ext cx="4375150" cy="1676400"/>
            </a:xfrm>
            <a:custGeom>
              <a:avLst/>
              <a:gdLst/>
              <a:ahLst/>
              <a:cxnLst/>
              <a:rect l="l" t="t" r="r" b="b"/>
              <a:pathLst>
                <a:path w="4375150" h="1676400">
                  <a:moveTo>
                    <a:pt x="4374642" y="838200"/>
                  </a:moveTo>
                  <a:lnTo>
                    <a:pt x="3536442" y="0"/>
                  </a:lnTo>
                  <a:lnTo>
                    <a:pt x="3536442" y="419100"/>
                  </a:lnTo>
                  <a:lnTo>
                    <a:pt x="0" y="419100"/>
                  </a:lnTo>
                  <a:lnTo>
                    <a:pt x="0" y="1257300"/>
                  </a:lnTo>
                  <a:lnTo>
                    <a:pt x="3536442" y="1257300"/>
                  </a:lnTo>
                  <a:lnTo>
                    <a:pt x="3536442" y="1676400"/>
                  </a:lnTo>
                  <a:lnTo>
                    <a:pt x="4374642" y="838200"/>
                  </a:lnTo>
                  <a:close/>
                </a:path>
              </a:pathLst>
            </a:custGeom>
            <a:solidFill>
              <a:srgbClr val="E8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10027" y="2859024"/>
              <a:ext cx="1663445" cy="68275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55770" y="2859024"/>
              <a:ext cx="1663445" cy="68275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01512" y="2859024"/>
              <a:ext cx="1663445" cy="68275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476247" y="1608836"/>
            <a:ext cx="7083425" cy="17519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3200" i="1" dirty="0">
                <a:solidFill>
                  <a:srgbClr val="7E7E7E"/>
                </a:solidFill>
                <a:latin typeface="Times New Roman"/>
                <a:cs typeface="Times New Roman"/>
              </a:rPr>
              <a:t>“Cloud</a:t>
            </a:r>
            <a:r>
              <a:rPr sz="3200" i="1" spc="-10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7E7E7E"/>
                </a:solidFill>
                <a:latin typeface="Times New Roman"/>
                <a:cs typeface="Times New Roman"/>
              </a:rPr>
              <a:t>Computing</a:t>
            </a:r>
            <a:r>
              <a:rPr sz="3200" i="1" spc="-10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7E7E7E"/>
                </a:solidFill>
                <a:latin typeface="Times New Roman"/>
                <a:cs typeface="Times New Roman"/>
              </a:rPr>
              <a:t>is</a:t>
            </a:r>
            <a:r>
              <a:rPr sz="3200" i="1" spc="-9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7E7E7E"/>
                </a:solidFill>
                <a:latin typeface="Times New Roman"/>
                <a:cs typeface="Times New Roman"/>
              </a:rPr>
              <a:t>the</a:t>
            </a:r>
            <a:r>
              <a:rPr sz="3200" i="1" spc="-10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7E7E7E"/>
                </a:solidFill>
                <a:latin typeface="Times New Roman"/>
                <a:cs typeface="Times New Roman"/>
              </a:rPr>
              <a:t>transformation</a:t>
            </a:r>
            <a:r>
              <a:rPr sz="3200" i="1" spc="-10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3200" i="1" spc="-25" dirty="0">
                <a:solidFill>
                  <a:srgbClr val="7E7E7E"/>
                </a:solidFill>
                <a:latin typeface="Times New Roman"/>
                <a:cs typeface="Times New Roman"/>
              </a:rPr>
              <a:t>of </a:t>
            </a:r>
            <a:r>
              <a:rPr sz="3200" i="1" dirty="0">
                <a:solidFill>
                  <a:srgbClr val="7E7E7E"/>
                </a:solidFill>
                <a:latin typeface="Times New Roman"/>
                <a:cs typeface="Times New Roman"/>
              </a:rPr>
              <a:t>IT</a:t>
            </a:r>
            <a:r>
              <a:rPr sz="3200" i="1" spc="-12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7E7E7E"/>
                </a:solidFill>
                <a:latin typeface="Times New Roman"/>
                <a:cs typeface="Times New Roman"/>
              </a:rPr>
              <a:t>from</a:t>
            </a:r>
            <a:r>
              <a:rPr sz="3200" i="1" spc="-6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7E7E7E"/>
                </a:solidFill>
                <a:latin typeface="Times New Roman"/>
                <a:cs typeface="Times New Roman"/>
              </a:rPr>
              <a:t>a</a:t>
            </a:r>
            <a:r>
              <a:rPr sz="3200" i="1" spc="-6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3200" i="1" spc="-10" dirty="0">
                <a:solidFill>
                  <a:srgbClr val="7E7E7E"/>
                </a:solidFill>
                <a:latin typeface="Times New Roman"/>
                <a:cs typeface="Times New Roman"/>
              </a:rPr>
              <a:t>product</a:t>
            </a:r>
            <a:r>
              <a:rPr sz="3200" i="1" spc="-6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7E7E7E"/>
                </a:solidFill>
                <a:latin typeface="Times New Roman"/>
                <a:cs typeface="Times New Roman"/>
              </a:rPr>
              <a:t>to</a:t>
            </a:r>
            <a:r>
              <a:rPr sz="3200" i="1" spc="-6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7E7E7E"/>
                </a:solidFill>
                <a:latin typeface="Times New Roman"/>
                <a:cs typeface="Times New Roman"/>
              </a:rPr>
              <a:t>a</a:t>
            </a:r>
            <a:r>
              <a:rPr sz="3200" i="1" spc="-6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3200" i="1" spc="-10" dirty="0">
                <a:solidFill>
                  <a:srgbClr val="7E7E7E"/>
                </a:solidFill>
                <a:latin typeface="Times New Roman"/>
                <a:cs typeface="Times New Roman"/>
              </a:rPr>
              <a:t>service”</a:t>
            </a:r>
            <a:endParaRPr sz="3200">
              <a:latin typeface="Times New Roman"/>
              <a:cs typeface="Times New Roman"/>
            </a:endParaRPr>
          </a:p>
          <a:p>
            <a:pPr marR="36830" algn="ctr">
              <a:lnSpc>
                <a:spcPct val="100000"/>
              </a:lnSpc>
              <a:spcBef>
                <a:spcPts val="3155"/>
              </a:spcBef>
              <a:tabLst>
                <a:tab pos="1915795" algn="l"/>
                <a:tab pos="3677920" algn="l"/>
              </a:tabLst>
            </a:pP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Innovation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Product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Service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61253" y="4293108"/>
            <a:ext cx="3479291" cy="228676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119114" y="5168900"/>
            <a:ext cx="21666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“Cloud”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1227" y="3819144"/>
            <a:ext cx="3592195" cy="3118485"/>
            <a:chOff x="681227" y="3819144"/>
            <a:chExt cx="3592195" cy="3118485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6195" y="5581650"/>
              <a:ext cx="1035558" cy="104013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1227" y="4392929"/>
              <a:ext cx="781812" cy="78181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53005" y="3832097"/>
              <a:ext cx="874013" cy="87325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07485" y="3819144"/>
              <a:ext cx="765809" cy="76123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13660" y="5876544"/>
              <a:ext cx="1060703" cy="10607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45720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106" rIns="0" bIns="0" rtlCol="0">
            <a:spAutoFit/>
          </a:bodyPr>
          <a:lstStyle/>
          <a:p>
            <a:pPr marL="2209800">
              <a:lnSpc>
                <a:spcPct val="100000"/>
              </a:lnSpc>
              <a:spcBef>
                <a:spcPts val="95"/>
              </a:spcBef>
            </a:pPr>
            <a:r>
              <a:rPr dirty="0"/>
              <a:t>Cloud</a:t>
            </a:r>
            <a:r>
              <a:rPr spc="-110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grpSp>
        <p:nvGrpSpPr>
          <p:cNvPr id="4" name="object 4"/>
          <p:cNvGrpSpPr/>
          <p:nvPr/>
        </p:nvGrpSpPr>
        <p:grpSpPr>
          <a:xfrm>
            <a:off x="2780538" y="2052827"/>
            <a:ext cx="4497705" cy="2952115"/>
            <a:chOff x="2780538" y="2052827"/>
            <a:chExt cx="4497705" cy="295211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9580" y="2052827"/>
              <a:ext cx="3018282" cy="13685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80538" y="2052827"/>
              <a:ext cx="1359408" cy="136855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80538" y="3636263"/>
              <a:ext cx="3018282" cy="136855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853936" y="2210815"/>
            <a:ext cx="4255770" cy="271145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587500" marR="5080" indent="-1905" algn="ctr">
              <a:lnSpc>
                <a:spcPct val="86200"/>
              </a:lnSpc>
              <a:spcBef>
                <a:spcPts val="395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Cloud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Computing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delivery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8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computing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rather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than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product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20"/>
              </a:spcBef>
            </a:pPr>
            <a:endParaRPr sz="1800">
              <a:latin typeface="Arial MT"/>
              <a:cs typeface="Arial MT"/>
            </a:endParaRPr>
          </a:p>
          <a:p>
            <a:pPr marL="12065" marR="1390015" indent="635" algn="ctr">
              <a:lnSpc>
                <a:spcPct val="86300"/>
              </a:lnSpc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whereby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shared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resources,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provided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computers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other devices,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59579" y="3636264"/>
            <a:ext cx="3018790" cy="2952115"/>
            <a:chOff x="4259579" y="3636264"/>
            <a:chExt cx="3018790" cy="295211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18453" y="3636264"/>
              <a:ext cx="1359408" cy="13685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59579" y="5215890"/>
              <a:ext cx="3018282" cy="137236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384040" y="5613907"/>
            <a:ext cx="2770505" cy="53594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819785" marR="5080" indent="-807720">
              <a:lnSpc>
                <a:spcPts val="1860"/>
              </a:lnSpc>
              <a:spcBef>
                <a:spcPts val="409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metered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over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network.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80538" y="5215890"/>
            <a:ext cx="1359408" cy="13723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9808" y="5033009"/>
            <a:ext cx="1568450" cy="803275"/>
          </a:xfrm>
          <a:custGeom>
            <a:avLst/>
            <a:gdLst/>
            <a:ahLst/>
            <a:cxnLst/>
            <a:rect l="l" t="t" r="r" b="b"/>
            <a:pathLst>
              <a:path w="1568450" h="803275">
                <a:moveTo>
                  <a:pt x="1568196" y="5334"/>
                </a:moveTo>
                <a:lnTo>
                  <a:pt x="1562862" y="0"/>
                </a:lnTo>
                <a:lnTo>
                  <a:pt x="5334" y="0"/>
                </a:lnTo>
                <a:lnTo>
                  <a:pt x="0" y="5334"/>
                </a:lnTo>
                <a:lnTo>
                  <a:pt x="0" y="797052"/>
                </a:lnTo>
                <a:lnTo>
                  <a:pt x="5334" y="803148"/>
                </a:lnTo>
                <a:lnTo>
                  <a:pt x="12192" y="803148"/>
                </a:lnTo>
                <a:lnTo>
                  <a:pt x="25146" y="803148"/>
                </a:lnTo>
                <a:lnTo>
                  <a:pt x="124968" y="803148"/>
                </a:lnTo>
                <a:lnTo>
                  <a:pt x="144780" y="803148"/>
                </a:lnTo>
                <a:lnTo>
                  <a:pt x="150876" y="797052"/>
                </a:lnTo>
                <a:lnTo>
                  <a:pt x="150876" y="150114"/>
                </a:lnTo>
                <a:lnTo>
                  <a:pt x="1543050" y="150114"/>
                </a:lnTo>
                <a:lnTo>
                  <a:pt x="1555242" y="150114"/>
                </a:lnTo>
                <a:lnTo>
                  <a:pt x="1562862" y="150114"/>
                </a:lnTo>
                <a:lnTo>
                  <a:pt x="1568196" y="144780"/>
                </a:lnTo>
                <a:lnTo>
                  <a:pt x="1568196" y="5334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2434590">
              <a:lnSpc>
                <a:spcPct val="100000"/>
              </a:lnSpc>
              <a:spcBef>
                <a:spcPts val="95"/>
              </a:spcBef>
            </a:pPr>
            <a:r>
              <a:rPr dirty="0"/>
              <a:t>Lecture</a:t>
            </a:r>
            <a:r>
              <a:rPr spc="-145" dirty="0"/>
              <a:t> </a:t>
            </a:r>
            <a:r>
              <a:rPr spc="-10" dirty="0"/>
              <a:t>Outline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grpSp>
        <p:nvGrpSpPr>
          <p:cNvPr id="4" name="object 4"/>
          <p:cNvGrpSpPr/>
          <p:nvPr/>
        </p:nvGrpSpPr>
        <p:grpSpPr>
          <a:xfrm>
            <a:off x="2832354" y="1892807"/>
            <a:ext cx="4491355" cy="1068705"/>
            <a:chOff x="2832354" y="1892807"/>
            <a:chExt cx="4491355" cy="1068705"/>
          </a:xfrm>
        </p:grpSpPr>
        <p:sp>
          <p:nvSpPr>
            <p:cNvPr id="5" name="object 5"/>
            <p:cNvSpPr/>
            <p:nvPr/>
          </p:nvSpPr>
          <p:spPr>
            <a:xfrm>
              <a:off x="2845308" y="1904999"/>
              <a:ext cx="4465320" cy="131445"/>
            </a:xfrm>
            <a:custGeom>
              <a:avLst/>
              <a:gdLst/>
              <a:ahLst/>
              <a:cxnLst/>
              <a:rect l="l" t="t" r="r" b="b"/>
              <a:pathLst>
                <a:path w="4465320" h="131444">
                  <a:moveTo>
                    <a:pt x="4465320" y="0"/>
                  </a:moveTo>
                  <a:lnTo>
                    <a:pt x="0" y="0"/>
                  </a:lnTo>
                  <a:lnTo>
                    <a:pt x="130302" y="131064"/>
                  </a:lnTo>
                  <a:lnTo>
                    <a:pt x="4335018" y="131063"/>
                  </a:lnTo>
                  <a:lnTo>
                    <a:pt x="4465320" y="0"/>
                  </a:lnTo>
                  <a:close/>
                </a:path>
              </a:pathLst>
            </a:custGeom>
            <a:solidFill>
              <a:srgbClr val="B8BF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45308" y="2817875"/>
              <a:ext cx="4465320" cy="130810"/>
            </a:xfrm>
            <a:custGeom>
              <a:avLst/>
              <a:gdLst/>
              <a:ahLst/>
              <a:cxnLst/>
              <a:rect l="l" t="t" r="r" b="b"/>
              <a:pathLst>
                <a:path w="4465320" h="130810">
                  <a:moveTo>
                    <a:pt x="4465320" y="130302"/>
                  </a:moveTo>
                  <a:lnTo>
                    <a:pt x="4335018" y="0"/>
                  </a:lnTo>
                  <a:lnTo>
                    <a:pt x="130302" y="0"/>
                  </a:lnTo>
                  <a:lnTo>
                    <a:pt x="0" y="130302"/>
                  </a:lnTo>
                  <a:lnTo>
                    <a:pt x="4465320" y="130302"/>
                  </a:lnTo>
                  <a:close/>
                </a:path>
              </a:pathLst>
            </a:custGeom>
            <a:solidFill>
              <a:srgbClr val="868D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45308" y="1904999"/>
              <a:ext cx="130810" cy="1043305"/>
            </a:xfrm>
            <a:custGeom>
              <a:avLst/>
              <a:gdLst/>
              <a:ahLst/>
              <a:cxnLst/>
              <a:rect l="l" t="t" r="r" b="b"/>
              <a:pathLst>
                <a:path w="130810" h="1043305">
                  <a:moveTo>
                    <a:pt x="130302" y="912876"/>
                  </a:moveTo>
                  <a:lnTo>
                    <a:pt x="130302" y="131064"/>
                  </a:lnTo>
                  <a:lnTo>
                    <a:pt x="0" y="0"/>
                  </a:lnTo>
                  <a:lnTo>
                    <a:pt x="0" y="1043178"/>
                  </a:lnTo>
                  <a:lnTo>
                    <a:pt x="130302" y="912876"/>
                  </a:lnTo>
                  <a:close/>
                </a:path>
              </a:pathLst>
            </a:custGeom>
            <a:solidFill>
              <a:srgbClr val="CACF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80325" y="1904999"/>
              <a:ext cx="130810" cy="1043305"/>
            </a:xfrm>
            <a:custGeom>
              <a:avLst/>
              <a:gdLst/>
              <a:ahLst/>
              <a:cxnLst/>
              <a:rect l="l" t="t" r="r" b="b"/>
              <a:pathLst>
                <a:path w="130809" h="1043305">
                  <a:moveTo>
                    <a:pt x="130301" y="1043178"/>
                  </a:moveTo>
                  <a:lnTo>
                    <a:pt x="130301" y="0"/>
                  </a:lnTo>
                  <a:lnTo>
                    <a:pt x="0" y="131064"/>
                  </a:lnTo>
                  <a:lnTo>
                    <a:pt x="0" y="912876"/>
                  </a:lnTo>
                  <a:lnTo>
                    <a:pt x="130301" y="1043178"/>
                  </a:lnTo>
                  <a:close/>
                </a:path>
              </a:pathLst>
            </a:custGeom>
            <a:solidFill>
              <a:srgbClr val="6469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32354" y="1892807"/>
              <a:ext cx="4491355" cy="1068705"/>
            </a:xfrm>
            <a:custGeom>
              <a:avLst/>
              <a:gdLst/>
              <a:ahLst/>
              <a:cxnLst/>
              <a:rect l="l" t="t" r="r" b="b"/>
              <a:pathLst>
                <a:path w="4491355" h="1068705">
                  <a:moveTo>
                    <a:pt x="4491228" y="1062228"/>
                  </a:moveTo>
                  <a:lnTo>
                    <a:pt x="4491228" y="5334"/>
                  </a:lnTo>
                  <a:lnTo>
                    <a:pt x="4485132" y="0"/>
                  </a:lnTo>
                  <a:lnTo>
                    <a:pt x="6095" y="0"/>
                  </a:lnTo>
                  <a:lnTo>
                    <a:pt x="0" y="5334"/>
                  </a:lnTo>
                  <a:lnTo>
                    <a:pt x="0" y="1062228"/>
                  </a:lnTo>
                  <a:lnTo>
                    <a:pt x="3810" y="1066038"/>
                  </a:lnTo>
                  <a:lnTo>
                    <a:pt x="3810" y="21336"/>
                  </a:lnTo>
                  <a:lnTo>
                    <a:pt x="22098" y="3810"/>
                  </a:lnTo>
                  <a:lnTo>
                    <a:pt x="43433" y="25146"/>
                  </a:lnTo>
                  <a:lnTo>
                    <a:pt x="4447794" y="25146"/>
                  </a:lnTo>
                  <a:lnTo>
                    <a:pt x="4469130" y="3810"/>
                  </a:lnTo>
                  <a:lnTo>
                    <a:pt x="4487418" y="21336"/>
                  </a:lnTo>
                  <a:lnTo>
                    <a:pt x="4487418" y="1066038"/>
                  </a:lnTo>
                  <a:lnTo>
                    <a:pt x="4491228" y="1062228"/>
                  </a:lnTo>
                  <a:close/>
                </a:path>
                <a:path w="4491355" h="1068705">
                  <a:moveTo>
                    <a:pt x="43433" y="25146"/>
                  </a:moveTo>
                  <a:lnTo>
                    <a:pt x="22098" y="3810"/>
                  </a:lnTo>
                  <a:lnTo>
                    <a:pt x="3810" y="21336"/>
                  </a:lnTo>
                  <a:lnTo>
                    <a:pt x="12954" y="30480"/>
                  </a:lnTo>
                  <a:lnTo>
                    <a:pt x="12954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43433" y="25146"/>
                  </a:lnTo>
                  <a:close/>
                </a:path>
                <a:path w="4491355" h="1068705">
                  <a:moveTo>
                    <a:pt x="25146" y="1024890"/>
                  </a:moveTo>
                  <a:lnTo>
                    <a:pt x="25146" y="42672"/>
                  </a:lnTo>
                  <a:lnTo>
                    <a:pt x="3810" y="21336"/>
                  </a:lnTo>
                  <a:lnTo>
                    <a:pt x="3810" y="1046226"/>
                  </a:lnTo>
                  <a:lnTo>
                    <a:pt x="25146" y="1024890"/>
                  </a:lnTo>
                  <a:close/>
                </a:path>
                <a:path w="4491355" h="1068705">
                  <a:moveTo>
                    <a:pt x="152400" y="934212"/>
                  </a:moveTo>
                  <a:lnTo>
                    <a:pt x="134112" y="915924"/>
                  </a:lnTo>
                  <a:lnTo>
                    <a:pt x="3810" y="1046226"/>
                  </a:lnTo>
                  <a:lnTo>
                    <a:pt x="12954" y="1055370"/>
                  </a:lnTo>
                  <a:lnTo>
                    <a:pt x="12954" y="1043178"/>
                  </a:lnTo>
                  <a:lnTo>
                    <a:pt x="43433" y="1043178"/>
                  </a:lnTo>
                  <a:lnTo>
                    <a:pt x="130302" y="956310"/>
                  </a:lnTo>
                  <a:lnTo>
                    <a:pt x="130302" y="931926"/>
                  </a:lnTo>
                  <a:lnTo>
                    <a:pt x="136398" y="938022"/>
                  </a:lnTo>
                  <a:lnTo>
                    <a:pt x="148589" y="938022"/>
                  </a:lnTo>
                  <a:lnTo>
                    <a:pt x="152400" y="934212"/>
                  </a:lnTo>
                  <a:close/>
                </a:path>
                <a:path w="4491355" h="1068705">
                  <a:moveTo>
                    <a:pt x="4487418" y="1066038"/>
                  </a:moveTo>
                  <a:lnTo>
                    <a:pt x="4487418" y="1046226"/>
                  </a:lnTo>
                  <a:lnTo>
                    <a:pt x="4469130" y="1064514"/>
                  </a:lnTo>
                  <a:lnTo>
                    <a:pt x="4447794" y="1043178"/>
                  </a:lnTo>
                  <a:lnTo>
                    <a:pt x="43433" y="1043178"/>
                  </a:lnTo>
                  <a:lnTo>
                    <a:pt x="22098" y="1064514"/>
                  </a:lnTo>
                  <a:lnTo>
                    <a:pt x="3810" y="1046226"/>
                  </a:lnTo>
                  <a:lnTo>
                    <a:pt x="3810" y="1066038"/>
                  </a:lnTo>
                  <a:lnTo>
                    <a:pt x="6096" y="1068324"/>
                  </a:lnTo>
                  <a:lnTo>
                    <a:pt x="4485132" y="1068324"/>
                  </a:lnTo>
                  <a:lnTo>
                    <a:pt x="4487418" y="1066038"/>
                  </a:lnTo>
                  <a:close/>
                </a:path>
                <a:path w="4491355" h="1068705">
                  <a:moveTo>
                    <a:pt x="25146" y="25146"/>
                  </a:moveTo>
                  <a:lnTo>
                    <a:pt x="25146" y="12192"/>
                  </a:lnTo>
                  <a:lnTo>
                    <a:pt x="12954" y="25146"/>
                  </a:lnTo>
                  <a:lnTo>
                    <a:pt x="25146" y="25146"/>
                  </a:lnTo>
                  <a:close/>
                </a:path>
                <a:path w="4491355" h="1068705">
                  <a:moveTo>
                    <a:pt x="148589" y="130302"/>
                  </a:moveTo>
                  <a:lnTo>
                    <a:pt x="43433" y="25146"/>
                  </a:lnTo>
                  <a:lnTo>
                    <a:pt x="12954" y="25146"/>
                  </a:lnTo>
                  <a:lnTo>
                    <a:pt x="12954" y="30480"/>
                  </a:lnTo>
                  <a:lnTo>
                    <a:pt x="130302" y="147828"/>
                  </a:lnTo>
                  <a:lnTo>
                    <a:pt x="130302" y="135636"/>
                  </a:lnTo>
                  <a:lnTo>
                    <a:pt x="136398" y="130302"/>
                  </a:lnTo>
                  <a:lnTo>
                    <a:pt x="148589" y="130302"/>
                  </a:lnTo>
                  <a:close/>
                </a:path>
                <a:path w="4491355" h="1068705">
                  <a:moveTo>
                    <a:pt x="43433" y="1043178"/>
                  </a:moveTo>
                  <a:lnTo>
                    <a:pt x="12954" y="1043178"/>
                  </a:lnTo>
                  <a:lnTo>
                    <a:pt x="25146" y="1055370"/>
                  </a:lnTo>
                  <a:lnTo>
                    <a:pt x="25146" y="1061466"/>
                  </a:lnTo>
                  <a:lnTo>
                    <a:pt x="43433" y="1043178"/>
                  </a:lnTo>
                  <a:close/>
                </a:path>
                <a:path w="4491355" h="1068705">
                  <a:moveTo>
                    <a:pt x="25146" y="1061466"/>
                  </a:moveTo>
                  <a:lnTo>
                    <a:pt x="25146" y="1055370"/>
                  </a:lnTo>
                  <a:lnTo>
                    <a:pt x="12954" y="1043178"/>
                  </a:lnTo>
                  <a:lnTo>
                    <a:pt x="12954" y="1055370"/>
                  </a:lnTo>
                  <a:lnTo>
                    <a:pt x="22098" y="1064514"/>
                  </a:lnTo>
                  <a:lnTo>
                    <a:pt x="25146" y="1061466"/>
                  </a:lnTo>
                  <a:close/>
                </a:path>
                <a:path w="4491355" h="1068705">
                  <a:moveTo>
                    <a:pt x="152400" y="134112"/>
                  </a:moveTo>
                  <a:lnTo>
                    <a:pt x="148589" y="130302"/>
                  </a:lnTo>
                  <a:lnTo>
                    <a:pt x="136398" y="130302"/>
                  </a:lnTo>
                  <a:lnTo>
                    <a:pt x="130302" y="135636"/>
                  </a:lnTo>
                  <a:lnTo>
                    <a:pt x="130302" y="147828"/>
                  </a:lnTo>
                  <a:lnTo>
                    <a:pt x="134112" y="151638"/>
                  </a:lnTo>
                  <a:lnTo>
                    <a:pt x="152400" y="134112"/>
                  </a:lnTo>
                  <a:close/>
                </a:path>
                <a:path w="4491355" h="1068705">
                  <a:moveTo>
                    <a:pt x="152400" y="146841"/>
                  </a:moveTo>
                  <a:lnTo>
                    <a:pt x="152400" y="134112"/>
                  </a:lnTo>
                  <a:lnTo>
                    <a:pt x="134112" y="151638"/>
                  </a:lnTo>
                  <a:lnTo>
                    <a:pt x="130302" y="147828"/>
                  </a:lnTo>
                  <a:lnTo>
                    <a:pt x="130302" y="919734"/>
                  </a:lnTo>
                  <a:lnTo>
                    <a:pt x="134112" y="915924"/>
                  </a:lnTo>
                  <a:lnTo>
                    <a:pt x="143256" y="925068"/>
                  </a:lnTo>
                  <a:lnTo>
                    <a:pt x="143256" y="155448"/>
                  </a:lnTo>
                  <a:lnTo>
                    <a:pt x="152400" y="146841"/>
                  </a:lnTo>
                  <a:close/>
                </a:path>
                <a:path w="4491355" h="1068705">
                  <a:moveTo>
                    <a:pt x="148589" y="938022"/>
                  </a:moveTo>
                  <a:lnTo>
                    <a:pt x="136398" y="938022"/>
                  </a:lnTo>
                  <a:lnTo>
                    <a:pt x="130302" y="931926"/>
                  </a:lnTo>
                  <a:lnTo>
                    <a:pt x="130302" y="956310"/>
                  </a:lnTo>
                  <a:lnTo>
                    <a:pt x="148589" y="938022"/>
                  </a:lnTo>
                  <a:close/>
                </a:path>
                <a:path w="4491355" h="1068705">
                  <a:moveTo>
                    <a:pt x="156210" y="155448"/>
                  </a:moveTo>
                  <a:lnTo>
                    <a:pt x="156210" y="143256"/>
                  </a:lnTo>
                  <a:lnTo>
                    <a:pt x="143256" y="155448"/>
                  </a:lnTo>
                  <a:lnTo>
                    <a:pt x="156210" y="155448"/>
                  </a:lnTo>
                  <a:close/>
                </a:path>
                <a:path w="4491355" h="1068705">
                  <a:moveTo>
                    <a:pt x="156210" y="912114"/>
                  </a:moveTo>
                  <a:lnTo>
                    <a:pt x="156210" y="155448"/>
                  </a:lnTo>
                  <a:lnTo>
                    <a:pt x="143256" y="155448"/>
                  </a:lnTo>
                  <a:lnTo>
                    <a:pt x="143256" y="912114"/>
                  </a:lnTo>
                  <a:lnTo>
                    <a:pt x="156210" y="912114"/>
                  </a:lnTo>
                  <a:close/>
                </a:path>
                <a:path w="4491355" h="1068705">
                  <a:moveTo>
                    <a:pt x="4347972" y="912114"/>
                  </a:moveTo>
                  <a:lnTo>
                    <a:pt x="143256" y="912114"/>
                  </a:lnTo>
                  <a:lnTo>
                    <a:pt x="156210" y="925068"/>
                  </a:lnTo>
                  <a:lnTo>
                    <a:pt x="156210" y="938022"/>
                  </a:lnTo>
                  <a:lnTo>
                    <a:pt x="4335017" y="938022"/>
                  </a:lnTo>
                  <a:lnTo>
                    <a:pt x="4335017" y="925068"/>
                  </a:lnTo>
                  <a:lnTo>
                    <a:pt x="4347972" y="912114"/>
                  </a:lnTo>
                  <a:close/>
                </a:path>
                <a:path w="4491355" h="1068705">
                  <a:moveTo>
                    <a:pt x="156210" y="938022"/>
                  </a:moveTo>
                  <a:lnTo>
                    <a:pt x="156210" y="925068"/>
                  </a:lnTo>
                  <a:lnTo>
                    <a:pt x="143256" y="912114"/>
                  </a:lnTo>
                  <a:lnTo>
                    <a:pt x="143256" y="925068"/>
                  </a:lnTo>
                  <a:lnTo>
                    <a:pt x="152400" y="934212"/>
                  </a:lnTo>
                  <a:lnTo>
                    <a:pt x="152400" y="938022"/>
                  </a:lnTo>
                  <a:lnTo>
                    <a:pt x="156210" y="938022"/>
                  </a:lnTo>
                  <a:close/>
                </a:path>
                <a:path w="4491355" h="1068705">
                  <a:moveTo>
                    <a:pt x="4342637" y="130302"/>
                  </a:moveTo>
                  <a:lnTo>
                    <a:pt x="148589" y="130302"/>
                  </a:lnTo>
                  <a:lnTo>
                    <a:pt x="152400" y="134112"/>
                  </a:lnTo>
                  <a:lnTo>
                    <a:pt x="152400" y="146841"/>
                  </a:lnTo>
                  <a:lnTo>
                    <a:pt x="156210" y="143256"/>
                  </a:lnTo>
                  <a:lnTo>
                    <a:pt x="156210" y="155448"/>
                  </a:lnTo>
                  <a:lnTo>
                    <a:pt x="4335017" y="155448"/>
                  </a:lnTo>
                  <a:lnTo>
                    <a:pt x="4335017" y="143255"/>
                  </a:lnTo>
                  <a:lnTo>
                    <a:pt x="4338828" y="146841"/>
                  </a:lnTo>
                  <a:lnTo>
                    <a:pt x="4338828" y="134112"/>
                  </a:lnTo>
                  <a:lnTo>
                    <a:pt x="4342637" y="130302"/>
                  </a:lnTo>
                  <a:close/>
                </a:path>
                <a:path w="4491355" h="1068705">
                  <a:moveTo>
                    <a:pt x="152400" y="938022"/>
                  </a:moveTo>
                  <a:lnTo>
                    <a:pt x="152400" y="934212"/>
                  </a:lnTo>
                  <a:lnTo>
                    <a:pt x="148589" y="938022"/>
                  </a:lnTo>
                  <a:lnTo>
                    <a:pt x="152400" y="938022"/>
                  </a:lnTo>
                  <a:close/>
                </a:path>
                <a:path w="4491355" h="1068705">
                  <a:moveTo>
                    <a:pt x="4347972" y="155448"/>
                  </a:moveTo>
                  <a:lnTo>
                    <a:pt x="4335017" y="143255"/>
                  </a:lnTo>
                  <a:lnTo>
                    <a:pt x="4335017" y="155448"/>
                  </a:lnTo>
                  <a:lnTo>
                    <a:pt x="4347972" y="155448"/>
                  </a:lnTo>
                  <a:close/>
                </a:path>
                <a:path w="4491355" h="1068705">
                  <a:moveTo>
                    <a:pt x="4347972" y="912114"/>
                  </a:moveTo>
                  <a:lnTo>
                    <a:pt x="4347972" y="155448"/>
                  </a:lnTo>
                  <a:lnTo>
                    <a:pt x="4335017" y="155448"/>
                  </a:lnTo>
                  <a:lnTo>
                    <a:pt x="4335017" y="912114"/>
                  </a:lnTo>
                  <a:lnTo>
                    <a:pt x="4347972" y="912114"/>
                  </a:lnTo>
                  <a:close/>
                </a:path>
                <a:path w="4491355" h="1068705">
                  <a:moveTo>
                    <a:pt x="4347972" y="925067"/>
                  </a:moveTo>
                  <a:lnTo>
                    <a:pt x="4347972" y="912114"/>
                  </a:lnTo>
                  <a:lnTo>
                    <a:pt x="4335017" y="925068"/>
                  </a:lnTo>
                  <a:lnTo>
                    <a:pt x="4335017" y="938022"/>
                  </a:lnTo>
                  <a:lnTo>
                    <a:pt x="4338828" y="938022"/>
                  </a:lnTo>
                  <a:lnTo>
                    <a:pt x="4338828" y="934212"/>
                  </a:lnTo>
                  <a:lnTo>
                    <a:pt x="4347972" y="925067"/>
                  </a:lnTo>
                  <a:close/>
                </a:path>
                <a:path w="4491355" h="1068705">
                  <a:moveTo>
                    <a:pt x="4360926" y="147828"/>
                  </a:moveTo>
                  <a:lnTo>
                    <a:pt x="4360926" y="135636"/>
                  </a:lnTo>
                  <a:lnTo>
                    <a:pt x="4354830" y="130302"/>
                  </a:lnTo>
                  <a:lnTo>
                    <a:pt x="4342637" y="130302"/>
                  </a:lnTo>
                  <a:lnTo>
                    <a:pt x="4338828" y="134112"/>
                  </a:lnTo>
                  <a:lnTo>
                    <a:pt x="4357116" y="151638"/>
                  </a:lnTo>
                  <a:lnTo>
                    <a:pt x="4360926" y="147828"/>
                  </a:lnTo>
                  <a:close/>
                </a:path>
                <a:path w="4491355" h="1068705">
                  <a:moveTo>
                    <a:pt x="4360926" y="919734"/>
                  </a:moveTo>
                  <a:lnTo>
                    <a:pt x="4360926" y="147828"/>
                  </a:lnTo>
                  <a:lnTo>
                    <a:pt x="4357116" y="151638"/>
                  </a:lnTo>
                  <a:lnTo>
                    <a:pt x="4338828" y="134112"/>
                  </a:lnTo>
                  <a:lnTo>
                    <a:pt x="4338828" y="146841"/>
                  </a:lnTo>
                  <a:lnTo>
                    <a:pt x="4347972" y="155448"/>
                  </a:lnTo>
                  <a:lnTo>
                    <a:pt x="4347972" y="925067"/>
                  </a:lnTo>
                  <a:lnTo>
                    <a:pt x="4357116" y="915924"/>
                  </a:lnTo>
                  <a:lnTo>
                    <a:pt x="4360926" y="919734"/>
                  </a:lnTo>
                  <a:close/>
                </a:path>
                <a:path w="4491355" h="1068705">
                  <a:moveTo>
                    <a:pt x="4487418" y="1046226"/>
                  </a:moveTo>
                  <a:lnTo>
                    <a:pt x="4357116" y="915924"/>
                  </a:lnTo>
                  <a:lnTo>
                    <a:pt x="4338828" y="934212"/>
                  </a:lnTo>
                  <a:lnTo>
                    <a:pt x="4342637" y="938021"/>
                  </a:lnTo>
                  <a:lnTo>
                    <a:pt x="4354830" y="938022"/>
                  </a:lnTo>
                  <a:lnTo>
                    <a:pt x="4360926" y="931926"/>
                  </a:lnTo>
                  <a:lnTo>
                    <a:pt x="4360926" y="956310"/>
                  </a:lnTo>
                  <a:lnTo>
                    <a:pt x="4447794" y="1043178"/>
                  </a:lnTo>
                  <a:lnTo>
                    <a:pt x="4478274" y="1043178"/>
                  </a:lnTo>
                  <a:lnTo>
                    <a:pt x="4478274" y="1055369"/>
                  </a:lnTo>
                  <a:lnTo>
                    <a:pt x="4487418" y="1046226"/>
                  </a:lnTo>
                  <a:close/>
                </a:path>
                <a:path w="4491355" h="1068705">
                  <a:moveTo>
                    <a:pt x="4342637" y="938022"/>
                  </a:moveTo>
                  <a:lnTo>
                    <a:pt x="4338828" y="934212"/>
                  </a:lnTo>
                  <a:lnTo>
                    <a:pt x="4338828" y="938022"/>
                  </a:lnTo>
                  <a:lnTo>
                    <a:pt x="4342637" y="938022"/>
                  </a:lnTo>
                  <a:close/>
                </a:path>
                <a:path w="4491355" h="1068705">
                  <a:moveTo>
                    <a:pt x="4478274" y="30479"/>
                  </a:moveTo>
                  <a:lnTo>
                    <a:pt x="4478274" y="25146"/>
                  </a:lnTo>
                  <a:lnTo>
                    <a:pt x="4447794" y="25146"/>
                  </a:lnTo>
                  <a:lnTo>
                    <a:pt x="4342637" y="130302"/>
                  </a:lnTo>
                  <a:lnTo>
                    <a:pt x="4354830" y="130302"/>
                  </a:lnTo>
                  <a:lnTo>
                    <a:pt x="4360926" y="135636"/>
                  </a:lnTo>
                  <a:lnTo>
                    <a:pt x="4360926" y="147828"/>
                  </a:lnTo>
                  <a:lnTo>
                    <a:pt x="4478274" y="30479"/>
                  </a:lnTo>
                  <a:close/>
                </a:path>
                <a:path w="4491355" h="1068705">
                  <a:moveTo>
                    <a:pt x="4360926" y="956310"/>
                  </a:moveTo>
                  <a:lnTo>
                    <a:pt x="4360926" y="931926"/>
                  </a:lnTo>
                  <a:lnTo>
                    <a:pt x="4354830" y="938022"/>
                  </a:lnTo>
                  <a:lnTo>
                    <a:pt x="4342637" y="938022"/>
                  </a:lnTo>
                  <a:lnTo>
                    <a:pt x="4360926" y="956310"/>
                  </a:lnTo>
                  <a:close/>
                </a:path>
                <a:path w="4491355" h="1068705">
                  <a:moveTo>
                    <a:pt x="4487418" y="21336"/>
                  </a:moveTo>
                  <a:lnTo>
                    <a:pt x="4469130" y="3810"/>
                  </a:lnTo>
                  <a:lnTo>
                    <a:pt x="4447794" y="25146"/>
                  </a:lnTo>
                  <a:lnTo>
                    <a:pt x="4466082" y="25146"/>
                  </a:lnTo>
                  <a:lnTo>
                    <a:pt x="4466082" y="12192"/>
                  </a:lnTo>
                  <a:lnTo>
                    <a:pt x="4478274" y="25146"/>
                  </a:lnTo>
                  <a:lnTo>
                    <a:pt x="4478274" y="30479"/>
                  </a:lnTo>
                  <a:lnTo>
                    <a:pt x="4487418" y="21336"/>
                  </a:lnTo>
                  <a:close/>
                </a:path>
                <a:path w="4491355" h="1068705">
                  <a:moveTo>
                    <a:pt x="4478274" y="1043178"/>
                  </a:moveTo>
                  <a:lnTo>
                    <a:pt x="4447794" y="1043178"/>
                  </a:lnTo>
                  <a:lnTo>
                    <a:pt x="4466082" y="1061466"/>
                  </a:lnTo>
                  <a:lnTo>
                    <a:pt x="4466082" y="1055370"/>
                  </a:lnTo>
                  <a:lnTo>
                    <a:pt x="4478274" y="1043178"/>
                  </a:lnTo>
                  <a:close/>
                </a:path>
                <a:path w="4491355" h="1068705">
                  <a:moveTo>
                    <a:pt x="4478274" y="25146"/>
                  </a:moveTo>
                  <a:lnTo>
                    <a:pt x="4466082" y="12192"/>
                  </a:lnTo>
                  <a:lnTo>
                    <a:pt x="4466082" y="25146"/>
                  </a:lnTo>
                  <a:lnTo>
                    <a:pt x="4478274" y="25146"/>
                  </a:lnTo>
                  <a:close/>
                </a:path>
                <a:path w="4491355" h="1068705">
                  <a:moveTo>
                    <a:pt x="4487418" y="1046226"/>
                  </a:moveTo>
                  <a:lnTo>
                    <a:pt x="4487418" y="21336"/>
                  </a:lnTo>
                  <a:lnTo>
                    <a:pt x="4466082" y="42671"/>
                  </a:lnTo>
                  <a:lnTo>
                    <a:pt x="4466082" y="1024890"/>
                  </a:lnTo>
                  <a:lnTo>
                    <a:pt x="4487418" y="1046226"/>
                  </a:lnTo>
                  <a:close/>
                </a:path>
                <a:path w="4491355" h="1068705">
                  <a:moveTo>
                    <a:pt x="4478274" y="1055369"/>
                  </a:moveTo>
                  <a:lnTo>
                    <a:pt x="4478274" y="1043178"/>
                  </a:lnTo>
                  <a:lnTo>
                    <a:pt x="4466082" y="1055370"/>
                  </a:lnTo>
                  <a:lnTo>
                    <a:pt x="4466082" y="1061466"/>
                  </a:lnTo>
                  <a:lnTo>
                    <a:pt x="4469130" y="1064514"/>
                  </a:lnTo>
                  <a:lnTo>
                    <a:pt x="4478274" y="10553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975610" y="2036064"/>
            <a:ext cx="4204970" cy="782320"/>
          </a:xfrm>
          <a:prstGeom prst="rect">
            <a:avLst/>
          </a:prstGeom>
          <a:solidFill>
            <a:srgbClr val="A7AFF7"/>
          </a:solidFill>
        </p:spPr>
        <p:txBody>
          <a:bodyPr vert="horz" wrap="square" lIns="0" tIns="2470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45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Discussion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53000" y="3124200"/>
            <a:ext cx="381000" cy="609600"/>
          </a:xfrm>
          <a:custGeom>
            <a:avLst/>
            <a:gdLst/>
            <a:ahLst/>
            <a:cxnLst/>
            <a:rect l="l" t="t" r="r" b="b"/>
            <a:pathLst>
              <a:path w="381000" h="609600">
                <a:moveTo>
                  <a:pt x="381000" y="419100"/>
                </a:moveTo>
                <a:lnTo>
                  <a:pt x="285750" y="419100"/>
                </a:lnTo>
                <a:lnTo>
                  <a:pt x="285749" y="0"/>
                </a:lnTo>
                <a:lnTo>
                  <a:pt x="95249" y="0"/>
                </a:lnTo>
                <a:lnTo>
                  <a:pt x="95250" y="419100"/>
                </a:lnTo>
                <a:lnTo>
                  <a:pt x="0" y="419100"/>
                </a:lnTo>
                <a:lnTo>
                  <a:pt x="190500" y="609600"/>
                </a:lnTo>
                <a:lnTo>
                  <a:pt x="381000" y="41910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22274" y="5188711"/>
            <a:ext cx="1070610" cy="4305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0"/>
              </a:spcBef>
            </a:pP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Cloud Infrastructure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29968" y="4679441"/>
            <a:ext cx="289560" cy="247015"/>
          </a:xfrm>
          <a:custGeom>
            <a:avLst/>
            <a:gdLst/>
            <a:ahLst/>
            <a:cxnLst/>
            <a:rect l="l" t="t" r="r" b="b"/>
            <a:pathLst>
              <a:path w="289560" h="247014">
                <a:moveTo>
                  <a:pt x="289560" y="8382"/>
                </a:moveTo>
                <a:lnTo>
                  <a:pt x="286512" y="3810"/>
                </a:lnTo>
                <a:lnTo>
                  <a:pt x="282702" y="2286"/>
                </a:lnTo>
                <a:lnTo>
                  <a:pt x="278130" y="0"/>
                </a:lnTo>
                <a:lnTo>
                  <a:pt x="272796" y="762"/>
                </a:lnTo>
                <a:lnTo>
                  <a:pt x="268986" y="3810"/>
                </a:lnTo>
                <a:lnTo>
                  <a:pt x="5334" y="224790"/>
                </a:lnTo>
                <a:lnTo>
                  <a:pt x="1524" y="227838"/>
                </a:lnTo>
                <a:lnTo>
                  <a:pt x="0" y="233172"/>
                </a:lnTo>
                <a:lnTo>
                  <a:pt x="3048" y="243840"/>
                </a:lnTo>
                <a:lnTo>
                  <a:pt x="8382" y="246888"/>
                </a:lnTo>
                <a:lnTo>
                  <a:pt x="13716" y="246888"/>
                </a:lnTo>
                <a:lnTo>
                  <a:pt x="264414" y="246888"/>
                </a:lnTo>
                <a:lnTo>
                  <a:pt x="277368" y="246888"/>
                </a:lnTo>
                <a:lnTo>
                  <a:pt x="284226" y="246888"/>
                </a:lnTo>
                <a:lnTo>
                  <a:pt x="284988" y="246126"/>
                </a:lnTo>
                <a:lnTo>
                  <a:pt x="289560" y="241554"/>
                </a:lnTo>
                <a:lnTo>
                  <a:pt x="289560" y="8382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52444" y="4325111"/>
            <a:ext cx="295910" cy="247015"/>
          </a:xfrm>
          <a:custGeom>
            <a:avLst/>
            <a:gdLst/>
            <a:ahLst/>
            <a:cxnLst/>
            <a:rect l="l" t="t" r="r" b="b"/>
            <a:pathLst>
              <a:path w="295910" h="247014">
                <a:moveTo>
                  <a:pt x="295656" y="9144"/>
                </a:moveTo>
                <a:lnTo>
                  <a:pt x="293370" y="4572"/>
                </a:lnTo>
                <a:lnTo>
                  <a:pt x="284226" y="0"/>
                </a:lnTo>
                <a:lnTo>
                  <a:pt x="278892" y="762"/>
                </a:lnTo>
                <a:lnTo>
                  <a:pt x="275082" y="3810"/>
                </a:lnTo>
                <a:lnTo>
                  <a:pt x="5334" y="224790"/>
                </a:lnTo>
                <a:lnTo>
                  <a:pt x="1524" y="227838"/>
                </a:lnTo>
                <a:lnTo>
                  <a:pt x="0" y="233934"/>
                </a:lnTo>
                <a:lnTo>
                  <a:pt x="1524" y="238506"/>
                </a:lnTo>
                <a:lnTo>
                  <a:pt x="3048" y="243840"/>
                </a:lnTo>
                <a:lnTo>
                  <a:pt x="8382" y="246888"/>
                </a:lnTo>
                <a:lnTo>
                  <a:pt x="13716" y="246888"/>
                </a:lnTo>
                <a:lnTo>
                  <a:pt x="270510" y="246888"/>
                </a:lnTo>
                <a:lnTo>
                  <a:pt x="283464" y="246888"/>
                </a:lnTo>
                <a:lnTo>
                  <a:pt x="290322" y="246888"/>
                </a:lnTo>
                <a:lnTo>
                  <a:pt x="291084" y="246126"/>
                </a:lnTo>
                <a:lnTo>
                  <a:pt x="295656" y="241554"/>
                </a:lnTo>
                <a:lnTo>
                  <a:pt x="295656" y="9144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76500" y="4324350"/>
            <a:ext cx="3480435" cy="1157605"/>
          </a:xfrm>
          <a:custGeom>
            <a:avLst/>
            <a:gdLst/>
            <a:ahLst/>
            <a:cxnLst/>
            <a:rect l="l" t="t" r="r" b="b"/>
            <a:pathLst>
              <a:path w="3480435" h="1157604">
                <a:moveTo>
                  <a:pt x="1610106" y="360426"/>
                </a:moveTo>
                <a:lnTo>
                  <a:pt x="1604772" y="354330"/>
                </a:lnTo>
                <a:lnTo>
                  <a:pt x="6096" y="354330"/>
                </a:lnTo>
                <a:lnTo>
                  <a:pt x="0" y="360426"/>
                </a:lnTo>
                <a:lnTo>
                  <a:pt x="0" y="1152144"/>
                </a:lnTo>
                <a:lnTo>
                  <a:pt x="6096" y="1157478"/>
                </a:lnTo>
                <a:lnTo>
                  <a:pt x="12954" y="1157478"/>
                </a:lnTo>
                <a:lnTo>
                  <a:pt x="25908" y="1157478"/>
                </a:lnTo>
                <a:lnTo>
                  <a:pt x="125730" y="1157478"/>
                </a:lnTo>
                <a:lnTo>
                  <a:pt x="145542" y="1157478"/>
                </a:lnTo>
                <a:lnTo>
                  <a:pt x="150876" y="1152144"/>
                </a:lnTo>
                <a:lnTo>
                  <a:pt x="150876" y="505206"/>
                </a:lnTo>
                <a:lnTo>
                  <a:pt x="1584960" y="505206"/>
                </a:lnTo>
                <a:lnTo>
                  <a:pt x="1597152" y="505206"/>
                </a:lnTo>
                <a:lnTo>
                  <a:pt x="1604772" y="505206"/>
                </a:lnTo>
                <a:lnTo>
                  <a:pt x="1610106" y="499110"/>
                </a:lnTo>
                <a:lnTo>
                  <a:pt x="1610106" y="360426"/>
                </a:lnTo>
                <a:close/>
              </a:path>
              <a:path w="3480435" h="1157604">
                <a:moveTo>
                  <a:pt x="3480054" y="6096"/>
                </a:moveTo>
                <a:lnTo>
                  <a:pt x="3474720" y="0"/>
                </a:lnTo>
                <a:lnTo>
                  <a:pt x="1783842" y="0"/>
                </a:lnTo>
                <a:lnTo>
                  <a:pt x="1778508" y="6096"/>
                </a:lnTo>
                <a:lnTo>
                  <a:pt x="1778508" y="797814"/>
                </a:lnTo>
                <a:lnTo>
                  <a:pt x="1783842" y="803910"/>
                </a:lnTo>
                <a:lnTo>
                  <a:pt x="1790700" y="803910"/>
                </a:lnTo>
                <a:lnTo>
                  <a:pt x="1803654" y="803910"/>
                </a:lnTo>
                <a:lnTo>
                  <a:pt x="1903476" y="803910"/>
                </a:lnTo>
                <a:lnTo>
                  <a:pt x="1923288" y="803910"/>
                </a:lnTo>
                <a:lnTo>
                  <a:pt x="1929384" y="797814"/>
                </a:lnTo>
                <a:lnTo>
                  <a:pt x="1929384" y="150876"/>
                </a:lnTo>
                <a:lnTo>
                  <a:pt x="3454908" y="150876"/>
                </a:lnTo>
                <a:lnTo>
                  <a:pt x="3467100" y="150876"/>
                </a:lnTo>
                <a:lnTo>
                  <a:pt x="3474720" y="150876"/>
                </a:lnTo>
                <a:lnTo>
                  <a:pt x="3480054" y="145542"/>
                </a:lnTo>
                <a:lnTo>
                  <a:pt x="3480054" y="6096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436617" y="4480052"/>
            <a:ext cx="13379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Cloud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 Stack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330190" y="3971543"/>
            <a:ext cx="312420" cy="247015"/>
          </a:xfrm>
          <a:custGeom>
            <a:avLst/>
            <a:gdLst/>
            <a:ahLst/>
            <a:cxnLst/>
            <a:rect l="l" t="t" r="r" b="b"/>
            <a:pathLst>
              <a:path w="312420" h="247014">
                <a:moveTo>
                  <a:pt x="312420" y="8382"/>
                </a:moveTo>
                <a:lnTo>
                  <a:pt x="309372" y="3810"/>
                </a:lnTo>
                <a:lnTo>
                  <a:pt x="304800" y="2286"/>
                </a:lnTo>
                <a:lnTo>
                  <a:pt x="300990" y="0"/>
                </a:lnTo>
                <a:lnTo>
                  <a:pt x="295656" y="762"/>
                </a:lnTo>
                <a:lnTo>
                  <a:pt x="291846" y="3048"/>
                </a:lnTo>
                <a:lnTo>
                  <a:pt x="6096" y="224028"/>
                </a:lnTo>
                <a:lnTo>
                  <a:pt x="1524" y="227076"/>
                </a:lnTo>
                <a:lnTo>
                  <a:pt x="0" y="233172"/>
                </a:lnTo>
                <a:lnTo>
                  <a:pt x="1524" y="238506"/>
                </a:lnTo>
                <a:lnTo>
                  <a:pt x="3048" y="243078"/>
                </a:lnTo>
                <a:lnTo>
                  <a:pt x="8382" y="246888"/>
                </a:lnTo>
                <a:lnTo>
                  <a:pt x="13716" y="246888"/>
                </a:lnTo>
                <a:lnTo>
                  <a:pt x="286512" y="246888"/>
                </a:lnTo>
                <a:lnTo>
                  <a:pt x="299466" y="246888"/>
                </a:lnTo>
                <a:lnTo>
                  <a:pt x="306324" y="246888"/>
                </a:lnTo>
                <a:lnTo>
                  <a:pt x="307086" y="246126"/>
                </a:lnTo>
                <a:lnTo>
                  <a:pt x="312420" y="240792"/>
                </a:lnTo>
                <a:lnTo>
                  <a:pt x="312420" y="8382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76950" y="3972305"/>
            <a:ext cx="1632585" cy="802005"/>
          </a:xfrm>
          <a:custGeom>
            <a:avLst/>
            <a:gdLst/>
            <a:ahLst/>
            <a:cxnLst/>
            <a:rect l="l" t="t" r="r" b="b"/>
            <a:pathLst>
              <a:path w="1632584" h="802004">
                <a:moveTo>
                  <a:pt x="1632204" y="5334"/>
                </a:moveTo>
                <a:lnTo>
                  <a:pt x="1626870" y="0"/>
                </a:lnTo>
                <a:lnTo>
                  <a:pt x="6096" y="0"/>
                </a:lnTo>
                <a:lnTo>
                  <a:pt x="0" y="5334"/>
                </a:lnTo>
                <a:lnTo>
                  <a:pt x="0" y="796290"/>
                </a:lnTo>
                <a:lnTo>
                  <a:pt x="6096" y="801624"/>
                </a:lnTo>
                <a:lnTo>
                  <a:pt x="12954" y="801624"/>
                </a:lnTo>
                <a:lnTo>
                  <a:pt x="25908" y="801624"/>
                </a:lnTo>
                <a:lnTo>
                  <a:pt x="125730" y="801624"/>
                </a:lnTo>
                <a:lnTo>
                  <a:pt x="145542" y="801624"/>
                </a:lnTo>
                <a:lnTo>
                  <a:pt x="150876" y="796290"/>
                </a:lnTo>
                <a:lnTo>
                  <a:pt x="150876" y="150114"/>
                </a:lnTo>
                <a:lnTo>
                  <a:pt x="1607058" y="150114"/>
                </a:lnTo>
                <a:lnTo>
                  <a:pt x="1619250" y="150114"/>
                </a:lnTo>
                <a:lnTo>
                  <a:pt x="1626870" y="150114"/>
                </a:lnTo>
                <a:lnTo>
                  <a:pt x="1632204" y="144780"/>
                </a:lnTo>
                <a:lnTo>
                  <a:pt x="1632204" y="5334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258559" y="4126483"/>
            <a:ext cx="1298575" cy="62293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0"/>
              </a:spcBef>
            </a:pP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Types</a:t>
            </a:r>
            <a:r>
              <a:rPr sz="14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14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Clouds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14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CMUQ’s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Private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 Cloud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152894" y="3617213"/>
            <a:ext cx="300990" cy="247015"/>
          </a:xfrm>
          <a:custGeom>
            <a:avLst/>
            <a:gdLst/>
            <a:ahLst/>
            <a:cxnLst/>
            <a:rect l="l" t="t" r="r" b="b"/>
            <a:pathLst>
              <a:path w="300990" h="247014">
                <a:moveTo>
                  <a:pt x="300990" y="9144"/>
                </a:moveTo>
                <a:lnTo>
                  <a:pt x="297942" y="4572"/>
                </a:lnTo>
                <a:lnTo>
                  <a:pt x="288798" y="0"/>
                </a:lnTo>
                <a:lnTo>
                  <a:pt x="284226" y="762"/>
                </a:lnTo>
                <a:lnTo>
                  <a:pt x="1524" y="227838"/>
                </a:lnTo>
                <a:lnTo>
                  <a:pt x="0" y="233172"/>
                </a:lnTo>
                <a:lnTo>
                  <a:pt x="3048" y="243840"/>
                </a:lnTo>
                <a:lnTo>
                  <a:pt x="8382" y="246888"/>
                </a:lnTo>
                <a:lnTo>
                  <a:pt x="13716" y="246888"/>
                </a:lnTo>
                <a:lnTo>
                  <a:pt x="275082" y="246888"/>
                </a:lnTo>
                <a:lnTo>
                  <a:pt x="288036" y="246888"/>
                </a:lnTo>
                <a:lnTo>
                  <a:pt x="294894" y="246888"/>
                </a:lnTo>
                <a:lnTo>
                  <a:pt x="295656" y="246227"/>
                </a:lnTo>
                <a:lnTo>
                  <a:pt x="300990" y="241554"/>
                </a:lnTo>
                <a:lnTo>
                  <a:pt x="300990" y="9144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836408" y="3617975"/>
            <a:ext cx="1657350" cy="803910"/>
          </a:xfrm>
          <a:custGeom>
            <a:avLst/>
            <a:gdLst/>
            <a:ahLst/>
            <a:cxnLst/>
            <a:rect l="l" t="t" r="r" b="b"/>
            <a:pathLst>
              <a:path w="1657350" h="803910">
                <a:moveTo>
                  <a:pt x="1657350" y="6096"/>
                </a:moveTo>
                <a:lnTo>
                  <a:pt x="1651254" y="0"/>
                </a:lnTo>
                <a:lnTo>
                  <a:pt x="5334" y="0"/>
                </a:lnTo>
                <a:lnTo>
                  <a:pt x="0" y="6096"/>
                </a:lnTo>
                <a:lnTo>
                  <a:pt x="0" y="797814"/>
                </a:lnTo>
                <a:lnTo>
                  <a:pt x="5334" y="803910"/>
                </a:lnTo>
                <a:lnTo>
                  <a:pt x="12192" y="803910"/>
                </a:lnTo>
                <a:lnTo>
                  <a:pt x="25146" y="803910"/>
                </a:lnTo>
                <a:lnTo>
                  <a:pt x="124968" y="803910"/>
                </a:lnTo>
                <a:lnTo>
                  <a:pt x="144780" y="803910"/>
                </a:lnTo>
                <a:lnTo>
                  <a:pt x="150876" y="797814"/>
                </a:lnTo>
                <a:lnTo>
                  <a:pt x="150876" y="150876"/>
                </a:lnTo>
                <a:lnTo>
                  <a:pt x="1631442" y="150876"/>
                </a:lnTo>
                <a:lnTo>
                  <a:pt x="1644396" y="150876"/>
                </a:lnTo>
                <a:lnTo>
                  <a:pt x="1651254" y="150876"/>
                </a:lnTo>
                <a:lnTo>
                  <a:pt x="1657350" y="145542"/>
                </a:lnTo>
                <a:lnTo>
                  <a:pt x="1657350" y="6096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018018" y="3772153"/>
            <a:ext cx="1368425" cy="4305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0"/>
              </a:spcBef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Software</a:t>
            </a:r>
            <a:r>
              <a:rPr sz="14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Service Models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911590" y="3263645"/>
            <a:ext cx="304165" cy="247015"/>
          </a:xfrm>
          <a:custGeom>
            <a:avLst/>
            <a:gdLst/>
            <a:ahLst/>
            <a:cxnLst/>
            <a:rect l="l" t="t" r="r" b="b"/>
            <a:pathLst>
              <a:path w="304165" h="247014">
                <a:moveTo>
                  <a:pt x="304038" y="8382"/>
                </a:moveTo>
                <a:lnTo>
                  <a:pt x="301752" y="3810"/>
                </a:lnTo>
                <a:lnTo>
                  <a:pt x="297180" y="1524"/>
                </a:lnTo>
                <a:lnTo>
                  <a:pt x="292608" y="0"/>
                </a:lnTo>
                <a:lnTo>
                  <a:pt x="287274" y="0"/>
                </a:lnTo>
                <a:lnTo>
                  <a:pt x="6096" y="224028"/>
                </a:lnTo>
                <a:lnTo>
                  <a:pt x="1524" y="227076"/>
                </a:lnTo>
                <a:lnTo>
                  <a:pt x="0" y="233172"/>
                </a:lnTo>
                <a:lnTo>
                  <a:pt x="1524" y="238506"/>
                </a:lnTo>
                <a:lnTo>
                  <a:pt x="3810" y="243078"/>
                </a:lnTo>
                <a:lnTo>
                  <a:pt x="8382" y="246888"/>
                </a:lnTo>
                <a:lnTo>
                  <a:pt x="13716" y="246888"/>
                </a:lnTo>
                <a:lnTo>
                  <a:pt x="278892" y="246888"/>
                </a:lnTo>
                <a:lnTo>
                  <a:pt x="291846" y="246888"/>
                </a:lnTo>
                <a:lnTo>
                  <a:pt x="298704" y="246888"/>
                </a:lnTo>
                <a:lnTo>
                  <a:pt x="299466" y="246024"/>
                </a:lnTo>
                <a:lnTo>
                  <a:pt x="304038" y="240792"/>
                </a:lnTo>
                <a:lnTo>
                  <a:pt x="304038" y="8382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08960" y="5814059"/>
            <a:ext cx="346075" cy="741680"/>
          </a:xfrm>
          <a:custGeom>
            <a:avLst/>
            <a:gdLst/>
            <a:ahLst/>
            <a:cxnLst/>
            <a:rect l="l" t="t" r="r" b="b"/>
            <a:pathLst>
              <a:path w="346075" h="741679">
                <a:moveTo>
                  <a:pt x="345948" y="741426"/>
                </a:moveTo>
                <a:lnTo>
                  <a:pt x="345947" y="172973"/>
                </a:lnTo>
                <a:lnTo>
                  <a:pt x="172973" y="0"/>
                </a:lnTo>
                <a:lnTo>
                  <a:pt x="0" y="172973"/>
                </a:lnTo>
                <a:lnTo>
                  <a:pt x="0" y="741426"/>
                </a:lnTo>
                <a:lnTo>
                  <a:pt x="172974" y="568452"/>
                </a:lnTo>
                <a:lnTo>
                  <a:pt x="345948" y="74142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657348" y="4834382"/>
            <a:ext cx="1241425" cy="62293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0"/>
              </a:spcBef>
            </a:pPr>
            <a:r>
              <a:rPr sz="1400" dirty="0">
                <a:solidFill>
                  <a:srgbClr val="170FC1"/>
                </a:solidFill>
                <a:latin typeface="Arial MT"/>
                <a:cs typeface="Arial MT"/>
              </a:rPr>
              <a:t>Service</a:t>
            </a:r>
            <a:r>
              <a:rPr sz="1400" spc="-45" dirty="0">
                <a:solidFill>
                  <a:srgbClr val="170FC1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70FC1"/>
                </a:solidFill>
                <a:latin typeface="Arial MT"/>
                <a:cs typeface="Arial MT"/>
              </a:rPr>
              <a:t>Models </a:t>
            </a:r>
            <a:r>
              <a:rPr sz="1400" dirty="0">
                <a:solidFill>
                  <a:srgbClr val="170FC1"/>
                </a:solidFill>
                <a:latin typeface="Arial MT"/>
                <a:cs typeface="Arial MT"/>
              </a:rPr>
              <a:t>of</a:t>
            </a:r>
            <a:r>
              <a:rPr sz="1400" spc="-15" dirty="0">
                <a:solidFill>
                  <a:srgbClr val="170FC1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70FC1"/>
                </a:solidFill>
                <a:latin typeface="Arial MT"/>
                <a:cs typeface="Arial MT"/>
              </a:rPr>
              <a:t>Cloud Computing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2465705">
              <a:lnSpc>
                <a:spcPct val="100000"/>
              </a:lnSpc>
              <a:spcBef>
                <a:spcPts val="95"/>
              </a:spcBef>
            </a:pPr>
            <a:r>
              <a:rPr dirty="0"/>
              <a:t>IT</a:t>
            </a:r>
            <a:r>
              <a:rPr spc="-35" dirty="0"/>
              <a:t> </a:t>
            </a:r>
            <a:r>
              <a:rPr dirty="0"/>
              <a:t>as</a:t>
            </a:r>
            <a:r>
              <a:rPr spc="-3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10" dirty="0"/>
              <a:t>Service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981911"/>
            <a:ext cx="6795770" cy="331914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How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do</a:t>
            </a:r>
            <a:r>
              <a:rPr sz="32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you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offer</a:t>
            </a:r>
            <a:r>
              <a:rPr sz="32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IT</a:t>
            </a:r>
            <a:r>
              <a:rPr sz="32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as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32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service?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Different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users</a:t>
            </a:r>
            <a:r>
              <a:rPr sz="3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have</a:t>
            </a:r>
            <a:r>
              <a:rPr sz="3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different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needs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Consider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needs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of:</a:t>
            </a:r>
            <a:endParaRPr sz="32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680"/>
              </a:spcBef>
              <a:buFont typeface="Wingdings"/>
              <a:buChar char=""/>
              <a:tabLst>
                <a:tab pos="755015" algn="l"/>
              </a:tabLst>
            </a:pP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Average</a:t>
            </a:r>
            <a:r>
              <a:rPr sz="2800" spc="-8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End</a:t>
            </a:r>
            <a:r>
              <a:rPr sz="28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7E7E7E"/>
                </a:solidFill>
                <a:latin typeface="Arial MT"/>
                <a:cs typeface="Arial MT"/>
              </a:rPr>
              <a:t>User</a:t>
            </a:r>
            <a:endParaRPr sz="28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755015" algn="l"/>
              </a:tabLst>
            </a:pP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Mobile</a:t>
            </a:r>
            <a:r>
              <a:rPr sz="2800" spc="-10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Application</a:t>
            </a:r>
            <a:r>
              <a:rPr sz="2800" spc="-10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Arial MT"/>
                <a:cs typeface="Arial MT"/>
              </a:rPr>
              <a:t>Developer</a:t>
            </a:r>
            <a:endParaRPr sz="28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755015" algn="l"/>
              </a:tabLst>
            </a:pP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Enterprise</a:t>
            </a:r>
            <a:r>
              <a:rPr sz="28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System</a:t>
            </a:r>
            <a:r>
              <a:rPr sz="28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Arial MT"/>
                <a:cs typeface="Arial MT"/>
              </a:rPr>
              <a:t>Architect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54608" y="5463540"/>
            <a:ext cx="8178800" cy="1016000"/>
            <a:chOff x="1054608" y="5463540"/>
            <a:chExt cx="8178800" cy="1016000"/>
          </a:xfrm>
        </p:grpSpPr>
        <p:sp>
          <p:nvSpPr>
            <p:cNvPr id="5" name="object 5"/>
            <p:cNvSpPr/>
            <p:nvPr/>
          </p:nvSpPr>
          <p:spPr>
            <a:xfrm>
              <a:off x="1066800" y="5475732"/>
              <a:ext cx="8153400" cy="124460"/>
            </a:xfrm>
            <a:custGeom>
              <a:avLst/>
              <a:gdLst/>
              <a:ahLst/>
              <a:cxnLst/>
              <a:rect l="l" t="t" r="r" b="b"/>
              <a:pathLst>
                <a:path w="8153400" h="124460">
                  <a:moveTo>
                    <a:pt x="8153400" y="0"/>
                  </a:moveTo>
                  <a:lnTo>
                    <a:pt x="0" y="0"/>
                  </a:lnTo>
                  <a:lnTo>
                    <a:pt x="124205" y="124206"/>
                  </a:lnTo>
                  <a:lnTo>
                    <a:pt x="8029956" y="124206"/>
                  </a:lnTo>
                  <a:lnTo>
                    <a:pt x="8153400" y="0"/>
                  </a:lnTo>
                  <a:close/>
                </a:path>
              </a:pathLst>
            </a:custGeom>
            <a:solidFill>
              <a:srgbClr val="729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66800" y="6342888"/>
              <a:ext cx="8153400" cy="123825"/>
            </a:xfrm>
            <a:custGeom>
              <a:avLst/>
              <a:gdLst/>
              <a:ahLst/>
              <a:cxnLst/>
              <a:rect l="l" t="t" r="r" b="b"/>
              <a:pathLst>
                <a:path w="8153400" h="123825">
                  <a:moveTo>
                    <a:pt x="8153400" y="123443"/>
                  </a:moveTo>
                  <a:lnTo>
                    <a:pt x="8029956" y="0"/>
                  </a:lnTo>
                  <a:lnTo>
                    <a:pt x="124205" y="0"/>
                  </a:lnTo>
                  <a:lnTo>
                    <a:pt x="0" y="123444"/>
                  </a:lnTo>
                  <a:lnTo>
                    <a:pt x="8153400" y="123443"/>
                  </a:lnTo>
                  <a:close/>
                </a:path>
              </a:pathLst>
            </a:custGeom>
            <a:solidFill>
              <a:srgbClr val="4068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66800" y="5475732"/>
              <a:ext cx="124460" cy="990600"/>
            </a:xfrm>
            <a:custGeom>
              <a:avLst/>
              <a:gdLst/>
              <a:ahLst/>
              <a:cxnLst/>
              <a:rect l="l" t="t" r="r" b="b"/>
              <a:pathLst>
                <a:path w="124459" h="990600">
                  <a:moveTo>
                    <a:pt x="124206" y="867156"/>
                  </a:moveTo>
                  <a:lnTo>
                    <a:pt x="124205" y="124205"/>
                  </a:lnTo>
                  <a:lnTo>
                    <a:pt x="0" y="0"/>
                  </a:lnTo>
                  <a:lnTo>
                    <a:pt x="0" y="990600"/>
                  </a:lnTo>
                  <a:lnTo>
                    <a:pt x="124206" y="867156"/>
                  </a:lnTo>
                  <a:close/>
                </a:path>
              </a:pathLst>
            </a:custGeom>
            <a:solidFill>
              <a:srgbClr val="95B3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096755" y="5475732"/>
              <a:ext cx="123825" cy="990600"/>
            </a:xfrm>
            <a:custGeom>
              <a:avLst/>
              <a:gdLst/>
              <a:ahLst/>
              <a:cxnLst/>
              <a:rect l="l" t="t" r="r" b="b"/>
              <a:pathLst>
                <a:path w="123825" h="990600">
                  <a:moveTo>
                    <a:pt x="123444" y="990600"/>
                  </a:moveTo>
                  <a:lnTo>
                    <a:pt x="123444" y="0"/>
                  </a:lnTo>
                  <a:lnTo>
                    <a:pt x="0" y="124205"/>
                  </a:lnTo>
                  <a:lnTo>
                    <a:pt x="0" y="867156"/>
                  </a:lnTo>
                  <a:lnTo>
                    <a:pt x="123444" y="990600"/>
                  </a:lnTo>
                  <a:close/>
                </a:path>
              </a:pathLst>
            </a:custGeom>
            <a:solidFill>
              <a:srgbClr val="2F4D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54608" y="5463540"/>
              <a:ext cx="8178800" cy="1016000"/>
            </a:xfrm>
            <a:custGeom>
              <a:avLst/>
              <a:gdLst/>
              <a:ahLst/>
              <a:cxnLst/>
              <a:rect l="l" t="t" r="r" b="b"/>
              <a:pathLst>
                <a:path w="8178800" h="1016000">
                  <a:moveTo>
                    <a:pt x="8178546" y="1009650"/>
                  </a:moveTo>
                  <a:lnTo>
                    <a:pt x="8178546" y="5333"/>
                  </a:lnTo>
                  <a:lnTo>
                    <a:pt x="8173211" y="0"/>
                  </a:lnTo>
                  <a:lnTo>
                    <a:pt x="5333" y="0"/>
                  </a:lnTo>
                  <a:lnTo>
                    <a:pt x="0" y="5334"/>
                  </a:lnTo>
                  <a:lnTo>
                    <a:pt x="0" y="1009650"/>
                  </a:lnTo>
                  <a:lnTo>
                    <a:pt x="3810" y="1014004"/>
                  </a:lnTo>
                  <a:lnTo>
                    <a:pt x="3810" y="21336"/>
                  </a:lnTo>
                  <a:lnTo>
                    <a:pt x="21336" y="3048"/>
                  </a:lnTo>
                  <a:lnTo>
                    <a:pt x="43433" y="25145"/>
                  </a:lnTo>
                  <a:lnTo>
                    <a:pt x="8135111" y="25145"/>
                  </a:lnTo>
                  <a:lnTo>
                    <a:pt x="8157209" y="3047"/>
                  </a:lnTo>
                  <a:lnTo>
                    <a:pt x="8174735" y="21335"/>
                  </a:lnTo>
                  <a:lnTo>
                    <a:pt x="8174735" y="1014004"/>
                  </a:lnTo>
                  <a:lnTo>
                    <a:pt x="8178546" y="1009650"/>
                  </a:lnTo>
                  <a:close/>
                </a:path>
                <a:path w="8178800" h="1016000">
                  <a:moveTo>
                    <a:pt x="43433" y="25146"/>
                  </a:moveTo>
                  <a:lnTo>
                    <a:pt x="21336" y="3048"/>
                  </a:lnTo>
                  <a:lnTo>
                    <a:pt x="3810" y="21336"/>
                  </a:lnTo>
                  <a:lnTo>
                    <a:pt x="12192" y="29718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43433" y="25146"/>
                  </a:lnTo>
                  <a:close/>
                </a:path>
                <a:path w="8178800" h="1016000">
                  <a:moveTo>
                    <a:pt x="25146" y="972312"/>
                  </a:moveTo>
                  <a:lnTo>
                    <a:pt x="25146" y="42672"/>
                  </a:lnTo>
                  <a:lnTo>
                    <a:pt x="3810" y="21336"/>
                  </a:lnTo>
                  <a:lnTo>
                    <a:pt x="3810" y="993648"/>
                  </a:lnTo>
                  <a:lnTo>
                    <a:pt x="25146" y="972312"/>
                  </a:lnTo>
                  <a:close/>
                </a:path>
                <a:path w="8178800" h="1016000">
                  <a:moveTo>
                    <a:pt x="145542" y="887730"/>
                  </a:moveTo>
                  <a:lnTo>
                    <a:pt x="127254" y="870204"/>
                  </a:lnTo>
                  <a:lnTo>
                    <a:pt x="3810" y="993648"/>
                  </a:lnTo>
                  <a:lnTo>
                    <a:pt x="12192" y="1002394"/>
                  </a:lnTo>
                  <a:lnTo>
                    <a:pt x="12192" y="990600"/>
                  </a:lnTo>
                  <a:lnTo>
                    <a:pt x="42671" y="990600"/>
                  </a:lnTo>
                  <a:lnTo>
                    <a:pt x="123444" y="909828"/>
                  </a:lnTo>
                  <a:lnTo>
                    <a:pt x="123444" y="886206"/>
                  </a:lnTo>
                  <a:lnTo>
                    <a:pt x="129540" y="891540"/>
                  </a:lnTo>
                  <a:lnTo>
                    <a:pt x="141731" y="891540"/>
                  </a:lnTo>
                  <a:lnTo>
                    <a:pt x="145542" y="887730"/>
                  </a:lnTo>
                  <a:close/>
                </a:path>
                <a:path w="8178800" h="1016000">
                  <a:moveTo>
                    <a:pt x="8174735" y="1014004"/>
                  </a:moveTo>
                  <a:lnTo>
                    <a:pt x="8174735" y="993647"/>
                  </a:lnTo>
                  <a:lnTo>
                    <a:pt x="8157209" y="1011935"/>
                  </a:lnTo>
                  <a:lnTo>
                    <a:pt x="8135873" y="990600"/>
                  </a:lnTo>
                  <a:lnTo>
                    <a:pt x="42671" y="990600"/>
                  </a:lnTo>
                  <a:lnTo>
                    <a:pt x="21336" y="1011936"/>
                  </a:lnTo>
                  <a:lnTo>
                    <a:pt x="3810" y="993648"/>
                  </a:lnTo>
                  <a:lnTo>
                    <a:pt x="3810" y="1014004"/>
                  </a:lnTo>
                  <a:lnTo>
                    <a:pt x="5334" y="1015746"/>
                  </a:lnTo>
                  <a:lnTo>
                    <a:pt x="8173211" y="1015745"/>
                  </a:lnTo>
                  <a:lnTo>
                    <a:pt x="8174735" y="1014004"/>
                  </a:lnTo>
                  <a:close/>
                </a:path>
                <a:path w="8178800" h="10160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8178800" h="1016000">
                  <a:moveTo>
                    <a:pt x="141731" y="123444"/>
                  </a:moveTo>
                  <a:lnTo>
                    <a:pt x="43433" y="25146"/>
                  </a:lnTo>
                  <a:lnTo>
                    <a:pt x="12192" y="25146"/>
                  </a:lnTo>
                  <a:lnTo>
                    <a:pt x="12192" y="29718"/>
                  </a:lnTo>
                  <a:lnTo>
                    <a:pt x="123444" y="140970"/>
                  </a:lnTo>
                  <a:lnTo>
                    <a:pt x="123444" y="128778"/>
                  </a:lnTo>
                  <a:lnTo>
                    <a:pt x="129539" y="123444"/>
                  </a:lnTo>
                  <a:lnTo>
                    <a:pt x="141731" y="123444"/>
                  </a:lnTo>
                  <a:close/>
                </a:path>
                <a:path w="8178800" h="1016000">
                  <a:moveTo>
                    <a:pt x="42671" y="990600"/>
                  </a:moveTo>
                  <a:lnTo>
                    <a:pt x="12192" y="990600"/>
                  </a:lnTo>
                  <a:lnTo>
                    <a:pt x="25146" y="1002792"/>
                  </a:lnTo>
                  <a:lnTo>
                    <a:pt x="25146" y="1008126"/>
                  </a:lnTo>
                  <a:lnTo>
                    <a:pt x="42671" y="990600"/>
                  </a:lnTo>
                  <a:close/>
                </a:path>
                <a:path w="8178800" h="1016000">
                  <a:moveTo>
                    <a:pt x="25146" y="1008126"/>
                  </a:moveTo>
                  <a:lnTo>
                    <a:pt x="25146" y="1002792"/>
                  </a:lnTo>
                  <a:lnTo>
                    <a:pt x="12192" y="990600"/>
                  </a:lnTo>
                  <a:lnTo>
                    <a:pt x="12192" y="1002394"/>
                  </a:lnTo>
                  <a:lnTo>
                    <a:pt x="21336" y="1011936"/>
                  </a:lnTo>
                  <a:lnTo>
                    <a:pt x="25146" y="1008126"/>
                  </a:lnTo>
                  <a:close/>
                </a:path>
                <a:path w="8178800" h="1016000">
                  <a:moveTo>
                    <a:pt x="145542" y="127254"/>
                  </a:moveTo>
                  <a:lnTo>
                    <a:pt x="141731" y="123444"/>
                  </a:lnTo>
                  <a:lnTo>
                    <a:pt x="129539" y="123444"/>
                  </a:lnTo>
                  <a:lnTo>
                    <a:pt x="123444" y="128778"/>
                  </a:lnTo>
                  <a:lnTo>
                    <a:pt x="123444" y="140970"/>
                  </a:lnTo>
                  <a:lnTo>
                    <a:pt x="127254" y="144780"/>
                  </a:lnTo>
                  <a:lnTo>
                    <a:pt x="145542" y="127254"/>
                  </a:lnTo>
                  <a:close/>
                </a:path>
                <a:path w="8178800" h="1016000">
                  <a:moveTo>
                    <a:pt x="145542" y="139983"/>
                  </a:moveTo>
                  <a:lnTo>
                    <a:pt x="145542" y="127254"/>
                  </a:lnTo>
                  <a:lnTo>
                    <a:pt x="127254" y="144780"/>
                  </a:lnTo>
                  <a:lnTo>
                    <a:pt x="123444" y="140970"/>
                  </a:lnTo>
                  <a:lnTo>
                    <a:pt x="123444" y="874014"/>
                  </a:lnTo>
                  <a:lnTo>
                    <a:pt x="127254" y="870204"/>
                  </a:lnTo>
                  <a:lnTo>
                    <a:pt x="136398" y="878967"/>
                  </a:lnTo>
                  <a:lnTo>
                    <a:pt x="136398" y="148590"/>
                  </a:lnTo>
                  <a:lnTo>
                    <a:pt x="145542" y="139983"/>
                  </a:lnTo>
                  <a:close/>
                </a:path>
                <a:path w="8178800" h="1016000">
                  <a:moveTo>
                    <a:pt x="141731" y="891540"/>
                  </a:moveTo>
                  <a:lnTo>
                    <a:pt x="129540" y="891540"/>
                  </a:lnTo>
                  <a:lnTo>
                    <a:pt x="123444" y="886206"/>
                  </a:lnTo>
                  <a:lnTo>
                    <a:pt x="123444" y="909828"/>
                  </a:lnTo>
                  <a:lnTo>
                    <a:pt x="141731" y="891540"/>
                  </a:lnTo>
                  <a:close/>
                </a:path>
                <a:path w="8178800" h="1016000">
                  <a:moveTo>
                    <a:pt x="149351" y="148590"/>
                  </a:moveTo>
                  <a:lnTo>
                    <a:pt x="149351" y="136398"/>
                  </a:lnTo>
                  <a:lnTo>
                    <a:pt x="136398" y="148590"/>
                  </a:lnTo>
                  <a:lnTo>
                    <a:pt x="149351" y="148590"/>
                  </a:lnTo>
                  <a:close/>
                </a:path>
                <a:path w="8178800" h="1016000">
                  <a:moveTo>
                    <a:pt x="149351" y="866394"/>
                  </a:moveTo>
                  <a:lnTo>
                    <a:pt x="149351" y="148590"/>
                  </a:lnTo>
                  <a:lnTo>
                    <a:pt x="136398" y="148590"/>
                  </a:lnTo>
                  <a:lnTo>
                    <a:pt x="136398" y="866394"/>
                  </a:lnTo>
                  <a:lnTo>
                    <a:pt x="149351" y="866394"/>
                  </a:lnTo>
                  <a:close/>
                </a:path>
                <a:path w="8178800" h="1016000">
                  <a:moveTo>
                    <a:pt x="8042148" y="866394"/>
                  </a:moveTo>
                  <a:lnTo>
                    <a:pt x="136398" y="866394"/>
                  </a:lnTo>
                  <a:lnTo>
                    <a:pt x="149351" y="879348"/>
                  </a:lnTo>
                  <a:lnTo>
                    <a:pt x="149352" y="891540"/>
                  </a:lnTo>
                  <a:lnTo>
                    <a:pt x="8029194" y="891539"/>
                  </a:lnTo>
                  <a:lnTo>
                    <a:pt x="8029194" y="879347"/>
                  </a:lnTo>
                  <a:lnTo>
                    <a:pt x="8042148" y="866394"/>
                  </a:lnTo>
                  <a:close/>
                </a:path>
                <a:path w="8178800" h="1016000">
                  <a:moveTo>
                    <a:pt x="149352" y="891540"/>
                  </a:moveTo>
                  <a:lnTo>
                    <a:pt x="149351" y="879348"/>
                  </a:lnTo>
                  <a:lnTo>
                    <a:pt x="136398" y="866394"/>
                  </a:lnTo>
                  <a:lnTo>
                    <a:pt x="136398" y="878967"/>
                  </a:lnTo>
                  <a:lnTo>
                    <a:pt x="145542" y="887730"/>
                  </a:lnTo>
                  <a:lnTo>
                    <a:pt x="145542" y="891540"/>
                  </a:lnTo>
                  <a:lnTo>
                    <a:pt x="149352" y="891540"/>
                  </a:lnTo>
                  <a:close/>
                </a:path>
                <a:path w="8178800" h="1016000">
                  <a:moveTo>
                    <a:pt x="8036813" y="123443"/>
                  </a:moveTo>
                  <a:lnTo>
                    <a:pt x="141731" y="123444"/>
                  </a:lnTo>
                  <a:lnTo>
                    <a:pt x="145542" y="127254"/>
                  </a:lnTo>
                  <a:lnTo>
                    <a:pt x="145542" y="139983"/>
                  </a:lnTo>
                  <a:lnTo>
                    <a:pt x="149351" y="136398"/>
                  </a:lnTo>
                  <a:lnTo>
                    <a:pt x="149351" y="148590"/>
                  </a:lnTo>
                  <a:lnTo>
                    <a:pt x="8029194" y="148589"/>
                  </a:lnTo>
                  <a:lnTo>
                    <a:pt x="8029194" y="136397"/>
                  </a:lnTo>
                  <a:lnTo>
                    <a:pt x="8033004" y="139983"/>
                  </a:lnTo>
                  <a:lnTo>
                    <a:pt x="8033004" y="127253"/>
                  </a:lnTo>
                  <a:lnTo>
                    <a:pt x="8036813" y="123443"/>
                  </a:lnTo>
                  <a:close/>
                </a:path>
                <a:path w="8178800" h="1016000">
                  <a:moveTo>
                    <a:pt x="145542" y="891540"/>
                  </a:moveTo>
                  <a:lnTo>
                    <a:pt x="145542" y="887730"/>
                  </a:lnTo>
                  <a:lnTo>
                    <a:pt x="141731" y="891540"/>
                  </a:lnTo>
                  <a:lnTo>
                    <a:pt x="145542" y="891540"/>
                  </a:lnTo>
                  <a:close/>
                </a:path>
                <a:path w="8178800" h="1016000">
                  <a:moveTo>
                    <a:pt x="8042148" y="148589"/>
                  </a:moveTo>
                  <a:lnTo>
                    <a:pt x="8029194" y="136397"/>
                  </a:lnTo>
                  <a:lnTo>
                    <a:pt x="8029194" y="148589"/>
                  </a:lnTo>
                  <a:lnTo>
                    <a:pt x="8042148" y="148589"/>
                  </a:lnTo>
                  <a:close/>
                </a:path>
                <a:path w="8178800" h="1016000">
                  <a:moveTo>
                    <a:pt x="8042148" y="866394"/>
                  </a:moveTo>
                  <a:lnTo>
                    <a:pt x="8042148" y="148589"/>
                  </a:lnTo>
                  <a:lnTo>
                    <a:pt x="8029194" y="148589"/>
                  </a:lnTo>
                  <a:lnTo>
                    <a:pt x="8029194" y="866394"/>
                  </a:lnTo>
                  <a:lnTo>
                    <a:pt x="8042148" y="866394"/>
                  </a:lnTo>
                  <a:close/>
                </a:path>
                <a:path w="8178800" h="1016000">
                  <a:moveTo>
                    <a:pt x="8042148" y="878966"/>
                  </a:moveTo>
                  <a:lnTo>
                    <a:pt x="8042148" y="866394"/>
                  </a:lnTo>
                  <a:lnTo>
                    <a:pt x="8029194" y="879347"/>
                  </a:lnTo>
                  <a:lnTo>
                    <a:pt x="8029194" y="891539"/>
                  </a:lnTo>
                  <a:lnTo>
                    <a:pt x="8033004" y="891539"/>
                  </a:lnTo>
                  <a:lnTo>
                    <a:pt x="8033004" y="887729"/>
                  </a:lnTo>
                  <a:lnTo>
                    <a:pt x="8042148" y="878966"/>
                  </a:lnTo>
                  <a:close/>
                </a:path>
                <a:path w="8178800" h="1016000">
                  <a:moveTo>
                    <a:pt x="8055102" y="140970"/>
                  </a:moveTo>
                  <a:lnTo>
                    <a:pt x="8055102" y="128777"/>
                  </a:lnTo>
                  <a:lnTo>
                    <a:pt x="8049006" y="123443"/>
                  </a:lnTo>
                  <a:lnTo>
                    <a:pt x="8036813" y="123443"/>
                  </a:lnTo>
                  <a:lnTo>
                    <a:pt x="8033004" y="127253"/>
                  </a:lnTo>
                  <a:lnTo>
                    <a:pt x="8051292" y="144779"/>
                  </a:lnTo>
                  <a:lnTo>
                    <a:pt x="8055102" y="140970"/>
                  </a:lnTo>
                  <a:close/>
                </a:path>
                <a:path w="8178800" h="1016000">
                  <a:moveTo>
                    <a:pt x="8055102" y="874013"/>
                  </a:moveTo>
                  <a:lnTo>
                    <a:pt x="8055102" y="140970"/>
                  </a:lnTo>
                  <a:lnTo>
                    <a:pt x="8051292" y="144779"/>
                  </a:lnTo>
                  <a:lnTo>
                    <a:pt x="8033004" y="127253"/>
                  </a:lnTo>
                  <a:lnTo>
                    <a:pt x="8033004" y="139983"/>
                  </a:lnTo>
                  <a:lnTo>
                    <a:pt x="8042148" y="148589"/>
                  </a:lnTo>
                  <a:lnTo>
                    <a:pt x="8042148" y="878966"/>
                  </a:lnTo>
                  <a:lnTo>
                    <a:pt x="8051292" y="870204"/>
                  </a:lnTo>
                  <a:lnTo>
                    <a:pt x="8055102" y="874013"/>
                  </a:lnTo>
                  <a:close/>
                </a:path>
                <a:path w="8178800" h="1016000">
                  <a:moveTo>
                    <a:pt x="8174735" y="993647"/>
                  </a:moveTo>
                  <a:lnTo>
                    <a:pt x="8051292" y="870204"/>
                  </a:lnTo>
                  <a:lnTo>
                    <a:pt x="8033004" y="887729"/>
                  </a:lnTo>
                  <a:lnTo>
                    <a:pt x="8036813" y="891539"/>
                  </a:lnTo>
                  <a:lnTo>
                    <a:pt x="8049006" y="891539"/>
                  </a:lnTo>
                  <a:lnTo>
                    <a:pt x="8055102" y="886205"/>
                  </a:lnTo>
                  <a:lnTo>
                    <a:pt x="8055102" y="909828"/>
                  </a:lnTo>
                  <a:lnTo>
                    <a:pt x="8135873" y="990599"/>
                  </a:lnTo>
                  <a:lnTo>
                    <a:pt x="8165592" y="990600"/>
                  </a:lnTo>
                  <a:lnTo>
                    <a:pt x="8165592" y="1003189"/>
                  </a:lnTo>
                  <a:lnTo>
                    <a:pt x="8174735" y="993647"/>
                  </a:lnTo>
                  <a:close/>
                </a:path>
                <a:path w="8178800" h="1016000">
                  <a:moveTo>
                    <a:pt x="8036813" y="891539"/>
                  </a:moveTo>
                  <a:lnTo>
                    <a:pt x="8033004" y="887729"/>
                  </a:lnTo>
                  <a:lnTo>
                    <a:pt x="8033004" y="891539"/>
                  </a:lnTo>
                  <a:lnTo>
                    <a:pt x="8036813" y="891539"/>
                  </a:lnTo>
                  <a:close/>
                </a:path>
                <a:path w="8178800" h="1016000">
                  <a:moveTo>
                    <a:pt x="8165592" y="30479"/>
                  </a:moveTo>
                  <a:lnTo>
                    <a:pt x="8165592" y="25145"/>
                  </a:lnTo>
                  <a:lnTo>
                    <a:pt x="8135111" y="25145"/>
                  </a:lnTo>
                  <a:lnTo>
                    <a:pt x="8036813" y="123443"/>
                  </a:lnTo>
                  <a:lnTo>
                    <a:pt x="8049006" y="123443"/>
                  </a:lnTo>
                  <a:lnTo>
                    <a:pt x="8055102" y="128777"/>
                  </a:lnTo>
                  <a:lnTo>
                    <a:pt x="8055102" y="140970"/>
                  </a:lnTo>
                  <a:lnTo>
                    <a:pt x="8165592" y="30479"/>
                  </a:lnTo>
                  <a:close/>
                </a:path>
                <a:path w="8178800" h="1016000">
                  <a:moveTo>
                    <a:pt x="8055102" y="909828"/>
                  </a:moveTo>
                  <a:lnTo>
                    <a:pt x="8055102" y="886205"/>
                  </a:lnTo>
                  <a:lnTo>
                    <a:pt x="8049006" y="891539"/>
                  </a:lnTo>
                  <a:lnTo>
                    <a:pt x="8036813" y="891539"/>
                  </a:lnTo>
                  <a:lnTo>
                    <a:pt x="8055102" y="909828"/>
                  </a:lnTo>
                  <a:close/>
                </a:path>
                <a:path w="8178800" h="1016000">
                  <a:moveTo>
                    <a:pt x="8174735" y="21335"/>
                  </a:moveTo>
                  <a:lnTo>
                    <a:pt x="8157209" y="3047"/>
                  </a:lnTo>
                  <a:lnTo>
                    <a:pt x="8135111" y="25145"/>
                  </a:lnTo>
                  <a:lnTo>
                    <a:pt x="8153400" y="25145"/>
                  </a:lnTo>
                  <a:lnTo>
                    <a:pt x="8153400" y="12191"/>
                  </a:lnTo>
                  <a:lnTo>
                    <a:pt x="8165592" y="25145"/>
                  </a:lnTo>
                  <a:lnTo>
                    <a:pt x="8165592" y="30479"/>
                  </a:lnTo>
                  <a:lnTo>
                    <a:pt x="8174735" y="21335"/>
                  </a:lnTo>
                  <a:close/>
                </a:path>
                <a:path w="8178800" h="1016000">
                  <a:moveTo>
                    <a:pt x="8165592" y="990600"/>
                  </a:moveTo>
                  <a:lnTo>
                    <a:pt x="8135873" y="990600"/>
                  </a:lnTo>
                  <a:lnTo>
                    <a:pt x="8153400" y="1008126"/>
                  </a:lnTo>
                  <a:lnTo>
                    <a:pt x="8153400" y="1002791"/>
                  </a:lnTo>
                  <a:lnTo>
                    <a:pt x="8165592" y="990600"/>
                  </a:lnTo>
                  <a:close/>
                </a:path>
                <a:path w="8178800" h="1016000">
                  <a:moveTo>
                    <a:pt x="8165592" y="25145"/>
                  </a:moveTo>
                  <a:lnTo>
                    <a:pt x="8153400" y="12191"/>
                  </a:lnTo>
                  <a:lnTo>
                    <a:pt x="8153400" y="25145"/>
                  </a:lnTo>
                  <a:lnTo>
                    <a:pt x="8165592" y="25145"/>
                  </a:lnTo>
                  <a:close/>
                </a:path>
                <a:path w="8178800" h="1016000">
                  <a:moveTo>
                    <a:pt x="8174735" y="993647"/>
                  </a:moveTo>
                  <a:lnTo>
                    <a:pt x="8174735" y="21335"/>
                  </a:lnTo>
                  <a:lnTo>
                    <a:pt x="8153400" y="42671"/>
                  </a:lnTo>
                  <a:lnTo>
                    <a:pt x="8153400" y="972312"/>
                  </a:lnTo>
                  <a:lnTo>
                    <a:pt x="8174735" y="993647"/>
                  </a:lnTo>
                  <a:close/>
                </a:path>
                <a:path w="8178800" h="1016000">
                  <a:moveTo>
                    <a:pt x="8165592" y="1003189"/>
                  </a:moveTo>
                  <a:lnTo>
                    <a:pt x="8165592" y="990600"/>
                  </a:lnTo>
                  <a:lnTo>
                    <a:pt x="8153400" y="1002791"/>
                  </a:lnTo>
                  <a:lnTo>
                    <a:pt x="8153400" y="1008126"/>
                  </a:lnTo>
                  <a:lnTo>
                    <a:pt x="8157209" y="1011935"/>
                  </a:lnTo>
                  <a:lnTo>
                    <a:pt x="8165592" y="1003189"/>
                  </a:lnTo>
                  <a:close/>
                </a:path>
              </a:pathLst>
            </a:custGeom>
            <a:solidFill>
              <a:srgbClr val="385D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91005" y="5599938"/>
            <a:ext cx="7905750" cy="742950"/>
          </a:xfrm>
          <a:prstGeom prst="rect">
            <a:avLst/>
          </a:prstGeom>
          <a:solidFill>
            <a:srgbClr val="4F81BD"/>
          </a:solidFill>
        </p:spPr>
        <p:txBody>
          <a:bodyPr vert="horz" wrap="square" lIns="0" tIns="42545" rIns="0" bIns="0" rtlCol="0">
            <a:spAutoFit/>
          </a:bodyPr>
          <a:lstStyle/>
          <a:p>
            <a:pPr marL="673735">
              <a:lnSpc>
                <a:spcPct val="100000"/>
              </a:lnSpc>
              <a:spcBef>
                <a:spcPts val="335"/>
              </a:spcBef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Let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us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look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at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some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typical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service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models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1611630">
              <a:lnSpc>
                <a:spcPct val="100000"/>
              </a:lnSpc>
              <a:spcBef>
                <a:spcPts val="95"/>
              </a:spcBef>
            </a:pPr>
            <a:r>
              <a:rPr dirty="0"/>
              <a:t>Cloud</a:t>
            </a:r>
            <a:r>
              <a:rPr spc="-130" dirty="0"/>
              <a:t> </a:t>
            </a:r>
            <a:r>
              <a:rPr dirty="0"/>
              <a:t>Service</a:t>
            </a:r>
            <a:r>
              <a:rPr spc="-125" dirty="0"/>
              <a:t> </a:t>
            </a:r>
            <a:r>
              <a:rPr spc="-10" dirty="0"/>
              <a:t>Models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3860291" y="2357627"/>
            <a:ext cx="5518150" cy="1229360"/>
            <a:chOff x="3860291" y="2357627"/>
            <a:chExt cx="5518150" cy="12293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5625" y="2362199"/>
              <a:ext cx="5506974" cy="12192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60291" y="2357627"/>
              <a:ext cx="5518150" cy="1229360"/>
            </a:xfrm>
            <a:custGeom>
              <a:avLst/>
              <a:gdLst/>
              <a:ahLst/>
              <a:cxnLst/>
              <a:rect l="l" t="t" r="r" b="b"/>
              <a:pathLst>
                <a:path w="5518150" h="1229360">
                  <a:moveTo>
                    <a:pt x="5517642" y="1226820"/>
                  </a:moveTo>
                  <a:lnTo>
                    <a:pt x="5517642" y="2285"/>
                  </a:lnTo>
                  <a:lnTo>
                    <a:pt x="5515356" y="0"/>
                  </a:lnTo>
                  <a:lnTo>
                    <a:pt x="3048" y="0"/>
                  </a:lnTo>
                  <a:lnTo>
                    <a:pt x="1524" y="1524"/>
                  </a:lnTo>
                  <a:lnTo>
                    <a:pt x="0" y="4572"/>
                  </a:lnTo>
                  <a:lnTo>
                    <a:pt x="0" y="6096"/>
                  </a:lnTo>
                  <a:lnTo>
                    <a:pt x="1524" y="7620"/>
                  </a:lnTo>
                  <a:lnTo>
                    <a:pt x="5334" y="12649"/>
                  </a:lnTo>
                  <a:lnTo>
                    <a:pt x="5334" y="9906"/>
                  </a:lnTo>
                  <a:lnTo>
                    <a:pt x="9144" y="2286"/>
                  </a:lnTo>
                  <a:lnTo>
                    <a:pt x="14916" y="9906"/>
                  </a:lnTo>
                  <a:lnTo>
                    <a:pt x="5507736" y="9906"/>
                  </a:lnTo>
                  <a:lnTo>
                    <a:pt x="5507736" y="4572"/>
                  </a:lnTo>
                  <a:lnTo>
                    <a:pt x="5512308" y="9906"/>
                  </a:lnTo>
                  <a:lnTo>
                    <a:pt x="5512308" y="1229106"/>
                  </a:lnTo>
                  <a:lnTo>
                    <a:pt x="5515356" y="1229106"/>
                  </a:lnTo>
                  <a:lnTo>
                    <a:pt x="5517642" y="1226820"/>
                  </a:lnTo>
                  <a:close/>
                </a:path>
                <a:path w="5518150" h="1229360">
                  <a:moveTo>
                    <a:pt x="14916" y="9906"/>
                  </a:moveTo>
                  <a:lnTo>
                    <a:pt x="9144" y="2286"/>
                  </a:lnTo>
                  <a:lnTo>
                    <a:pt x="5334" y="9906"/>
                  </a:lnTo>
                  <a:lnTo>
                    <a:pt x="14916" y="9906"/>
                  </a:lnTo>
                  <a:close/>
                </a:path>
                <a:path w="5518150" h="1229360">
                  <a:moveTo>
                    <a:pt x="930956" y="1219200"/>
                  </a:moveTo>
                  <a:lnTo>
                    <a:pt x="14916" y="9906"/>
                  </a:lnTo>
                  <a:lnTo>
                    <a:pt x="5334" y="9906"/>
                  </a:lnTo>
                  <a:lnTo>
                    <a:pt x="5334" y="12649"/>
                  </a:lnTo>
                  <a:lnTo>
                    <a:pt x="925068" y="1226820"/>
                  </a:lnTo>
                  <a:lnTo>
                    <a:pt x="926592" y="1228344"/>
                  </a:lnTo>
                  <a:lnTo>
                    <a:pt x="928116" y="1229106"/>
                  </a:lnTo>
                  <a:lnTo>
                    <a:pt x="928878" y="1229106"/>
                  </a:lnTo>
                  <a:lnTo>
                    <a:pt x="928878" y="1219200"/>
                  </a:lnTo>
                  <a:lnTo>
                    <a:pt x="930956" y="1219200"/>
                  </a:lnTo>
                  <a:close/>
                </a:path>
                <a:path w="5518150" h="1229360">
                  <a:moveTo>
                    <a:pt x="932688" y="1221486"/>
                  </a:moveTo>
                  <a:lnTo>
                    <a:pt x="930956" y="1219200"/>
                  </a:lnTo>
                  <a:lnTo>
                    <a:pt x="928878" y="1219200"/>
                  </a:lnTo>
                  <a:lnTo>
                    <a:pt x="932688" y="1221486"/>
                  </a:lnTo>
                  <a:close/>
                </a:path>
                <a:path w="5518150" h="1229360">
                  <a:moveTo>
                    <a:pt x="932687" y="1229106"/>
                  </a:moveTo>
                  <a:lnTo>
                    <a:pt x="932688" y="1221486"/>
                  </a:lnTo>
                  <a:lnTo>
                    <a:pt x="928878" y="1219200"/>
                  </a:lnTo>
                  <a:lnTo>
                    <a:pt x="928878" y="1229106"/>
                  </a:lnTo>
                  <a:lnTo>
                    <a:pt x="932687" y="1229106"/>
                  </a:lnTo>
                  <a:close/>
                </a:path>
                <a:path w="5518150" h="1229360">
                  <a:moveTo>
                    <a:pt x="5512308" y="1219200"/>
                  </a:moveTo>
                  <a:lnTo>
                    <a:pt x="930956" y="1219200"/>
                  </a:lnTo>
                  <a:lnTo>
                    <a:pt x="932688" y="1221486"/>
                  </a:lnTo>
                  <a:lnTo>
                    <a:pt x="932687" y="1229106"/>
                  </a:lnTo>
                  <a:lnTo>
                    <a:pt x="5507736" y="1229106"/>
                  </a:lnTo>
                  <a:lnTo>
                    <a:pt x="5507736" y="1223772"/>
                  </a:lnTo>
                  <a:lnTo>
                    <a:pt x="5512308" y="1219200"/>
                  </a:lnTo>
                  <a:close/>
                </a:path>
                <a:path w="5518150" h="1229360">
                  <a:moveTo>
                    <a:pt x="5512308" y="9906"/>
                  </a:moveTo>
                  <a:lnTo>
                    <a:pt x="5507736" y="4572"/>
                  </a:lnTo>
                  <a:lnTo>
                    <a:pt x="5507736" y="9906"/>
                  </a:lnTo>
                  <a:lnTo>
                    <a:pt x="5512308" y="9906"/>
                  </a:lnTo>
                  <a:close/>
                </a:path>
                <a:path w="5518150" h="1229360">
                  <a:moveTo>
                    <a:pt x="5512308" y="1219200"/>
                  </a:moveTo>
                  <a:lnTo>
                    <a:pt x="5512308" y="9906"/>
                  </a:lnTo>
                  <a:lnTo>
                    <a:pt x="5507736" y="9906"/>
                  </a:lnTo>
                  <a:lnTo>
                    <a:pt x="5507736" y="1219200"/>
                  </a:lnTo>
                  <a:lnTo>
                    <a:pt x="5512308" y="1219200"/>
                  </a:lnTo>
                  <a:close/>
                </a:path>
                <a:path w="5518150" h="1229360">
                  <a:moveTo>
                    <a:pt x="5512308" y="1229106"/>
                  </a:moveTo>
                  <a:lnTo>
                    <a:pt x="5512308" y="1219200"/>
                  </a:lnTo>
                  <a:lnTo>
                    <a:pt x="5507736" y="1223772"/>
                  </a:lnTo>
                  <a:lnTo>
                    <a:pt x="5507736" y="1229106"/>
                  </a:lnTo>
                  <a:lnTo>
                    <a:pt x="5512308" y="1229106"/>
                  </a:lnTo>
                  <a:close/>
                </a:path>
              </a:pathLst>
            </a:custGeom>
            <a:solidFill>
              <a:srgbClr val="46AA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858765" y="2741930"/>
            <a:ext cx="2691765" cy="432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26364" algn="l"/>
              </a:tabLst>
            </a:pPr>
            <a:r>
              <a:rPr sz="1300" b="1" spc="-10" dirty="0">
                <a:latin typeface="Arial"/>
                <a:cs typeface="Arial"/>
              </a:rPr>
              <a:t>Software-as-a-Service</a:t>
            </a:r>
            <a:endParaRPr sz="1300">
              <a:latin typeface="Arial"/>
              <a:cs typeface="Arial"/>
            </a:endParaRPr>
          </a:p>
          <a:p>
            <a:pPr marL="240029" lvl="1" indent="-113664">
              <a:lnSpc>
                <a:spcPct val="100000"/>
              </a:lnSpc>
              <a:spcBef>
                <a:spcPts val="80"/>
              </a:spcBef>
              <a:buChar char="•"/>
              <a:tabLst>
                <a:tab pos="240029" algn="l"/>
              </a:tabLst>
            </a:pPr>
            <a:r>
              <a:rPr sz="1300" dirty="0">
                <a:latin typeface="Arial MT"/>
                <a:cs typeface="Arial MT"/>
              </a:rPr>
              <a:t>Applications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running</a:t>
            </a:r>
            <a:r>
              <a:rPr sz="1300" spc="-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on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browsers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92602" y="3017394"/>
            <a:ext cx="1119505" cy="511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979"/>
              </a:lnSpc>
            </a:pPr>
            <a:r>
              <a:rPr sz="3600" b="1" spc="-20" dirty="0">
                <a:solidFill>
                  <a:srgbClr val="FFFFFF"/>
                </a:solidFill>
                <a:latin typeface="Arial"/>
                <a:cs typeface="Arial"/>
              </a:rPr>
              <a:t>SaaS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28366" y="2362200"/>
            <a:ext cx="6449695" cy="2444115"/>
            <a:chOff x="2928366" y="2362200"/>
            <a:chExt cx="6449695" cy="244411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8366" y="2362200"/>
              <a:ext cx="1847849" cy="12191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89170" y="3581400"/>
              <a:ext cx="4583430" cy="12192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784598" y="3576827"/>
              <a:ext cx="4593590" cy="1229360"/>
            </a:xfrm>
            <a:custGeom>
              <a:avLst/>
              <a:gdLst/>
              <a:ahLst/>
              <a:cxnLst/>
              <a:rect l="l" t="t" r="r" b="b"/>
              <a:pathLst>
                <a:path w="4593590" h="1229360">
                  <a:moveTo>
                    <a:pt x="4593336" y="1226820"/>
                  </a:moveTo>
                  <a:lnTo>
                    <a:pt x="4593336" y="2285"/>
                  </a:lnTo>
                  <a:lnTo>
                    <a:pt x="4591050" y="0"/>
                  </a:lnTo>
                  <a:lnTo>
                    <a:pt x="3048" y="0"/>
                  </a:lnTo>
                  <a:lnTo>
                    <a:pt x="1524" y="1524"/>
                  </a:lnTo>
                  <a:lnTo>
                    <a:pt x="0" y="4572"/>
                  </a:lnTo>
                  <a:lnTo>
                    <a:pt x="0" y="6096"/>
                  </a:lnTo>
                  <a:lnTo>
                    <a:pt x="1524" y="7620"/>
                  </a:lnTo>
                  <a:lnTo>
                    <a:pt x="4572" y="11643"/>
                  </a:lnTo>
                  <a:lnTo>
                    <a:pt x="4572" y="9906"/>
                  </a:lnTo>
                  <a:lnTo>
                    <a:pt x="8381" y="2286"/>
                  </a:lnTo>
                  <a:lnTo>
                    <a:pt x="14158" y="9905"/>
                  </a:lnTo>
                  <a:lnTo>
                    <a:pt x="4583430" y="9906"/>
                  </a:lnTo>
                  <a:lnTo>
                    <a:pt x="4583430" y="4571"/>
                  </a:lnTo>
                  <a:lnTo>
                    <a:pt x="4588002" y="9906"/>
                  </a:lnTo>
                  <a:lnTo>
                    <a:pt x="4588002" y="1229106"/>
                  </a:lnTo>
                  <a:lnTo>
                    <a:pt x="4591050" y="1229106"/>
                  </a:lnTo>
                  <a:lnTo>
                    <a:pt x="4593336" y="1226820"/>
                  </a:lnTo>
                  <a:close/>
                </a:path>
                <a:path w="4593590" h="1229360">
                  <a:moveTo>
                    <a:pt x="14158" y="9906"/>
                  </a:moveTo>
                  <a:lnTo>
                    <a:pt x="8381" y="2286"/>
                  </a:lnTo>
                  <a:lnTo>
                    <a:pt x="4572" y="9906"/>
                  </a:lnTo>
                  <a:lnTo>
                    <a:pt x="14158" y="9906"/>
                  </a:lnTo>
                  <a:close/>
                </a:path>
                <a:path w="4593590" h="1229360">
                  <a:moveTo>
                    <a:pt x="930954" y="1219200"/>
                  </a:moveTo>
                  <a:lnTo>
                    <a:pt x="14158" y="9906"/>
                  </a:lnTo>
                  <a:lnTo>
                    <a:pt x="4572" y="9906"/>
                  </a:lnTo>
                  <a:lnTo>
                    <a:pt x="4572" y="11643"/>
                  </a:lnTo>
                  <a:lnTo>
                    <a:pt x="925067" y="1226820"/>
                  </a:lnTo>
                  <a:lnTo>
                    <a:pt x="925829" y="1228344"/>
                  </a:lnTo>
                  <a:lnTo>
                    <a:pt x="927353" y="1229106"/>
                  </a:lnTo>
                  <a:lnTo>
                    <a:pt x="928877" y="1229106"/>
                  </a:lnTo>
                  <a:lnTo>
                    <a:pt x="928877" y="1219200"/>
                  </a:lnTo>
                  <a:lnTo>
                    <a:pt x="930954" y="1219200"/>
                  </a:lnTo>
                  <a:close/>
                </a:path>
                <a:path w="4593590" h="1229360">
                  <a:moveTo>
                    <a:pt x="932688" y="1221486"/>
                  </a:moveTo>
                  <a:lnTo>
                    <a:pt x="930954" y="1219200"/>
                  </a:lnTo>
                  <a:lnTo>
                    <a:pt x="928877" y="1219200"/>
                  </a:lnTo>
                  <a:lnTo>
                    <a:pt x="932688" y="1221486"/>
                  </a:lnTo>
                  <a:close/>
                </a:path>
                <a:path w="4593590" h="1229360">
                  <a:moveTo>
                    <a:pt x="932688" y="1229106"/>
                  </a:moveTo>
                  <a:lnTo>
                    <a:pt x="932688" y="1221486"/>
                  </a:lnTo>
                  <a:lnTo>
                    <a:pt x="928877" y="1219200"/>
                  </a:lnTo>
                  <a:lnTo>
                    <a:pt x="928877" y="1229106"/>
                  </a:lnTo>
                  <a:lnTo>
                    <a:pt x="932688" y="1229106"/>
                  </a:lnTo>
                  <a:close/>
                </a:path>
                <a:path w="4593590" h="1229360">
                  <a:moveTo>
                    <a:pt x="4588002" y="1219200"/>
                  </a:moveTo>
                  <a:lnTo>
                    <a:pt x="930954" y="1219200"/>
                  </a:lnTo>
                  <a:lnTo>
                    <a:pt x="932688" y="1221486"/>
                  </a:lnTo>
                  <a:lnTo>
                    <a:pt x="932688" y="1229106"/>
                  </a:lnTo>
                  <a:lnTo>
                    <a:pt x="4583430" y="1229106"/>
                  </a:lnTo>
                  <a:lnTo>
                    <a:pt x="4583430" y="1223772"/>
                  </a:lnTo>
                  <a:lnTo>
                    <a:pt x="4588002" y="1219200"/>
                  </a:lnTo>
                  <a:close/>
                </a:path>
                <a:path w="4593590" h="1229360">
                  <a:moveTo>
                    <a:pt x="4588002" y="9906"/>
                  </a:moveTo>
                  <a:lnTo>
                    <a:pt x="4583430" y="4571"/>
                  </a:lnTo>
                  <a:lnTo>
                    <a:pt x="4583430" y="9906"/>
                  </a:lnTo>
                  <a:lnTo>
                    <a:pt x="4588002" y="9906"/>
                  </a:lnTo>
                  <a:close/>
                </a:path>
                <a:path w="4593590" h="1229360">
                  <a:moveTo>
                    <a:pt x="4588002" y="1219200"/>
                  </a:moveTo>
                  <a:lnTo>
                    <a:pt x="4588002" y="9906"/>
                  </a:lnTo>
                  <a:lnTo>
                    <a:pt x="4583430" y="9906"/>
                  </a:lnTo>
                  <a:lnTo>
                    <a:pt x="4583430" y="1219200"/>
                  </a:lnTo>
                  <a:lnTo>
                    <a:pt x="4588002" y="1219200"/>
                  </a:lnTo>
                  <a:close/>
                </a:path>
                <a:path w="4593590" h="1229360">
                  <a:moveTo>
                    <a:pt x="4588002" y="1229106"/>
                  </a:moveTo>
                  <a:lnTo>
                    <a:pt x="4588002" y="1219200"/>
                  </a:lnTo>
                  <a:lnTo>
                    <a:pt x="4583430" y="1223772"/>
                  </a:lnTo>
                  <a:lnTo>
                    <a:pt x="4583430" y="1229106"/>
                  </a:lnTo>
                  <a:lnTo>
                    <a:pt x="4588002" y="1229106"/>
                  </a:lnTo>
                  <a:close/>
                </a:path>
              </a:pathLst>
            </a:custGeom>
            <a:solidFill>
              <a:srgbClr val="5BDF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789929" y="3782822"/>
            <a:ext cx="2618740" cy="788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26364" algn="l"/>
              </a:tabLst>
            </a:pPr>
            <a:r>
              <a:rPr sz="1300" b="1" dirty="0">
                <a:latin typeface="Arial"/>
                <a:cs typeface="Arial"/>
              </a:rPr>
              <a:t>Platform-as-a-</a:t>
            </a:r>
            <a:r>
              <a:rPr sz="1300" b="1" spc="-10" dirty="0">
                <a:latin typeface="Arial"/>
                <a:cs typeface="Arial"/>
              </a:rPr>
              <a:t>Service</a:t>
            </a:r>
            <a:endParaRPr sz="1300">
              <a:latin typeface="Arial"/>
              <a:cs typeface="Arial"/>
            </a:endParaRPr>
          </a:p>
          <a:p>
            <a:pPr marL="240665" marR="5080" lvl="1" indent="-114300">
              <a:lnSpc>
                <a:spcPts val="1400"/>
              </a:lnSpc>
              <a:spcBef>
                <a:spcPts val="260"/>
              </a:spcBef>
              <a:buChar char="•"/>
              <a:tabLst>
                <a:tab pos="240665" algn="l"/>
              </a:tabLst>
            </a:pPr>
            <a:r>
              <a:rPr sz="1300" dirty="0">
                <a:latin typeface="Arial MT"/>
                <a:cs typeface="Arial MT"/>
              </a:rPr>
              <a:t>A</a:t>
            </a:r>
            <a:r>
              <a:rPr sz="1300" spc="-9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software</a:t>
            </a:r>
            <a:r>
              <a:rPr sz="1300" spc="-3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platform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that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is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spc="-20" dirty="0">
                <a:latin typeface="Arial MT"/>
                <a:cs typeface="Arial MT"/>
              </a:rPr>
              <a:t>made </a:t>
            </a:r>
            <a:r>
              <a:rPr sz="1300" dirty="0">
                <a:latin typeface="Arial MT"/>
                <a:cs typeface="Arial MT"/>
              </a:rPr>
              <a:t>available</a:t>
            </a:r>
            <a:r>
              <a:rPr sz="1300" spc="-3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to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developers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to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build </a:t>
            </a:r>
            <a:r>
              <a:rPr sz="1300" dirty="0">
                <a:latin typeface="Arial MT"/>
                <a:cs typeface="Arial MT"/>
              </a:rPr>
              <a:t>cloud</a:t>
            </a:r>
            <a:r>
              <a:rPr sz="1300" spc="-10" dirty="0">
                <a:latin typeface="Arial MT"/>
                <a:cs typeface="Arial MT"/>
              </a:rPr>
              <a:t> applications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30117" y="3889387"/>
            <a:ext cx="1243965" cy="568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425"/>
              </a:lnSpc>
            </a:pPr>
            <a:r>
              <a:rPr sz="4000" b="1" spc="-20" dirty="0">
                <a:solidFill>
                  <a:srgbClr val="FFFFFF"/>
                </a:solidFill>
                <a:latin typeface="Arial"/>
                <a:cs typeface="Arial"/>
              </a:rPr>
              <a:t>PaaS</a:t>
            </a:r>
            <a:endParaRPr sz="40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04060" y="3581400"/>
            <a:ext cx="3696461" cy="12192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217417" y="2674864"/>
            <a:ext cx="1269365" cy="1789430"/>
          </a:xfrm>
          <a:prstGeom prst="rect">
            <a:avLst/>
          </a:prstGeom>
        </p:spPr>
        <p:txBody>
          <a:bodyPr vert="horz" wrap="square" lIns="0" tIns="29908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2355"/>
              </a:spcBef>
            </a:pPr>
            <a:r>
              <a:rPr sz="3600" b="1" spc="-20" dirty="0">
                <a:solidFill>
                  <a:srgbClr val="FFFFFF"/>
                </a:solidFill>
                <a:latin typeface="Arial"/>
                <a:cs typeface="Arial"/>
              </a:rPr>
              <a:t>SaaS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10"/>
              </a:spcBef>
            </a:pPr>
            <a:r>
              <a:rPr sz="4000" b="1" spc="-20" dirty="0">
                <a:solidFill>
                  <a:srgbClr val="FFFFFF"/>
                </a:solidFill>
                <a:latin typeface="Arial"/>
                <a:cs typeface="Arial"/>
              </a:rPr>
              <a:t>PaaS</a:t>
            </a:r>
            <a:endParaRPr sz="4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600700" y="4796028"/>
            <a:ext cx="3777615" cy="1229360"/>
            <a:chOff x="5600700" y="4796028"/>
            <a:chExt cx="3777615" cy="1229360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06033" y="4800600"/>
              <a:ext cx="3766566" cy="12191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600700" y="4796028"/>
              <a:ext cx="3777615" cy="1229360"/>
            </a:xfrm>
            <a:custGeom>
              <a:avLst/>
              <a:gdLst/>
              <a:ahLst/>
              <a:cxnLst/>
              <a:rect l="l" t="t" r="r" b="b"/>
              <a:pathLst>
                <a:path w="3777615" h="1229360">
                  <a:moveTo>
                    <a:pt x="3777234" y="1226820"/>
                  </a:moveTo>
                  <a:lnTo>
                    <a:pt x="3777234" y="2285"/>
                  </a:lnTo>
                  <a:lnTo>
                    <a:pt x="3774948" y="0"/>
                  </a:lnTo>
                  <a:lnTo>
                    <a:pt x="3810" y="0"/>
                  </a:lnTo>
                  <a:lnTo>
                    <a:pt x="1524" y="1524"/>
                  </a:lnTo>
                  <a:lnTo>
                    <a:pt x="0" y="4572"/>
                  </a:lnTo>
                  <a:lnTo>
                    <a:pt x="0" y="6096"/>
                  </a:lnTo>
                  <a:lnTo>
                    <a:pt x="1524" y="7620"/>
                  </a:lnTo>
                  <a:lnTo>
                    <a:pt x="5334" y="12645"/>
                  </a:lnTo>
                  <a:lnTo>
                    <a:pt x="5334" y="9906"/>
                  </a:lnTo>
                  <a:lnTo>
                    <a:pt x="9144" y="2286"/>
                  </a:lnTo>
                  <a:lnTo>
                    <a:pt x="14920" y="9906"/>
                  </a:lnTo>
                  <a:lnTo>
                    <a:pt x="3767327" y="9906"/>
                  </a:lnTo>
                  <a:lnTo>
                    <a:pt x="3767327" y="4571"/>
                  </a:lnTo>
                  <a:lnTo>
                    <a:pt x="3771900" y="9906"/>
                  </a:lnTo>
                  <a:lnTo>
                    <a:pt x="3771900" y="1229106"/>
                  </a:lnTo>
                  <a:lnTo>
                    <a:pt x="3774948" y="1229106"/>
                  </a:lnTo>
                  <a:lnTo>
                    <a:pt x="3777234" y="1226820"/>
                  </a:lnTo>
                  <a:close/>
                </a:path>
                <a:path w="3777615" h="1229360">
                  <a:moveTo>
                    <a:pt x="14920" y="9906"/>
                  </a:moveTo>
                  <a:lnTo>
                    <a:pt x="9144" y="2286"/>
                  </a:lnTo>
                  <a:lnTo>
                    <a:pt x="5334" y="9906"/>
                  </a:lnTo>
                  <a:lnTo>
                    <a:pt x="14920" y="9906"/>
                  </a:lnTo>
                  <a:close/>
                </a:path>
                <a:path w="3777615" h="1229360">
                  <a:moveTo>
                    <a:pt x="931716" y="1219200"/>
                  </a:moveTo>
                  <a:lnTo>
                    <a:pt x="14920" y="9906"/>
                  </a:lnTo>
                  <a:lnTo>
                    <a:pt x="5334" y="9906"/>
                  </a:lnTo>
                  <a:lnTo>
                    <a:pt x="5334" y="12645"/>
                  </a:lnTo>
                  <a:lnTo>
                    <a:pt x="925830" y="1226820"/>
                  </a:lnTo>
                  <a:lnTo>
                    <a:pt x="926592" y="1228344"/>
                  </a:lnTo>
                  <a:lnTo>
                    <a:pt x="928116" y="1229106"/>
                  </a:lnTo>
                  <a:lnTo>
                    <a:pt x="929639" y="1229106"/>
                  </a:lnTo>
                  <a:lnTo>
                    <a:pt x="929639" y="1219200"/>
                  </a:lnTo>
                  <a:lnTo>
                    <a:pt x="931716" y="1219200"/>
                  </a:lnTo>
                  <a:close/>
                </a:path>
                <a:path w="3777615" h="1229360">
                  <a:moveTo>
                    <a:pt x="933450" y="1221486"/>
                  </a:moveTo>
                  <a:lnTo>
                    <a:pt x="931716" y="1219200"/>
                  </a:lnTo>
                  <a:lnTo>
                    <a:pt x="929639" y="1219200"/>
                  </a:lnTo>
                  <a:lnTo>
                    <a:pt x="933450" y="1221486"/>
                  </a:lnTo>
                  <a:close/>
                </a:path>
                <a:path w="3777615" h="1229360">
                  <a:moveTo>
                    <a:pt x="933449" y="1229106"/>
                  </a:moveTo>
                  <a:lnTo>
                    <a:pt x="933450" y="1221486"/>
                  </a:lnTo>
                  <a:lnTo>
                    <a:pt x="929639" y="1219200"/>
                  </a:lnTo>
                  <a:lnTo>
                    <a:pt x="929639" y="1229106"/>
                  </a:lnTo>
                  <a:lnTo>
                    <a:pt x="933449" y="1229106"/>
                  </a:lnTo>
                  <a:close/>
                </a:path>
                <a:path w="3777615" h="1229360">
                  <a:moveTo>
                    <a:pt x="3771900" y="1219200"/>
                  </a:moveTo>
                  <a:lnTo>
                    <a:pt x="931716" y="1219200"/>
                  </a:lnTo>
                  <a:lnTo>
                    <a:pt x="933450" y="1221486"/>
                  </a:lnTo>
                  <a:lnTo>
                    <a:pt x="933449" y="1229106"/>
                  </a:lnTo>
                  <a:lnTo>
                    <a:pt x="3767327" y="1229106"/>
                  </a:lnTo>
                  <a:lnTo>
                    <a:pt x="3767327" y="1223772"/>
                  </a:lnTo>
                  <a:lnTo>
                    <a:pt x="3771900" y="1219200"/>
                  </a:lnTo>
                  <a:close/>
                </a:path>
                <a:path w="3777615" h="1229360">
                  <a:moveTo>
                    <a:pt x="3771900" y="9906"/>
                  </a:moveTo>
                  <a:lnTo>
                    <a:pt x="3767327" y="4571"/>
                  </a:lnTo>
                  <a:lnTo>
                    <a:pt x="3767327" y="9906"/>
                  </a:lnTo>
                  <a:lnTo>
                    <a:pt x="3771900" y="9906"/>
                  </a:lnTo>
                  <a:close/>
                </a:path>
                <a:path w="3777615" h="1229360">
                  <a:moveTo>
                    <a:pt x="3771900" y="1219200"/>
                  </a:moveTo>
                  <a:lnTo>
                    <a:pt x="3771900" y="9906"/>
                  </a:lnTo>
                  <a:lnTo>
                    <a:pt x="3767327" y="9906"/>
                  </a:lnTo>
                  <a:lnTo>
                    <a:pt x="3767327" y="1219200"/>
                  </a:lnTo>
                  <a:lnTo>
                    <a:pt x="3771900" y="1219200"/>
                  </a:lnTo>
                  <a:close/>
                </a:path>
                <a:path w="3777615" h="1229360">
                  <a:moveTo>
                    <a:pt x="3771900" y="1229106"/>
                  </a:moveTo>
                  <a:lnTo>
                    <a:pt x="3771900" y="1219200"/>
                  </a:lnTo>
                  <a:lnTo>
                    <a:pt x="3767327" y="1223772"/>
                  </a:lnTo>
                  <a:lnTo>
                    <a:pt x="3767327" y="1229106"/>
                  </a:lnTo>
                  <a:lnTo>
                    <a:pt x="3771900" y="1229106"/>
                  </a:lnTo>
                  <a:close/>
                </a:path>
              </a:pathLst>
            </a:custGeom>
            <a:solidFill>
              <a:srgbClr val="F692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662419" y="4912867"/>
            <a:ext cx="2636520" cy="967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26364" algn="l"/>
              </a:tabLst>
            </a:pPr>
            <a:r>
              <a:rPr sz="1300" b="1" spc="-10" dirty="0">
                <a:latin typeface="Arial"/>
                <a:cs typeface="Arial"/>
              </a:rPr>
              <a:t>Infrastructure-as-a-Service</a:t>
            </a:r>
            <a:endParaRPr sz="1300">
              <a:latin typeface="Arial"/>
              <a:cs typeface="Arial"/>
            </a:endParaRPr>
          </a:p>
          <a:p>
            <a:pPr marL="240665" marR="5080" lvl="1" indent="-114300">
              <a:lnSpc>
                <a:spcPts val="1400"/>
              </a:lnSpc>
              <a:spcBef>
                <a:spcPts val="260"/>
              </a:spcBef>
              <a:buChar char="•"/>
              <a:tabLst>
                <a:tab pos="240665" algn="l"/>
              </a:tabLst>
            </a:pPr>
            <a:r>
              <a:rPr sz="1300" dirty="0">
                <a:latin typeface="Arial MT"/>
                <a:cs typeface="Arial MT"/>
              </a:rPr>
              <a:t>Basic</a:t>
            </a:r>
            <a:r>
              <a:rPr sz="1300" spc="-5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computing</a:t>
            </a:r>
            <a:r>
              <a:rPr sz="1300" spc="-5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resources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spc="-20" dirty="0">
                <a:latin typeface="Arial MT"/>
                <a:cs typeface="Arial MT"/>
              </a:rPr>
              <a:t>such </a:t>
            </a:r>
            <a:r>
              <a:rPr sz="1300" dirty="0">
                <a:latin typeface="Arial MT"/>
                <a:cs typeface="Arial MT"/>
              </a:rPr>
              <a:t>as</a:t>
            </a:r>
            <a:r>
              <a:rPr sz="1300" spc="-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CPU/Memory/Disk,</a:t>
            </a:r>
            <a:r>
              <a:rPr sz="1300" spc="-15" dirty="0">
                <a:latin typeface="Arial MT"/>
                <a:cs typeface="Arial MT"/>
              </a:rPr>
              <a:t> </a:t>
            </a:r>
            <a:r>
              <a:rPr sz="1300" spc="-20" dirty="0">
                <a:latin typeface="Arial MT"/>
                <a:cs typeface="Arial MT"/>
              </a:rPr>
              <a:t>made </a:t>
            </a:r>
            <a:r>
              <a:rPr sz="1300" dirty="0">
                <a:latin typeface="Arial MT"/>
                <a:cs typeface="Arial MT"/>
              </a:rPr>
              <a:t>available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to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users</a:t>
            </a:r>
            <a:r>
              <a:rPr sz="1300" spc="-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in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the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form</a:t>
            </a:r>
            <a:r>
              <a:rPr sz="1300" spc="-5" dirty="0">
                <a:latin typeface="Arial MT"/>
                <a:cs typeface="Arial MT"/>
              </a:rPr>
              <a:t> </a:t>
            </a:r>
            <a:r>
              <a:rPr sz="1300" spc="-25" dirty="0">
                <a:latin typeface="Arial MT"/>
                <a:cs typeface="Arial MT"/>
              </a:rPr>
              <a:t>of </a:t>
            </a:r>
            <a:r>
              <a:rPr sz="1300" dirty="0">
                <a:latin typeface="Arial MT"/>
                <a:cs typeface="Arial MT"/>
              </a:rPr>
              <a:t>Virtual</a:t>
            </a:r>
            <a:r>
              <a:rPr sz="1300" spc="-6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Machine</a:t>
            </a:r>
            <a:r>
              <a:rPr sz="1300" spc="-5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Instances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66694" y="5079061"/>
            <a:ext cx="1150620" cy="624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60"/>
              </a:lnSpc>
            </a:pPr>
            <a:r>
              <a:rPr sz="4400" b="1" spc="-20" dirty="0">
                <a:solidFill>
                  <a:srgbClr val="FFFFFF"/>
                </a:solidFill>
                <a:latin typeface="Arial"/>
                <a:cs typeface="Arial"/>
              </a:rPr>
              <a:t>IaaS</a:t>
            </a:r>
            <a:endParaRPr sz="44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80516" y="4800600"/>
            <a:ext cx="5522213" cy="121920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253994" y="5013452"/>
            <a:ext cx="11760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20" dirty="0">
                <a:solidFill>
                  <a:srgbClr val="FFFFFF"/>
                </a:solidFill>
                <a:latin typeface="Arial"/>
                <a:cs typeface="Arial"/>
              </a:rPr>
              <a:t>IaaS</a:t>
            </a:r>
            <a:endParaRPr sz="4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106" rIns="0" bIns="0" rtlCol="0">
            <a:spAutoFit/>
          </a:bodyPr>
          <a:lstStyle/>
          <a:p>
            <a:pPr marL="3648075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558FD5"/>
                </a:solidFill>
              </a:rPr>
              <a:t>SaaS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902" y="2049272"/>
            <a:ext cx="41757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You</a:t>
            </a:r>
            <a:r>
              <a:rPr sz="2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are</a:t>
            </a:r>
            <a:r>
              <a:rPr sz="2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most</a:t>
            </a:r>
            <a:r>
              <a:rPr sz="2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familiar</a:t>
            </a:r>
            <a:r>
              <a:rPr sz="2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with</a:t>
            </a:r>
            <a:r>
              <a:rPr sz="2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 MT"/>
                <a:cs typeface="Arial MT"/>
              </a:rPr>
              <a:t>this!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902" y="2786887"/>
            <a:ext cx="4532630" cy="156845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55600" marR="5080" indent="-343535">
              <a:lnSpc>
                <a:spcPts val="2380"/>
              </a:lnSpc>
              <a:spcBef>
                <a:spcPts val="395"/>
              </a:spcBef>
              <a:buFont typeface="Wingdings"/>
              <a:buChar char=""/>
              <a:tabLst>
                <a:tab pos="355600" algn="l"/>
              </a:tabLst>
            </a:pP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Software</a:t>
            </a:r>
            <a:r>
              <a:rPr sz="2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is</a:t>
            </a:r>
            <a:r>
              <a:rPr sz="2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delivered</a:t>
            </a:r>
            <a:r>
              <a:rPr sz="2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as</a:t>
            </a:r>
            <a:r>
              <a:rPr sz="2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2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 MT"/>
                <a:cs typeface="Arial MT"/>
              </a:rPr>
              <a:t>service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over</a:t>
            </a:r>
            <a:r>
              <a:rPr sz="22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2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Internet,</a:t>
            </a:r>
            <a:r>
              <a:rPr sz="22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eliminating</a:t>
            </a:r>
            <a:r>
              <a:rPr sz="22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7E7E7E"/>
                </a:solidFill>
                <a:latin typeface="Arial MT"/>
                <a:cs typeface="Arial MT"/>
              </a:rPr>
              <a:t>the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need</a:t>
            </a:r>
            <a:r>
              <a:rPr sz="2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install</a:t>
            </a:r>
            <a:r>
              <a:rPr sz="22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2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run</a:t>
            </a:r>
            <a:r>
              <a:rPr sz="2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7E7E7E"/>
                </a:solidFill>
                <a:latin typeface="Arial MT"/>
                <a:cs typeface="Arial MT"/>
              </a:rPr>
              <a:t>the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application</a:t>
            </a:r>
            <a:r>
              <a:rPr sz="2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on</a:t>
            </a:r>
            <a:r>
              <a:rPr sz="22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2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 MT"/>
                <a:cs typeface="Arial MT"/>
              </a:rPr>
              <a:t>customer's</a:t>
            </a:r>
            <a:r>
              <a:rPr sz="2200" spc="5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own</a:t>
            </a:r>
            <a:r>
              <a:rPr sz="2200" spc="-10" dirty="0">
                <a:solidFill>
                  <a:srgbClr val="7E7E7E"/>
                </a:solidFill>
                <a:latin typeface="Arial MT"/>
                <a:cs typeface="Arial MT"/>
              </a:rPr>
              <a:t> computer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902" y="4731489"/>
            <a:ext cx="4394200" cy="170243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55600" marR="52069" indent="-343535">
              <a:lnSpc>
                <a:spcPts val="2380"/>
              </a:lnSpc>
              <a:spcBef>
                <a:spcPts val="395"/>
              </a:spcBef>
              <a:buFont typeface="Wingdings"/>
              <a:buChar char=""/>
              <a:tabLst>
                <a:tab pos="355600" algn="l"/>
              </a:tabLst>
            </a:pP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This</a:t>
            </a:r>
            <a:r>
              <a:rPr sz="22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simplifies</a:t>
            </a:r>
            <a:r>
              <a:rPr sz="22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maintenance</a:t>
            </a:r>
            <a:r>
              <a:rPr sz="22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7E7E7E"/>
                </a:solidFill>
                <a:latin typeface="Arial MT"/>
                <a:cs typeface="Arial MT"/>
              </a:rPr>
              <a:t>and </a:t>
            </a:r>
            <a:r>
              <a:rPr sz="2200" spc="-10" dirty="0">
                <a:solidFill>
                  <a:srgbClr val="7E7E7E"/>
                </a:solidFill>
                <a:latin typeface="Arial MT"/>
                <a:cs typeface="Arial MT"/>
              </a:rPr>
              <a:t>support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94"/>
              </a:spcBef>
              <a:buClr>
                <a:srgbClr val="7E7E7E"/>
              </a:buClr>
              <a:buFont typeface="Wingdings"/>
              <a:buChar char=""/>
            </a:pPr>
            <a:endParaRPr sz="2200">
              <a:latin typeface="Arial MT"/>
              <a:cs typeface="Arial MT"/>
            </a:endParaRPr>
          </a:p>
          <a:p>
            <a:pPr marL="355600" marR="5080" indent="-343535">
              <a:lnSpc>
                <a:spcPts val="2380"/>
              </a:lnSpc>
              <a:buFont typeface="Wingdings"/>
              <a:buChar char=""/>
              <a:tabLst>
                <a:tab pos="355600" algn="l"/>
              </a:tabLst>
            </a:pP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Examples:</a:t>
            </a:r>
            <a:r>
              <a:rPr sz="22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Gmail,</a:t>
            </a:r>
            <a:r>
              <a:rPr sz="22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YouTube,</a:t>
            </a:r>
            <a:r>
              <a:rPr sz="2200" spc="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7E7E7E"/>
                </a:solidFill>
                <a:latin typeface="Arial MT"/>
                <a:cs typeface="Arial MT"/>
              </a:rPr>
              <a:t>and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Google</a:t>
            </a:r>
            <a:r>
              <a:rPr sz="2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Docs,</a:t>
            </a:r>
            <a:r>
              <a:rPr sz="2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among</a:t>
            </a:r>
            <a:r>
              <a:rPr sz="2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 MT"/>
                <a:cs typeface="Arial MT"/>
              </a:rPr>
              <a:t>others</a:t>
            </a:r>
            <a:endParaRPr sz="2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84592" y="1922526"/>
            <a:ext cx="662305" cy="444500"/>
            <a:chOff x="7784592" y="1922526"/>
            <a:chExt cx="662305" cy="444500"/>
          </a:xfrm>
        </p:grpSpPr>
        <p:sp>
          <p:nvSpPr>
            <p:cNvPr id="7" name="object 7"/>
            <p:cNvSpPr/>
            <p:nvPr/>
          </p:nvSpPr>
          <p:spPr>
            <a:xfrm>
              <a:off x="7798308" y="193548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634746" y="419100"/>
                  </a:moveTo>
                  <a:lnTo>
                    <a:pt x="316991" y="0"/>
                  </a:lnTo>
                  <a:lnTo>
                    <a:pt x="0" y="419100"/>
                  </a:lnTo>
                  <a:lnTo>
                    <a:pt x="634746" y="419100"/>
                  </a:lnTo>
                  <a:close/>
                </a:path>
              </a:pathLst>
            </a:custGeom>
            <a:solidFill>
              <a:srgbClr val="558E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84592" y="1922526"/>
              <a:ext cx="662305" cy="444500"/>
            </a:xfrm>
            <a:custGeom>
              <a:avLst/>
              <a:gdLst/>
              <a:ahLst/>
              <a:cxnLst/>
              <a:rect l="l" t="t" r="r" b="b"/>
              <a:pathLst>
                <a:path w="662304" h="444500">
                  <a:moveTo>
                    <a:pt x="662178" y="432816"/>
                  </a:moveTo>
                  <a:lnTo>
                    <a:pt x="661416" y="427482"/>
                  </a:lnTo>
                  <a:lnTo>
                    <a:pt x="658368" y="423672"/>
                  </a:lnTo>
                  <a:lnTo>
                    <a:pt x="339090" y="2286"/>
                  </a:lnTo>
                  <a:lnTo>
                    <a:pt x="335280" y="0"/>
                  </a:lnTo>
                  <a:lnTo>
                    <a:pt x="326898" y="0"/>
                  </a:lnTo>
                  <a:lnTo>
                    <a:pt x="323088" y="2286"/>
                  </a:lnTo>
                  <a:lnTo>
                    <a:pt x="3810" y="423672"/>
                  </a:lnTo>
                  <a:lnTo>
                    <a:pt x="762" y="427482"/>
                  </a:lnTo>
                  <a:lnTo>
                    <a:pt x="0" y="432816"/>
                  </a:lnTo>
                  <a:lnTo>
                    <a:pt x="4572" y="441960"/>
                  </a:lnTo>
                  <a:lnTo>
                    <a:pt x="8382" y="444246"/>
                  </a:lnTo>
                  <a:lnTo>
                    <a:pt x="13716" y="444246"/>
                  </a:lnTo>
                  <a:lnTo>
                    <a:pt x="13716" y="419100"/>
                  </a:lnTo>
                  <a:lnTo>
                    <a:pt x="39220" y="419100"/>
                  </a:lnTo>
                  <a:lnTo>
                    <a:pt x="320802" y="47709"/>
                  </a:lnTo>
                  <a:lnTo>
                    <a:pt x="320802" y="20574"/>
                  </a:lnTo>
                  <a:lnTo>
                    <a:pt x="341376" y="20574"/>
                  </a:lnTo>
                  <a:lnTo>
                    <a:pt x="341376" y="47709"/>
                  </a:lnTo>
                  <a:lnTo>
                    <a:pt x="622957" y="419100"/>
                  </a:lnTo>
                  <a:lnTo>
                    <a:pt x="648462" y="419100"/>
                  </a:lnTo>
                  <a:lnTo>
                    <a:pt x="648462" y="444246"/>
                  </a:lnTo>
                  <a:lnTo>
                    <a:pt x="653034" y="444246"/>
                  </a:lnTo>
                  <a:lnTo>
                    <a:pt x="657606" y="441960"/>
                  </a:lnTo>
                  <a:lnTo>
                    <a:pt x="662178" y="432816"/>
                  </a:lnTo>
                  <a:close/>
                </a:path>
                <a:path w="662304" h="444500">
                  <a:moveTo>
                    <a:pt x="39220" y="419100"/>
                  </a:moveTo>
                  <a:lnTo>
                    <a:pt x="13716" y="419100"/>
                  </a:lnTo>
                  <a:lnTo>
                    <a:pt x="23622" y="439674"/>
                  </a:lnTo>
                  <a:lnTo>
                    <a:pt x="39220" y="419100"/>
                  </a:lnTo>
                  <a:close/>
                </a:path>
                <a:path w="662304" h="444500">
                  <a:moveTo>
                    <a:pt x="648462" y="444246"/>
                  </a:moveTo>
                  <a:lnTo>
                    <a:pt x="648462" y="419100"/>
                  </a:lnTo>
                  <a:lnTo>
                    <a:pt x="638556" y="439674"/>
                  </a:lnTo>
                  <a:lnTo>
                    <a:pt x="622957" y="419100"/>
                  </a:lnTo>
                  <a:lnTo>
                    <a:pt x="39220" y="419100"/>
                  </a:lnTo>
                  <a:lnTo>
                    <a:pt x="23622" y="439674"/>
                  </a:lnTo>
                  <a:lnTo>
                    <a:pt x="13716" y="419100"/>
                  </a:lnTo>
                  <a:lnTo>
                    <a:pt x="13716" y="444246"/>
                  </a:lnTo>
                  <a:lnTo>
                    <a:pt x="648462" y="444246"/>
                  </a:lnTo>
                  <a:close/>
                </a:path>
                <a:path w="662304" h="444500">
                  <a:moveTo>
                    <a:pt x="341376" y="20574"/>
                  </a:moveTo>
                  <a:lnTo>
                    <a:pt x="320802" y="20574"/>
                  </a:lnTo>
                  <a:lnTo>
                    <a:pt x="331089" y="34141"/>
                  </a:lnTo>
                  <a:lnTo>
                    <a:pt x="341376" y="20574"/>
                  </a:lnTo>
                  <a:close/>
                </a:path>
                <a:path w="662304" h="444500">
                  <a:moveTo>
                    <a:pt x="331089" y="34141"/>
                  </a:moveTo>
                  <a:lnTo>
                    <a:pt x="320802" y="20574"/>
                  </a:lnTo>
                  <a:lnTo>
                    <a:pt x="320802" y="47709"/>
                  </a:lnTo>
                  <a:lnTo>
                    <a:pt x="331089" y="34141"/>
                  </a:lnTo>
                  <a:close/>
                </a:path>
                <a:path w="662304" h="444500">
                  <a:moveTo>
                    <a:pt x="341376" y="47709"/>
                  </a:moveTo>
                  <a:lnTo>
                    <a:pt x="341376" y="20574"/>
                  </a:lnTo>
                  <a:lnTo>
                    <a:pt x="331089" y="34141"/>
                  </a:lnTo>
                  <a:lnTo>
                    <a:pt x="341376" y="47709"/>
                  </a:lnTo>
                  <a:close/>
                </a:path>
                <a:path w="662304" h="444500">
                  <a:moveTo>
                    <a:pt x="648462" y="419100"/>
                  </a:moveTo>
                  <a:lnTo>
                    <a:pt x="622957" y="419100"/>
                  </a:lnTo>
                  <a:lnTo>
                    <a:pt x="638556" y="439674"/>
                  </a:lnTo>
                  <a:lnTo>
                    <a:pt x="648462" y="41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917433" y="2107946"/>
            <a:ext cx="397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SaaS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466838" y="2341626"/>
            <a:ext cx="1297940" cy="444500"/>
            <a:chOff x="7466838" y="2341626"/>
            <a:chExt cx="1297940" cy="444500"/>
          </a:xfrm>
        </p:grpSpPr>
        <p:sp>
          <p:nvSpPr>
            <p:cNvPr id="11" name="object 11"/>
            <p:cNvSpPr/>
            <p:nvPr/>
          </p:nvSpPr>
          <p:spPr>
            <a:xfrm>
              <a:off x="7480554" y="2354580"/>
              <a:ext cx="1270635" cy="418465"/>
            </a:xfrm>
            <a:custGeom>
              <a:avLst/>
              <a:gdLst/>
              <a:ahLst/>
              <a:cxnLst/>
              <a:rect l="l" t="t" r="r" b="b"/>
              <a:pathLst>
                <a:path w="1270634" h="418464">
                  <a:moveTo>
                    <a:pt x="1270254" y="418337"/>
                  </a:moveTo>
                  <a:lnTo>
                    <a:pt x="952500" y="0"/>
                  </a:lnTo>
                  <a:lnTo>
                    <a:pt x="317753" y="0"/>
                  </a:lnTo>
                  <a:lnTo>
                    <a:pt x="0" y="418338"/>
                  </a:lnTo>
                  <a:lnTo>
                    <a:pt x="1270254" y="418337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66838" y="2341626"/>
              <a:ext cx="1297940" cy="444500"/>
            </a:xfrm>
            <a:custGeom>
              <a:avLst/>
              <a:gdLst/>
              <a:ahLst/>
              <a:cxnLst/>
              <a:rect l="l" t="t" r="r" b="b"/>
              <a:pathLst>
                <a:path w="1297940" h="444500">
                  <a:moveTo>
                    <a:pt x="1297686" y="432816"/>
                  </a:moveTo>
                  <a:lnTo>
                    <a:pt x="1296924" y="427482"/>
                  </a:lnTo>
                  <a:lnTo>
                    <a:pt x="1293876" y="423672"/>
                  </a:lnTo>
                  <a:lnTo>
                    <a:pt x="973836" y="1524"/>
                  </a:lnTo>
                  <a:lnTo>
                    <a:pt x="970026" y="0"/>
                  </a:lnTo>
                  <a:lnTo>
                    <a:pt x="327660" y="0"/>
                  </a:lnTo>
                  <a:lnTo>
                    <a:pt x="323850" y="1524"/>
                  </a:lnTo>
                  <a:lnTo>
                    <a:pt x="3810" y="423672"/>
                  </a:lnTo>
                  <a:lnTo>
                    <a:pt x="762" y="427482"/>
                  </a:lnTo>
                  <a:lnTo>
                    <a:pt x="0" y="432816"/>
                  </a:lnTo>
                  <a:lnTo>
                    <a:pt x="2286" y="437388"/>
                  </a:lnTo>
                  <a:lnTo>
                    <a:pt x="4572" y="441198"/>
                  </a:lnTo>
                  <a:lnTo>
                    <a:pt x="9144" y="444246"/>
                  </a:lnTo>
                  <a:lnTo>
                    <a:pt x="13716" y="444246"/>
                  </a:lnTo>
                  <a:lnTo>
                    <a:pt x="13716" y="419100"/>
                  </a:lnTo>
                  <a:lnTo>
                    <a:pt x="38670" y="419100"/>
                  </a:lnTo>
                  <a:lnTo>
                    <a:pt x="331470" y="33615"/>
                  </a:lnTo>
                  <a:lnTo>
                    <a:pt x="331470" y="25146"/>
                  </a:lnTo>
                  <a:lnTo>
                    <a:pt x="341376" y="20574"/>
                  </a:lnTo>
                  <a:lnTo>
                    <a:pt x="341376" y="25146"/>
                  </a:lnTo>
                  <a:lnTo>
                    <a:pt x="956310" y="25146"/>
                  </a:lnTo>
                  <a:lnTo>
                    <a:pt x="956310" y="20574"/>
                  </a:lnTo>
                  <a:lnTo>
                    <a:pt x="966216" y="25146"/>
                  </a:lnTo>
                  <a:lnTo>
                    <a:pt x="966216" y="33615"/>
                  </a:lnTo>
                  <a:lnTo>
                    <a:pt x="1259015" y="419100"/>
                  </a:lnTo>
                  <a:lnTo>
                    <a:pt x="1283970" y="419100"/>
                  </a:lnTo>
                  <a:lnTo>
                    <a:pt x="1283970" y="444246"/>
                  </a:lnTo>
                  <a:lnTo>
                    <a:pt x="1288542" y="444246"/>
                  </a:lnTo>
                  <a:lnTo>
                    <a:pt x="1293114" y="441198"/>
                  </a:lnTo>
                  <a:lnTo>
                    <a:pt x="1295400" y="437388"/>
                  </a:lnTo>
                  <a:lnTo>
                    <a:pt x="1297686" y="432816"/>
                  </a:lnTo>
                  <a:close/>
                </a:path>
                <a:path w="1297940" h="444500">
                  <a:moveTo>
                    <a:pt x="38670" y="419100"/>
                  </a:moveTo>
                  <a:lnTo>
                    <a:pt x="13716" y="419100"/>
                  </a:lnTo>
                  <a:lnTo>
                    <a:pt x="23622" y="438912"/>
                  </a:lnTo>
                  <a:lnTo>
                    <a:pt x="38670" y="419100"/>
                  </a:lnTo>
                  <a:close/>
                </a:path>
                <a:path w="1297940" h="444500">
                  <a:moveTo>
                    <a:pt x="1283970" y="444246"/>
                  </a:moveTo>
                  <a:lnTo>
                    <a:pt x="1283970" y="419100"/>
                  </a:lnTo>
                  <a:lnTo>
                    <a:pt x="1274064" y="438912"/>
                  </a:lnTo>
                  <a:lnTo>
                    <a:pt x="1259015" y="419100"/>
                  </a:lnTo>
                  <a:lnTo>
                    <a:pt x="38670" y="419100"/>
                  </a:lnTo>
                  <a:lnTo>
                    <a:pt x="23622" y="438912"/>
                  </a:lnTo>
                  <a:lnTo>
                    <a:pt x="13716" y="419100"/>
                  </a:lnTo>
                  <a:lnTo>
                    <a:pt x="13716" y="444246"/>
                  </a:lnTo>
                  <a:lnTo>
                    <a:pt x="1283970" y="444246"/>
                  </a:lnTo>
                  <a:close/>
                </a:path>
                <a:path w="1297940" h="444500">
                  <a:moveTo>
                    <a:pt x="341376" y="20574"/>
                  </a:moveTo>
                  <a:lnTo>
                    <a:pt x="331470" y="25146"/>
                  </a:lnTo>
                  <a:lnTo>
                    <a:pt x="337903" y="25146"/>
                  </a:lnTo>
                  <a:lnTo>
                    <a:pt x="341376" y="20574"/>
                  </a:lnTo>
                  <a:close/>
                </a:path>
                <a:path w="1297940" h="444500">
                  <a:moveTo>
                    <a:pt x="337903" y="25146"/>
                  </a:moveTo>
                  <a:lnTo>
                    <a:pt x="331470" y="25146"/>
                  </a:lnTo>
                  <a:lnTo>
                    <a:pt x="331470" y="33615"/>
                  </a:lnTo>
                  <a:lnTo>
                    <a:pt x="337903" y="25146"/>
                  </a:lnTo>
                  <a:close/>
                </a:path>
                <a:path w="1297940" h="444500">
                  <a:moveTo>
                    <a:pt x="341376" y="25146"/>
                  </a:moveTo>
                  <a:lnTo>
                    <a:pt x="341376" y="20574"/>
                  </a:lnTo>
                  <a:lnTo>
                    <a:pt x="337903" y="25146"/>
                  </a:lnTo>
                  <a:lnTo>
                    <a:pt x="341376" y="25146"/>
                  </a:lnTo>
                  <a:close/>
                </a:path>
                <a:path w="1297940" h="444500">
                  <a:moveTo>
                    <a:pt x="966216" y="25146"/>
                  </a:moveTo>
                  <a:lnTo>
                    <a:pt x="956310" y="20574"/>
                  </a:lnTo>
                  <a:lnTo>
                    <a:pt x="959782" y="25146"/>
                  </a:lnTo>
                  <a:lnTo>
                    <a:pt x="966216" y="25146"/>
                  </a:lnTo>
                  <a:close/>
                </a:path>
                <a:path w="1297940" h="444500">
                  <a:moveTo>
                    <a:pt x="959782" y="25146"/>
                  </a:moveTo>
                  <a:lnTo>
                    <a:pt x="956310" y="20574"/>
                  </a:lnTo>
                  <a:lnTo>
                    <a:pt x="956310" y="25146"/>
                  </a:lnTo>
                  <a:lnTo>
                    <a:pt x="959782" y="25146"/>
                  </a:lnTo>
                  <a:close/>
                </a:path>
                <a:path w="1297940" h="444500">
                  <a:moveTo>
                    <a:pt x="966216" y="33615"/>
                  </a:moveTo>
                  <a:lnTo>
                    <a:pt x="966216" y="25146"/>
                  </a:lnTo>
                  <a:lnTo>
                    <a:pt x="959782" y="25146"/>
                  </a:lnTo>
                  <a:lnTo>
                    <a:pt x="966216" y="33615"/>
                  </a:lnTo>
                  <a:close/>
                </a:path>
                <a:path w="1297940" h="444500">
                  <a:moveTo>
                    <a:pt x="1283970" y="419100"/>
                  </a:moveTo>
                  <a:lnTo>
                    <a:pt x="1259015" y="419100"/>
                  </a:lnTo>
                  <a:lnTo>
                    <a:pt x="1274064" y="438912"/>
                  </a:lnTo>
                  <a:lnTo>
                    <a:pt x="1283970" y="41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917433" y="2445511"/>
            <a:ext cx="397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PaaS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149845" y="2760726"/>
            <a:ext cx="1931670" cy="444500"/>
            <a:chOff x="7149845" y="2760726"/>
            <a:chExt cx="1931670" cy="444500"/>
          </a:xfrm>
        </p:grpSpPr>
        <p:sp>
          <p:nvSpPr>
            <p:cNvPr id="15" name="object 15"/>
            <p:cNvSpPr/>
            <p:nvPr/>
          </p:nvSpPr>
          <p:spPr>
            <a:xfrm>
              <a:off x="7162799" y="2772918"/>
              <a:ext cx="1905000" cy="419100"/>
            </a:xfrm>
            <a:custGeom>
              <a:avLst/>
              <a:gdLst/>
              <a:ahLst/>
              <a:cxnLst/>
              <a:rect l="l" t="t" r="r" b="b"/>
              <a:pathLst>
                <a:path w="1905000" h="419100">
                  <a:moveTo>
                    <a:pt x="1905000" y="419099"/>
                  </a:moveTo>
                  <a:lnTo>
                    <a:pt x="1588008" y="0"/>
                  </a:lnTo>
                  <a:lnTo>
                    <a:pt x="317753" y="0"/>
                  </a:lnTo>
                  <a:lnTo>
                    <a:pt x="0" y="419100"/>
                  </a:lnTo>
                  <a:lnTo>
                    <a:pt x="1905000" y="41909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149845" y="2760726"/>
              <a:ext cx="1931670" cy="444500"/>
            </a:xfrm>
            <a:custGeom>
              <a:avLst/>
              <a:gdLst/>
              <a:ahLst/>
              <a:cxnLst/>
              <a:rect l="l" t="t" r="r" b="b"/>
              <a:pathLst>
                <a:path w="1931670" h="444500">
                  <a:moveTo>
                    <a:pt x="1931670" y="432816"/>
                  </a:moveTo>
                  <a:lnTo>
                    <a:pt x="1931670" y="427482"/>
                  </a:lnTo>
                  <a:lnTo>
                    <a:pt x="1928621" y="423672"/>
                  </a:lnTo>
                  <a:lnTo>
                    <a:pt x="1608581" y="1524"/>
                  </a:lnTo>
                  <a:lnTo>
                    <a:pt x="1604771" y="0"/>
                  </a:lnTo>
                  <a:lnTo>
                    <a:pt x="326897" y="0"/>
                  </a:lnTo>
                  <a:lnTo>
                    <a:pt x="323087" y="1524"/>
                  </a:lnTo>
                  <a:lnTo>
                    <a:pt x="3047" y="423672"/>
                  </a:lnTo>
                  <a:lnTo>
                    <a:pt x="0" y="427482"/>
                  </a:lnTo>
                  <a:lnTo>
                    <a:pt x="0" y="432816"/>
                  </a:lnTo>
                  <a:lnTo>
                    <a:pt x="2285" y="436626"/>
                  </a:lnTo>
                  <a:lnTo>
                    <a:pt x="3809" y="441198"/>
                  </a:lnTo>
                  <a:lnTo>
                    <a:pt x="8381" y="444246"/>
                  </a:lnTo>
                  <a:lnTo>
                    <a:pt x="12953" y="444246"/>
                  </a:lnTo>
                  <a:lnTo>
                    <a:pt x="12953" y="418338"/>
                  </a:lnTo>
                  <a:lnTo>
                    <a:pt x="39183" y="418338"/>
                  </a:lnTo>
                  <a:lnTo>
                    <a:pt x="330707" y="32908"/>
                  </a:lnTo>
                  <a:lnTo>
                    <a:pt x="330707" y="25146"/>
                  </a:lnTo>
                  <a:lnTo>
                    <a:pt x="340613" y="19812"/>
                  </a:lnTo>
                  <a:lnTo>
                    <a:pt x="340613" y="25146"/>
                  </a:lnTo>
                  <a:lnTo>
                    <a:pt x="1591055" y="25146"/>
                  </a:lnTo>
                  <a:lnTo>
                    <a:pt x="1591055" y="19812"/>
                  </a:lnTo>
                  <a:lnTo>
                    <a:pt x="1600961" y="25146"/>
                  </a:lnTo>
                  <a:lnTo>
                    <a:pt x="1600961" y="32908"/>
                  </a:lnTo>
                  <a:lnTo>
                    <a:pt x="1892486" y="418338"/>
                  </a:lnTo>
                  <a:lnTo>
                    <a:pt x="1917953" y="418338"/>
                  </a:lnTo>
                  <a:lnTo>
                    <a:pt x="1917953" y="444246"/>
                  </a:lnTo>
                  <a:lnTo>
                    <a:pt x="1923287" y="444246"/>
                  </a:lnTo>
                  <a:lnTo>
                    <a:pt x="1927859" y="441198"/>
                  </a:lnTo>
                  <a:lnTo>
                    <a:pt x="1929383" y="436626"/>
                  </a:lnTo>
                  <a:lnTo>
                    <a:pt x="1931670" y="432816"/>
                  </a:lnTo>
                  <a:close/>
                </a:path>
                <a:path w="1931670" h="444500">
                  <a:moveTo>
                    <a:pt x="39183" y="418338"/>
                  </a:moveTo>
                  <a:lnTo>
                    <a:pt x="12953" y="418338"/>
                  </a:lnTo>
                  <a:lnTo>
                    <a:pt x="23621" y="438912"/>
                  </a:lnTo>
                  <a:lnTo>
                    <a:pt x="39183" y="418338"/>
                  </a:lnTo>
                  <a:close/>
                </a:path>
                <a:path w="1931670" h="444500">
                  <a:moveTo>
                    <a:pt x="1917953" y="444246"/>
                  </a:moveTo>
                  <a:lnTo>
                    <a:pt x="1917953" y="418338"/>
                  </a:lnTo>
                  <a:lnTo>
                    <a:pt x="1908047" y="438912"/>
                  </a:lnTo>
                  <a:lnTo>
                    <a:pt x="1892486" y="418338"/>
                  </a:lnTo>
                  <a:lnTo>
                    <a:pt x="39183" y="418338"/>
                  </a:lnTo>
                  <a:lnTo>
                    <a:pt x="23621" y="438912"/>
                  </a:lnTo>
                  <a:lnTo>
                    <a:pt x="12953" y="418338"/>
                  </a:lnTo>
                  <a:lnTo>
                    <a:pt x="12953" y="444246"/>
                  </a:lnTo>
                  <a:lnTo>
                    <a:pt x="1917953" y="444246"/>
                  </a:lnTo>
                  <a:close/>
                </a:path>
                <a:path w="1931670" h="444500">
                  <a:moveTo>
                    <a:pt x="340613" y="19812"/>
                  </a:moveTo>
                  <a:lnTo>
                    <a:pt x="330707" y="25146"/>
                  </a:lnTo>
                  <a:lnTo>
                    <a:pt x="336579" y="25146"/>
                  </a:lnTo>
                  <a:lnTo>
                    <a:pt x="340613" y="19812"/>
                  </a:lnTo>
                  <a:close/>
                </a:path>
                <a:path w="1931670" h="444500">
                  <a:moveTo>
                    <a:pt x="336579" y="25146"/>
                  </a:moveTo>
                  <a:lnTo>
                    <a:pt x="330707" y="25146"/>
                  </a:lnTo>
                  <a:lnTo>
                    <a:pt x="330707" y="32908"/>
                  </a:lnTo>
                  <a:lnTo>
                    <a:pt x="336579" y="25146"/>
                  </a:lnTo>
                  <a:close/>
                </a:path>
                <a:path w="1931670" h="444500">
                  <a:moveTo>
                    <a:pt x="340613" y="25146"/>
                  </a:moveTo>
                  <a:lnTo>
                    <a:pt x="340613" y="19812"/>
                  </a:lnTo>
                  <a:lnTo>
                    <a:pt x="336579" y="25146"/>
                  </a:lnTo>
                  <a:lnTo>
                    <a:pt x="340613" y="25146"/>
                  </a:lnTo>
                  <a:close/>
                </a:path>
                <a:path w="1931670" h="444500">
                  <a:moveTo>
                    <a:pt x="1600961" y="25146"/>
                  </a:moveTo>
                  <a:lnTo>
                    <a:pt x="1591055" y="19812"/>
                  </a:lnTo>
                  <a:lnTo>
                    <a:pt x="1595090" y="25146"/>
                  </a:lnTo>
                  <a:lnTo>
                    <a:pt x="1600961" y="25146"/>
                  </a:lnTo>
                  <a:close/>
                </a:path>
                <a:path w="1931670" h="444500">
                  <a:moveTo>
                    <a:pt x="1595090" y="25146"/>
                  </a:moveTo>
                  <a:lnTo>
                    <a:pt x="1591055" y="19812"/>
                  </a:lnTo>
                  <a:lnTo>
                    <a:pt x="1591055" y="25146"/>
                  </a:lnTo>
                  <a:lnTo>
                    <a:pt x="1595090" y="25146"/>
                  </a:lnTo>
                  <a:close/>
                </a:path>
                <a:path w="1931670" h="444500">
                  <a:moveTo>
                    <a:pt x="1600961" y="32908"/>
                  </a:moveTo>
                  <a:lnTo>
                    <a:pt x="1600961" y="25146"/>
                  </a:lnTo>
                  <a:lnTo>
                    <a:pt x="1595090" y="25146"/>
                  </a:lnTo>
                  <a:lnTo>
                    <a:pt x="1600961" y="32908"/>
                  </a:lnTo>
                  <a:close/>
                </a:path>
                <a:path w="1931670" h="444500">
                  <a:moveTo>
                    <a:pt x="1917953" y="418338"/>
                  </a:moveTo>
                  <a:lnTo>
                    <a:pt x="1892486" y="418338"/>
                  </a:lnTo>
                  <a:lnTo>
                    <a:pt x="1908047" y="438912"/>
                  </a:lnTo>
                  <a:lnTo>
                    <a:pt x="1917953" y="4183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946390" y="2864611"/>
            <a:ext cx="339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IaaS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8390" y="3532372"/>
            <a:ext cx="3999446" cy="2328778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6671309" y="2011679"/>
            <a:ext cx="984250" cy="350520"/>
          </a:xfrm>
          <a:custGeom>
            <a:avLst/>
            <a:gdLst/>
            <a:ahLst/>
            <a:cxnLst/>
            <a:rect l="l" t="t" r="r" b="b"/>
            <a:pathLst>
              <a:path w="984250" h="350519">
                <a:moveTo>
                  <a:pt x="983741" y="175259"/>
                </a:moveTo>
                <a:lnTo>
                  <a:pt x="808482" y="0"/>
                </a:lnTo>
                <a:lnTo>
                  <a:pt x="808482" y="87629"/>
                </a:lnTo>
                <a:lnTo>
                  <a:pt x="0" y="87629"/>
                </a:lnTo>
                <a:lnTo>
                  <a:pt x="0" y="262889"/>
                </a:lnTo>
                <a:lnTo>
                  <a:pt x="808482" y="262889"/>
                </a:lnTo>
                <a:lnTo>
                  <a:pt x="808482" y="350519"/>
                </a:lnTo>
                <a:lnTo>
                  <a:pt x="983741" y="175259"/>
                </a:lnTo>
                <a:close/>
              </a:path>
            </a:pathLst>
          </a:custGeom>
          <a:solidFill>
            <a:srgbClr val="558ED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4645" y="939800"/>
            <a:ext cx="53098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558FD5"/>
                </a:solidFill>
              </a:rPr>
              <a:t>SaaS</a:t>
            </a:r>
            <a:r>
              <a:rPr spc="-125" dirty="0">
                <a:solidFill>
                  <a:srgbClr val="558FD5"/>
                </a:solidFill>
              </a:rPr>
              <a:t> </a:t>
            </a:r>
            <a:r>
              <a:rPr dirty="0">
                <a:solidFill>
                  <a:srgbClr val="558FD5"/>
                </a:solidFill>
              </a:rPr>
              <a:t>Maturity</a:t>
            </a:r>
            <a:r>
              <a:rPr spc="-130" dirty="0">
                <a:solidFill>
                  <a:srgbClr val="558FD5"/>
                </a:solidFill>
              </a:rPr>
              <a:t> </a:t>
            </a:r>
            <a:r>
              <a:rPr spc="-10" dirty="0">
                <a:solidFill>
                  <a:srgbClr val="558FD5"/>
                </a:solidFill>
              </a:rPr>
              <a:t>Levels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32941" y="1845055"/>
            <a:ext cx="71678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200" b="1" spc="-10" dirty="0">
                <a:solidFill>
                  <a:srgbClr val="7E7E7E"/>
                </a:solidFill>
                <a:latin typeface="Arial"/>
                <a:cs typeface="Arial"/>
              </a:rPr>
              <a:t>Distinguishing</a:t>
            </a:r>
            <a:r>
              <a:rPr sz="2200" b="1" spc="-5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7E7E7E"/>
                </a:solidFill>
                <a:latin typeface="Arial"/>
                <a:cs typeface="Arial"/>
              </a:rPr>
              <a:t>attributes:</a:t>
            </a:r>
            <a:r>
              <a:rPr sz="2200" b="1" spc="-5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configurability,</a:t>
            </a:r>
            <a:r>
              <a:rPr sz="2200" spc="-8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 MT"/>
                <a:cs typeface="Arial MT"/>
              </a:rPr>
              <a:t>multi-tenant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efficiency,</a:t>
            </a:r>
            <a:r>
              <a:rPr sz="22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 MT"/>
                <a:cs typeface="Arial MT"/>
              </a:rPr>
              <a:t>scalability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9827" y="3021329"/>
            <a:ext cx="8216900" cy="369265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08786" y="315264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650033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81362" y="315264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650033"/>
                </a:solidFill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53939" y="315264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650033"/>
                </a:solidFill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85807" y="315264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650033"/>
                </a:solidFill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54451" y="3230879"/>
            <a:ext cx="10160" cy="3341370"/>
          </a:xfrm>
          <a:custGeom>
            <a:avLst/>
            <a:gdLst/>
            <a:ahLst/>
            <a:cxnLst/>
            <a:rect l="l" t="t" r="r" b="b"/>
            <a:pathLst>
              <a:path w="10160" h="3341370">
                <a:moveTo>
                  <a:pt x="9906" y="3341370"/>
                </a:moveTo>
                <a:lnTo>
                  <a:pt x="9906" y="0"/>
                </a:lnTo>
                <a:lnTo>
                  <a:pt x="0" y="0"/>
                </a:lnTo>
                <a:lnTo>
                  <a:pt x="0" y="3341370"/>
                </a:lnTo>
                <a:lnTo>
                  <a:pt x="9906" y="3341370"/>
                </a:lnTo>
                <a:close/>
              </a:path>
            </a:pathLst>
          </a:custGeom>
          <a:solidFill>
            <a:srgbClr val="99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80413" y="4108958"/>
            <a:ext cx="5232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Tenant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28154" y="4108958"/>
            <a:ext cx="5232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Tenant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2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51887" y="4082285"/>
            <a:ext cx="5232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Tenant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99628" y="4082285"/>
            <a:ext cx="5232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Tenant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2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96593" y="4082285"/>
            <a:ext cx="11709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9765" algn="l"/>
              </a:tabLst>
            </a:pPr>
            <a:r>
              <a:rPr sz="1000" dirty="0">
                <a:latin typeface="Arial MT"/>
                <a:cs typeface="Arial MT"/>
              </a:rPr>
              <a:t>Tenant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1</a:t>
            </a:r>
            <a:r>
              <a:rPr sz="1000" dirty="0">
                <a:latin typeface="Arial MT"/>
                <a:cs typeface="Arial MT"/>
              </a:rPr>
              <a:t>	Tenant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2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29326" y="4082285"/>
            <a:ext cx="11709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9765" algn="l"/>
              </a:tabLst>
            </a:pPr>
            <a:r>
              <a:rPr sz="1000" dirty="0">
                <a:latin typeface="Arial MT"/>
                <a:cs typeface="Arial MT"/>
              </a:rPr>
              <a:t>Tenant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1</a:t>
            </a:r>
            <a:r>
              <a:rPr sz="1000" dirty="0">
                <a:latin typeface="Arial MT"/>
                <a:cs typeface="Arial MT"/>
              </a:rPr>
              <a:t>	Tenant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2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55775" y="4485894"/>
            <a:ext cx="7585709" cy="826769"/>
            <a:chOff x="1255775" y="4485894"/>
            <a:chExt cx="7585709" cy="826769"/>
          </a:xfrm>
        </p:grpSpPr>
        <p:sp>
          <p:nvSpPr>
            <p:cNvPr id="17" name="object 17"/>
            <p:cNvSpPr/>
            <p:nvPr/>
          </p:nvSpPr>
          <p:spPr>
            <a:xfrm>
              <a:off x="1274825" y="4830318"/>
              <a:ext cx="432434" cy="273685"/>
            </a:xfrm>
            <a:custGeom>
              <a:avLst/>
              <a:gdLst/>
              <a:ahLst/>
              <a:cxnLst/>
              <a:rect l="l" t="t" r="r" b="b"/>
              <a:pathLst>
                <a:path w="432435" h="273685">
                  <a:moveTo>
                    <a:pt x="432054" y="273558"/>
                  </a:moveTo>
                  <a:lnTo>
                    <a:pt x="432054" y="0"/>
                  </a:lnTo>
                  <a:lnTo>
                    <a:pt x="0" y="0"/>
                  </a:lnTo>
                  <a:lnTo>
                    <a:pt x="0" y="273558"/>
                  </a:lnTo>
                  <a:lnTo>
                    <a:pt x="432054" y="2735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55775" y="4811268"/>
              <a:ext cx="470534" cy="311785"/>
            </a:xfrm>
            <a:custGeom>
              <a:avLst/>
              <a:gdLst/>
              <a:ahLst/>
              <a:cxnLst/>
              <a:rect l="l" t="t" r="r" b="b"/>
              <a:pathLst>
                <a:path w="470535" h="311785">
                  <a:moveTo>
                    <a:pt x="470154" y="311658"/>
                  </a:moveTo>
                  <a:lnTo>
                    <a:pt x="470154" y="0"/>
                  </a:lnTo>
                  <a:lnTo>
                    <a:pt x="0" y="0"/>
                  </a:lnTo>
                  <a:lnTo>
                    <a:pt x="0" y="311658"/>
                  </a:lnTo>
                  <a:lnTo>
                    <a:pt x="19050" y="311658"/>
                  </a:lnTo>
                  <a:lnTo>
                    <a:pt x="19050" y="38100"/>
                  </a:lnTo>
                  <a:lnTo>
                    <a:pt x="38100" y="19050"/>
                  </a:lnTo>
                  <a:lnTo>
                    <a:pt x="38100" y="38100"/>
                  </a:lnTo>
                  <a:lnTo>
                    <a:pt x="432054" y="38100"/>
                  </a:lnTo>
                  <a:lnTo>
                    <a:pt x="432054" y="19050"/>
                  </a:lnTo>
                  <a:lnTo>
                    <a:pt x="451104" y="38100"/>
                  </a:lnTo>
                  <a:lnTo>
                    <a:pt x="451104" y="311658"/>
                  </a:lnTo>
                  <a:lnTo>
                    <a:pt x="470154" y="311658"/>
                  </a:lnTo>
                  <a:close/>
                </a:path>
                <a:path w="470535" h="311785">
                  <a:moveTo>
                    <a:pt x="38100" y="38100"/>
                  </a:moveTo>
                  <a:lnTo>
                    <a:pt x="38100" y="19050"/>
                  </a:lnTo>
                  <a:lnTo>
                    <a:pt x="19050" y="38100"/>
                  </a:lnTo>
                  <a:lnTo>
                    <a:pt x="38100" y="38100"/>
                  </a:lnTo>
                  <a:close/>
                </a:path>
                <a:path w="470535" h="311785">
                  <a:moveTo>
                    <a:pt x="38100" y="273558"/>
                  </a:moveTo>
                  <a:lnTo>
                    <a:pt x="38100" y="38100"/>
                  </a:lnTo>
                  <a:lnTo>
                    <a:pt x="19050" y="38100"/>
                  </a:lnTo>
                  <a:lnTo>
                    <a:pt x="19050" y="273558"/>
                  </a:lnTo>
                  <a:lnTo>
                    <a:pt x="38100" y="273558"/>
                  </a:lnTo>
                  <a:close/>
                </a:path>
                <a:path w="470535" h="311785">
                  <a:moveTo>
                    <a:pt x="451104" y="273558"/>
                  </a:moveTo>
                  <a:lnTo>
                    <a:pt x="19050" y="273558"/>
                  </a:lnTo>
                  <a:lnTo>
                    <a:pt x="38100" y="292608"/>
                  </a:lnTo>
                  <a:lnTo>
                    <a:pt x="38100" y="311658"/>
                  </a:lnTo>
                  <a:lnTo>
                    <a:pt x="432054" y="311658"/>
                  </a:lnTo>
                  <a:lnTo>
                    <a:pt x="432054" y="292608"/>
                  </a:lnTo>
                  <a:lnTo>
                    <a:pt x="451104" y="273558"/>
                  </a:lnTo>
                  <a:close/>
                </a:path>
                <a:path w="470535" h="311785">
                  <a:moveTo>
                    <a:pt x="38100" y="311658"/>
                  </a:moveTo>
                  <a:lnTo>
                    <a:pt x="38100" y="292608"/>
                  </a:lnTo>
                  <a:lnTo>
                    <a:pt x="19050" y="273558"/>
                  </a:lnTo>
                  <a:lnTo>
                    <a:pt x="19050" y="311658"/>
                  </a:lnTo>
                  <a:lnTo>
                    <a:pt x="38100" y="311658"/>
                  </a:lnTo>
                  <a:close/>
                </a:path>
                <a:path w="470535" h="311785">
                  <a:moveTo>
                    <a:pt x="451104" y="38100"/>
                  </a:moveTo>
                  <a:lnTo>
                    <a:pt x="432054" y="19050"/>
                  </a:lnTo>
                  <a:lnTo>
                    <a:pt x="432054" y="38100"/>
                  </a:lnTo>
                  <a:lnTo>
                    <a:pt x="451104" y="38100"/>
                  </a:lnTo>
                  <a:close/>
                </a:path>
                <a:path w="470535" h="311785">
                  <a:moveTo>
                    <a:pt x="451104" y="273558"/>
                  </a:moveTo>
                  <a:lnTo>
                    <a:pt x="451104" y="38100"/>
                  </a:lnTo>
                  <a:lnTo>
                    <a:pt x="432054" y="38100"/>
                  </a:lnTo>
                  <a:lnTo>
                    <a:pt x="432054" y="273558"/>
                  </a:lnTo>
                  <a:lnTo>
                    <a:pt x="451104" y="273558"/>
                  </a:lnTo>
                  <a:close/>
                </a:path>
                <a:path w="470535" h="311785">
                  <a:moveTo>
                    <a:pt x="451104" y="311658"/>
                  </a:moveTo>
                  <a:lnTo>
                    <a:pt x="451104" y="273558"/>
                  </a:lnTo>
                  <a:lnTo>
                    <a:pt x="432054" y="292608"/>
                  </a:lnTo>
                  <a:lnTo>
                    <a:pt x="432054" y="311658"/>
                  </a:lnTo>
                  <a:lnTo>
                    <a:pt x="451104" y="311658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46453" y="4762500"/>
              <a:ext cx="287655" cy="67945"/>
            </a:xfrm>
            <a:custGeom>
              <a:avLst/>
              <a:gdLst/>
              <a:ahLst/>
              <a:cxnLst/>
              <a:rect l="l" t="t" r="r" b="b"/>
              <a:pathLst>
                <a:path w="287655" h="67945">
                  <a:moveTo>
                    <a:pt x="287274" y="67817"/>
                  </a:moveTo>
                  <a:lnTo>
                    <a:pt x="215646" y="0"/>
                  </a:lnTo>
                  <a:lnTo>
                    <a:pt x="71628" y="0"/>
                  </a:lnTo>
                  <a:lnTo>
                    <a:pt x="0" y="67817"/>
                  </a:lnTo>
                  <a:lnTo>
                    <a:pt x="287274" y="678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98447" y="4743450"/>
              <a:ext cx="383540" cy="106045"/>
            </a:xfrm>
            <a:custGeom>
              <a:avLst/>
              <a:gdLst/>
              <a:ahLst/>
              <a:cxnLst/>
              <a:rect l="l" t="t" r="r" b="b"/>
              <a:pathLst>
                <a:path w="383539" h="106045">
                  <a:moveTo>
                    <a:pt x="383286" y="105917"/>
                  </a:moveTo>
                  <a:lnTo>
                    <a:pt x="271272" y="0"/>
                  </a:lnTo>
                  <a:lnTo>
                    <a:pt x="112014" y="0"/>
                  </a:lnTo>
                  <a:lnTo>
                    <a:pt x="0" y="105917"/>
                  </a:lnTo>
                  <a:lnTo>
                    <a:pt x="48006" y="105917"/>
                  </a:lnTo>
                  <a:lnTo>
                    <a:pt x="48006" y="67817"/>
                  </a:lnTo>
                  <a:lnTo>
                    <a:pt x="95934" y="67817"/>
                  </a:lnTo>
                  <a:lnTo>
                    <a:pt x="119634" y="45615"/>
                  </a:lnTo>
                  <a:lnTo>
                    <a:pt x="119634" y="38099"/>
                  </a:lnTo>
                  <a:lnTo>
                    <a:pt x="133350" y="32765"/>
                  </a:lnTo>
                  <a:lnTo>
                    <a:pt x="133350" y="38099"/>
                  </a:lnTo>
                  <a:lnTo>
                    <a:pt x="250698" y="38099"/>
                  </a:lnTo>
                  <a:lnTo>
                    <a:pt x="250698" y="32765"/>
                  </a:lnTo>
                  <a:lnTo>
                    <a:pt x="263652" y="38099"/>
                  </a:lnTo>
                  <a:lnTo>
                    <a:pt x="263652" y="45030"/>
                  </a:lnTo>
                  <a:lnTo>
                    <a:pt x="287719" y="67817"/>
                  </a:lnTo>
                  <a:lnTo>
                    <a:pt x="335280" y="67817"/>
                  </a:lnTo>
                  <a:lnTo>
                    <a:pt x="335280" y="105917"/>
                  </a:lnTo>
                  <a:lnTo>
                    <a:pt x="383286" y="105917"/>
                  </a:lnTo>
                  <a:close/>
                </a:path>
                <a:path w="383539" h="106045">
                  <a:moveTo>
                    <a:pt x="95934" y="67817"/>
                  </a:moveTo>
                  <a:lnTo>
                    <a:pt x="48006" y="67817"/>
                  </a:lnTo>
                  <a:lnTo>
                    <a:pt x="60960" y="100583"/>
                  </a:lnTo>
                  <a:lnTo>
                    <a:pt x="95934" y="67817"/>
                  </a:lnTo>
                  <a:close/>
                </a:path>
                <a:path w="383539" h="106045">
                  <a:moveTo>
                    <a:pt x="335280" y="105917"/>
                  </a:moveTo>
                  <a:lnTo>
                    <a:pt x="335280" y="67817"/>
                  </a:lnTo>
                  <a:lnTo>
                    <a:pt x="322326" y="100583"/>
                  </a:lnTo>
                  <a:lnTo>
                    <a:pt x="287719" y="67817"/>
                  </a:lnTo>
                  <a:lnTo>
                    <a:pt x="95934" y="67817"/>
                  </a:lnTo>
                  <a:lnTo>
                    <a:pt x="60960" y="100583"/>
                  </a:lnTo>
                  <a:lnTo>
                    <a:pt x="48006" y="67817"/>
                  </a:lnTo>
                  <a:lnTo>
                    <a:pt x="48006" y="105917"/>
                  </a:lnTo>
                  <a:lnTo>
                    <a:pt x="335280" y="105917"/>
                  </a:lnTo>
                  <a:close/>
                </a:path>
                <a:path w="383539" h="106045">
                  <a:moveTo>
                    <a:pt x="133350" y="32765"/>
                  </a:moveTo>
                  <a:lnTo>
                    <a:pt x="119634" y="38099"/>
                  </a:lnTo>
                  <a:lnTo>
                    <a:pt x="127656" y="38099"/>
                  </a:lnTo>
                  <a:lnTo>
                    <a:pt x="133350" y="32765"/>
                  </a:lnTo>
                  <a:close/>
                </a:path>
                <a:path w="383539" h="106045">
                  <a:moveTo>
                    <a:pt x="127656" y="38099"/>
                  </a:moveTo>
                  <a:lnTo>
                    <a:pt x="119634" y="38099"/>
                  </a:lnTo>
                  <a:lnTo>
                    <a:pt x="119634" y="45615"/>
                  </a:lnTo>
                  <a:lnTo>
                    <a:pt x="127656" y="38099"/>
                  </a:lnTo>
                  <a:close/>
                </a:path>
                <a:path w="383539" h="106045">
                  <a:moveTo>
                    <a:pt x="133350" y="38099"/>
                  </a:moveTo>
                  <a:lnTo>
                    <a:pt x="133350" y="32765"/>
                  </a:lnTo>
                  <a:lnTo>
                    <a:pt x="127656" y="38099"/>
                  </a:lnTo>
                  <a:lnTo>
                    <a:pt x="133350" y="38099"/>
                  </a:lnTo>
                  <a:close/>
                </a:path>
                <a:path w="383539" h="106045">
                  <a:moveTo>
                    <a:pt x="263652" y="38099"/>
                  </a:moveTo>
                  <a:lnTo>
                    <a:pt x="250698" y="32765"/>
                  </a:lnTo>
                  <a:lnTo>
                    <a:pt x="256331" y="38099"/>
                  </a:lnTo>
                  <a:lnTo>
                    <a:pt x="263652" y="38099"/>
                  </a:lnTo>
                  <a:close/>
                </a:path>
                <a:path w="383539" h="106045">
                  <a:moveTo>
                    <a:pt x="256331" y="38099"/>
                  </a:moveTo>
                  <a:lnTo>
                    <a:pt x="250698" y="32765"/>
                  </a:lnTo>
                  <a:lnTo>
                    <a:pt x="250698" y="38099"/>
                  </a:lnTo>
                  <a:lnTo>
                    <a:pt x="256331" y="38099"/>
                  </a:lnTo>
                  <a:close/>
                </a:path>
                <a:path w="383539" h="106045">
                  <a:moveTo>
                    <a:pt x="263652" y="45030"/>
                  </a:moveTo>
                  <a:lnTo>
                    <a:pt x="263652" y="38099"/>
                  </a:lnTo>
                  <a:lnTo>
                    <a:pt x="256331" y="38099"/>
                  </a:lnTo>
                  <a:lnTo>
                    <a:pt x="263652" y="45030"/>
                  </a:lnTo>
                  <a:close/>
                </a:path>
                <a:path w="383539" h="106045">
                  <a:moveTo>
                    <a:pt x="335280" y="67817"/>
                  </a:moveTo>
                  <a:lnTo>
                    <a:pt x="287719" y="67817"/>
                  </a:lnTo>
                  <a:lnTo>
                    <a:pt x="322326" y="100583"/>
                  </a:lnTo>
                  <a:lnTo>
                    <a:pt x="335280" y="67817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94153" y="4830318"/>
              <a:ext cx="432434" cy="273685"/>
            </a:xfrm>
            <a:custGeom>
              <a:avLst/>
              <a:gdLst/>
              <a:ahLst/>
              <a:cxnLst/>
              <a:rect l="l" t="t" r="r" b="b"/>
              <a:pathLst>
                <a:path w="432435" h="273685">
                  <a:moveTo>
                    <a:pt x="432054" y="273558"/>
                  </a:moveTo>
                  <a:lnTo>
                    <a:pt x="432054" y="0"/>
                  </a:lnTo>
                  <a:lnTo>
                    <a:pt x="0" y="0"/>
                  </a:lnTo>
                  <a:lnTo>
                    <a:pt x="0" y="273558"/>
                  </a:lnTo>
                  <a:lnTo>
                    <a:pt x="432054" y="2735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75103" y="4811268"/>
              <a:ext cx="470534" cy="311785"/>
            </a:xfrm>
            <a:custGeom>
              <a:avLst/>
              <a:gdLst/>
              <a:ahLst/>
              <a:cxnLst/>
              <a:rect l="l" t="t" r="r" b="b"/>
              <a:pathLst>
                <a:path w="470535" h="311785">
                  <a:moveTo>
                    <a:pt x="470154" y="311658"/>
                  </a:moveTo>
                  <a:lnTo>
                    <a:pt x="470154" y="0"/>
                  </a:lnTo>
                  <a:lnTo>
                    <a:pt x="0" y="0"/>
                  </a:lnTo>
                  <a:lnTo>
                    <a:pt x="0" y="311658"/>
                  </a:lnTo>
                  <a:lnTo>
                    <a:pt x="19050" y="311658"/>
                  </a:lnTo>
                  <a:lnTo>
                    <a:pt x="19050" y="38100"/>
                  </a:lnTo>
                  <a:lnTo>
                    <a:pt x="38100" y="19050"/>
                  </a:lnTo>
                  <a:lnTo>
                    <a:pt x="38100" y="38100"/>
                  </a:lnTo>
                  <a:lnTo>
                    <a:pt x="432053" y="38100"/>
                  </a:lnTo>
                  <a:lnTo>
                    <a:pt x="432053" y="19050"/>
                  </a:lnTo>
                  <a:lnTo>
                    <a:pt x="451103" y="38100"/>
                  </a:lnTo>
                  <a:lnTo>
                    <a:pt x="451103" y="311658"/>
                  </a:lnTo>
                  <a:lnTo>
                    <a:pt x="470154" y="311658"/>
                  </a:lnTo>
                  <a:close/>
                </a:path>
                <a:path w="470535" h="311785">
                  <a:moveTo>
                    <a:pt x="38100" y="38100"/>
                  </a:moveTo>
                  <a:lnTo>
                    <a:pt x="38100" y="19050"/>
                  </a:lnTo>
                  <a:lnTo>
                    <a:pt x="19050" y="38100"/>
                  </a:lnTo>
                  <a:lnTo>
                    <a:pt x="38100" y="38100"/>
                  </a:lnTo>
                  <a:close/>
                </a:path>
                <a:path w="470535" h="311785">
                  <a:moveTo>
                    <a:pt x="38100" y="273558"/>
                  </a:moveTo>
                  <a:lnTo>
                    <a:pt x="38100" y="38100"/>
                  </a:lnTo>
                  <a:lnTo>
                    <a:pt x="19050" y="38100"/>
                  </a:lnTo>
                  <a:lnTo>
                    <a:pt x="19050" y="273558"/>
                  </a:lnTo>
                  <a:lnTo>
                    <a:pt x="38100" y="273558"/>
                  </a:lnTo>
                  <a:close/>
                </a:path>
                <a:path w="470535" h="311785">
                  <a:moveTo>
                    <a:pt x="451103" y="273558"/>
                  </a:moveTo>
                  <a:lnTo>
                    <a:pt x="19050" y="273558"/>
                  </a:lnTo>
                  <a:lnTo>
                    <a:pt x="38100" y="292608"/>
                  </a:lnTo>
                  <a:lnTo>
                    <a:pt x="38100" y="311658"/>
                  </a:lnTo>
                  <a:lnTo>
                    <a:pt x="432053" y="311658"/>
                  </a:lnTo>
                  <a:lnTo>
                    <a:pt x="432053" y="292608"/>
                  </a:lnTo>
                  <a:lnTo>
                    <a:pt x="451103" y="273558"/>
                  </a:lnTo>
                  <a:close/>
                </a:path>
                <a:path w="470535" h="311785">
                  <a:moveTo>
                    <a:pt x="38100" y="311658"/>
                  </a:moveTo>
                  <a:lnTo>
                    <a:pt x="38100" y="292608"/>
                  </a:lnTo>
                  <a:lnTo>
                    <a:pt x="19050" y="273558"/>
                  </a:lnTo>
                  <a:lnTo>
                    <a:pt x="19050" y="311658"/>
                  </a:lnTo>
                  <a:lnTo>
                    <a:pt x="38100" y="311658"/>
                  </a:lnTo>
                  <a:close/>
                </a:path>
                <a:path w="470535" h="311785">
                  <a:moveTo>
                    <a:pt x="451103" y="38100"/>
                  </a:moveTo>
                  <a:lnTo>
                    <a:pt x="432053" y="19050"/>
                  </a:lnTo>
                  <a:lnTo>
                    <a:pt x="432053" y="38100"/>
                  </a:lnTo>
                  <a:lnTo>
                    <a:pt x="451103" y="38100"/>
                  </a:lnTo>
                  <a:close/>
                </a:path>
                <a:path w="470535" h="311785">
                  <a:moveTo>
                    <a:pt x="451103" y="273558"/>
                  </a:moveTo>
                  <a:lnTo>
                    <a:pt x="451103" y="38100"/>
                  </a:lnTo>
                  <a:lnTo>
                    <a:pt x="432053" y="38100"/>
                  </a:lnTo>
                  <a:lnTo>
                    <a:pt x="432053" y="273558"/>
                  </a:lnTo>
                  <a:lnTo>
                    <a:pt x="451103" y="273558"/>
                  </a:lnTo>
                  <a:close/>
                </a:path>
                <a:path w="470535" h="311785">
                  <a:moveTo>
                    <a:pt x="451103" y="311658"/>
                  </a:moveTo>
                  <a:lnTo>
                    <a:pt x="451103" y="273558"/>
                  </a:lnTo>
                  <a:lnTo>
                    <a:pt x="432053" y="292608"/>
                  </a:lnTo>
                  <a:lnTo>
                    <a:pt x="432053" y="311658"/>
                  </a:lnTo>
                  <a:lnTo>
                    <a:pt x="451103" y="311658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65781" y="4762500"/>
              <a:ext cx="287655" cy="67945"/>
            </a:xfrm>
            <a:custGeom>
              <a:avLst/>
              <a:gdLst/>
              <a:ahLst/>
              <a:cxnLst/>
              <a:rect l="l" t="t" r="r" b="b"/>
              <a:pathLst>
                <a:path w="287655" h="67945">
                  <a:moveTo>
                    <a:pt x="287274" y="67817"/>
                  </a:moveTo>
                  <a:lnTo>
                    <a:pt x="215646" y="0"/>
                  </a:lnTo>
                  <a:lnTo>
                    <a:pt x="71628" y="0"/>
                  </a:lnTo>
                  <a:lnTo>
                    <a:pt x="0" y="67817"/>
                  </a:lnTo>
                  <a:lnTo>
                    <a:pt x="287274" y="678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017775" y="4743450"/>
              <a:ext cx="383540" cy="106045"/>
            </a:xfrm>
            <a:custGeom>
              <a:avLst/>
              <a:gdLst/>
              <a:ahLst/>
              <a:cxnLst/>
              <a:rect l="l" t="t" r="r" b="b"/>
              <a:pathLst>
                <a:path w="383539" h="106045">
                  <a:moveTo>
                    <a:pt x="383286" y="105917"/>
                  </a:moveTo>
                  <a:lnTo>
                    <a:pt x="271272" y="0"/>
                  </a:lnTo>
                  <a:lnTo>
                    <a:pt x="112014" y="0"/>
                  </a:lnTo>
                  <a:lnTo>
                    <a:pt x="0" y="105917"/>
                  </a:lnTo>
                  <a:lnTo>
                    <a:pt x="48006" y="105917"/>
                  </a:lnTo>
                  <a:lnTo>
                    <a:pt x="48006" y="67817"/>
                  </a:lnTo>
                  <a:lnTo>
                    <a:pt x="95566" y="67817"/>
                  </a:lnTo>
                  <a:lnTo>
                    <a:pt x="119634" y="45030"/>
                  </a:lnTo>
                  <a:lnTo>
                    <a:pt x="119634" y="38099"/>
                  </a:lnTo>
                  <a:lnTo>
                    <a:pt x="132588" y="32765"/>
                  </a:lnTo>
                  <a:lnTo>
                    <a:pt x="132588" y="38099"/>
                  </a:lnTo>
                  <a:lnTo>
                    <a:pt x="250698" y="38099"/>
                  </a:lnTo>
                  <a:lnTo>
                    <a:pt x="250698" y="32765"/>
                  </a:lnTo>
                  <a:lnTo>
                    <a:pt x="263652" y="38099"/>
                  </a:lnTo>
                  <a:lnTo>
                    <a:pt x="263652" y="45030"/>
                  </a:lnTo>
                  <a:lnTo>
                    <a:pt x="287719" y="67817"/>
                  </a:lnTo>
                  <a:lnTo>
                    <a:pt x="335280" y="67817"/>
                  </a:lnTo>
                  <a:lnTo>
                    <a:pt x="335280" y="105917"/>
                  </a:lnTo>
                  <a:lnTo>
                    <a:pt x="383286" y="105917"/>
                  </a:lnTo>
                  <a:close/>
                </a:path>
                <a:path w="383539" h="106045">
                  <a:moveTo>
                    <a:pt x="95566" y="67817"/>
                  </a:moveTo>
                  <a:lnTo>
                    <a:pt x="48006" y="67817"/>
                  </a:lnTo>
                  <a:lnTo>
                    <a:pt x="60960" y="100583"/>
                  </a:lnTo>
                  <a:lnTo>
                    <a:pt x="95566" y="67817"/>
                  </a:lnTo>
                  <a:close/>
                </a:path>
                <a:path w="383539" h="106045">
                  <a:moveTo>
                    <a:pt x="335280" y="105917"/>
                  </a:moveTo>
                  <a:lnTo>
                    <a:pt x="335280" y="67817"/>
                  </a:lnTo>
                  <a:lnTo>
                    <a:pt x="322326" y="100583"/>
                  </a:lnTo>
                  <a:lnTo>
                    <a:pt x="287719" y="67817"/>
                  </a:lnTo>
                  <a:lnTo>
                    <a:pt x="95566" y="67817"/>
                  </a:lnTo>
                  <a:lnTo>
                    <a:pt x="60960" y="100583"/>
                  </a:lnTo>
                  <a:lnTo>
                    <a:pt x="48006" y="67817"/>
                  </a:lnTo>
                  <a:lnTo>
                    <a:pt x="48006" y="105917"/>
                  </a:lnTo>
                  <a:lnTo>
                    <a:pt x="335280" y="105917"/>
                  </a:lnTo>
                  <a:close/>
                </a:path>
                <a:path w="383539" h="106045">
                  <a:moveTo>
                    <a:pt x="132588" y="32765"/>
                  </a:moveTo>
                  <a:lnTo>
                    <a:pt x="119634" y="38099"/>
                  </a:lnTo>
                  <a:lnTo>
                    <a:pt x="126954" y="38099"/>
                  </a:lnTo>
                  <a:lnTo>
                    <a:pt x="132588" y="32765"/>
                  </a:lnTo>
                  <a:close/>
                </a:path>
                <a:path w="383539" h="106045">
                  <a:moveTo>
                    <a:pt x="126954" y="38099"/>
                  </a:moveTo>
                  <a:lnTo>
                    <a:pt x="119634" y="38099"/>
                  </a:lnTo>
                  <a:lnTo>
                    <a:pt x="119634" y="45030"/>
                  </a:lnTo>
                  <a:lnTo>
                    <a:pt x="126954" y="38099"/>
                  </a:lnTo>
                  <a:close/>
                </a:path>
                <a:path w="383539" h="106045">
                  <a:moveTo>
                    <a:pt x="132588" y="38099"/>
                  </a:moveTo>
                  <a:lnTo>
                    <a:pt x="132588" y="32765"/>
                  </a:lnTo>
                  <a:lnTo>
                    <a:pt x="126954" y="38099"/>
                  </a:lnTo>
                  <a:lnTo>
                    <a:pt x="132588" y="38099"/>
                  </a:lnTo>
                  <a:close/>
                </a:path>
                <a:path w="383539" h="106045">
                  <a:moveTo>
                    <a:pt x="263652" y="38099"/>
                  </a:moveTo>
                  <a:lnTo>
                    <a:pt x="250698" y="32765"/>
                  </a:lnTo>
                  <a:lnTo>
                    <a:pt x="256331" y="38099"/>
                  </a:lnTo>
                  <a:lnTo>
                    <a:pt x="263652" y="38099"/>
                  </a:lnTo>
                  <a:close/>
                </a:path>
                <a:path w="383539" h="106045">
                  <a:moveTo>
                    <a:pt x="256331" y="38099"/>
                  </a:moveTo>
                  <a:lnTo>
                    <a:pt x="250698" y="32765"/>
                  </a:lnTo>
                  <a:lnTo>
                    <a:pt x="250698" y="38099"/>
                  </a:lnTo>
                  <a:lnTo>
                    <a:pt x="256331" y="38099"/>
                  </a:lnTo>
                  <a:close/>
                </a:path>
                <a:path w="383539" h="106045">
                  <a:moveTo>
                    <a:pt x="263652" y="45030"/>
                  </a:moveTo>
                  <a:lnTo>
                    <a:pt x="263652" y="38099"/>
                  </a:lnTo>
                  <a:lnTo>
                    <a:pt x="256331" y="38099"/>
                  </a:lnTo>
                  <a:lnTo>
                    <a:pt x="263652" y="45030"/>
                  </a:lnTo>
                  <a:close/>
                </a:path>
                <a:path w="383539" h="106045">
                  <a:moveTo>
                    <a:pt x="335280" y="67817"/>
                  </a:moveTo>
                  <a:lnTo>
                    <a:pt x="287719" y="67817"/>
                  </a:lnTo>
                  <a:lnTo>
                    <a:pt x="322326" y="100583"/>
                  </a:lnTo>
                  <a:lnTo>
                    <a:pt x="335280" y="67817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13354" y="4756403"/>
              <a:ext cx="4474210" cy="556260"/>
            </a:xfrm>
            <a:custGeom>
              <a:avLst/>
              <a:gdLst/>
              <a:ahLst/>
              <a:cxnLst/>
              <a:rect l="l" t="t" r="r" b="b"/>
              <a:pathLst>
                <a:path w="4474209" h="556260">
                  <a:moveTo>
                    <a:pt x="441198" y="67818"/>
                  </a:moveTo>
                  <a:lnTo>
                    <a:pt x="365887" y="67818"/>
                  </a:lnTo>
                  <a:lnTo>
                    <a:pt x="293370" y="0"/>
                  </a:lnTo>
                  <a:lnTo>
                    <a:pt x="146304" y="0"/>
                  </a:lnTo>
                  <a:lnTo>
                    <a:pt x="73774" y="67818"/>
                  </a:lnTo>
                  <a:lnTo>
                    <a:pt x="0" y="67818"/>
                  </a:lnTo>
                  <a:lnTo>
                    <a:pt x="0" y="350520"/>
                  </a:lnTo>
                  <a:lnTo>
                    <a:pt x="441198" y="350520"/>
                  </a:lnTo>
                  <a:lnTo>
                    <a:pt x="441198" y="67818"/>
                  </a:lnTo>
                  <a:close/>
                </a:path>
                <a:path w="4474209" h="556260">
                  <a:moveTo>
                    <a:pt x="1090422" y="67818"/>
                  </a:moveTo>
                  <a:lnTo>
                    <a:pt x="1015199" y="67818"/>
                  </a:lnTo>
                  <a:lnTo>
                    <a:pt x="943356" y="0"/>
                  </a:lnTo>
                  <a:lnTo>
                    <a:pt x="795528" y="0"/>
                  </a:lnTo>
                  <a:lnTo>
                    <a:pt x="722998" y="67818"/>
                  </a:lnTo>
                  <a:lnTo>
                    <a:pt x="649224" y="67818"/>
                  </a:lnTo>
                  <a:lnTo>
                    <a:pt x="649224" y="350520"/>
                  </a:lnTo>
                  <a:lnTo>
                    <a:pt x="1090422" y="350520"/>
                  </a:lnTo>
                  <a:lnTo>
                    <a:pt x="1090422" y="67818"/>
                  </a:lnTo>
                  <a:close/>
                </a:path>
                <a:path w="4474209" h="556260">
                  <a:moveTo>
                    <a:pt x="2673096" y="136398"/>
                  </a:moveTo>
                  <a:lnTo>
                    <a:pt x="2597061" y="136398"/>
                  </a:lnTo>
                  <a:lnTo>
                    <a:pt x="2526030" y="69342"/>
                  </a:lnTo>
                  <a:lnTo>
                    <a:pt x="2378202" y="69342"/>
                  </a:lnTo>
                  <a:lnTo>
                    <a:pt x="2307158" y="136398"/>
                  </a:lnTo>
                  <a:lnTo>
                    <a:pt x="2231898" y="136398"/>
                  </a:lnTo>
                  <a:lnTo>
                    <a:pt x="2231898" y="419862"/>
                  </a:lnTo>
                  <a:lnTo>
                    <a:pt x="2673096" y="419862"/>
                  </a:lnTo>
                  <a:lnTo>
                    <a:pt x="2673096" y="136398"/>
                  </a:lnTo>
                  <a:close/>
                </a:path>
                <a:path w="4474209" h="556260">
                  <a:moveTo>
                    <a:pt x="4473702" y="273558"/>
                  </a:moveTo>
                  <a:lnTo>
                    <a:pt x="4398391" y="273558"/>
                  </a:lnTo>
                  <a:lnTo>
                    <a:pt x="4325874" y="205740"/>
                  </a:lnTo>
                  <a:lnTo>
                    <a:pt x="4178808" y="205740"/>
                  </a:lnTo>
                  <a:lnTo>
                    <a:pt x="4106278" y="273558"/>
                  </a:lnTo>
                  <a:lnTo>
                    <a:pt x="4032504" y="273558"/>
                  </a:lnTo>
                  <a:lnTo>
                    <a:pt x="4032504" y="556260"/>
                  </a:lnTo>
                  <a:lnTo>
                    <a:pt x="4473702" y="556260"/>
                  </a:lnTo>
                  <a:lnTo>
                    <a:pt x="4473702" y="2735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78802" y="4490466"/>
              <a:ext cx="1657350" cy="341630"/>
            </a:xfrm>
            <a:custGeom>
              <a:avLst/>
              <a:gdLst/>
              <a:ahLst/>
              <a:cxnLst/>
              <a:rect l="l" t="t" r="r" b="b"/>
              <a:pathLst>
                <a:path w="1657350" h="341629">
                  <a:moveTo>
                    <a:pt x="1657350" y="284225"/>
                  </a:moveTo>
                  <a:lnTo>
                    <a:pt x="1657350" y="57149"/>
                  </a:lnTo>
                  <a:lnTo>
                    <a:pt x="1652932" y="34718"/>
                  </a:lnTo>
                  <a:lnTo>
                    <a:pt x="1640871" y="16573"/>
                  </a:lnTo>
                  <a:lnTo>
                    <a:pt x="1622952" y="4429"/>
                  </a:lnTo>
                  <a:lnTo>
                    <a:pt x="1600962" y="0"/>
                  </a:lnTo>
                  <a:lnTo>
                    <a:pt x="57150" y="0"/>
                  </a:lnTo>
                  <a:lnTo>
                    <a:pt x="35040" y="4429"/>
                  </a:lnTo>
                  <a:lnTo>
                    <a:pt x="16859" y="16573"/>
                  </a:lnTo>
                  <a:lnTo>
                    <a:pt x="4536" y="34718"/>
                  </a:lnTo>
                  <a:lnTo>
                    <a:pt x="0" y="57150"/>
                  </a:lnTo>
                  <a:lnTo>
                    <a:pt x="0" y="284226"/>
                  </a:lnTo>
                  <a:lnTo>
                    <a:pt x="4536" y="306335"/>
                  </a:lnTo>
                  <a:lnTo>
                    <a:pt x="16859" y="324516"/>
                  </a:lnTo>
                  <a:lnTo>
                    <a:pt x="35040" y="336839"/>
                  </a:lnTo>
                  <a:lnTo>
                    <a:pt x="57150" y="341376"/>
                  </a:lnTo>
                  <a:lnTo>
                    <a:pt x="1600962" y="341375"/>
                  </a:lnTo>
                  <a:lnTo>
                    <a:pt x="1622952" y="336839"/>
                  </a:lnTo>
                  <a:lnTo>
                    <a:pt x="1640871" y="324516"/>
                  </a:lnTo>
                  <a:lnTo>
                    <a:pt x="1652932" y="306335"/>
                  </a:lnTo>
                  <a:lnTo>
                    <a:pt x="1657350" y="284225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74229" y="4485894"/>
              <a:ext cx="1667510" cy="350520"/>
            </a:xfrm>
            <a:custGeom>
              <a:avLst/>
              <a:gdLst/>
              <a:ahLst/>
              <a:cxnLst/>
              <a:rect l="l" t="t" r="r" b="b"/>
              <a:pathLst>
                <a:path w="1667509" h="350520">
                  <a:moveTo>
                    <a:pt x="1667256" y="288798"/>
                  </a:moveTo>
                  <a:lnTo>
                    <a:pt x="1667256" y="61722"/>
                  </a:lnTo>
                  <a:lnTo>
                    <a:pt x="1666494" y="54864"/>
                  </a:lnTo>
                  <a:lnTo>
                    <a:pt x="1646424" y="15740"/>
                  </a:lnTo>
                  <a:lnTo>
                    <a:pt x="1611630" y="0"/>
                  </a:lnTo>
                  <a:lnTo>
                    <a:pt x="61722" y="0"/>
                  </a:lnTo>
                  <a:lnTo>
                    <a:pt x="25145" y="11954"/>
                  </a:lnTo>
                  <a:lnTo>
                    <a:pt x="3047" y="43434"/>
                  </a:lnTo>
                  <a:lnTo>
                    <a:pt x="0" y="54864"/>
                  </a:lnTo>
                  <a:lnTo>
                    <a:pt x="0" y="295656"/>
                  </a:lnTo>
                  <a:lnTo>
                    <a:pt x="1524" y="301752"/>
                  </a:lnTo>
                  <a:lnTo>
                    <a:pt x="3048" y="307086"/>
                  </a:lnTo>
                  <a:lnTo>
                    <a:pt x="4572" y="313182"/>
                  </a:lnTo>
                  <a:lnTo>
                    <a:pt x="8589" y="320125"/>
                  </a:lnTo>
                  <a:lnTo>
                    <a:pt x="9906" y="321982"/>
                  </a:lnTo>
                  <a:lnTo>
                    <a:pt x="9906" y="56388"/>
                  </a:lnTo>
                  <a:lnTo>
                    <a:pt x="10668" y="51054"/>
                  </a:lnTo>
                  <a:lnTo>
                    <a:pt x="12191" y="45720"/>
                  </a:lnTo>
                  <a:lnTo>
                    <a:pt x="12191" y="46482"/>
                  </a:lnTo>
                  <a:lnTo>
                    <a:pt x="13716" y="41148"/>
                  </a:lnTo>
                  <a:lnTo>
                    <a:pt x="18287" y="32004"/>
                  </a:lnTo>
                  <a:lnTo>
                    <a:pt x="18287" y="32766"/>
                  </a:lnTo>
                  <a:lnTo>
                    <a:pt x="21336" y="28194"/>
                  </a:lnTo>
                  <a:lnTo>
                    <a:pt x="21336" y="28956"/>
                  </a:lnTo>
                  <a:lnTo>
                    <a:pt x="24383" y="25298"/>
                  </a:lnTo>
                  <a:lnTo>
                    <a:pt x="24383" y="25146"/>
                  </a:lnTo>
                  <a:lnTo>
                    <a:pt x="24799" y="24799"/>
                  </a:lnTo>
                  <a:lnTo>
                    <a:pt x="25145" y="24384"/>
                  </a:lnTo>
                  <a:lnTo>
                    <a:pt x="25145" y="24511"/>
                  </a:lnTo>
                  <a:lnTo>
                    <a:pt x="28194" y="21971"/>
                  </a:lnTo>
                  <a:lnTo>
                    <a:pt x="28194" y="21336"/>
                  </a:lnTo>
                  <a:lnTo>
                    <a:pt x="32004" y="18796"/>
                  </a:lnTo>
                  <a:lnTo>
                    <a:pt x="32004" y="18288"/>
                  </a:lnTo>
                  <a:lnTo>
                    <a:pt x="37337" y="15240"/>
                  </a:lnTo>
                  <a:lnTo>
                    <a:pt x="37338" y="15675"/>
                  </a:lnTo>
                  <a:lnTo>
                    <a:pt x="41148" y="14042"/>
                  </a:lnTo>
                  <a:lnTo>
                    <a:pt x="41148" y="13716"/>
                  </a:lnTo>
                  <a:lnTo>
                    <a:pt x="46239" y="11534"/>
                  </a:lnTo>
                  <a:lnTo>
                    <a:pt x="46481" y="11430"/>
                  </a:lnTo>
                  <a:lnTo>
                    <a:pt x="46481" y="11974"/>
                  </a:lnTo>
                  <a:lnTo>
                    <a:pt x="51053" y="10668"/>
                  </a:lnTo>
                  <a:lnTo>
                    <a:pt x="61722" y="9144"/>
                  </a:lnTo>
                  <a:lnTo>
                    <a:pt x="1605534" y="9239"/>
                  </a:lnTo>
                  <a:lnTo>
                    <a:pt x="1610106" y="9810"/>
                  </a:lnTo>
                  <a:lnTo>
                    <a:pt x="1610868" y="9906"/>
                  </a:lnTo>
                  <a:lnTo>
                    <a:pt x="1611630" y="10096"/>
                  </a:lnTo>
                  <a:lnTo>
                    <a:pt x="1614847" y="10498"/>
                  </a:lnTo>
                  <a:lnTo>
                    <a:pt x="1615451" y="10671"/>
                  </a:lnTo>
                  <a:lnTo>
                    <a:pt x="1616202" y="10668"/>
                  </a:lnTo>
                  <a:lnTo>
                    <a:pt x="1616202" y="10885"/>
                  </a:lnTo>
                  <a:lnTo>
                    <a:pt x="1620774" y="12192"/>
                  </a:lnTo>
                  <a:lnTo>
                    <a:pt x="1620774" y="11430"/>
                  </a:lnTo>
                  <a:lnTo>
                    <a:pt x="1626108" y="13716"/>
                  </a:lnTo>
                  <a:lnTo>
                    <a:pt x="1626108" y="14042"/>
                  </a:lnTo>
                  <a:lnTo>
                    <a:pt x="1629918" y="15675"/>
                  </a:lnTo>
                  <a:lnTo>
                    <a:pt x="1629918" y="15240"/>
                  </a:lnTo>
                  <a:lnTo>
                    <a:pt x="1634489" y="18288"/>
                  </a:lnTo>
                  <a:lnTo>
                    <a:pt x="1638300" y="21336"/>
                  </a:lnTo>
                  <a:lnTo>
                    <a:pt x="1642110" y="25146"/>
                  </a:lnTo>
                  <a:lnTo>
                    <a:pt x="1642110" y="24384"/>
                  </a:lnTo>
                  <a:lnTo>
                    <a:pt x="1645920" y="28194"/>
                  </a:lnTo>
                  <a:lnTo>
                    <a:pt x="1645920" y="29108"/>
                  </a:lnTo>
                  <a:lnTo>
                    <a:pt x="1648968" y="32766"/>
                  </a:lnTo>
                  <a:lnTo>
                    <a:pt x="1648968" y="33146"/>
                  </a:lnTo>
                  <a:lnTo>
                    <a:pt x="1651254" y="36576"/>
                  </a:lnTo>
                  <a:lnTo>
                    <a:pt x="1653539" y="41148"/>
                  </a:lnTo>
                  <a:lnTo>
                    <a:pt x="1655064" y="46482"/>
                  </a:lnTo>
                  <a:lnTo>
                    <a:pt x="1655064" y="45720"/>
                  </a:lnTo>
                  <a:lnTo>
                    <a:pt x="1656588" y="51054"/>
                  </a:lnTo>
                  <a:lnTo>
                    <a:pt x="1657350" y="56388"/>
                  </a:lnTo>
                  <a:lnTo>
                    <a:pt x="1657350" y="320715"/>
                  </a:lnTo>
                  <a:lnTo>
                    <a:pt x="1661445" y="314598"/>
                  </a:lnTo>
                  <a:lnTo>
                    <a:pt x="1666494" y="295656"/>
                  </a:lnTo>
                  <a:lnTo>
                    <a:pt x="1667256" y="288798"/>
                  </a:lnTo>
                  <a:close/>
                </a:path>
                <a:path w="1667509" h="350520">
                  <a:moveTo>
                    <a:pt x="28956" y="329184"/>
                  </a:moveTo>
                  <a:lnTo>
                    <a:pt x="27432" y="327914"/>
                  </a:lnTo>
                  <a:lnTo>
                    <a:pt x="25146" y="326136"/>
                  </a:lnTo>
                  <a:lnTo>
                    <a:pt x="24799" y="325720"/>
                  </a:lnTo>
                  <a:lnTo>
                    <a:pt x="24384" y="325374"/>
                  </a:lnTo>
                  <a:lnTo>
                    <a:pt x="24384" y="325221"/>
                  </a:lnTo>
                  <a:lnTo>
                    <a:pt x="21336" y="321564"/>
                  </a:lnTo>
                  <a:lnTo>
                    <a:pt x="21336" y="322326"/>
                  </a:lnTo>
                  <a:lnTo>
                    <a:pt x="18288" y="317754"/>
                  </a:lnTo>
                  <a:lnTo>
                    <a:pt x="18288" y="318516"/>
                  </a:lnTo>
                  <a:lnTo>
                    <a:pt x="13716" y="309372"/>
                  </a:lnTo>
                  <a:lnTo>
                    <a:pt x="12192" y="304038"/>
                  </a:lnTo>
                  <a:lnTo>
                    <a:pt x="12192" y="304800"/>
                  </a:lnTo>
                  <a:lnTo>
                    <a:pt x="10668" y="299466"/>
                  </a:lnTo>
                  <a:lnTo>
                    <a:pt x="9906" y="294132"/>
                  </a:lnTo>
                  <a:lnTo>
                    <a:pt x="9906" y="321982"/>
                  </a:lnTo>
                  <a:lnTo>
                    <a:pt x="12563" y="325731"/>
                  </a:lnTo>
                  <a:lnTo>
                    <a:pt x="16923" y="330968"/>
                  </a:lnTo>
                  <a:lnTo>
                    <a:pt x="22098" y="336804"/>
                  </a:lnTo>
                  <a:lnTo>
                    <a:pt x="24384" y="338110"/>
                  </a:lnTo>
                  <a:lnTo>
                    <a:pt x="24384" y="325374"/>
                  </a:lnTo>
                  <a:lnTo>
                    <a:pt x="24799" y="325789"/>
                  </a:lnTo>
                  <a:lnTo>
                    <a:pt x="24799" y="338347"/>
                  </a:lnTo>
                  <a:lnTo>
                    <a:pt x="27432" y="339852"/>
                  </a:lnTo>
                  <a:lnTo>
                    <a:pt x="28194" y="340360"/>
                  </a:lnTo>
                  <a:lnTo>
                    <a:pt x="28194" y="329184"/>
                  </a:lnTo>
                  <a:lnTo>
                    <a:pt x="28956" y="329184"/>
                  </a:lnTo>
                  <a:close/>
                </a:path>
                <a:path w="1667509" h="350520">
                  <a:moveTo>
                    <a:pt x="24799" y="24799"/>
                  </a:moveTo>
                  <a:lnTo>
                    <a:pt x="24383" y="25146"/>
                  </a:lnTo>
                  <a:lnTo>
                    <a:pt x="24383" y="25298"/>
                  </a:lnTo>
                  <a:lnTo>
                    <a:pt x="24799" y="24799"/>
                  </a:lnTo>
                  <a:close/>
                </a:path>
                <a:path w="1667509" h="350520">
                  <a:moveTo>
                    <a:pt x="25145" y="24511"/>
                  </a:moveTo>
                  <a:lnTo>
                    <a:pt x="25145" y="24384"/>
                  </a:lnTo>
                  <a:lnTo>
                    <a:pt x="24799" y="24799"/>
                  </a:lnTo>
                  <a:lnTo>
                    <a:pt x="25145" y="24511"/>
                  </a:lnTo>
                  <a:close/>
                </a:path>
                <a:path w="1667509" h="350520">
                  <a:moveTo>
                    <a:pt x="28956" y="21336"/>
                  </a:moveTo>
                  <a:lnTo>
                    <a:pt x="28194" y="21336"/>
                  </a:lnTo>
                  <a:lnTo>
                    <a:pt x="28194" y="21971"/>
                  </a:lnTo>
                  <a:lnTo>
                    <a:pt x="28956" y="21336"/>
                  </a:lnTo>
                  <a:close/>
                </a:path>
                <a:path w="1667509" h="350520">
                  <a:moveTo>
                    <a:pt x="32766" y="332232"/>
                  </a:moveTo>
                  <a:lnTo>
                    <a:pt x="28194" y="329184"/>
                  </a:lnTo>
                  <a:lnTo>
                    <a:pt x="28194" y="340360"/>
                  </a:lnTo>
                  <a:lnTo>
                    <a:pt x="32004" y="342900"/>
                  </a:lnTo>
                  <a:lnTo>
                    <a:pt x="32004" y="332232"/>
                  </a:lnTo>
                  <a:lnTo>
                    <a:pt x="32766" y="332232"/>
                  </a:lnTo>
                  <a:close/>
                </a:path>
                <a:path w="1667509" h="350520">
                  <a:moveTo>
                    <a:pt x="32766" y="18288"/>
                  </a:moveTo>
                  <a:lnTo>
                    <a:pt x="32004" y="18288"/>
                  </a:lnTo>
                  <a:lnTo>
                    <a:pt x="32004" y="18796"/>
                  </a:lnTo>
                  <a:lnTo>
                    <a:pt x="32766" y="18288"/>
                  </a:lnTo>
                  <a:close/>
                </a:path>
                <a:path w="1667509" h="350520">
                  <a:moveTo>
                    <a:pt x="37338" y="345804"/>
                  </a:moveTo>
                  <a:lnTo>
                    <a:pt x="37338" y="335280"/>
                  </a:lnTo>
                  <a:lnTo>
                    <a:pt x="32004" y="332232"/>
                  </a:lnTo>
                  <a:lnTo>
                    <a:pt x="32004" y="342900"/>
                  </a:lnTo>
                  <a:lnTo>
                    <a:pt x="37338" y="345804"/>
                  </a:lnTo>
                  <a:close/>
                </a:path>
                <a:path w="1667509" h="350520">
                  <a:moveTo>
                    <a:pt x="37338" y="15675"/>
                  </a:moveTo>
                  <a:lnTo>
                    <a:pt x="37337" y="15240"/>
                  </a:lnTo>
                  <a:lnTo>
                    <a:pt x="36576" y="16002"/>
                  </a:lnTo>
                  <a:lnTo>
                    <a:pt x="37338" y="15675"/>
                  </a:lnTo>
                  <a:close/>
                </a:path>
                <a:path w="1667509" h="350520">
                  <a:moveTo>
                    <a:pt x="41910" y="336804"/>
                  </a:moveTo>
                  <a:lnTo>
                    <a:pt x="36576" y="334518"/>
                  </a:lnTo>
                  <a:lnTo>
                    <a:pt x="37338" y="335280"/>
                  </a:lnTo>
                  <a:lnTo>
                    <a:pt x="37338" y="345804"/>
                  </a:lnTo>
                  <a:lnTo>
                    <a:pt x="38624" y="346505"/>
                  </a:lnTo>
                  <a:lnTo>
                    <a:pt x="41148" y="347343"/>
                  </a:lnTo>
                  <a:lnTo>
                    <a:pt x="41148" y="336804"/>
                  </a:lnTo>
                  <a:lnTo>
                    <a:pt x="41910" y="336804"/>
                  </a:lnTo>
                  <a:close/>
                </a:path>
                <a:path w="1667509" h="350520">
                  <a:moveTo>
                    <a:pt x="41909" y="13716"/>
                  </a:moveTo>
                  <a:lnTo>
                    <a:pt x="41148" y="13716"/>
                  </a:lnTo>
                  <a:lnTo>
                    <a:pt x="41148" y="14042"/>
                  </a:lnTo>
                  <a:lnTo>
                    <a:pt x="41909" y="13716"/>
                  </a:lnTo>
                  <a:close/>
                </a:path>
                <a:path w="1667509" h="350520">
                  <a:moveTo>
                    <a:pt x="46482" y="349075"/>
                  </a:moveTo>
                  <a:lnTo>
                    <a:pt x="46482" y="339090"/>
                  </a:lnTo>
                  <a:lnTo>
                    <a:pt x="41148" y="336804"/>
                  </a:lnTo>
                  <a:lnTo>
                    <a:pt x="41148" y="347343"/>
                  </a:lnTo>
                  <a:lnTo>
                    <a:pt x="46239" y="349034"/>
                  </a:lnTo>
                  <a:lnTo>
                    <a:pt x="46482" y="349075"/>
                  </a:lnTo>
                  <a:close/>
                </a:path>
                <a:path w="1667509" h="350520">
                  <a:moveTo>
                    <a:pt x="46481" y="11974"/>
                  </a:moveTo>
                  <a:lnTo>
                    <a:pt x="46481" y="11430"/>
                  </a:lnTo>
                  <a:lnTo>
                    <a:pt x="45719" y="12192"/>
                  </a:lnTo>
                  <a:lnTo>
                    <a:pt x="46239" y="12043"/>
                  </a:lnTo>
                  <a:lnTo>
                    <a:pt x="46481" y="11974"/>
                  </a:lnTo>
                  <a:close/>
                </a:path>
                <a:path w="1667509" h="350520">
                  <a:moveTo>
                    <a:pt x="1616202" y="349948"/>
                  </a:moveTo>
                  <a:lnTo>
                    <a:pt x="1616202" y="339852"/>
                  </a:lnTo>
                  <a:lnTo>
                    <a:pt x="1615451" y="339848"/>
                  </a:lnTo>
                  <a:lnTo>
                    <a:pt x="1614847" y="340021"/>
                  </a:lnTo>
                  <a:lnTo>
                    <a:pt x="1611630" y="340423"/>
                  </a:lnTo>
                  <a:lnTo>
                    <a:pt x="1610868" y="340614"/>
                  </a:lnTo>
                  <a:lnTo>
                    <a:pt x="1605534" y="341280"/>
                  </a:lnTo>
                  <a:lnTo>
                    <a:pt x="61722" y="341376"/>
                  </a:lnTo>
                  <a:lnTo>
                    <a:pt x="51054" y="339852"/>
                  </a:lnTo>
                  <a:lnTo>
                    <a:pt x="45720" y="338328"/>
                  </a:lnTo>
                  <a:lnTo>
                    <a:pt x="46482" y="339090"/>
                  </a:lnTo>
                  <a:lnTo>
                    <a:pt x="46482" y="349075"/>
                  </a:lnTo>
                  <a:lnTo>
                    <a:pt x="54165" y="350400"/>
                  </a:lnTo>
                  <a:lnTo>
                    <a:pt x="1611630" y="350520"/>
                  </a:lnTo>
                  <a:lnTo>
                    <a:pt x="1614847" y="350117"/>
                  </a:lnTo>
                  <a:lnTo>
                    <a:pt x="1615451" y="350042"/>
                  </a:lnTo>
                  <a:lnTo>
                    <a:pt x="1616202" y="349948"/>
                  </a:lnTo>
                  <a:close/>
                </a:path>
                <a:path w="1667509" h="350520">
                  <a:moveTo>
                    <a:pt x="1616202" y="10885"/>
                  </a:moveTo>
                  <a:lnTo>
                    <a:pt x="1616202" y="10668"/>
                  </a:lnTo>
                  <a:lnTo>
                    <a:pt x="1615451" y="10574"/>
                  </a:lnTo>
                  <a:lnTo>
                    <a:pt x="1616202" y="10885"/>
                  </a:lnTo>
                  <a:close/>
                </a:path>
                <a:path w="1667509" h="350520">
                  <a:moveTo>
                    <a:pt x="1626108" y="346382"/>
                  </a:moveTo>
                  <a:lnTo>
                    <a:pt x="1626108" y="336804"/>
                  </a:lnTo>
                  <a:lnTo>
                    <a:pt x="1620774" y="339090"/>
                  </a:lnTo>
                  <a:lnTo>
                    <a:pt x="1620774" y="338328"/>
                  </a:lnTo>
                  <a:lnTo>
                    <a:pt x="1615451" y="339848"/>
                  </a:lnTo>
                  <a:lnTo>
                    <a:pt x="1616202" y="339852"/>
                  </a:lnTo>
                  <a:lnTo>
                    <a:pt x="1616202" y="349948"/>
                  </a:lnTo>
                  <a:lnTo>
                    <a:pt x="1617726" y="349758"/>
                  </a:lnTo>
                  <a:lnTo>
                    <a:pt x="1626108" y="346382"/>
                  </a:lnTo>
                  <a:close/>
                </a:path>
                <a:path w="1667509" h="350520">
                  <a:moveTo>
                    <a:pt x="1626108" y="14042"/>
                  </a:moveTo>
                  <a:lnTo>
                    <a:pt x="1626108" y="13716"/>
                  </a:lnTo>
                  <a:lnTo>
                    <a:pt x="1625346" y="13716"/>
                  </a:lnTo>
                  <a:lnTo>
                    <a:pt x="1626108" y="14042"/>
                  </a:lnTo>
                  <a:close/>
                </a:path>
                <a:path w="1667509" h="350520">
                  <a:moveTo>
                    <a:pt x="1630680" y="334518"/>
                  </a:moveTo>
                  <a:lnTo>
                    <a:pt x="1625346" y="336804"/>
                  </a:lnTo>
                  <a:lnTo>
                    <a:pt x="1626108" y="336804"/>
                  </a:lnTo>
                  <a:lnTo>
                    <a:pt x="1626108" y="346382"/>
                  </a:lnTo>
                  <a:lnTo>
                    <a:pt x="1629918" y="344848"/>
                  </a:lnTo>
                  <a:lnTo>
                    <a:pt x="1629918" y="335280"/>
                  </a:lnTo>
                  <a:lnTo>
                    <a:pt x="1630680" y="334518"/>
                  </a:lnTo>
                  <a:close/>
                </a:path>
                <a:path w="1667509" h="350520">
                  <a:moveTo>
                    <a:pt x="1630680" y="16002"/>
                  </a:moveTo>
                  <a:lnTo>
                    <a:pt x="1629918" y="15240"/>
                  </a:lnTo>
                  <a:lnTo>
                    <a:pt x="1629918" y="15675"/>
                  </a:lnTo>
                  <a:lnTo>
                    <a:pt x="1630680" y="16002"/>
                  </a:lnTo>
                  <a:close/>
                </a:path>
                <a:path w="1667509" h="350520">
                  <a:moveTo>
                    <a:pt x="1645920" y="334393"/>
                  </a:moveTo>
                  <a:lnTo>
                    <a:pt x="1645920" y="322326"/>
                  </a:lnTo>
                  <a:lnTo>
                    <a:pt x="1642110" y="326136"/>
                  </a:lnTo>
                  <a:lnTo>
                    <a:pt x="1642110" y="325374"/>
                  </a:lnTo>
                  <a:lnTo>
                    <a:pt x="1638300" y="329184"/>
                  </a:lnTo>
                  <a:lnTo>
                    <a:pt x="1634489" y="332232"/>
                  </a:lnTo>
                  <a:lnTo>
                    <a:pt x="1629918" y="335280"/>
                  </a:lnTo>
                  <a:lnTo>
                    <a:pt x="1629918" y="344848"/>
                  </a:lnTo>
                  <a:lnTo>
                    <a:pt x="1635833" y="342467"/>
                  </a:lnTo>
                  <a:lnTo>
                    <a:pt x="1645920" y="334393"/>
                  </a:lnTo>
                  <a:close/>
                </a:path>
                <a:path w="1667509" h="350520">
                  <a:moveTo>
                    <a:pt x="1645920" y="29108"/>
                  </a:moveTo>
                  <a:lnTo>
                    <a:pt x="1645920" y="28194"/>
                  </a:lnTo>
                  <a:lnTo>
                    <a:pt x="1645158" y="28194"/>
                  </a:lnTo>
                  <a:lnTo>
                    <a:pt x="1645920" y="29108"/>
                  </a:lnTo>
                  <a:close/>
                </a:path>
                <a:path w="1667509" h="350520">
                  <a:moveTo>
                    <a:pt x="1648968" y="331953"/>
                  </a:moveTo>
                  <a:lnTo>
                    <a:pt x="1648968" y="317754"/>
                  </a:lnTo>
                  <a:lnTo>
                    <a:pt x="1645158" y="322326"/>
                  </a:lnTo>
                  <a:lnTo>
                    <a:pt x="1645920" y="322326"/>
                  </a:lnTo>
                  <a:lnTo>
                    <a:pt x="1645920" y="334393"/>
                  </a:lnTo>
                  <a:lnTo>
                    <a:pt x="1648968" y="331953"/>
                  </a:lnTo>
                  <a:close/>
                </a:path>
                <a:path w="1667509" h="350520">
                  <a:moveTo>
                    <a:pt x="1648968" y="33146"/>
                  </a:moveTo>
                  <a:lnTo>
                    <a:pt x="1648968" y="32766"/>
                  </a:lnTo>
                  <a:lnTo>
                    <a:pt x="1647698" y="31242"/>
                  </a:lnTo>
                  <a:lnTo>
                    <a:pt x="1648968" y="33146"/>
                  </a:lnTo>
                  <a:close/>
                </a:path>
                <a:path w="1667509" h="350520">
                  <a:moveTo>
                    <a:pt x="1657350" y="320715"/>
                  </a:moveTo>
                  <a:lnTo>
                    <a:pt x="1657350" y="294132"/>
                  </a:lnTo>
                  <a:lnTo>
                    <a:pt x="1656588" y="299466"/>
                  </a:lnTo>
                  <a:lnTo>
                    <a:pt x="1655064" y="304800"/>
                  </a:lnTo>
                  <a:lnTo>
                    <a:pt x="1655064" y="304038"/>
                  </a:lnTo>
                  <a:lnTo>
                    <a:pt x="1653539" y="309372"/>
                  </a:lnTo>
                  <a:lnTo>
                    <a:pt x="1651254" y="313944"/>
                  </a:lnTo>
                  <a:lnTo>
                    <a:pt x="1647698" y="319278"/>
                  </a:lnTo>
                  <a:lnTo>
                    <a:pt x="1648968" y="317754"/>
                  </a:lnTo>
                  <a:lnTo>
                    <a:pt x="1648968" y="331953"/>
                  </a:lnTo>
                  <a:lnTo>
                    <a:pt x="1650815" y="330474"/>
                  </a:lnTo>
                  <a:lnTo>
                    <a:pt x="1657350" y="3207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255256" y="4552442"/>
            <a:ext cx="1504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Tenant</a:t>
            </a:r>
            <a:r>
              <a:rPr sz="1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Load</a:t>
            </a:r>
            <a:r>
              <a:rPr sz="1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Balancer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453133" y="3230879"/>
            <a:ext cx="7242175" cy="3341370"/>
            <a:chOff x="1453133" y="3230879"/>
            <a:chExt cx="7242175" cy="3341370"/>
          </a:xfrm>
        </p:grpSpPr>
        <p:sp>
          <p:nvSpPr>
            <p:cNvPr id="30" name="object 30"/>
            <p:cNvSpPr/>
            <p:nvPr/>
          </p:nvSpPr>
          <p:spPr>
            <a:xfrm>
              <a:off x="8253984" y="4962143"/>
              <a:ext cx="441325" cy="350520"/>
            </a:xfrm>
            <a:custGeom>
              <a:avLst/>
              <a:gdLst/>
              <a:ahLst/>
              <a:cxnLst/>
              <a:rect l="l" t="t" r="r" b="b"/>
              <a:pathLst>
                <a:path w="441325" h="350520">
                  <a:moveTo>
                    <a:pt x="441198" y="67818"/>
                  </a:moveTo>
                  <a:lnTo>
                    <a:pt x="365887" y="67818"/>
                  </a:lnTo>
                  <a:lnTo>
                    <a:pt x="293370" y="0"/>
                  </a:lnTo>
                  <a:lnTo>
                    <a:pt x="146304" y="0"/>
                  </a:lnTo>
                  <a:lnTo>
                    <a:pt x="73774" y="67818"/>
                  </a:lnTo>
                  <a:lnTo>
                    <a:pt x="0" y="67818"/>
                  </a:lnTo>
                  <a:lnTo>
                    <a:pt x="0" y="350520"/>
                  </a:lnTo>
                  <a:lnTo>
                    <a:pt x="441198" y="350520"/>
                  </a:lnTo>
                  <a:lnTo>
                    <a:pt x="441198" y="678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171700" y="4284725"/>
              <a:ext cx="76200" cy="476250"/>
            </a:xfrm>
            <a:custGeom>
              <a:avLst/>
              <a:gdLst/>
              <a:ahLst/>
              <a:cxnLst/>
              <a:rect l="l" t="t" r="r" b="b"/>
              <a:pathLst>
                <a:path w="76200" h="476250">
                  <a:moveTo>
                    <a:pt x="76200" y="76200"/>
                  </a:moveTo>
                  <a:lnTo>
                    <a:pt x="38100" y="0"/>
                  </a:lnTo>
                  <a:lnTo>
                    <a:pt x="0" y="76200"/>
                  </a:lnTo>
                  <a:lnTo>
                    <a:pt x="33527" y="76200"/>
                  </a:lnTo>
                  <a:lnTo>
                    <a:pt x="33527" y="63246"/>
                  </a:lnTo>
                  <a:lnTo>
                    <a:pt x="43433" y="63246"/>
                  </a:lnTo>
                  <a:lnTo>
                    <a:pt x="43433" y="76200"/>
                  </a:lnTo>
                  <a:lnTo>
                    <a:pt x="76200" y="76200"/>
                  </a:lnTo>
                  <a:close/>
                </a:path>
                <a:path w="76200" h="476250">
                  <a:moveTo>
                    <a:pt x="76200" y="400050"/>
                  </a:moveTo>
                  <a:lnTo>
                    <a:pt x="0" y="400050"/>
                  </a:lnTo>
                  <a:lnTo>
                    <a:pt x="33527" y="467105"/>
                  </a:lnTo>
                  <a:lnTo>
                    <a:pt x="33527" y="413004"/>
                  </a:lnTo>
                  <a:lnTo>
                    <a:pt x="43433" y="413004"/>
                  </a:lnTo>
                  <a:lnTo>
                    <a:pt x="43433" y="465582"/>
                  </a:lnTo>
                  <a:lnTo>
                    <a:pt x="76200" y="400050"/>
                  </a:lnTo>
                  <a:close/>
                </a:path>
                <a:path w="76200" h="476250">
                  <a:moveTo>
                    <a:pt x="43433" y="76200"/>
                  </a:moveTo>
                  <a:lnTo>
                    <a:pt x="43433" y="63246"/>
                  </a:lnTo>
                  <a:lnTo>
                    <a:pt x="33527" y="63246"/>
                  </a:lnTo>
                  <a:lnTo>
                    <a:pt x="33527" y="76200"/>
                  </a:lnTo>
                  <a:lnTo>
                    <a:pt x="43433" y="76200"/>
                  </a:lnTo>
                  <a:close/>
                </a:path>
                <a:path w="76200" h="476250">
                  <a:moveTo>
                    <a:pt x="43433" y="400050"/>
                  </a:moveTo>
                  <a:lnTo>
                    <a:pt x="43433" y="76200"/>
                  </a:lnTo>
                  <a:lnTo>
                    <a:pt x="33527" y="76200"/>
                  </a:lnTo>
                  <a:lnTo>
                    <a:pt x="33527" y="400050"/>
                  </a:lnTo>
                  <a:lnTo>
                    <a:pt x="43433" y="400050"/>
                  </a:lnTo>
                  <a:close/>
                </a:path>
                <a:path w="76200" h="476250">
                  <a:moveTo>
                    <a:pt x="43433" y="465582"/>
                  </a:moveTo>
                  <a:lnTo>
                    <a:pt x="43433" y="413004"/>
                  </a:lnTo>
                  <a:lnTo>
                    <a:pt x="33527" y="413004"/>
                  </a:lnTo>
                  <a:lnTo>
                    <a:pt x="33527" y="467105"/>
                  </a:lnTo>
                  <a:lnTo>
                    <a:pt x="38100" y="476250"/>
                  </a:lnTo>
                  <a:lnTo>
                    <a:pt x="43433" y="465582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53133" y="4286249"/>
              <a:ext cx="76200" cy="476250"/>
            </a:xfrm>
            <a:custGeom>
              <a:avLst/>
              <a:gdLst/>
              <a:ahLst/>
              <a:cxnLst/>
              <a:rect l="l" t="t" r="r" b="b"/>
              <a:pathLst>
                <a:path w="76200" h="476250">
                  <a:moveTo>
                    <a:pt x="76200" y="76200"/>
                  </a:moveTo>
                  <a:lnTo>
                    <a:pt x="38100" y="0"/>
                  </a:lnTo>
                  <a:lnTo>
                    <a:pt x="0" y="76200"/>
                  </a:lnTo>
                  <a:lnTo>
                    <a:pt x="32765" y="76200"/>
                  </a:lnTo>
                  <a:lnTo>
                    <a:pt x="32765" y="63246"/>
                  </a:lnTo>
                  <a:lnTo>
                    <a:pt x="42671" y="63246"/>
                  </a:lnTo>
                  <a:lnTo>
                    <a:pt x="42671" y="76200"/>
                  </a:lnTo>
                  <a:lnTo>
                    <a:pt x="76200" y="76200"/>
                  </a:lnTo>
                  <a:close/>
                </a:path>
                <a:path w="76200" h="476250">
                  <a:moveTo>
                    <a:pt x="76200" y="400050"/>
                  </a:moveTo>
                  <a:lnTo>
                    <a:pt x="0" y="400050"/>
                  </a:lnTo>
                  <a:lnTo>
                    <a:pt x="32766" y="465581"/>
                  </a:lnTo>
                  <a:lnTo>
                    <a:pt x="32766" y="413004"/>
                  </a:lnTo>
                  <a:lnTo>
                    <a:pt x="42672" y="413004"/>
                  </a:lnTo>
                  <a:lnTo>
                    <a:pt x="42672" y="467105"/>
                  </a:lnTo>
                  <a:lnTo>
                    <a:pt x="76200" y="400050"/>
                  </a:lnTo>
                  <a:close/>
                </a:path>
                <a:path w="76200" h="476250">
                  <a:moveTo>
                    <a:pt x="42671" y="76200"/>
                  </a:moveTo>
                  <a:lnTo>
                    <a:pt x="42671" y="63246"/>
                  </a:lnTo>
                  <a:lnTo>
                    <a:pt x="32765" y="63246"/>
                  </a:lnTo>
                  <a:lnTo>
                    <a:pt x="32765" y="76200"/>
                  </a:lnTo>
                  <a:lnTo>
                    <a:pt x="42671" y="76200"/>
                  </a:lnTo>
                  <a:close/>
                </a:path>
                <a:path w="76200" h="476250">
                  <a:moveTo>
                    <a:pt x="42672" y="400050"/>
                  </a:moveTo>
                  <a:lnTo>
                    <a:pt x="42671" y="76200"/>
                  </a:lnTo>
                  <a:lnTo>
                    <a:pt x="32765" y="76200"/>
                  </a:lnTo>
                  <a:lnTo>
                    <a:pt x="32766" y="400050"/>
                  </a:lnTo>
                  <a:lnTo>
                    <a:pt x="42672" y="400050"/>
                  </a:lnTo>
                  <a:close/>
                </a:path>
                <a:path w="76200" h="476250">
                  <a:moveTo>
                    <a:pt x="42672" y="467105"/>
                  </a:moveTo>
                  <a:lnTo>
                    <a:pt x="42672" y="413004"/>
                  </a:lnTo>
                  <a:lnTo>
                    <a:pt x="32766" y="413004"/>
                  </a:lnTo>
                  <a:lnTo>
                    <a:pt x="32766" y="465581"/>
                  </a:lnTo>
                  <a:lnTo>
                    <a:pt x="38100" y="476250"/>
                  </a:lnTo>
                  <a:lnTo>
                    <a:pt x="42672" y="467105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396234" y="4284725"/>
              <a:ext cx="725805" cy="476250"/>
            </a:xfrm>
            <a:custGeom>
              <a:avLst/>
              <a:gdLst/>
              <a:ahLst/>
              <a:cxnLst/>
              <a:rect l="l" t="t" r="r" b="b"/>
              <a:pathLst>
                <a:path w="725804" h="476250">
                  <a:moveTo>
                    <a:pt x="76200" y="76200"/>
                  </a:moveTo>
                  <a:lnTo>
                    <a:pt x="38100" y="0"/>
                  </a:lnTo>
                  <a:lnTo>
                    <a:pt x="0" y="76200"/>
                  </a:lnTo>
                  <a:lnTo>
                    <a:pt x="32766" y="76200"/>
                  </a:lnTo>
                  <a:lnTo>
                    <a:pt x="32766" y="400050"/>
                  </a:lnTo>
                  <a:lnTo>
                    <a:pt x="0" y="400050"/>
                  </a:lnTo>
                  <a:lnTo>
                    <a:pt x="32766" y="465582"/>
                  </a:lnTo>
                  <a:lnTo>
                    <a:pt x="38100" y="476250"/>
                  </a:lnTo>
                  <a:lnTo>
                    <a:pt x="42672" y="467118"/>
                  </a:lnTo>
                  <a:lnTo>
                    <a:pt x="76200" y="400050"/>
                  </a:lnTo>
                  <a:lnTo>
                    <a:pt x="42672" y="400050"/>
                  </a:lnTo>
                  <a:lnTo>
                    <a:pt x="42672" y="76200"/>
                  </a:lnTo>
                  <a:lnTo>
                    <a:pt x="76200" y="76200"/>
                  </a:lnTo>
                  <a:close/>
                </a:path>
                <a:path w="725804" h="476250">
                  <a:moveTo>
                    <a:pt x="725424" y="76200"/>
                  </a:moveTo>
                  <a:lnTo>
                    <a:pt x="687324" y="0"/>
                  </a:lnTo>
                  <a:lnTo>
                    <a:pt x="649224" y="76200"/>
                  </a:lnTo>
                  <a:lnTo>
                    <a:pt x="682739" y="76200"/>
                  </a:lnTo>
                  <a:lnTo>
                    <a:pt x="682739" y="400050"/>
                  </a:lnTo>
                  <a:lnTo>
                    <a:pt x="649224" y="400050"/>
                  </a:lnTo>
                  <a:lnTo>
                    <a:pt x="682739" y="467106"/>
                  </a:lnTo>
                  <a:lnTo>
                    <a:pt x="687324" y="476250"/>
                  </a:lnTo>
                  <a:lnTo>
                    <a:pt x="691896" y="467118"/>
                  </a:lnTo>
                  <a:lnTo>
                    <a:pt x="725424" y="400050"/>
                  </a:lnTo>
                  <a:lnTo>
                    <a:pt x="691896" y="400050"/>
                  </a:lnTo>
                  <a:lnTo>
                    <a:pt x="691896" y="76200"/>
                  </a:lnTo>
                  <a:lnTo>
                    <a:pt x="725424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26686" y="3230879"/>
              <a:ext cx="2025650" cy="3341370"/>
            </a:xfrm>
            <a:custGeom>
              <a:avLst/>
              <a:gdLst/>
              <a:ahLst/>
              <a:cxnLst/>
              <a:rect l="l" t="t" r="r" b="b"/>
              <a:pathLst>
                <a:path w="2025650" h="3341370">
                  <a:moveTo>
                    <a:pt x="9144" y="0"/>
                  </a:moveTo>
                  <a:lnTo>
                    <a:pt x="0" y="0"/>
                  </a:lnTo>
                  <a:lnTo>
                    <a:pt x="0" y="3341370"/>
                  </a:lnTo>
                  <a:lnTo>
                    <a:pt x="9144" y="3341370"/>
                  </a:lnTo>
                  <a:lnTo>
                    <a:pt x="9144" y="0"/>
                  </a:lnTo>
                  <a:close/>
                </a:path>
                <a:path w="2025650" h="3341370">
                  <a:moveTo>
                    <a:pt x="2025383" y="0"/>
                  </a:moveTo>
                  <a:lnTo>
                    <a:pt x="2015490" y="0"/>
                  </a:lnTo>
                  <a:lnTo>
                    <a:pt x="2015490" y="3341370"/>
                  </a:lnTo>
                  <a:lnTo>
                    <a:pt x="2025383" y="3341370"/>
                  </a:lnTo>
                  <a:lnTo>
                    <a:pt x="2025383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234178" y="4352543"/>
              <a:ext cx="866140" cy="478155"/>
            </a:xfrm>
            <a:custGeom>
              <a:avLst/>
              <a:gdLst/>
              <a:ahLst/>
              <a:cxnLst/>
              <a:rect l="l" t="t" r="r" b="b"/>
              <a:pathLst>
                <a:path w="866139" h="478154">
                  <a:moveTo>
                    <a:pt x="76200" y="37338"/>
                  </a:moveTo>
                  <a:lnTo>
                    <a:pt x="0" y="0"/>
                  </a:lnTo>
                  <a:lnTo>
                    <a:pt x="15240" y="83820"/>
                  </a:lnTo>
                  <a:lnTo>
                    <a:pt x="34290" y="69303"/>
                  </a:lnTo>
                  <a:lnTo>
                    <a:pt x="41910" y="63487"/>
                  </a:lnTo>
                  <a:lnTo>
                    <a:pt x="34290" y="53340"/>
                  </a:lnTo>
                  <a:lnTo>
                    <a:pt x="41910" y="63436"/>
                  </a:lnTo>
                  <a:lnTo>
                    <a:pt x="49669" y="57569"/>
                  </a:lnTo>
                  <a:lnTo>
                    <a:pt x="76200" y="37338"/>
                  </a:lnTo>
                  <a:close/>
                </a:path>
                <a:path w="866139" h="478154">
                  <a:moveTo>
                    <a:pt x="360426" y="477774"/>
                  </a:moveTo>
                  <a:lnTo>
                    <a:pt x="345186" y="393954"/>
                  </a:lnTo>
                  <a:lnTo>
                    <a:pt x="318338" y="414096"/>
                  </a:lnTo>
                  <a:lnTo>
                    <a:pt x="49669" y="57569"/>
                  </a:lnTo>
                  <a:lnTo>
                    <a:pt x="41910" y="63487"/>
                  </a:lnTo>
                  <a:lnTo>
                    <a:pt x="310883" y="419684"/>
                  </a:lnTo>
                  <a:lnTo>
                    <a:pt x="284226" y="439674"/>
                  </a:lnTo>
                  <a:lnTo>
                    <a:pt x="326136" y="460629"/>
                  </a:lnTo>
                  <a:lnTo>
                    <a:pt x="360426" y="477774"/>
                  </a:lnTo>
                  <a:close/>
                </a:path>
                <a:path w="866139" h="478154">
                  <a:moveTo>
                    <a:pt x="865632" y="0"/>
                  </a:moveTo>
                  <a:lnTo>
                    <a:pt x="789432" y="37338"/>
                  </a:lnTo>
                  <a:lnTo>
                    <a:pt x="815352" y="57365"/>
                  </a:lnTo>
                  <a:lnTo>
                    <a:pt x="547268" y="414083"/>
                  </a:lnTo>
                  <a:lnTo>
                    <a:pt x="520446" y="393954"/>
                  </a:lnTo>
                  <a:lnTo>
                    <a:pt x="505206" y="477774"/>
                  </a:lnTo>
                  <a:lnTo>
                    <a:pt x="539496" y="460629"/>
                  </a:lnTo>
                  <a:lnTo>
                    <a:pt x="581406" y="439674"/>
                  </a:lnTo>
                  <a:lnTo>
                    <a:pt x="554723" y="419671"/>
                  </a:lnTo>
                  <a:lnTo>
                    <a:pt x="822960" y="63461"/>
                  </a:lnTo>
                  <a:lnTo>
                    <a:pt x="822960" y="63233"/>
                  </a:lnTo>
                  <a:lnTo>
                    <a:pt x="822960" y="47244"/>
                  </a:lnTo>
                  <a:lnTo>
                    <a:pt x="830580" y="53340"/>
                  </a:lnTo>
                  <a:lnTo>
                    <a:pt x="830580" y="69113"/>
                  </a:lnTo>
                  <a:lnTo>
                    <a:pt x="849630" y="83820"/>
                  </a:lnTo>
                  <a:lnTo>
                    <a:pt x="8656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137919" y="5176520"/>
            <a:ext cx="6013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Arial MT"/>
                <a:cs typeface="Arial MT"/>
              </a:rPr>
              <a:t>instance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28000" y="5176520"/>
            <a:ext cx="6013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instance</a:t>
            </a:r>
            <a:r>
              <a:rPr sz="1000" spc="-4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2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386070" y="5173472"/>
            <a:ext cx="4978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Arial MT"/>
                <a:cs typeface="Arial MT"/>
              </a:rPr>
              <a:t>instance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184385" y="5337299"/>
            <a:ext cx="4978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Arial MT"/>
                <a:cs typeface="Arial MT"/>
              </a:rPr>
              <a:t>instance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193902" y="5337299"/>
            <a:ext cx="4978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Arial MT"/>
                <a:cs typeface="Arial MT"/>
              </a:rPr>
              <a:t>instance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539228" y="4284726"/>
            <a:ext cx="864235" cy="819150"/>
            <a:chOff x="7539228" y="4284726"/>
            <a:chExt cx="864235" cy="819150"/>
          </a:xfrm>
        </p:grpSpPr>
        <p:sp>
          <p:nvSpPr>
            <p:cNvPr id="42" name="object 42"/>
            <p:cNvSpPr/>
            <p:nvPr/>
          </p:nvSpPr>
          <p:spPr>
            <a:xfrm>
              <a:off x="7539228" y="4284726"/>
              <a:ext cx="287655" cy="205740"/>
            </a:xfrm>
            <a:custGeom>
              <a:avLst/>
              <a:gdLst/>
              <a:ahLst/>
              <a:cxnLst/>
              <a:rect l="l" t="t" r="r" b="b"/>
              <a:pathLst>
                <a:path w="287654" h="205739">
                  <a:moveTo>
                    <a:pt x="84582" y="12953"/>
                  </a:moveTo>
                  <a:lnTo>
                    <a:pt x="0" y="0"/>
                  </a:lnTo>
                  <a:lnTo>
                    <a:pt x="39624" y="75437"/>
                  </a:lnTo>
                  <a:lnTo>
                    <a:pt x="48768" y="62729"/>
                  </a:lnTo>
                  <a:lnTo>
                    <a:pt x="48768" y="40385"/>
                  </a:lnTo>
                  <a:lnTo>
                    <a:pt x="54864" y="32765"/>
                  </a:lnTo>
                  <a:lnTo>
                    <a:pt x="65060" y="40085"/>
                  </a:lnTo>
                  <a:lnTo>
                    <a:pt x="84582" y="12953"/>
                  </a:lnTo>
                  <a:close/>
                </a:path>
                <a:path w="287654" h="205739">
                  <a:moveTo>
                    <a:pt x="65060" y="40085"/>
                  </a:moveTo>
                  <a:lnTo>
                    <a:pt x="54864" y="32765"/>
                  </a:lnTo>
                  <a:lnTo>
                    <a:pt x="48768" y="40385"/>
                  </a:lnTo>
                  <a:lnTo>
                    <a:pt x="59363" y="48003"/>
                  </a:lnTo>
                  <a:lnTo>
                    <a:pt x="65060" y="40085"/>
                  </a:lnTo>
                  <a:close/>
                </a:path>
                <a:path w="287654" h="205739">
                  <a:moveTo>
                    <a:pt x="59363" y="48003"/>
                  </a:moveTo>
                  <a:lnTo>
                    <a:pt x="48768" y="40385"/>
                  </a:lnTo>
                  <a:lnTo>
                    <a:pt x="48768" y="62729"/>
                  </a:lnTo>
                  <a:lnTo>
                    <a:pt x="59363" y="48003"/>
                  </a:lnTo>
                  <a:close/>
                </a:path>
                <a:path w="287654" h="205739">
                  <a:moveTo>
                    <a:pt x="228328" y="157285"/>
                  </a:moveTo>
                  <a:lnTo>
                    <a:pt x="65060" y="40085"/>
                  </a:lnTo>
                  <a:lnTo>
                    <a:pt x="59363" y="48003"/>
                  </a:lnTo>
                  <a:lnTo>
                    <a:pt x="222558" y="165343"/>
                  </a:lnTo>
                  <a:lnTo>
                    <a:pt x="228328" y="157285"/>
                  </a:lnTo>
                  <a:close/>
                </a:path>
                <a:path w="287654" h="205739">
                  <a:moveTo>
                    <a:pt x="238506" y="197759"/>
                  </a:moveTo>
                  <a:lnTo>
                    <a:pt x="238506" y="164591"/>
                  </a:lnTo>
                  <a:lnTo>
                    <a:pt x="233172" y="172973"/>
                  </a:lnTo>
                  <a:lnTo>
                    <a:pt x="222558" y="165343"/>
                  </a:lnTo>
                  <a:lnTo>
                    <a:pt x="203454" y="192023"/>
                  </a:lnTo>
                  <a:lnTo>
                    <a:pt x="238506" y="197759"/>
                  </a:lnTo>
                  <a:close/>
                </a:path>
                <a:path w="287654" h="205739">
                  <a:moveTo>
                    <a:pt x="238506" y="164591"/>
                  </a:moveTo>
                  <a:lnTo>
                    <a:pt x="228328" y="157285"/>
                  </a:lnTo>
                  <a:lnTo>
                    <a:pt x="222558" y="165343"/>
                  </a:lnTo>
                  <a:lnTo>
                    <a:pt x="233172" y="172973"/>
                  </a:lnTo>
                  <a:lnTo>
                    <a:pt x="238506" y="164591"/>
                  </a:lnTo>
                  <a:close/>
                </a:path>
                <a:path w="287654" h="205739">
                  <a:moveTo>
                    <a:pt x="287274" y="205739"/>
                  </a:moveTo>
                  <a:lnTo>
                    <a:pt x="247650" y="130301"/>
                  </a:lnTo>
                  <a:lnTo>
                    <a:pt x="228328" y="157285"/>
                  </a:lnTo>
                  <a:lnTo>
                    <a:pt x="238506" y="164591"/>
                  </a:lnTo>
                  <a:lnTo>
                    <a:pt x="238506" y="197759"/>
                  </a:lnTo>
                  <a:lnTo>
                    <a:pt x="287274" y="2057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42910" y="4284726"/>
              <a:ext cx="215646" cy="205739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539228" y="4830317"/>
              <a:ext cx="864235" cy="273685"/>
            </a:xfrm>
            <a:custGeom>
              <a:avLst/>
              <a:gdLst/>
              <a:ahLst/>
              <a:cxnLst/>
              <a:rect l="l" t="t" r="r" b="b"/>
              <a:pathLst>
                <a:path w="864234" h="273685">
                  <a:moveTo>
                    <a:pt x="216408" y="0"/>
                  </a:moveTo>
                  <a:lnTo>
                    <a:pt x="138684" y="35814"/>
                  </a:lnTo>
                  <a:lnTo>
                    <a:pt x="165074" y="56540"/>
                  </a:lnTo>
                  <a:lnTo>
                    <a:pt x="43891" y="210705"/>
                  </a:lnTo>
                  <a:lnTo>
                    <a:pt x="17526" y="189738"/>
                  </a:lnTo>
                  <a:lnTo>
                    <a:pt x="0" y="273558"/>
                  </a:lnTo>
                  <a:lnTo>
                    <a:pt x="35814" y="256540"/>
                  </a:lnTo>
                  <a:lnTo>
                    <a:pt x="76962" y="236982"/>
                  </a:lnTo>
                  <a:lnTo>
                    <a:pt x="51181" y="216496"/>
                  </a:lnTo>
                  <a:lnTo>
                    <a:pt x="172720" y="62547"/>
                  </a:lnTo>
                  <a:lnTo>
                    <a:pt x="180594" y="68707"/>
                  </a:lnTo>
                  <a:lnTo>
                    <a:pt x="198882" y="83058"/>
                  </a:lnTo>
                  <a:lnTo>
                    <a:pt x="216408" y="0"/>
                  </a:lnTo>
                  <a:close/>
                </a:path>
                <a:path w="864234" h="273685">
                  <a:moveTo>
                    <a:pt x="724662" y="35814"/>
                  </a:moveTo>
                  <a:lnTo>
                    <a:pt x="647700" y="0"/>
                  </a:lnTo>
                  <a:lnTo>
                    <a:pt x="665226" y="83058"/>
                  </a:lnTo>
                  <a:lnTo>
                    <a:pt x="683514" y="68529"/>
                  </a:lnTo>
                  <a:lnTo>
                    <a:pt x="691134" y="62471"/>
                  </a:lnTo>
                  <a:lnTo>
                    <a:pt x="691134" y="62230"/>
                  </a:lnTo>
                  <a:lnTo>
                    <a:pt x="691134" y="46482"/>
                  </a:lnTo>
                  <a:lnTo>
                    <a:pt x="698855" y="56324"/>
                  </a:lnTo>
                  <a:lnTo>
                    <a:pt x="724662" y="35814"/>
                  </a:lnTo>
                  <a:close/>
                </a:path>
                <a:path w="864234" h="273685">
                  <a:moveTo>
                    <a:pt x="864108" y="273558"/>
                  </a:moveTo>
                  <a:lnTo>
                    <a:pt x="846582" y="189738"/>
                  </a:lnTo>
                  <a:lnTo>
                    <a:pt x="820077" y="210540"/>
                  </a:lnTo>
                  <a:lnTo>
                    <a:pt x="698855" y="56324"/>
                  </a:lnTo>
                  <a:lnTo>
                    <a:pt x="698855" y="72034"/>
                  </a:lnTo>
                  <a:lnTo>
                    <a:pt x="812749" y="216293"/>
                  </a:lnTo>
                  <a:lnTo>
                    <a:pt x="786384" y="236982"/>
                  </a:lnTo>
                  <a:lnTo>
                    <a:pt x="828294" y="256705"/>
                  </a:lnTo>
                  <a:lnTo>
                    <a:pt x="864108" y="2735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330235" y="5508752"/>
            <a:ext cx="9201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 MT"/>
                <a:cs typeface="Arial MT"/>
              </a:rPr>
              <a:t>+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Scalable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274825" y="5746241"/>
            <a:ext cx="7344409" cy="76200"/>
          </a:xfrm>
          <a:custGeom>
            <a:avLst/>
            <a:gdLst/>
            <a:ahLst/>
            <a:cxnLst/>
            <a:rect l="l" t="t" r="r" b="b"/>
            <a:pathLst>
              <a:path w="7344409" h="76200">
                <a:moveTo>
                  <a:pt x="7280909" y="48006"/>
                </a:moveTo>
                <a:lnTo>
                  <a:pt x="7280909" y="28956"/>
                </a:lnTo>
                <a:lnTo>
                  <a:pt x="0" y="28956"/>
                </a:lnTo>
                <a:lnTo>
                  <a:pt x="0" y="48006"/>
                </a:lnTo>
                <a:lnTo>
                  <a:pt x="7280909" y="48006"/>
                </a:lnTo>
                <a:close/>
              </a:path>
              <a:path w="7344409" h="76200">
                <a:moveTo>
                  <a:pt x="7344156" y="38100"/>
                </a:moveTo>
                <a:lnTo>
                  <a:pt x="7267956" y="0"/>
                </a:lnTo>
                <a:lnTo>
                  <a:pt x="7267956" y="28956"/>
                </a:lnTo>
                <a:lnTo>
                  <a:pt x="7280909" y="28956"/>
                </a:lnTo>
                <a:lnTo>
                  <a:pt x="7280909" y="69723"/>
                </a:lnTo>
                <a:lnTo>
                  <a:pt x="7344156" y="38100"/>
                </a:lnTo>
                <a:close/>
              </a:path>
              <a:path w="7344409" h="76200">
                <a:moveTo>
                  <a:pt x="7280909" y="69723"/>
                </a:moveTo>
                <a:lnTo>
                  <a:pt x="7280909" y="48006"/>
                </a:lnTo>
                <a:lnTo>
                  <a:pt x="7267956" y="48006"/>
                </a:lnTo>
                <a:lnTo>
                  <a:pt x="7267956" y="76200"/>
                </a:lnTo>
                <a:lnTo>
                  <a:pt x="7280909" y="69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869183" y="5132323"/>
            <a:ext cx="1776730" cy="109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6545">
              <a:lnSpc>
                <a:spcPct val="100000"/>
              </a:lnSpc>
              <a:spcBef>
                <a:spcPts val="100"/>
              </a:spcBef>
              <a:tabLst>
                <a:tab pos="944244" algn="l"/>
              </a:tabLst>
            </a:pPr>
            <a:r>
              <a:rPr sz="1000" spc="-10" dirty="0">
                <a:latin typeface="Arial MT"/>
                <a:cs typeface="Arial MT"/>
              </a:rPr>
              <a:t>instance</a:t>
            </a:r>
            <a:r>
              <a:rPr sz="1000" dirty="0">
                <a:latin typeface="Arial MT"/>
                <a:cs typeface="Arial MT"/>
              </a:rPr>
              <a:t>	</a:t>
            </a:r>
            <a:r>
              <a:rPr sz="1000" spc="-10" dirty="0">
                <a:latin typeface="Arial MT"/>
                <a:cs typeface="Arial MT"/>
              </a:rPr>
              <a:t>instance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000">
              <a:latin typeface="Arial MT"/>
              <a:cs typeface="Arial MT"/>
            </a:endParaRPr>
          </a:p>
          <a:p>
            <a:pPr marL="349250"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latin typeface="Arial MT"/>
                <a:cs typeface="Arial MT"/>
              </a:rPr>
              <a:t>Configurable</a:t>
            </a:r>
            <a:endParaRPr sz="1500">
              <a:latin typeface="Arial MT"/>
              <a:cs typeface="Arial MT"/>
            </a:endParaRPr>
          </a:p>
          <a:p>
            <a:pPr marL="12700" marR="5080" indent="214629">
              <a:lnSpc>
                <a:spcPct val="100000"/>
              </a:lnSpc>
              <a:spcBef>
                <a:spcPts val="760"/>
              </a:spcBef>
              <a:buChar char="•"/>
              <a:tabLst>
                <a:tab pos="227329" algn="l"/>
              </a:tabLst>
            </a:pPr>
            <a:r>
              <a:rPr sz="1200" dirty="0">
                <a:latin typeface="Arial MT"/>
                <a:cs typeface="Arial MT"/>
              </a:rPr>
              <a:t>Same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application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but </a:t>
            </a:r>
            <a:r>
              <a:rPr sz="1200" dirty="0">
                <a:latin typeface="Arial MT"/>
                <a:cs typeface="Arial MT"/>
              </a:rPr>
              <a:t>distinct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instance/customer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105153" y="5853176"/>
            <a:ext cx="15608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0">
              <a:lnSpc>
                <a:spcPct val="100000"/>
              </a:lnSpc>
              <a:spcBef>
                <a:spcPts val="100"/>
              </a:spcBef>
              <a:buChar char="•"/>
              <a:tabLst>
                <a:tab pos="254000" algn="l"/>
              </a:tabLst>
            </a:pPr>
            <a:r>
              <a:rPr sz="1200" dirty="0">
                <a:latin typeface="Arial MT"/>
                <a:cs typeface="Arial MT"/>
              </a:rPr>
              <a:t>Each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its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own </a:t>
            </a:r>
            <a:r>
              <a:rPr sz="1200" dirty="0">
                <a:latin typeface="Arial MT"/>
                <a:cs typeface="Arial MT"/>
              </a:rPr>
              <a:t>customized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version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of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application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run</a:t>
            </a:r>
            <a:endParaRPr sz="1200">
              <a:latin typeface="Arial MT"/>
              <a:cs typeface="Arial MT"/>
            </a:endParaRPr>
          </a:p>
          <a:p>
            <a:pPr marL="239395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its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own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instance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771135" y="5414454"/>
            <a:ext cx="1917700" cy="124714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840"/>
              </a:spcBef>
            </a:pPr>
            <a:r>
              <a:rPr sz="1500" dirty="0">
                <a:latin typeface="Arial MT"/>
                <a:cs typeface="Arial MT"/>
              </a:rPr>
              <a:t>+</a:t>
            </a:r>
            <a:r>
              <a:rPr sz="1500" spc="4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Multi-tenant-efficient</a:t>
            </a:r>
            <a:endParaRPr sz="1500">
              <a:latin typeface="Arial MT"/>
              <a:cs typeface="Arial MT"/>
            </a:endParaRPr>
          </a:p>
          <a:p>
            <a:pPr marL="12700" marR="62230" indent="116839">
              <a:lnSpc>
                <a:spcPct val="100000"/>
              </a:lnSpc>
              <a:spcBef>
                <a:spcPts val="595"/>
              </a:spcBef>
              <a:buChar char="•"/>
              <a:tabLst>
                <a:tab pos="129539" algn="l"/>
              </a:tabLst>
            </a:pPr>
            <a:r>
              <a:rPr sz="1200" dirty="0">
                <a:latin typeface="Arial MT"/>
                <a:cs typeface="Arial MT"/>
              </a:rPr>
              <a:t>(+):Efficient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use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server </a:t>
            </a:r>
            <a:r>
              <a:rPr sz="1200" dirty="0">
                <a:latin typeface="Arial MT"/>
                <a:cs typeface="Arial MT"/>
              </a:rPr>
              <a:t>resources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without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apparent</a:t>
            </a:r>
            <a:endParaRPr sz="1200">
              <a:latin typeface="Arial MT"/>
              <a:cs typeface="Arial MT"/>
            </a:endParaRPr>
          </a:p>
          <a:p>
            <a:pPr marL="118745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differences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end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users</a:t>
            </a:r>
            <a:endParaRPr sz="1200">
              <a:latin typeface="Arial MT"/>
              <a:cs typeface="Arial MT"/>
            </a:endParaRPr>
          </a:p>
          <a:p>
            <a:pPr marL="335280" lvl="1" indent="-96520">
              <a:lnSpc>
                <a:spcPct val="100000"/>
              </a:lnSpc>
              <a:spcBef>
                <a:spcPts val="720"/>
              </a:spcBef>
              <a:buChar char="•"/>
              <a:tabLst>
                <a:tab pos="335280" algn="l"/>
              </a:tabLst>
            </a:pPr>
            <a:r>
              <a:rPr sz="1200" spc="-10" dirty="0">
                <a:latin typeface="Arial MT"/>
                <a:cs typeface="Arial MT"/>
              </a:rPr>
              <a:t>(-</a:t>
            </a:r>
            <a:r>
              <a:rPr sz="1200" dirty="0">
                <a:latin typeface="Arial MT"/>
                <a:cs typeface="Arial MT"/>
              </a:rPr>
              <a:t>):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scalability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limits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3646804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B050"/>
                </a:solidFill>
              </a:rPr>
              <a:t>PaaS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2082038"/>
            <a:ext cx="56241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Cloud</a:t>
            </a:r>
            <a:r>
              <a:rPr sz="24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provider</a:t>
            </a:r>
            <a:r>
              <a:rPr sz="24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exposes</a:t>
            </a:r>
            <a:r>
              <a:rPr sz="24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24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set</a:t>
            </a:r>
            <a:r>
              <a:rPr sz="24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7E7E7E"/>
                </a:solidFill>
                <a:latin typeface="Arial MT"/>
                <a:cs typeface="Arial MT"/>
              </a:rPr>
              <a:t>of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tools</a:t>
            </a:r>
            <a:r>
              <a:rPr sz="24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(a</a:t>
            </a:r>
            <a:r>
              <a:rPr sz="24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platform)</a:t>
            </a:r>
            <a:r>
              <a:rPr sz="24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which</a:t>
            </a:r>
            <a:r>
              <a:rPr sz="24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allows</a:t>
            </a:r>
            <a:r>
              <a:rPr sz="24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users</a:t>
            </a:r>
            <a:r>
              <a:rPr sz="24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7E7E7E"/>
                </a:solidFill>
                <a:latin typeface="Arial MT"/>
                <a:cs typeface="Arial MT"/>
              </a:rPr>
              <a:t>to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create</a:t>
            </a:r>
            <a:r>
              <a:rPr sz="2400" spc="-8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SaaS</a:t>
            </a:r>
            <a:r>
              <a:rPr sz="2400" spc="-8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applications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3691382"/>
            <a:ext cx="5589270" cy="200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15645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SaaS</a:t>
            </a:r>
            <a:r>
              <a:rPr sz="24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application</a:t>
            </a:r>
            <a:r>
              <a:rPr sz="24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runs</a:t>
            </a:r>
            <a:r>
              <a:rPr sz="24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on</a:t>
            </a:r>
            <a:r>
              <a:rPr sz="24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7E7E7E"/>
                </a:solidFill>
                <a:latin typeface="Arial MT"/>
                <a:cs typeface="Arial MT"/>
              </a:rPr>
              <a:t>the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provider’s</a:t>
            </a:r>
            <a:r>
              <a:rPr sz="2400" spc="-1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infrastructure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7E7E7E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400" spc="-9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cloud</a:t>
            </a:r>
            <a:r>
              <a:rPr sz="2400" spc="-8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provider</a:t>
            </a:r>
            <a:r>
              <a:rPr sz="2400" spc="-8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manages</a:t>
            </a:r>
            <a:r>
              <a:rPr sz="2400" spc="-8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7E7E7E"/>
                </a:solidFill>
                <a:latin typeface="Arial MT"/>
                <a:cs typeface="Arial MT"/>
              </a:rPr>
              <a:t>the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underlying</a:t>
            </a:r>
            <a:r>
              <a:rPr sz="2400" spc="-9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hardware</a:t>
            </a:r>
            <a:r>
              <a:rPr sz="2400" spc="-9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2400" spc="-9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requirements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8197" y="4038600"/>
            <a:ext cx="2362961" cy="199110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8197595" y="2186939"/>
            <a:ext cx="662305" cy="445134"/>
            <a:chOff x="8197595" y="2186939"/>
            <a:chExt cx="662305" cy="445134"/>
          </a:xfrm>
        </p:grpSpPr>
        <p:sp>
          <p:nvSpPr>
            <p:cNvPr id="7" name="object 7"/>
            <p:cNvSpPr/>
            <p:nvPr/>
          </p:nvSpPr>
          <p:spPr>
            <a:xfrm>
              <a:off x="8210549" y="2199893"/>
              <a:ext cx="635635" cy="419100"/>
            </a:xfrm>
            <a:custGeom>
              <a:avLst/>
              <a:gdLst/>
              <a:ahLst/>
              <a:cxnLst/>
              <a:rect l="l" t="t" r="r" b="b"/>
              <a:pathLst>
                <a:path w="635634" h="419100">
                  <a:moveTo>
                    <a:pt x="635508" y="419100"/>
                  </a:moveTo>
                  <a:lnTo>
                    <a:pt x="317753" y="0"/>
                  </a:lnTo>
                  <a:lnTo>
                    <a:pt x="0" y="419100"/>
                  </a:lnTo>
                  <a:lnTo>
                    <a:pt x="635508" y="4191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97595" y="2186939"/>
              <a:ext cx="662305" cy="445134"/>
            </a:xfrm>
            <a:custGeom>
              <a:avLst/>
              <a:gdLst/>
              <a:ahLst/>
              <a:cxnLst/>
              <a:rect l="l" t="t" r="r" b="b"/>
              <a:pathLst>
                <a:path w="662304" h="445135">
                  <a:moveTo>
                    <a:pt x="662177" y="433578"/>
                  </a:moveTo>
                  <a:lnTo>
                    <a:pt x="661415" y="428244"/>
                  </a:lnTo>
                  <a:lnTo>
                    <a:pt x="658367" y="424434"/>
                  </a:lnTo>
                  <a:lnTo>
                    <a:pt x="338327" y="2286"/>
                  </a:lnTo>
                  <a:lnTo>
                    <a:pt x="334517" y="0"/>
                  </a:lnTo>
                  <a:lnTo>
                    <a:pt x="326897" y="0"/>
                  </a:lnTo>
                  <a:lnTo>
                    <a:pt x="323087" y="2286"/>
                  </a:lnTo>
                  <a:lnTo>
                    <a:pt x="3047" y="424434"/>
                  </a:lnTo>
                  <a:lnTo>
                    <a:pt x="0" y="428244"/>
                  </a:lnTo>
                  <a:lnTo>
                    <a:pt x="0" y="433578"/>
                  </a:lnTo>
                  <a:lnTo>
                    <a:pt x="2285" y="437388"/>
                  </a:lnTo>
                  <a:lnTo>
                    <a:pt x="3809" y="441960"/>
                  </a:lnTo>
                  <a:lnTo>
                    <a:pt x="8381" y="445008"/>
                  </a:lnTo>
                  <a:lnTo>
                    <a:pt x="12953" y="445008"/>
                  </a:lnTo>
                  <a:lnTo>
                    <a:pt x="12953" y="419100"/>
                  </a:lnTo>
                  <a:lnTo>
                    <a:pt x="39183" y="419100"/>
                  </a:lnTo>
                  <a:lnTo>
                    <a:pt x="320801" y="46767"/>
                  </a:lnTo>
                  <a:lnTo>
                    <a:pt x="320801" y="20574"/>
                  </a:lnTo>
                  <a:lnTo>
                    <a:pt x="340613" y="20574"/>
                  </a:lnTo>
                  <a:lnTo>
                    <a:pt x="340613" y="46704"/>
                  </a:lnTo>
                  <a:lnTo>
                    <a:pt x="622957" y="419100"/>
                  </a:lnTo>
                  <a:lnTo>
                    <a:pt x="648461" y="419100"/>
                  </a:lnTo>
                  <a:lnTo>
                    <a:pt x="648461" y="445008"/>
                  </a:lnTo>
                  <a:lnTo>
                    <a:pt x="653033" y="445008"/>
                  </a:lnTo>
                  <a:lnTo>
                    <a:pt x="657605" y="441960"/>
                  </a:lnTo>
                  <a:lnTo>
                    <a:pt x="659891" y="437388"/>
                  </a:lnTo>
                  <a:lnTo>
                    <a:pt x="662177" y="433578"/>
                  </a:lnTo>
                  <a:close/>
                </a:path>
                <a:path w="662304" h="445135">
                  <a:moveTo>
                    <a:pt x="39183" y="419100"/>
                  </a:moveTo>
                  <a:lnTo>
                    <a:pt x="12953" y="419100"/>
                  </a:lnTo>
                  <a:lnTo>
                    <a:pt x="23621" y="439674"/>
                  </a:lnTo>
                  <a:lnTo>
                    <a:pt x="39183" y="419100"/>
                  </a:lnTo>
                  <a:close/>
                </a:path>
                <a:path w="662304" h="445135">
                  <a:moveTo>
                    <a:pt x="648461" y="445008"/>
                  </a:moveTo>
                  <a:lnTo>
                    <a:pt x="648461" y="419100"/>
                  </a:lnTo>
                  <a:lnTo>
                    <a:pt x="638555" y="439674"/>
                  </a:lnTo>
                  <a:lnTo>
                    <a:pt x="622957" y="419100"/>
                  </a:lnTo>
                  <a:lnTo>
                    <a:pt x="39183" y="419100"/>
                  </a:lnTo>
                  <a:lnTo>
                    <a:pt x="23621" y="439674"/>
                  </a:lnTo>
                  <a:lnTo>
                    <a:pt x="12953" y="419100"/>
                  </a:lnTo>
                  <a:lnTo>
                    <a:pt x="12953" y="445008"/>
                  </a:lnTo>
                  <a:lnTo>
                    <a:pt x="648461" y="445008"/>
                  </a:lnTo>
                  <a:close/>
                </a:path>
                <a:path w="662304" h="445135">
                  <a:moveTo>
                    <a:pt x="340613" y="20574"/>
                  </a:moveTo>
                  <a:lnTo>
                    <a:pt x="320801" y="20574"/>
                  </a:lnTo>
                  <a:lnTo>
                    <a:pt x="330719" y="33655"/>
                  </a:lnTo>
                  <a:lnTo>
                    <a:pt x="340613" y="20574"/>
                  </a:lnTo>
                  <a:close/>
                </a:path>
                <a:path w="662304" h="445135">
                  <a:moveTo>
                    <a:pt x="330719" y="33655"/>
                  </a:moveTo>
                  <a:lnTo>
                    <a:pt x="320801" y="20574"/>
                  </a:lnTo>
                  <a:lnTo>
                    <a:pt x="320801" y="46767"/>
                  </a:lnTo>
                  <a:lnTo>
                    <a:pt x="330719" y="33655"/>
                  </a:lnTo>
                  <a:close/>
                </a:path>
                <a:path w="662304" h="445135">
                  <a:moveTo>
                    <a:pt x="340613" y="46704"/>
                  </a:moveTo>
                  <a:lnTo>
                    <a:pt x="340613" y="20574"/>
                  </a:lnTo>
                  <a:lnTo>
                    <a:pt x="330719" y="33655"/>
                  </a:lnTo>
                  <a:lnTo>
                    <a:pt x="340613" y="46704"/>
                  </a:lnTo>
                  <a:close/>
                </a:path>
                <a:path w="662304" h="445135">
                  <a:moveTo>
                    <a:pt x="648461" y="419100"/>
                  </a:moveTo>
                  <a:lnTo>
                    <a:pt x="622957" y="419100"/>
                  </a:lnTo>
                  <a:lnTo>
                    <a:pt x="638555" y="439674"/>
                  </a:lnTo>
                  <a:lnTo>
                    <a:pt x="648461" y="41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328912" y="2372359"/>
            <a:ext cx="397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SaaS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879842" y="2606039"/>
            <a:ext cx="1297305" cy="444500"/>
            <a:chOff x="7879842" y="2606039"/>
            <a:chExt cx="1297305" cy="444500"/>
          </a:xfrm>
        </p:grpSpPr>
        <p:sp>
          <p:nvSpPr>
            <p:cNvPr id="11" name="object 11"/>
            <p:cNvSpPr/>
            <p:nvPr/>
          </p:nvSpPr>
          <p:spPr>
            <a:xfrm>
              <a:off x="7893558" y="2618993"/>
              <a:ext cx="1270000" cy="419100"/>
            </a:xfrm>
            <a:custGeom>
              <a:avLst/>
              <a:gdLst/>
              <a:ahLst/>
              <a:cxnLst/>
              <a:rect l="l" t="t" r="r" b="b"/>
              <a:pathLst>
                <a:path w="1270000" h="419100">
                  <a:moveTo>
                    <a:pt x="1269492" y="419099"/>
                  </a:moveTo>
                  <a:lnTo>
                    <a:pt x="952500" y="0"/>
                  </a:lnTo>
                  <a:lnTo>
                    <a:pt x="316991" y="0"/>
                  </a:lnTo>
                  <a:lnTo>
                    <a:pt x="0" y="419100"/>
                  </a:lnTo>
                  <a:lnTo>
                    <a:pt x="1269492" y="419099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79842" y="2606039"/>
              <a:ext cx="1297305" cy="444500"/>
            </a:xfrm>
            <a:custGeom>
              <a:avLst/>
              <a:gdLst/>
              <a:ahLst/>
              <a:cxnLst/>
              <a:rect l="l" t="t" r="r" b="b"/>
              <a:pathLst>
                <a:path w="1297304" h="444500">
                  <a:moveTo>
                    <a:pt x="1296924" y="432816"/>
                  </a:moveTo>
                  <a:lnTo>
                    <a:pt x="1296924" y="428244"/>
                  </a:lnTo>
                  <a:lnTo>
                    <a:pt x="1293876" y="424434"/>
                  </a:lnTo>
                  <a:lnTo>
                    <a:pt x="973836" y="2286"/>
                  </a:lnTo>
                  <a:lnTo>
                    <a:pt x="970026" y="0"/>
                  </a:lnTo>
                  <a:lnTo>
                    <a:pt x="326898" y="0"/>
                  </a:lnTo>
                  <a:lnTo>
                    <a:pt x="323088" y="2286"/>
                  </a:lnTo>
                  <a:lnTo>
                    <a:pt x="3810" y="424434"/>
                  </a:lnTo>
                  <a:lnTo>
                    <a:pt x="762" y="428244"/>
                  </a:lnTo>
                  <a:lnTo>
                    <a:pt x="0" y="432816"/>
                  </a:lnTo>
                  <a:lnTo>
                    <a:pt x="4572" y="441960"/>
                  </a:lnTo>
                  <a:lnTo>
                    <a:pt x="8382" y="444246"/>
                  </a:lnTo>
                  <a:lnTo>
                    <a:pt x="13716" y="444246"/>
                  </a:lnTo>
                  <a:lnTo>
                    <a:pt x="13716" y="419100"/>
                  </a:lnTo>
                  <a:lnTo>
                    <a:pt x="39220" y="419100"/>
                  </a:lnTo>
                  <a:lnTo>
                    <a:pt x="330708" y="34644"/>
                  </a:lnTo>
                  <a:lnTo>
                    <a:pt x="330708" y="25908"/>
                  </a:lnTo>
                  <a:lnTo>
                    <a:pt x="341376" y="20574"/>
                  </a:lnTo>
                  <a:lnTo>
                    <a:pt x="341376" y="25908"/>
                  </a:lnTo>
                  <a:lnTo>
                    <a:pt x="956310" y="25908"/>
                  </a:lnTo>
                  <a:lnTo>
                    <a:pt x="956310" y="20574"/>
                  </a:lnTo>
                  <a:lnTo>
                    <a:pt x="966216" y="25908"/>
                  </a:lnTo>
                  <a:lnTo>
                    <a:pt x="966216" y="33670"/>
                  </a:lnTo>
                  <a:lnTo>
                    <a:pt x="1257740" y="419100"/>
                  </a:lnTo>
                  <a:lnTo>
                    <a:pt x="1283208" y="419100"/>
                  </a:lnTo>
                  <a:lnTo>
                    <a:pt x="1283208" y="444246"/>
                  </a:lnTo>
                  <a:lnTo>
                    <a:pt x="1288542" y="444246"/>
                  </a:lnTo>
                  <a:lnTo>
                    <a:pt x="1293114" y="441960"/>
                  </a:lnTo>
                  <a:lnTo>
                    <a:pt x="1294638" y="437388"/>
                  </a:lnTo>
                  <a:lnTo>
                    <a:pt x="1296924" y="432816"/>
                  </a:lnTo>
                  <a:close/>
                </a:path>
                <a:path w="1297304" h="444500">
                  <a:moveTo>
                    <a:pt x="39220" y="419100"/>
                  </a:moveTo>
                  <a:lnTo>
                    <a:pt x="13716" y="419100"/>
                  </a:lnTo>
                  <a:lnTo>
                    <a:pt x="23622" y="439674"/>
                  </a:lnTo>
                  <a:lnTo>
                    <a:pt x="39220" y="419100"/>
                  </a:lnTo>
                  <a:close/>
                </a:path>
                <a:path w="1297304" h="444500">
                  <a:moveTo>
                    <a:pt x="1283208" y="444246"/>
                  </a:moveTo>
                  <a:lnTo>
                    <a:pt x="1283208" y="419100"/>
                  </a:lnTo>
                  <a:lnTo>
                    <a:pt x="1273302" y="439674"/>
                  </a:lnTo>
                  <a:lnTo>
                    <a:pt x="1257740" y="419100"/>
                  </a:lnTo>
                  <a:lnTo>
                    <a:pt x="39220" y="419100"/>
                  </a:lnTo>
                  <a:lnTo>
                    <a:pt x="23622" y="439674"/>
                  </a:lnTo>
                  <a:lnTo>
                    <a:pt x="13716" y="419100"/>
                  </a:lnTo>
                  <a:lnTo>
                    <a:pt x="13716" y="444246"/>
                  </a:lnTo>
                  <a:lnTo>
                    <a:pt x="1283208" y="444246"/>
                  </a:lnTo>
                  <a:close/>
                </a:path>
                <a:path w="1297304" h="444500">
                  <a:moveTo>
                    <a:pt x="341376" y="20574"/>
                  </a:moveTo>
                  <a:lnTo>
                    <a:pt x="330708" y="25908"/>
                  </a:lnTo>
                  <a:lnTo>
                    <a:pt x="337331" y="25908"/>
                  </a:lnTo>
                  <a:lnTo>
                    <a:pt x="341376" y="20574"/>
                  </a:lnTo>
                  <a:close/>
                </a:path>
                <a:path w="1297304" h="444500">
                  <a:moveTo>
                    <a:pt x="337331" y="25908"/>
                  </a:moveTo>
                  <a:lnTo>
                    <a:pt x="330708" y="25908"/>
                  </a:lnTo>
                  <a:lnTo>
                    <a:pt x="330708" y="34644"/>
                  </a:lnTo>
                  <a:lnTo>
                    <a:pt x="337331" y="25908"/>
                  </a:lnTo>
                  <a:close/>
                </a:path>
                <a:path w="1297304" h="444500">
                  <a:moveTo>
                    <a:pt x="341376" y="25908"/>
                  </a:moveTo>
                  <a:lnTo>
                    <a:pt x="341376" y="20574"/>
                  </a:lnTo>
                  <a:lnTo>
                    <a:pt x="337331" y="25908"/>
                  </a:lnTo>
                  <a:lnTo>
                    <a:pt x="341376" y="25908"/>
                  </a:lnTo>
                  <a:close/>
                </a:path>
                <a:path w="1297304" h="444500">
                  <a:moveTo>
                    <a:pt x="966216" y="25908"/>
                  </a:moveTo>
                  <a:lnTo>
                    <a:pt x="956310" y="20574"/>
                  </a:lnTo>
                  <a:lnTo>
                    <a:pt x="960344" y="25908"/>
                  </a:lnTo>
                  <a:lnTo>
                    <a:pt x="966216" y="25908"/>
                  </a:lnTo>
                  <a:close/>
                </a:path>
                <a:path w="1297304" h="444500">
                  <a:moveTo>
                    <a:pt x="960344" y="25908"/>
                  </a:moveTo>
                  <a:lnTo>
                    <a:pt x="956310" y="20574"/>
                  </a:lnTo>
                  <a:lnTo>
                    <a:pt x="956310" y="25908"/>
                  </a:lnTo>
                  <a:lnTo>
                    <a:pt x="960344" y="25908"/>
                  </a:lnTo>
                  <a:close/>
                </a:path>
                <a:path w="1297304" h="444500">
                  <a:moveTo>
                    <a:pt x="966216" y="33670"/>
                  </a:moveTo>
                  <a:lnTo>
                    <a:pt x="966216" y="25908"/>
                  </a:lnTo>
                  <a:lnTo>
                    <a:pt x="960344" y="25908"/>
                  </a:lnTo>
                  <a:lnTo>
                    <a:pt x="966216" y="33670"/>
                  </a:lnTo>
                  <a:close/>
                </a:path>
                <a:path w="1297304" h="444500">
                  <a:moveTo>
                    <a:pt x="1283208" y="419100"/>
                  </a:moveTo>
                  <a:lnTo>
                    <a:pt x="1257740" y="419100"/>
                  </a:lnTo>
                  <a:lnTo>
                    <a:pt x="1273302" y="439674"/>
                  </a:lnTo>
                  <a:lnTo>
                    <a:pt x="1283208" y="41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329676" y="2709926"/>
            <a:ext cx="397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PaaS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562088" y="3025139"/>
            <a:ext cx="1932939" cy="444500"/>
            <a:chOff x="7562088" y="3025139"/>
            <a:chExt cx="1932939" cy="444500"/>
          </a:xfrm>
        </p:grpSpPr>
        <p:sp>
          <p:nvSpPr>
            <p:cNvPr id="15" name="object 15"/>
            <p:cNvSpPr/>
            <p:nvPr/>
          </p:nvSpPr>
          <p:spPr>
            <a:xfrm>
              <a:off x="7575804" y="3038093"/>
              <a:ext cx="1905000" cy="418465"/>
            </a:xfrm>
            <a:custGeom>
              <a:avLst/>
              <a:gdLst/>
              <a:ahLst/>
              <a:cxnLst/>
              <a:rect l="l" t="t" r="r" b="b"/>
              <a:pathLst>
                <a:path w="1905000" h="418464">
                  <a:moveTo>
                    <a:pt x="1905000" y="418337"/>
                  </a:moveTo>
                  <a:lnTo>
                    <a:pt x="1587246" y="0"/>
                  </a:lnTo>
                  <a:lnTo>
                    <a:pt x="317753" y="0"/>
                  </a:lnTo>
                  <a:lnTo>
                    <a:pt x="0" y="418338"/>
                  </a:lnTo>
                  <a:lnTo>
                    <a:pt x="1905000" y="418337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62088" y="3025139"/>
              <a:ext cx="1932939" cy="444500"/>
            </a:xfrm>
            <a:custGeom>
              <a:avLst/>
              <a:gdLst/>
              <a:ahLst/>
              <a:cxnLst/>
              <a:rect l="l" t="t" r="r" b="b"/>
              <a:pathLst>
                <a:path w="1932940" h="444500">
                  <a:moveTo>
                    <a:pt x="1932432" y="432816"/>
                  </a:moveTo>
                  <a:lnTo>
                    <a:pt x="1931670" y="427482"/>
                  </a:lnTo>
                  <a:lnTo>
                    <a:pt x="1928622" y="423672"/>
                  </a:lnTo>
                  <a:lnTo>
                    <a:pt x="1611630" y="5334"/>
                  </a:lnTo>
                  <a:lnTo>
                    <a:pt x="1609344" y="1524"/>
                  </a:lnTo>
                  <a:lnTo>
                    <a:pt x="1605534" y="0"/>
                  </a:lnTo>
                  <a:lnTo>
                    <a:pt x="327660" y="0"/>
                  </a:lnTo>
                  <a:lnTo>
                    <a:pt x="323850" y="1524"/>
                  </a:lnTo>
                  <a:lnTo>
                    <a:pt x="321564" y="5334"/>
                  </a:lnTo>
                  <a:lnTo>
                    <a:pt x="3810" y="423672"/>
                  </a:lnTo>
                  <a:lnTo>
                    <a:pt x="762" y="427482"/>
                  </a:lnTo>
                  <a:lnTo>
                    <a:pt x="0" y="432816"/>
                  </a:lnTo>
                  <a:lnTo>
                    <a:pt x="2286" y="437388"/>
                  </a:lnTo>
                  <a:lnTo>
                    <a:pt x="4572" y="441198"/>
                  </a:lnTo>
                  <a:lnTo>
                    <a:pt x="9144" y="444246"/>
                  </a:lnTo>
                  <a:lnTo>
                    <a:pt x="13716" y="444246"/>
                  </a:lnTo>
                  <a:lnTo>
                    <a:pt x="13716" y="419100"/>
                  </a:lnTo>
                  <a:lnTo>
                    <a:pt x="38670" y="419100"/>
                  </a:lnTo>
                  <a:lnTo>
                    <a:pt x="331470" y="33615"/>
                  </a:lnTo>
                  <a:lnTo>
                    <a:pt x="331470" y="25146"/>
                  </a:lnTo>
                  <a:lnTo>
                    <a:pt x="341376" y="20574"/>
                  </a:lnTo>
                  <a:lnTo>
                    <a:pt x="341376" y="25146"/>
                  </a:lnTo>
                  <a:lnTo>
                    <a:pt x="1591056" y="25146"/>
                  </a:lnTo>
                  <a:lnTo>
                    <a:pt x="1591056" y="20574"/>
                  </a:lnTo>
                  <a:lnTo>
                    <a:pt x="1600962" y="25146"/>
                  </a:lnTo>
                  <a:lnTo>
                    <a:pt x="1600962" y="33615"/>
                  </a:lnTo>
                  <a:lnTo>
                    <a:pt x="1893761" y="419099"/>
                  </a:lnTo>
                  <a:lnTo>
                    <a:pt x="1918716" y="419100"/>
                  </a:lnTo>
                  <a:lnTo>
                    <a:pt x="1918716" y="444246"/>
                  </a:lnTo>
                  <a:lnTo>
                    <a:pt x="1923288" y="444246"/>
                  </a:lnTo>
                  <a:lnTo>
                    <a:pt x="1927860" y="441198"/>
                  </a:lnTo>
                  <a:lnTo>
                    <a:pt x="1930146" y="437388"/>
                  </a:lnTo>
                  <a:lnTo>
                    <a:pt x="1932432" y="432816"/>
                  </a:lnTo>
                  <a:close/>
                </a:path>
                <a:path w="1932940" h="444500">
                  <a:moveTo>
                    <a:pt x="38670" y="419100"/>
                  </a:moveTo>
                  <a:lnTo>
                    <a:pt x="13716" y="419100"/>
                  </a:lnTo>
                  <a:lnTo>
                    <a:pt x="23622" y="438912"/>
                  </a:lnTo>
                  <a:lnTo>
                    <a:pt x="38670" y="419100"/>
                  </a:lnTo>
                  <a:close/>
                </a:path>
                <a:path w="1932940" h="444500">
                  <a:moveTo>
                    <a:pt x="1918716" y="444246"/>
                  </a:moveTo>
                  <a:lnTo>
                    <a:pt x="1918716" y="419100"/>
                  </a:lnTo>
                  <a:lnTo>
                    <a:pt x="1908810" y="438912"/>
                  </a:lnTo>
                  <a:lnTo>
                    <a:pt x="1893761" y="419100"/>
                  </a:lnTo>
                  <a:lnTo>
                    <a:pt x="38670" y="419100"/>
                  </a:lnTo>
                  <a:lnTo>
                    <a:pt x="23622" y="438912"/>
                  </a:lnTo>
                  <a:lnTo>
                    <a:pt x="13716" y="419100"/>
                  </a:lnTo>
                  <a:lnTo>
                    <a:pt x="13716" y="444246"/>
                  </a:lnTo>
                  <a:lnTo>
                    <a:pt x="1918716" y="444246"/>
                  </a:lnTo>
                  <a:close/>
                </a:path>
                <a:path w="1932940" h="444500">
                  <a:moveTo>
                    <a:pt x="341376" y="20574"/>
                  </a:moveTo>
                  <a:lnTo>
                    <a:pt x="331470" y="25146"/>
                  </a:lnTo>
                  <a:lnTo>
                    <a:pt x="337903" y="25146"/>
                  </a:lnTo>
                  <a:lnTo>
                    <a:pt x="341376" y="20574"/>
                  </a:lnTo>
                  <a:close/>
                </a:path>
                <a:path w="1932940" h="444500">
                  <a:moveTo>
                    <a:pt x="337903" y="25146"/>
                  </a:moveTo>
                  <a:lnTo>
                    <a:pt x="331470" y="25146"/>
                  </a:lnTo>
                  <a:lnTo>
                    <a:pt x="331470" y="33615"/>
                  </a:lnTo>
                  <a:lnTo>
                    <a:pt x="337903" y="25146"/>
                  </a:lnTo>
                  <a:close/>
                </a:path>
                <a:path w="1932940" h="444500">
                  <a:moveTo>
                    <a:pt x="341376" y="25146"/>
                  </a:moveTo>
                  <a:lnTo>
                    <a:pt x="341376" y="20574"/>
                  </a:lnTo>
                  <a:lnTo>
                    <a:pt x="337903" y="25146"/>
                  </a:lnTo>
                  <a:lnTo>
                    <a:pt x="341376" y="25146"/>
                  </a:lnTo>
                  <a:close/>
                </a:path>
                <a:path w="1932940" h="444500">
                  <a:moveTo>
                    <a:pt x="1600962" y="25146"/>
                  </a:moveTo>
                  <a:lnTo>
                    <a:pt x="1591056" y="20574"/>
                  </a:lnTo>
                  <a:lnTo>
                    <a:pt x="1594528" y="25146"/>
                  </a:lnTo>
                  <a:lnTo>
                    <a:pt x="1600962" y="25146"/>
                  </a:lnTo>
                  <a:close/>
                </a:path>
                <a:path w="1932940" h="444500">
                  <a:moveTo>
                    <a:pt x="1594528" y="25146"/>
                  </a:moveTo>
                  <a:lnTo>
                    <a:pt x="1591056" y="20574"/>
                  </a:lnTo>
                  <a:lnTo>
                    <a:pt x="1591056" y="25146"/>
                  </a:lnTo>
                  <a:lnTo>
                    <a:pt x="1594528" y="25146"/>
                  </a:lnTo>
                  <a:close/>
                </a:path>
                <a:path w="1932940" h="444500">
                  <a:moveTo>
                    <a:pt x="1600962" y="33615"/>
                  </a:moveTo>
                  <a:lnTo>
                    <a:pt x="1600962" y="25146"/>
                  </a:lnTo>
                  <a:lnTo>
                    <a:pt x="1594528" y="25146"/>
                  </a:lnTo>
                  <a:lnTo>
                    <a:pt x="1600962" y="33615"/>
                  </a:lnTo>
                  <a:close/>
                </a:path>
                <a:path w="1932940" h="444500">
                  <a:moveTo>
                    <a:pt x="1918716" y="419100"/>
                  </a:moveTo>
                  <a:lnTo>
                    <a:pt x="1893761" y="419100"/>
                  </a:lnTo>
                  <a:lnTo>
                    <a:pt x="1908810" y="438912"/>
                  </a:lnTo>
                  <a:lnTo>
                    <a:pt x="1918716" y="41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358631" y="3129026"/>
            <a:ext cx="339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IaaS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53250" y="2638044"/>
            <a:ext cx="984885" cy="351790"/>
          </a:xfrm>
          <a:custGeom>
            <a:avLst/>
            <a:gdLst/>
            <a:ahLst/>
            <a:cxnLst/>
            <a:rect l="l" t="t" r="r" b="b"/>
            <a:pathLst>
              <a:path w="984884" h="351789">
                <a:moveTo>
                  <a:pt x="984504" y="176021"/>
                </a:moveTo>
                <a:lnTo>
                  <a:pt x="809244" y="0"/>
                </a:lnTo>
                <a:lnTo>
                  <a:pt x="809244" y="88391"/>
                </a:lnTo>
                <a:lnTo>
                  <a:pt x="0" y="88391"/>
                </a:lnTo>
                <a:lnTo>
                  <a:pt x="0" y="263651"/>
                </a:lnTo>
                <a:lnTo>
                  <a:pt x="809244" y="263651"/>
                </a:lnTo>
                <a:lnTo>
                  <a:pt x="809244" y="351281"/>
                </a:lnTo>
                <a:lnTo>
                  <a:pt x="984504" y="176021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2326005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0B050"/>
                </a:solidFill>
              </a:rPr>
              <a:t>PaaS</a:t>
            </a:r>
            <a:r>
              <a:rPr spc="-135" dirty="0">
                <a:solidFill>
                  <a:srgbClr val="00B050"/>
                </a:solidFill>
              </a:rPr>
              <a:t> </a:t>
            </a:r>
            <a:r>
              <a:rPr dirty="0">
                <a:solidFill>
                  <a:srgbClr val="00B050"/>
                </a:solidFill>
              </a:rPr>
              <a:t>Example</a:t>
            </a:r>
            <a:r>
              <a:rPr spc="-135" dirty="0">
                <a:solidFill>
                  <a:srgbClr val="00B050"/>
                </a:solidFill>
              </a:rPr>
              <a:t> </a:t>
            </a:r>
            <a:r>
              <a:rPr spc="-50" dirty="0">
                <a:solidFill>
                  <a:srgbClr val="00B050"/>
                </a:solidFill>
              </a:rPr>
              <a:t>I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2079751"/>
            <a:ext cx="38868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Google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App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Engine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9123" y="5970523"/>
            <a:ext cx="4973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Build</a:t>
            </a:r>
            <a:r>
              <a:rPr sz="18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web</a:t>
            </a:r>
            <a:r>
              <a:rPr sz="1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applications</a:t>
            </a:r>
            <a:r>
              <a:rPr sz="1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on</a:t>
            </a:r>
            <a:r>
              <a:rPr sz="1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Google’s</a:t>
            </a:r>
            <a:r>
              <a:rPr sz="1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Infrastructure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2667000"/>
            <a:ext cx="4439411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2718054"/>
            <a:ext cx="9144000" cy="4597400"/>
            <a:chOff x="457200" y="2718054"/>
            <a:chExt cx="9144000" cy="4597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0800" y="2724150"/>
              <a:ext cx="4762500" cy="30289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4704" y="2718054"/>
              <a:ext cx="4775454" cy="30419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84704" y="2718054"/>
              <a:ext cx="4775835" cy="3042285"/>
            </a:xfrm>
            <a:custGeom>
              <a:avLst/>
              <a:gdLst/>
              <a:ahLst/>
              <a:cxnLst/>
              <a:rect l="l" t="t" r="r" b="b"/>
              <a:pathLst>
                <a:path w="4775834" h="3042285">
                  <a:moveTo>
                    <a:pt x="4775454" y="3041904"/>
                  </a:moveTo>
                  <a:lnTo>
                    <a:pt x="4775454" y="0"/>
                  </a:lnTo>
                  <a:lnTo>
                    <a:pt x="0" y="0"/>
                  </a:lnTo>
                  <a:lnTo>
                    <a:pt x="0" y="3041904"/>
                  </a:lnTo>
                  <a:lnTo>
                    <a:pt x="3048" y="3041904"/>
                  </a:lnTo>
                  <a:lnTo>
                    <a:pt x="3047" y="6096"/>
                  </a:lnTo>
                  <a:lnTo>
                    <a:pt x="6095" y="3048"/>
                  </a:lnTo>
                  <a:lnTo>
                    <a:pt x="6095" y="6096"/>
                  </a:lnTo>
                  <a:lnTo>
                    <a:pt x="4768596" y="6095"/>
                  </a:lnTo>
                  <a:lnTo>
                    <a:pt x="4768596" y="3047"/>
                  </a:lnTo>
                  <a:lnTo>
                    <a:pt x="4772406" y="6095"/>
                  </a:lnTo>
                  <a:lnTo>
                    <a:pt x="4772406" y="3041904"/>
                  </a:lnTo>
                  <a:lnTo>
                    <a:pt x="4775454" y="3041904"/>
                  </a:lnTo>
                  <a:close/>
                </a:path>
                <a:path w="4775834" h="3042285">
                  <a:moveTo>
                    <a:pt x="6095" y="6096"/>
                  </a:moveTo>
                  <a:lnTo>
                    <a:pt x="6095" y="3048"/>
                  </a:lnTo>
                  <a:lnTo>
                    <a:pt x="3047" y="6096"/>
                  </a:lnTo>
                  <a:lnTo>
                    <a:pt x="6095" y="6096"/>
                  </a:lnTo>
                  <a:close/>
                </a:path>
                <a:path w="4775834" h="3042285">
                  <a:moveTo>
                    <a:pt x="6096" y="3035046"/>
                  </a:moveTo>
                  <a:lnTo>
                    <a:pt x="6095" y="6096"/>
                  </a:lnTo>
                  <a:lnTo>
                    <a:pt x="3047" y="6096"/>
                  </a:lnTo>
                  <a:lnTo>
                    <a:pt x="3048" y="3035046"/>
                  </a:lnTo>
                  <a:lnTo>
                    <a:pt x="6096" y="3035046"/>
                  </a:lnTo>
                  <a:close/>
                </a:path>
                <a:path w="4775834" h="3042285">
                  <a:moveTo>
                    <a:pt x="4772406" y="3035045"/>
                  </a:moveTo>
                  <a:lnTo>
                    <a:pt x="3048" y="3035046"/>
                  </a:lnTo>
                  <a:lnTo>
                    <a:pt x="6096" y="3038856"/>
                  </a:lnTo>
                  <a:lnTo>
                    <a:pt x="6096" y="3041904"/>
                  </a:lnTo>
                  <a:lnTo>
                    <a:pt x="4768596" y="3041904"/>
                  </a:lnTo>
                  <a:lnTo>
                    <a:pt x="4768596" y="3038855"/>
                  </a:lnTo>
                  <a:lnTo>
                    <a:pt x="4772406" y="3035045"/>
                  </a:lnTo>
                  <a:close/>
                </a:path>
                <a:path w="4775834" h="3042285">
                  <a:moveTo>
                    <a:pt x="6096" y="3041904"/>
                  </a:moveTo>
                  <a:lnTo>
                    <a:pt x="6096" y="3038856"/>
                  </a:lnTo>
                  <a:lnTo>
                    <a:pt x="3048" y="3035046"/>
                  </a:lnTo>
                  <a:lnTo>
                    <a:pt x="3048" y="3041904"/>
                  </a:lnTo>
                  <a:lnTo>
                    <a:pt x="6096" y="3041904"/>
                  </a:lnTo>
                  <a:close/>
                </a:path>
                <a:path w="4775834" h="3042285">
                  <a:moveTo>
                    <a:pt x="4772406" y="6095"/>
                  </a:moveTo>
                  <a:lnTo>
                    <a:pt x="4768596" y="3047"/>
                  </a:lnTo>
                  <a:lnTo>
                    <a:pt x="4768596" y="6095"/>
                  </a:lnTo>
                  <a:lnTo>
                    <a:pt x="4772406" y="6095"/>
                  </a:lnTo>
                  <a:close/>
                </a:path>
                <a:path w="4775834" h="3042285">
                  <a:moveTo>
                    <a:pt x="4772406" y="3035045"/>
                  </a:moveTo>
                  <a:lnTo>
                    <a:pt x="4772406" y="6095"/>
                  </a:lnTo>
                  <a:lnTo>
                    <a:pt x="4768596" y="6095"/>
                  </a:lnTo>
                  <a:lnTo>
                    <a:pt x="4768596" y="3035045"/>
                  </a:lnTo>
                  <a:lnTo>
                    <a:pt x="4772406" y="3035045"/>
                  </a:lnTo>
                  <a:close/>
                </a:path>
                <a:path w="4775834" h="3042285">
                  <a:moveTo>
                    <a:pt x="4772406" y="3041904"/>
                  </a:moveTo>
                  <a:lnTo>
                    <a:pt x="4772406" y="3035045"/>
                  </a:lnTo>
                  <a:lnTo>
                    <a:pt x="4768596" y="3038855"/>
                  </a:lnTo>
                  <a:lnTo>
                    <a:pt x="4768596" y="3041904"/>
                  </a:lnTo>
                  <a:lnTo>
                    <a:pt x="4772406" y="30419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22479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0B050"/>
                </a:solidFill>
              </a:rPr>
              <a:t>PaaS</a:t>
            </a:r>
            <a:r>
              <a:rPr spc="-135" dirty="0">
                <a:solidFill>
                  <a:srgbClr val="00B050"/>
                </a:solidFill>
              </a:rPr>
              <a:t> </a:t>
            </a:r>
            <a:r>
              <a:rPr dirty="0">
                <a:solidFill>
                  <a:srgbClr val="00B050"/>
                </a:solidFill>
              </a:rPr>
              <a:t>Example</a:t>
            </a:r>
            <a:r>
              <a:rPr spc="-135" dirty="0">
                <a:solidFill>
                  <a:srgbClr val="00B050"/>
                </a:solidFill>
              </a:rPr>
              <a:t> </a:t>
            </a:r>
            <a:r>
              <a:rPr spc="-25" dirty="0">
                <a:solidFill>
                  <a:srgbClr val="00B050"/>
                </a:solidFill>
              </a:rPr>
              <a:t>II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993139" y="2079751"/>
            <a:ext cx="654430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3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Facebook</a:t>
            </a:r>
            <a:r>
              <a:rPr sz="3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Developer</a:t>
            </a:r>
            <a:r>
              <a:rPr sz="3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Platform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16683" y="5970523"/>
            <a:ext cx="5921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Set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1800" spc="-10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APIs that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allow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you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to create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Facebook</a:t>
            </a:r>
            <a:r>
              <a:rPr sz="1800" spc="-10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Applications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380" rIns="0" bIns="0" rtlCol="0">
            <a:spAutoFit/>
          </a:bodyPr>
          <a:lstStyle/>
          <a:p>
            <a:pPr marL="270129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F9A33"/>
                </a:solidFill>
              </a:rPr>
              <a:t>IaaS</a:t>
            </a:r>
            <a:r>
              <a:rPr spc="-85" dirty="0">
                <a:solidFill>
                  <a:srgbClr val="FF9A33"/>
                </a:solidFill>
              </a:rPr>
              <a:t> </a:t>
            </a:r>
            <a:r>
              <a:rPr spc="-20" dirty="0">
                <a:solidFill>
                  <a:srgbClr val="FF9A33"/>
                </a:solidFill>
              </a:rPr>
              <a:t>(1/3)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2082038"/>
            <a:ext cx="502920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4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cloud</a:t>
            </a:r>
            <a:r>
              <a:rPr sz="24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provider</a:t>
            </a:r>
            <a:r>
              <a:rPr sz="24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leases</a:t>
            </a:r>
            <a:r>
              <a:rPr sz="24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4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users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Virtual</a:t>
            </a:r>
            <a:r>
              <a:rPr sz="2400" spc="-114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Machine</a:t>
            </a:r>
            <a:r>
              <a:rPr sz="2400" spc="-1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Instances</a:t>
            </a:r>
            <a:r>
              <a:rPr sz="2400" spc="-1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(i.e.,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computer</a:t>
            </a:r>
            <a:r>
              <a:rPr sz="2400" spc="-8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infrastructure)</a:t>
            </a:r>
            <a:r>
              <a:rPr sz="2400" spc="-8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using</a:t>
            </a:r>
            <a:r>
              <a:rPr sz="2400" spc="-8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7E7E7E"/>
                </a:solidFill>
                <a:latin typeface="Arial MT"/>
                <a:cs typeface="Arial MT"/>
              </a:rPr>
              <a:t>the </a:t>
            </a:r>
            <a:r>
              <a:rPr sz="2400" b="1" i="1" dirty="0">
                <a:solidFill>
                  <a:srgbClr val="7E7E7E"/>
                </a:solidFill>
                <a:latin typeface="Arial"/>
                <a:cs typeface="Arial"/>
              </a:rPr>
              <a:t>virtualization</a:t>
            </a:r>
            <a:r>
              <a:rPr sz="2400" b="1" i="1" spc="-8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technology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4057141"/>
            <a:ext cx="516318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user</a:t>
            </a:r>
            <a:r>
              <a:rPr sz="24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has</a:t>
            </a:r>
            <a:r>
              <a:rPr sz="24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access</a:t>
            </a:r>
            <a:r>
              <a:rPr sz="24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4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24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standard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Operating</a:t>
            </a:r>
            <a:r>
              <a:rPr sz="2400" spc="-10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System</a:t>
            </a:r>
            <a:r>
              <a:rPr sz="2400" spc="-1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environment</a:t>
            </a:r>
            <a:r>
              <a:rPr sz="2400" spc="-10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7E7E7E"/>
                </a:solidFill>
                <a:latin typeface="Arial MT"/>
                <a:cs typeface="Arial MT"/>
              </a:rPr>
              <a:t>and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can</a:t>
            </a:r>
            <a:r>
              <a:rPr sz="24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install</a:t>
            </a:r>
            <a:r>
              <a:rPr sz="24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24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configure</a:t>
            </a:r>
            <a:r>
              <a:rPr sz="24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all</a:t>
            </a:r>
            <a:r>
              <a:rPr sz="24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7E7E7E"/>
                </a:solidFill>
                <a:latin typeface="Arial MT"/>
                <a:cs typeface="Arial MT"/>
              </a:rPr>
              <a:t>the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layers</a:t>
            </a:r>
            <a:r>
              <a:rPr sz="2400" spc="-8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above</a:t>
            </a:r>
            <a:r>
              <a:rPr sz="24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7E7E7E"/>
                </a:solidFill>
                <a:latin typeface="Arial MT"/>
                <a:cs typeface="Arial MT"/>
              </a:rPr>
              <a:t>it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013192" y="1922526"/>
            <a:ext cx="662305" cy="444500"/>
            <a:chOff x="8013192" y="1922526"/>
            <a:chExt cx="662305" cy="444500"/>
          </a:xfrm>
        </p:grpSpPr>
        <p:sp>
          <p:nvSpPr>
            <p:cNvPr id="6" name="object 6"/>
            <p:cNvSpPr/>
            <p:nvPr/>
          </p:nvSpPr>
          <p:spPr>
            <a:xfrm>
              <a:off x="8026908" y="193548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634746" y="419100"/>
                  </a:moveTo>
                  <a:lnTo>
                    <a:pt x="316991" y="0"/>
                  </a:lnTo>
                  <a:lnTo>
                    <a:pt x="0" y="419100"/>
                  </a:lnTo>
                  <a:lnTo>
                    <a:pt x="634746" y="4191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13192" y="1922526"/>
              <a:ext cx="662305" cy="444500"/>
            </a:xfrm>
            <a:custGeom>
              <a:avLst/>
              <a:gdLst/>
              <a:ahLst/>
              <a:cxnLst/>
              <a:rect l="l" t="t" r="r" b="b"/>
              <a:pathLst>
                <a:path w="662304" h="444500">
                  <a:moveTo>
                    <a:pt x="662178" y="432816"/>
                  </a:moveTo>
                  <a:lnTo>
                    <a:pt x="661416" y="427482"/>
                  </a:lnTo>
                  <a:lnTo>
                    <a:pt x="658368" y="423672"/>
                  </a:lnTo>
                  <a:lnTo>
                    <a:pt x="339090" y="2286"/>
                  </a:lnTo>
                  <a:lnTo>
                    <a:pt x="335280" y="0"/>
                  </a:lnTo>
                  <a:lnTo>
                    <a:pt x="326898" y="0"/>
                  </a:lnTo>
                  <a:lnTo>
                    <a:pt x="323088" y="2286"/>
                  </a:lnTo>
                  <a:lnTo>
                    <a:pt x="3810" y="423672"/>
                  </a:lnTo>
                  <a:lnTo>
                    <a:pt x="762" y="427482"/>
                  </a:lnTo>
                  <a:lnTo>
                    <a:pt x="0" y="432816"/>
                  </a:lnTo>
                  <a:lnTo>
                    <a:pt x="4572" y="441960"/>
                  </a:lnTo>
                  <a:lnTo>
                    <a:pt x="8382" y="444246"/>
                  </a:lnTo>
                  <a:lnTo>
                    <a:pt x="13716" y="444246"/>
                  </a:lnTo>
                  <a:lnTo>
                    <a:pt x="13716" y="419100"/>
                  </a:lnTo>
                  <a:lnTo>
                    <a:pt x="39220" y="419100"/>
                  </a:lnTo>
                  <a:lnTo>
                    <a:pt x="320802" y="47709"/>
                  </a:lnTo>
                  <a:lnTo>
                    <a:pt x="320802" y="20574"/>
                  </a:lnTo>
                  <a:lnTo>
                    <a:pt x="341376" y="20574"/>
                  </a:lnTo>
                  <a:lnTo>
                    <a:pt x="341376" y="47709"/>
                  </a:lnTo>
                  <a:lnTo>
                    <a:pt x="622957" y="419100"/>
                  </a:lnTo>
                  <a:lnTo>
                    <a:pt x="648462" y="419100"/>
                  </a:lnTo>
                  <a:lnTo>
                    <a:pt x="648462" y="444246"/>
                  </a:lnTo>
                  <a:lnTo>
                    <a:pt x="653034" y="444246"/>
                  </a:lnTo>
                  <a:lnTo>
                    <a:pt x="657606" y="441960"/>
                  </a:lnTo>
                  <a:lnTo>
                    <a:pt x="662178" y="432816"/>
                  </a:lnTo>
                  <a:close/>
                </a:path>
                <a:path w="662304" h="444500">
                  <a:moveTo>
                    <a:pt x="39220" y="419100"/>
                  </a:moveTo>
                  <a:lnTo>
                    <a:pt x="13716" y="419100"/>
                  </a:lnTo>
                  <a:lnTo>
                    <a:pt x="23622" y="439674"/>
                  </a:lnTo>
                  <a:lnTo>
                    <a:pt x="39220" y="419100"/>
                  </a:lnTo>
                  <a:close/>
                </a:path>
                <a:path w="662304" h="444500">
                  <a:moveTo>
                    <a:pt x="648462" y="444246"/>
                  </a:moveTo>
                  <a:lnTo>
                    <a:pt x="648462" y="419100"/>
                  </a:lnTo>
                  <a:lnTo>
                    <a:pt x="638556" y="439674"/>
                  </a:lnTo>
                  <a:lnTo>
                    <a:pt x="622957" y="419100"/>
                  </a:lnTo>
                  <a:lnTo>
                    <a:pt x="39220" y="419100"/>
                  </a:lnTo>
                  <a:lnTo>
                    <a:pt x="23622" y="439674"/>
                  </a:lnTo>
                  <a:lnTo>
                    <a:pt x="13716" y="419100"/>
                  </a:lnTo>
                  <a:lnTo>
                    <a:pt x="13716" y="444246"/>
                  </a:lnTo>
                  <a:lnTo>
                    <a:pt x="648462" y="444246"/>
                  </a:lnTo>
                  <a:close/>
                </a:path>
                <a:path w="662304" h="444500">
                  <a:moveTo>
                    <a:pt x="341376" y="20574"/>
                  </a:moveTo>
                  <a:lnTo>
                    <a:pt x="320802" y="20574"/>
                  </a:lnTo>
                  <a:lnTo>
                    <a:pt x="331089" y="34141"/>
                  </a:lnTo>
                  <a:lnTo>
                    <a:pt x="341376" y="20574"/>
                  </a:lnTo>
                  <a:close/>
                </a:path>
                <a:path w="662304" h="444500">
                  <a:moveTo>
                    <a:pt x="331089" y="34141"/>
                  </a:moveTo>
                  <a:lnTo>
                    <a:pt x="320802" y="20574"/>
                  </a:lnTo>
                  <a:lnTo>
                    <a:pt x="320802" y="47709"/>
                  </a:lnTo>
                  <a:lnTo>
                    <a:pt x="331089" y="34141"/>
                  </a:lnTo>
                  <a:close/>
                </a:path>
                <a:path w="662304" h="444500">
                  <a:moveTo>
                    <a:pt x="341376" y="47709"/>
                  </a:moveTo>
                  <a:lnTo>
                    <a:pt x="341376" y="20574"/>
                  </a:lnTo>
                  <a:lnTo>
                    <a:pt x="331089" y="34141"/>
                  </a:lnTo>
                  <a:lnTo>
                    <a:pt x="341376" y="47709"/>
                  </a:lnTo>
                  <a:close/>
                </a:path>
                <a:path w="662304" h="444500">
                  <a:moveTo>
                    <a:pt x="648462" y="419100"/>
                  </a:moveTo>
                  <a:lnTo>
                    <a:pt x="622957" y="419100"/>
                  </a:lnTo>
                  <a:lnTo>
                    <a:pt x="638556" y="439674"/>
                  </a:lnTo>
                  <a:lnTo>
                    <a:pt x="648462" y="41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145271" y="2107946"/>
            <a:ext cx="397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SaaS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03819" y="2349245"/>
            <a:ext cx="1280160" cy="429259"/>
            <a:chOff x="7703819" y="2349245"/>
            <a:chExt cx="1280160" cy="429259"/>
          </a:xfrm>
        </p:grpSpPr>
        <p:sp>
          <p:nvSpPr>
            <p:cNvPr id="10" name="object 10"/>
            <p:cNvSpPr/>
            <p:nvPr/>
          </p:nvSpPr>
          <p:spPr>
            <a:xfrm>
              <a:off x="7709153" y="2354580"/>
              <a:ext cx="1270635" cy="418465"/>
            </a:xfrm>
            <a:custGeom>
              <a:avLst/>
              <a:gdLst/>
              <a:ahLst/>
              <a:cxnLst/>
              <a:rect l="l" t="t" r="r" b="b"/>
              <a:pathLst>
                <a:path w="1270634" h="418464">
                  <a:moveTo>
                    <a:pt x="157663" y="210766"/>
                  </a:moveTo>
                  <a:lnTo>
                    <a:pt x="80451" y="312420"/>
                  </a:lnTo>
                  <a:lnTo>
                    <a:pt x="81534" y="312420"/>
                  </a:lnTo>
                  <a:lnTo>
                    <a:pt x="100126" y="287020"/>
                  </a:lnTo>
                  <a:lnTo>
                    <a:pt x="137653" y="248920"/>
                  </a:lnTo>
                  <a:lnTo>
                    <a:pt x="156210" y="223520"/>
                  </a:lnTo>
                  <a:lnTo>
                    <a:pt x="157663" y="210766"/>
                  </a:lnTo>
                  <a:close/>
                </a:path>
                <a:path w="1270634" h="418464">
                  <a:moveTo>
                    <a:pt x="262691" y="72492"/>
                  </a:moveTo>
                  <a:lnTo>
                    <a:pt x="157663" y="210766"/>
                  </a:lnTo>
                  <a:lnTo>
                    <a:pt x="160781" y="210820"/>
                  </a:lnTo>
                  <a:lnTo>
                    <a:pt x="236981" y="109220"/>
                  </a:lnTo>
                  <a:lnTo>
                    <a:pt x="241553" y="109220"/>
                  </a:lnTo>
                  <a:lnTo>
                    <a:pt x="245199" y="96520"/>
                  </a:lnTo>
                  <a:lnTo>
                    <a:pt x="253034" y="96520"/>
                  </a:lnTo>
                  <a:lnTo>
                    <a:pt x="256794" y="83820"/>
                  </a:lnTo>
                  <a:lnTo>
                    <a:pt x="259079" y="83820"/>
                  </a:lnTo>
                  <a:lnTo>
                    <a:pt x="262691" y="72492"/>
                  </a:lnTo>
                  <a:close/>
                </a:path>
                <a:path w="1270634" h="418464">
                  <a:moveTo>
                    <a:pt x="958287" y="7620"/>
                  </a:moveTo>
                  <a:lnTo>
                    <a:pt x="952500" y="0"/>
                  </a:lnTo>
                  <a:lnTo>
                    <a:pt x="317753" y="0"/>
                  </a:lnTo>
                  <a:lnTo>
                    <a:pt x="263733" y="71120"/>
                  </a:lnTo>
                  <a:lnTo>
                    <a:pt x="270940" y="71120"/>
                  </a:lnTo>
                  <a:lnTo>
                    <a:pt x="275081" y="58420"/>
                  </a:lnTo>
                  <a:lnTo>
                    <a:pt x="278129" y="58420"/>
                  </a:lnTo>
                  <a:lnTo>
                    <a:pt x="313181" y="7620"/>
                  </a:lnTo>
                  <a:lnTo>
                    <a:pt x="958287" y="7620"/>
                  </a:lnTo>
                  <a:close/>
                </a:path>
                <a:path w="1270634" h="418464">
                  <a:moveTo>
                    <a:pt x="22631" y="388542"/>
                  </a:moveTo>
                  <a:lnTo>
                    <a:pt x="0" y="418338"/>
                  </a:lnTo>
                  <a:lnTo>
                    <a:pt x="3550" y="418338"/>
                  </a:lnTo>
                  <a:lnTo>
                    <a:pt x="3810" y="414020"/>
                  </a:lnTo>
                  <a:lnTo>
                    <a:pt x="22631" y="388542"/>
                  </a:lnTo>
                  <a:close/>
                </a:path>
                <a:path w="1270634" h="418464">
                  <a:moveTo>
                    <a:pt x="79972" y="313050"/>
                  </a:moveTo>
                  <a:lnTo>
                    <a:pt x="22631" y="388542"/>
                  </a:lnTo>
                  <a:lnTo>
                    <a:pt x="60309" y="350520"/>
                  </a:lnTo>
                  <a:lnTo>
                    <a:pt x="79248" y="325120"/>
                  </a:lnTo>
                  <a:lnTo>
                    <a:pt x="79972" y="313050"/>
                  </a:lnTo>
                  <a:close/>
                </a:path>
                <a:path w="1270634" h="418464">
                  <a:moveTo>
                    <a:pt x="967934" y="20320"/>
                  </a:moveTo>
                  <a:lnTo>
                    <a:pt x="958596" y="8025"/>
                  </a:lnTo>
                  <a:lnTo>
                    <a:pt x="958596" y="20320"/>
                  </a:lnTo>
                  <a:lnTo>
                    <a:pt x="967934" y="20320"/>
                  </a:lnTo>
                  <a:close/>
                </a:path>
                <a:path w="1270634" h="418464">
                  <a:moveTo>
                    <a:pt x="977604" y="33051"/>
                  </a:moveTo>
                  <a:lnTo>
                    <a:pt x="968501" y="21067"/>
                  </a:lnTo>
                  <a:lnTo>
                    <a:pt x="968501" y="33020"/>
                  </a:lnTo>
                  <a:lnTo>
                    <a:pt x="977604" y="33051"/>
                  </a:lnTo>
                  <a:close/>
                </a:path>
                <a:path w="1270634" h="418464">
                  <a:moveTo>
                    <a:pt x="987227" y="45720"/>
                  </a:moveTo>
                  <a:lnTo>
                    <a:pt x="977604" y="33051"/>
                  </a:lnTo>
                  <a:lnTo>
                    <a:pt x="977604" y="45720"/>
                  </a:lnTo>
                  <a:lnTo>
                    <a:pt x="987227" y="45720"/>
                  </a:lnTo>
                  <a:close/>
                </a:path>
                <a:path w="1270634" h="418464">
                  <a:moveTo>
                    <a:pt x="1006550" y="71159"/>
                  </a:moveTo>
                  <a:lnTo>
                    <a:pt x="987551" y="46147"/>
                  </a:lnTo>
                  <a:lnTo>
                    <a:pt x="987551" y="58420"/>
                  </a:lnTo>
                  <a:lnTo>
                    <a:pt x="996696" y="58335"/>
                  </a:lnTo>
                  <a:lnTo>
                    <a:pt x="996696" y="71120"/>
                  </a:lnTo>
                  <a:lnTo>
                    <a:pt x="1006550" y="71159"/>
                  </a:lnTo>
                  <a:close/>
                </a:path>
                <a:path w="1270634" h="418464">
                  <a:moveTo>
                    <a:pt x="1016166" y="83820"/>
                  </a:moveTo>
                  <a:lnTo>
                    <a:pt x="1006550" y="71159"/>
                  </a:lnTo>
                  <a:lnTo>
                    <a:pt x="1006550" y="83820"/>
                  </a:lnTo>
                  <a:lnTo>
                    <a:pt x="1016166" y="83820"/>
                  </a:lnTo>
                  <a:close/>
                </a:path>
                <a:path w="1270634" h="418464">
                  <a:moveTo>
                    <a:pt x="1035495" y="109267"/>
                  </a:moveTo>
                  <a:lnTo>
                    <a:pt x="1016507" y="84269"/>
                  </a:lnTo>
                  <a:lnTo>
                    <a:pt x="1016507" y="96520"/>
                  </a:lnTo>
                  <a:lnTo>
                    <a:pt x="1025651" y="96443"/>
                  </a:lnTo>
                  <a:lnTo>
                    <a:pt x="1025651" y="109220"/>
                  </a:lnTo>
                  <a:lnTo>
                    <a:pt x="1035495" y="109267"/>
                  </a:lnTo>
                  <a:close/>
                </a:path>
                <a:path w="1270634" h="418464">
                  <a:moveTo>
                    <a:pt x="1045105" y="121920"/>
                  </a:moveTo>
                  <a:lnTo>
                    <a:pt x="1035495" y="109267"/>
                  </a:lnTo>
                  <a:lnTo>
                    <a:pt x="1035495" y="121920"/>
                  </a:lnTo>
                  <a:lnTo>
                    <a:pt x="1045105" y="121920"/>
                  </a:lnTo>
                  <a:close/>
                </a:path>
                <a:path w="1270634" h="418464">
                  <a:moveTo>
                    <a:pt x="1054607" y="134551"/>
                  </a:moveTo>
                  <a:lnTo>
                    <a:pt x="1045531" y="122479"/>
                  </a:lnTo>
                  <a:lnTo>
                    <a:pt x="1046988" y="134620"/>
                  </a:lnTo>
                  <a:lnTo>
                    <a:pt x="1054607" y="134551"/>
                  </a:lnTo>
                  <a:close/>
                </a:path>
                <a:path w="1270634" h="418464">
                  <a:moveTo>
                    <a:pt x="1064440" y="147375"/>
                  </a:moveTo>
                  <a:lnTo>
                    <a:pt x="1054607" y="134429"/>
                  </a:lnTo>
                  <a:lnTo>
                    <a:pt x="1054607" y="147320"/>
                  </a:lnTo>
                  <a:lnTo>
                    <a:pt x="1064440" y="147375"/>
                  </a:lnTo>
                  <a:close/>
                </a:path>
                <a:path w="1270634" h="418464">
                  <a:moveTo>
                    <a:pt x="1074045" y="160020"/>
                  </a:moveTo>
                  <a:lnTo>
                    <a:pt x="1064440" y="147375"/>
                  </a:lnTo>
                  <a:lnTo>
                    <a:pt x="1066038" y="160020"/>
                  </a:lnTo>
                  <a:lnTo>
                    <a:pt x="1074045" y="160020"/>
                  </a:lnTo>
                  <a:close/>
                </a:path>
                <a:path w="1270634" h="418464">
                  <a:moveTo>
                    <a:pt x="1083644" y="172658"/>
                  </a:moveTo>
                  <a:lnTo>
                    <a:pt x="1074490" y="160605"/>
                  </a:lnTo>
                  <a:lnTo>
                    <a:pt x="1075944" y="172720"/>
                  </a:lnTo>
                  <a:lnTo>
                    <a:pt x="1083644" y="172658"/>
                  </a:lnTo>
                  <a:close/>
                </a:path>
                <a:path w="1270634" h="418464">
                  <a:moveTo>
                    <a:pt x="1093386" y="185483"/>
                  </a:moveTo>
                  <a:lnTo>
                    <a:pt x="1083644" y="172658"/>
                  </a:lnTo>
                  <a:lnTo>
                    <a:pt x="1085088" y="185420"/>
                  </a:lnTo>
                  <a:lnTo>
                    <a:pt x="1093386" y="185483"/>
                  </a:lnTo>
                  <a:close/>
                </a:path>
                <a:path w="1270634" h="418464">
                  <a:moveTo>
                    <a:pt x="1112590" y="210766"/>
                  </a:moveTo>
                  <a:lnTo>
                    <a:pt x="1093386" y="185483"/>
                  </a:lnTo>
                  <a:lnTo>
                    <a:pt x="1094994" y="198120"/>
                  </a:lnTo>
                  <a:lnTo>
                    <a:pt x="1102614" y="198120"/>
                  </a:lnTo>
                  <a:lnTo>
                    <a:pt x="1104138" y="210820"/>
                  </a:lnTo>
                  <a:lnTo>
                    <a:pt x="1112590" y="210766"/>
                  </a:lnTo>
                  <a:close/>
                </a:path>
                <a:path w="1270634" h="418464">
                  <a:moveTo>
                    <a:pt x="1160863" y="274320"/>
                  </a:moveTo>
                  <a:lnTo>
                    <a:pt x="1112590" y="210766"/>
                  </a:lnTo>
                  <a:lnTo>
                    <a:pt x="1114044" y="223520"/>
                  </a:lnTo>
                  <a:lnTo>
                    <a:pt x="1121664" y="223520"/>
                  </a:lnTo>
                  <a:lnTo>
                    <a:pt x="1123188" y="236220"/>
                  </a:lnTo>
                  <a:lnTo>
                    <a:pt x="1131570" y="236220"/>
                  </a:lnTo>
                  <a:lnTo>
                    <a:pt x="1133094" y="248920"/>
                  </a:lnTo>
                  <a:lnTo>
                    <a:pt x="1140714" y="248920"/>
                  </a:lnTo>
                  <a:lnTo>
                    <a:pt x="1142238" y="261620"/>
                  </a:lnTo>
                  <a:lnTo>
                    <a:pt x="1150620" y="261620"/>
                  </a:lnTo>
                  <a:lnTo>
                    <a:pt x="1152144" y="274320"/>
                  </a:lnTo>
                  <a:lnTo>
                    <a:pt x="1160863" y="274320"/>
                  </a:lnTo>
                  <a:close/>
                </a:path>
                <a:path w="1270634" h="418464">
                  <a:moveTo>
                    <a:pt x="1180222" y="299807"/>
                  </a:moveTo>
                  <a:lnTo>
                    <a:pt x="1161288" y="274879"/>
                  </a:lnTo>
                  <a:lnTo>
                    <a:pt x="1161288" y="287020"/>
                  </a:lnTo>
                  <a:lnTo>
                    <a:pt x="1169670" y="287020"/>
                  </a:lnTo>
                  <a:lnTo>
                    <a:pt x="1171194" y="299720"/>
                  </a:lnTo>
                  <a:lnTo>
                    <a:pt x="1180222" y="299807"/>
                  </a:lnTo>
                  <a:close/>
                </a:path>
                <a:path w="1270634" h="418464">
                  <a:moveTo>
                    <a:pt x="1189802" y="312420"/>
                  </a:moveTo>
                  <a:lnTo>
                    <a:pt x="1180222" y="299807"/>
                  </a:lnTo>
                  <a:lnTo>
                    <a:pt x="1180222" y="312420"/>
                  </a:lnTo>
                  <a:lnTo>
                    <a:pt x="1189802" y="312420"/>
                  </a:lnTo>
                  <a:close/>
                </a:path>
                <a:path w="1270634" h="418464">
                  <a:moveTo>
                    <a:pt x="1199388" y="325090"/>
                  </a:moveTo>
                  <a:lnTo>
                    <a:pt x="1190244" y="313001"/>
                  </a:lnTo>
                  <a:lnTo>
                    <a:pt x="1190244" y="325120"/>
                  </a:lnTo>
                  <a:lnTo>
                    <a:pt x="1199388" y="325090"/>
                  </a:lnTo>
                  <a:close/>
                </a:path>
                <a:path w="1270634" h="418464">
                  <a:moveTo>
                    <a:pt x="1209168" y="337915"/>
                  </a:moveTo>
                  <a:lnTo>
                    <a:pt x="1199388" y="325039"/>
                  </a:lnTo>
                  <a:lnTo>
                    <a:pt x="1199388" y="337820"/>
                  </a:lnTo>
                  <a:lnTo>
                    <a:pt x="1209168" y="337915"/>
                  </a:lnTo>
                  <a:close/>
                </a:path>
                <a:path w="1270634" h="418464">
                  <a:moveTo>
                    <a:pt x="1218741" y="350520"/>
                  </a:moveTo>
                  <a:lnTo>
                    <a:pt x="1209168" y="337915"/>
                  </a:lnTo>
                  <a:lnTo>
                    <a:pt x="1209168" y="350520"/>
                  </a:lnTo>
                  <a:lnTo>
                    <a:pt x="1218741" y="350520"/>
                  </a:lnTo>
                  <a:close/>
                </a:path>
                <a:path w="1270634" h="418464">
                  <a:moveTo>
                    <a:pt x="1228344" y="363198"/>
                  </a:moveTo>
                  <a:lnTo>
                    <a:pt x="1219200" y="351123"/>
                  </a:lnTo>
                  <a:lnTo>
                    <a:pt x="1219200" y="363220"/>
                  </a:lnTo>
                  <a:lnTo>
                    <a:pt x="1228344" y="363198"/>
                  </a:lnTo>
                  <a:close/>
                </a:path>
                <a:path w="1270634" h="418464">
                  <a:moveTo>
                    <a:pt x="1238034" y="375920"/>
                  </a:moveTo>
                  <a:lnTo>
                    <a:pt x="1228344" y="363161"/>
                  </a:lnTo>
                  <a:lnTo>
                    <a:pt x="1228344" y="375920"/>
                  </a:lnTo>
                  <a:lnTo>
                    <a:pt x="1238034" y="375920"/>
                  </a:lnTo>
                  <a:close/>
                </a:path>
                <a:path w="1270634" h="418464">
                  <a:moveTo>
                    <a:pt x="1257300" y="401306"/>
                  </a:moveTo>
                  <a:lnTo>
                    <a:pt x="1238250" y="376203"/>
                  </a:lnTo>
                  <a:lnTo>
                    <a:pt x="1238250" y="388620"/>
                  </a:lnTo>
                  <a:lnTo>
                    <a:pt x="1247394" y="388620"/>
                  </a:lnTo>
                  <a:lnTo>
                    <a:pt x="1247394" y="401320"/>
                  </a:lnTo>
                  <a:lnTo>
                    <a:pt x="1257300" y="401306"/>
                  </a:lnTo>
                  <a:close/>
                </a:path>
                <a:path w="1270634" h="418464">
                  <a:moveTo>
                    <a:pt x="1270253" y="418337"/>
                  </a:moveTo>
                  <a:lnTo>
                    <a:pt x="1257300" y="401283"/>
                  </a:lnTo>
                  <a:lnTo>
                    <a:pt x="1257300" y="414020"/>
                  </a:lnTo>
                  <a:lnTo>
                    <a:pt x="1266444" y="414020"/>
                  </a:lnTo>
                  <a:lnTo>
                    <a:pt x="1266444" y="418337"/>
                  </a:lnTo>
                  <a:lnTo>
                    <a:pt x="1270253" y="418337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03819" y="2349245"/>
              <a:ext cx="1280160" cy="429259"/>
            </a:xfrm>
            <a:custGeom>
              <a:avLst/>
              <a:gdLst/>
              <a:ahLst/>
              <a:cxnLst/>
              <a:rect l="l" t="t" r="r" b="b"/>
              <a:pathLst>
                <a:path w="1280159" h="429260">
                  <a:moveTo>
                    <a:pt x="969747" y="12954"/>
                  </a:moveTo>
                  <a:lnTo>
                    <a:pt x="961643" y="2285"/>
                  </a:lnTo>
                  <a:lnTo>
                    <a:pt x="960881" y="761"/>
                  </a:lnTo>
                  <a:lnTo>
                    <a:pt x="959357" y="0"/>
                  </a:lnTo>
                  <a:lnTo>
                    <a:pt x="321563" y="0"/>
                  </a:lnTo>
                  <a:lnTo>
                    <a:pt x="320039" y="762"/>
                  </a:lnTo>
                  <a:lnTo>
                    <a:pt x="319277" y="2286"/>
                  </a:lnTo>
                  <a:lnTo>
                    <a:pt x="1524" y="420624"/>
                  </a:lnTo>
                  <a:lnTo>
                    <a:pt x="761" y="422148"/>
                  </a:lnTo>
                  <a:lnTo>
                    <a:pt x="0" y="424434"/>
                  </a:lnTo>
                  <a:lnTo>
                    <a:pt x="1524" y="425958"/>
                  </a:lnTo>
                  <a:lnTo>
                    <a:pt x="2285" y="427482"/>
                  </a:lnTo>
                  <a:lnTo>
                    <a:pt x="3809" y="429006"/>
                  </a:lnTo>
                  <a:lnTo>
                    <a:pt x="5333" y="429006"/>
                  </a:lnTo>
                  <a:lnTo>
                    <a:pt x="5333" y="419100"/>
                  </a:lnTo>
                  <a:lnTo>
                    <a:pt x="9333" y="419100"/>
                  </a:lnTo>
                  <a:lnTo>
                    <a:pt x="28067" y="393954"/>
                  </a:lnTo>
                  <a:lnTo>
                    <a:pt x="53662" y="368002"/>
                  </a:lnTo>
                  <a:lnTo>
                    <a:pt x="84792" y="326943"/>
                  </a:lnTo>
                  <a:lnTo>
                    <a:pt x="85344" y="317754"/>
                  </a:lnTo>
                  <a:lnTo>
                    <a:pt x="86868" y="317754"/>
                  </a:lnTo>
                  <a:lnTo>
                    <a:pt x="105460" y="292354"/>
                  </a:lnTo>
                  <a:lnTo>
                    <a:pt x="129597" y="267847"/>
                  </a:lnTo>
                  <a:lnTo>
                    <a:pt x="161991" y="225122"/>
                  </a:lnTo>
                  <a:lnTo>
                    <a:pt x="163068" y="216154"/>
                  </a:lnTo>
                  <a:lnTo>
                    <a:pt x="166115" y="216154"/>
                  </a:lnTo>
                  <a:lnTo>
                    <a:pt x="242315" y="114554"/>
                  </a:lnTo>
                  <a:lnTo>
                    <a:pt x="245822" y="114554"/>
                  </a:lnTo>
                  <a:lnTo>
                    <a:pt x="247537" y="112292"/>
                  </a:lnTo>
                  <a:lnTo>
                    <a:pt x="250533" y="101854"/>
                  </a:lnTo>
                  <a:lnTo>
                    <a:pt x="255451" y="101854"/>
                  </a:lnTo>
                  <a:lnTo>
                    <a:pt x="260236" y="95542"/>
                  </a:lnTo>
                  <a:lnTo>
                    <a:pt x="262127" y="89154"/>
                  </a:lnTo>
                  <a:lnTo>
                    <a:pt x="264413" y="89154"/>
                  </a:lnTo>
                  <a:lnTo>
                    <a:pt x="268462" y="76454"/>
                  </a:lnTo>
                  <a:lnTo>
                    <a:pt x="274709" y="76454"/>
                  </a:lnTo>
                  <a:lnTo>
                    <a:pt x="277455" y="72831"/>
                  </a:lnTo>
                  <a:lnTo>
                    <a:pt x="280415" y="63754"/>
                  </a:lnTo>
                  <a:lnTo>
                    <a:pt x="283463" y="63754"/>
                  </a:lnTo>
                  <a:lnTo>
                    <a:pt x="318515" y="12954"/>
                  </a:lnTo>
                  <a:lnTo>
                    <a:pt x="322853" y="12954"/>
                  </a:lnTo>
                  <a:lnTo>
                    <a:pt x="323087" y="12645"/>
                  </a:lnTo>
                  <a:lnTo>
                    <a:pt x="323087" y="9906"/>
                  </a:lnTo>
                  <a:lnTo>
                    <a:pt x="326898" y="7620"/>
                  </a:lnTo>
                  <a:lnTo>
                    <a:pt x="326898" y="9906"/>
                  </a:lnTo>
                  <a:lnTo>
                    <a:pt x="954024" y="9906"/>
                  </a:lnTo>
                  <a:lnTo>
                    <a:pt x="954024" y="7620"/>
                  </a:lnTo>
                  <a:lnTo>
                    <a:pt x="957833" y="9906"/>
                  </a:lnTo>
                  <a:lnTo>
                    <a:pt x="957833" y="12645"/>
                  </a:lnTo>
                  <a:lnTo>
                    <a:pt x="958068" y="12954"/>
                  </a:lnTo>
                  <a:lnTo>
                    <a:pt x="969747" y="12954"/>
                  </a:lnTo>
                  <a:close/>
                </a:path>
                <a:path w="1280159" h="429260">
                  <a:moveTo>
                    <a:pt x="9333" y="419100"/>
                  </a:moveTo>
                  <a:lnTo>
                    <a:pt x="5333" y="419100"/>
                  </a:lnTo>
                  <a:lnTo>
                    <a:pt x="8749" y="425930"/>
                  </a:lnTo>
                  <a:lnTo>
                    <a:pt x="9144" y="419354"/>
                  </a:lnTo>
                  <a:lnTo>
                    <a:pt x="9333" y="419100"/>
                  </a:lnTo>
                  <a:close/>
                </a:path>
                <a:path w="1280159" h="429260">
                  <a:moveTo>
                    <a:pt x="8749" y="425930"/>
                  </a:moveTo>
                  <a:lnTo>
                    <a:pt x="5333" y="419100"/>
                  </a:lnTo>
                  <a:lnTo>
                    <a:pt x="5333" y="429006"/>
                  </a:lnTo>
                  <a:lnTo>
                    <a:pt x="8564" y="429006"/>
                  </a:lnTo>
                  <a:lnTo>
                    <a:pt x="8749" y="425930"/>
                  </a:lnTo>
                  <a:close/>
                </a:path>
                <a:path w="1280159" h="429260">
                  <a:moveTo>
                    <a:pt x="326898" y="7620"/>
                  </a:moveTo>
                  <a:lnTo>
                    <a:pt x="323087" y="9906"/>
                  </a:lnTo>
                  <a:lnTo>
                    <a:pt x="325164" y="9906"/>
                  </a:lnTo>
                  <a:lnTo>
                    <a:pt x="326898" y="7620"/>
                  </a:lnTo>
                  <a:close/>
                </a:path>
                <a:path w="1280159" h="429260">
                  <a:moveTo>
                    <a:pt x="325164" y="9906"/>
                  </a:moveTo>
                  <a:lnTo>
                    <a:pt x="323087" y="9906"/>
                  </a:lnTo>
                  <a:lnTo>
                    <a:pt x="323087" y="12645"/>
                  </a:lnTo>
                  <a:lnTo>
                    <a:pt x="325164" y="9906"/>
                  </a:lnTo>
                  <a:close/>
                </a:path>
                <a:path w="1280159" h="429260">
                  <a:moveTo>
                    <a:pt x="326898" y="9906"/>
                  </a:moveTo>
                  <a:lnTo>
                    <a:pt x="326898" y="7620"/>
                  </a:lnTo>
                  <a:lnTo>
                    <a:pt x="325164" y="9906"/>
                  </a:lnTo>
                  <a:lnTo>
                    <a:pt x="326898" y="9906"/>
                  </a:lnTo>
                  <a:close/>
                </a:path>
                <a:path w="1280159" h="429260">
                  <a:moveTo>
                    <a:pt x="957833" y="9906"/>
                  </a:moveTo>
                  <a:lnTo>
                    <a:pt x="954024" y="7620"/>
                  </a:lnTo>
                  <a:lnTo>
                    <a:pt x="955757" y="9906"/>
                  </a:lnTo>
                  <a:lnTo>
                    <a:pt x="957833" y="9906"/>
                  </a:lnTo>
                  <a:close/>
                </a:path>
                <a:path w="1280159" h="429260">
                  <a:moveTo>
                    <a:pt x="955757" y="9906"/>
                  </a:moveTo>
                  <a:lnTo>
                    <a:pt x="954024" y="7620"/>
                  </a:lnTo>
                  <a:lnTo>
                    <a:pt x="954024" y="9906"/>
                  </a:lnTo>
                  <a:lnTo>
                    <a:pt x="955757" y="9906"/>
                  </a:lnTo>
                  <a:close/>
                </a:path>
                <a:path w="1280159" h="429260">
                  <a:moveTo>
                    <a:pt x="957833" y="12645"/>
                  </a:moveTo>
                  <a:lnTo>
                    <a:pt x="957833" y="9906"/>
                  </a:lnTo>
                  <a:lnTo>
                    <a:pt x="955757" y="9906"/>
                  </a:lnTo>
                  <a:lnTo>
                    <a:pt x="957833" y="12645"/>
                  </a:lnTo>
                  <a:close/>
                </a:path>
                <a:path w="1280159" h="429260">
                  <a:moveTo>
                    <a:pt x="1280159" y="424434"/>
                  </a:moveTo>
                  <a:lnTo>
                    <a:pt x="1280159" y="422148"/>
                  </a:lnTo>
                  <a:lnTo>
                    <a:pt x="1279397" y="420623"/>
                  </a:lnTo>
                  <a:lnTo>
                    <a:pt x="969747" y="12954"/>
                  </a:lnTo>
                  <a:lnTo>
                    <a:pt x="963929" y="12954"/>
                  </a:lnTo>
                  <a:lnTo>
                    <a:pt x="963929" y="20685"/>
                  </a:lnTo>
                  <a:lnTo>
                    <a:pt x="967697" y="25654"/>
                  </a:lnTo>
                  <a:lnTo>
                    <a:pt x="973835" y="25654"/>
                  </a:lnTo>
                  <a:lnTo>
                    <a:pt x="973835" y="33750"/>
                  </a:lnTo>
                  <a:lnTo>
                    <a:pt x="977325" y="38354"/>
                  </a:lnTo>
                  <a:lnTo>
                    <a:pt x="982979" y="38354"/>
                  </a:lnTo>
                  <a:lnTo>
                    <a:pt x="982979" y="45811"/>
                  </a:lnTo>
                  <a:lnTo>
                    <a:pt x="986954" y="51054"/>
                  </a:lnTo>
                  <a:lnTo>
                    <a:pt x="992885" y="51054"/>
                  </a:lnTo>
                  <a:lnTo>
                    <a:pt x="992885" y="58876"/>
                  </a:lnTo>
                  <a:lnTo>
                    <a:pt x="996583" y="63754"/>
                  </a:lnTo>
                  <a:lnTo>
                    <a:pt x="1002029" y="63754"/>
                  </a:lnTo>
                  <a:lnTo>
                    <a:pt x="1002029" y="70937"/>
                  </a:lnTo>
                  <a:lnTo>
                    <a:pt x="1006212" y="76454"/>
                  </a:lnTo>
                  <a:lnTo>
                    <a:pt x="1011935" y="76454"/>
                  </a:lnTo>
                  <a:lnTo>
                    <a:pt x="1011935" y="84002"/>
                  </a:lnTo>
                  <a:lnTo>
                    <a:pt x="1015841" y="89154"/>
                  </a:lnTo>
                  <a:lnTo>
                    <a:pt x="1021841" y="89154"/>
                  </a:lnTo>
                  <a:lnTo>
                    <a:pt x="1021841" y="97068"/>
                  </a:lnTo>
                  <a:lnTo>
                    <a:pt x="1025470" y="101854"/>
                  </a:lnTo>
                  <a:lnTo>
                    <a:pt x="1030985" y="101854"/>
                  </a:lnTo>
                  <a:lnTo>
                    <a:pt x="1030985" y="109128"/>
                  </a:lnTo>
                  <a:lnTo>
                    <a:pt x="1035099" y="114554"/>
                  </a:lnTo>
                  <a:lnTo>
                    <a:pt x="1040891" y="114554"/>
                  </a:lnTo>
                  <a:lnTo>
                    <a:pt x="1040891" y="122194"/>
                  </a:lnTo>
                  <a:lnTo>
                    <a:pt x="1044728" y="127254"/>
                  </a:lnTo>
                  <a:lnTo>
                    <a:pt x="1050798" y="127254"/>
                  </a:lnTo>
                  <a:lnTo>
                    <a:pt x="1051939" y="136764"/>
                  </a:lnTo>
                  <a:lnTo>
                    <a:pt x="1054357" y="139954"/>
                  </a:lnTo>
                  <a:lnTo>
                    <a:pt x="1059941" y="139954"/>
                  </a:lnTo>
                  <a:lnTo>
                    <a:pt x="1059941" y="147319"/>
                  </a:lnTo>
                  <a:lnTo>
                    <a:pt x="1063986" y="152654"/>
                  </a:lnTo>
                  <a:lnTo>
                    <a:pt x="1069848" y="152654"/>
                  </a:lnTo>
                  <a:lnTo>
                    <a:pt x="1070950" y="161839"/>
                  </a:lnTo>
                  <a:lnTo>
                    <a:pt x="1073615" y="165354"/>
                  </a:lnTo>
                  <a:lnTo>
                    <a:pt x="1079753" y="165354"/>
                  </a:lnTo>
                  <a:lnTo>
                    <a:pt x="1080908" y="174973"/>
                  </a:lnTo>
                  <a:lnTo>
                    <a:pt x="1083243" y="178054"/>
                  </a:lnTo>
                  <a:lnTo>
                    <a:pt x="1088898" y="178054"/>
                  </a:lnTo>
                  <a:lnTo>
                    <a:pt x="1089961" y="186913"/>
                  </a:lnTo>
                  <a:lnTo>
                    <a:pt x="1092872" y="190754"/>
                  </a:lnTo>
                  <a:lnTo>
                    <a:pt x="1098803" y="190754"/>
                  </a:lnTo>
                  <a:lnTo>
                    <a:pt x="1099919" y="200047"/>
                  </a:lnTo>
                  <a:lnTo>
                    <a:pt x="1102501" y="203454"/>
                  </a:lnTo>
                  <a:lnTo>
                    <a:pt x="1107948" y="203454"/>
                  </a:lnTo>
                  <a:lnTo>
                    <a:pt x="1108972" y="211987"/>
                  </a:lnTo>
                  <a:lnTo>
                    <a:pt x="1112130" y="216154"/>
                  </a:lnTo>
                  <a:lnTo>
                    <a:pt x="1117853" y="216154"/>
                  </a:lnTo>
                  <a:lnTo>
                    <a:pt x="1118930" y="225122"/>
                  </a:lnTo>
                  <a:lnTo>
                    <a:pt x="1121759" y="228854"/>
                  </a:lnTo>
                  <a:lnTo>
                    <a:pt x="1126998" y="228854"/>
                  </a:lnTo>
                  <a:lnTo>
                    <a:pt x="1127982" y="237062"/>
                  </a:lnTo>
                  <a:lnTo>
                    <a:pt x="1131388" y="241554"/>
                  </a:lnTo>
                  <a:lnTo>
                    <a:pt x="1136903" y="241554"/>
                  </a:lnTo>
                  <a:lnTo>
                    <a:pt x="1137941" y="250196"/>
                  </a:lnTo>
                  <a:lnTo>
                    <a:pt x="1141017" y="254254"/>
                  </a:lnTo>
                  <a:lnTo>
                    <a:pt x="1146048" y="254254"/>
                  </a:lnTo>
                  <a:lnTo>
                    <a:pt x="1146993" y="262136"/>
                  </a:lnTo>
                  <a:lnTo>
                    <a:pt x="1150646" y="266954"/>
                  </a:lnTo>
                  <a:lnTo>
                    <a:pt x="1155953" y="266954"/>
                  </a:lnTo>
                  <a:lnTo>
                    <a:pt x="1156952" y="275270"/>
                  </a:lnTo>
                  <a:lnTo>
                    <a:pt x="1160275" y="279654"/>
                  </a:lnTo>
                  <a:lnTo>
                    <a:pt x="1166622" y="279654"/>
                  </a:lnTo>
                  <a:lnTo>
                    <a:pt x="1166622" y="288025"/>
                  </a:lnTo>
                  <a:lnTo>
                    <a:pt x="1169904" y="292354"/>
                  </a:lnTo>
                  <a:lnTo>
                    <a:pt x="1175003" y="292354"/>
                  </a:lnTo>
                  <a:lnTo>
                    <a:pt x="1175962" y="300345"/>
                  </a:lnTo>
                  <a:lnTo>
                    <a:pt x="1179533" y="305054"/>
                  </a:lnTo>
                  <a:lnTo>
                    <a:pt x="1185672" y="305054"/>
                  </a:lnTo>
                  <a:lnTo>
                    <a:pt x="1185672" y="313150"/>
                  </a:lnTo>
                  <a:lnTo>
                    <a:pt x="1189161" y="317754"/>
                  </a:lnTo>
                  <a:lnTo>
                    <a:pt x="1195577" y="317754"/>
                  </a:lnTo>
                  <a:lnTo>
                    <a:pt x="1195577" y="326216"/>
                  </a:lnTo>
                  <a:lnTo>
                    <a:pt x="1198790" y="330454"/>
                  </a:lnTo>
                  <a:lnTo>
                    <a:pt x="1204722" y="330454"/>
                  </a:lnTo>
                  <a:lnTo>
                    <a:pt x="1204722" y="338276"/>
                  </a:lnTo>
                  <a:lnTo>
                    <a:pt x="1208419" y="343154"/>
                  </a:lnTo>
                  <a:lnTo>
                    <a:pt x="1214627" y="343154"/>
                  </a:lnTo>
                  <a:lnTo>
                    <a:pt x="1214627" y="351342"/>
                  </a:lnTo>
                  <a:lnTo>
                    <a:pt x="1218048" y="355854"/>
                  </a:lnTo>
                  <a:lnTo>
                    <a:pt x="1224533" y="355854"/>
                  </a:lnTo>
                  <a:lnTo>
                    <a:pt x="1224533" y="364407"/>
                  </a:lnTo>
                  <a:lnTo>
                    <a:pt x="1227677" y="368554"/>
                  </a:lnTo>
                  <a:lnTo>
                    <a:pt x="1233677" y="368554"/>
                  </a:lnTo>
                  <a:lnTo>
                    <a:pt x="1233677" y="376468"/>
                  </a:lnTo>
                  <a:lnTo>
                    <a:pt x="1237306" y="381254"/>
                  </a:lnTo>
                  <a:lnTo>
                    <a:pt x="1243583" y="381254"/>
                  </a:lnTo>
                  <a:lnTo>
                    <a:pt x="1243583" y="389533"/>
                  </a:lnTo>
                  <a:lnTo>
                    <a:pt x="1246935" y="393954"/>
                  </a:lnTo>
                  <a:lnTo>
                    <a:pt x="1252727" y="393954"/>
                  </a:lnTo>
                  <a:lnTo>
                    <a:pt x="1252727" y="401594"/>
                  </a:lnTo>
                  <a:lnTo>
                    <a:pt x="1256564" y="406654"/>
                  </a:lnTo>
                  <a:lnTo>
                    <a:pt x="1262633" y="406654"/>
                  </a:lnTo>
                  <a:lnTo>
                    <a:pt x="1262633" y="414659"/>
                  </a:lnTo>
                  <a:lnTo>
                    <a:pt x="1266000" y="419099"/>
                  </a:lnTo>
                  <a:lnTo>
                    <a:pt x="1275587" y="419099"/>
                  </a:lnTo>
                  <a:lnTo>
                    <a:pt x="1275587" y="429006"/>
                  </a:lnTo>
                  <a:lnTo>
                    <a:pt x="1277111" y="429006"/>
                  </a:lnTo>
                  <a:lnTo>
                    <a:pt x="1278635" y="427482"/>
                  </a:lnTo>
                  <a:lnTo>
                    <a:pt x="1280159" y="424434"/>
                  </a:lnTo>
                  <a:close/>
                </a:path>
                <a:path w="1280159" h="429260">
                  <a:moveTo>
                    <a:pt x="1266193" y="419354"/>
                  </a:moveTo>
                  <a:lnTo>
                    <a:pt x="1266000" y="419099"/>
                  </a:lnTo>
                  <a:lnTo>
                    <a:pt x="1262633" y="419099"/>
                  </a:lnTo>
                  <a:lnTo>
                    <a:pt x="1262633" y="419354"/>
                  </a:lnTo>
                  <a:lnTo>
                    <a:pt x="1266193" y="419354"/>
                  </a:lnTo>
                  <a:close/>
                </a:path>
                <a:path w="1280159" h="429260">
                  <a:moveTo>
                    <a:pt x="1275587" y="419099"/>
                  </a:moveTo>
                  <a:lnTo>
                    <a:pt x="1266000" y="419099"/>
                  </a:lnTo>
                  <a:lnTo>
                    <a:pt x="1266193" y="419354"/>
                  </a:lnTo>
                  <a:lnTo>
                    <a:pt x="1271777" y="419354"/>
                  </a:lnTo>
                  <a:lnTo>
                    <a:pt x="1271777" y="426720"/>
                  </a:lnTo>
                  <a:lnTo>
                    <a:pt x="1275587" y="419099"/>
                  </a:lnTo>
                  <a:close/>
                </a:path>
                <a:path w="1280159" h="429260">
                  <a:moveTo>
                    <a:pt x="1275587" y="429006"/>
                  </a:moveTo>
                  <a:lnTo>
                    <a:pt x="1275587" y="419099"/>
                  </a:lnTo>
                  <a:lnTo>
                    <a:pt x="1271777" y="426720"/>
                  </a:lnTo>
                  <a:lnTo>
                    <a:pt x="1271777" y="429006"/>
                  </a:lnTo>
                  <a:lnTo>
                    <a:pt x="1275587" y="4290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09153" y="2354580"/>
              <a:ext cx="1270635" cy="418465"/>
            </a:xfrm>
            <a:custGeom>
              <a:avLst/>
              <a:gdLst/>
              <a:ahLst/>
              <a:cxnLst/>
              <a:rect l="l" t="t" r="r" b="b"/>
              <a:pathLst>
                <a:path w="1270634" h="418464">
                  <a:moveTo>
                    <a:pt x="1270254" y="418337"/>
                  </a:moveTo>
                  <a:lnTo>
                    <a:pt x="952500" y="0"/>
                  </a:lnTo>
                  <a:lnTo>
                    <a:pt x="317753" y="0"/>
                  </a:lnTo>
                  <a:lnTo>
                    <a:pt x="0" y="418338"/>
                  </a:lnTo>
                  <a:lnTo>
                    <a:pt x="1270254" y="418337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03819" y="2349246"/>
              <a:ext cx="1280160" cy="429259"/>
            </a:xfrm>
            <a:custGeom>
              <a:avLst/>
              <a:gdLst/>
              <a:ahLst/>
              <a:cxnLst/>
              <a:rect l="l" t="t" r="r" b="b"/>
              <a:pathLst>
                <a:path w="1280159" h="429260">
                  <a:moveTo>
                    <a:pt x="1280159" y="424434"/>
                  </a:moveTo>
                  <a:lnTo>
                    <a:pt x="1280159" y="422148"/>
                  </a:lnTo>
                  <a:lnTo>
                    <a:pt x="1279397" y="420624"/>
                  </a:lnTo>
                  <a:lnTo>
                    <a:pt x="961643" y="2286"/>
                  </a:lnTo>
                  <a:lnTo>
                    <a:pt x="960881" y="762"/>
                  </a:lnTo>
                  <a:lnTo>
                    <a:pt x="959357" y="0"/>
                  </a:lnTo>
                  <a:lnTo>
                    <a:pt x="321563" y="0"/>
                  </a:lnTo>
                  <a:lnTo>
                    <a:pt x="320039" y="762"/>
                  </a:lnTo>
                  <a:lnTo>
                    <a:pt x="319277" y="2286"/>
                  </a:lnTo>
                  <a:lnTo>
                    <a:pt x="1523" y="420624"/>
                  </a:lnTo>
                  <a:lnTo>
                    <a:pt x="761" y="422148"/>
                  </a:lnTo>
                  <a:lnTo>
                    <a:pt x="0" y="424434"/>
                  </a:lnTo>
                  <a:lnTo>
                    <a:pt x="1523" y="425958"/>
                  </a:lnTo>
                  <a:lnTo>
                    <a:pt x="2285" y="427482"/>
                  </a:lnTo>
                  <a:lnTo>
                    <a:pt x="3809" y="429006"/>
                  </a:lnTo>
                  <a:lnTo>
                    <a:pt x="5333" y="429006"/>
                  </a:lnTo>
                  <a:lnTo>
                    <a:pt x="5333" y="419100"/>
                  </a:lnTo>
                  <a:lnTo>
                    <a:pt x="14921" y="419100"/>
                  </a:lnTo>
                  <a:lnTo>
                    <a:pt x="323087" y="12645"/>
                  </a:lnTo>
                  <a:lnTo>
                    <a:pt x="323087" y="9906"/>
                  </a:lnTo>
                  <a:lnTo>
                    <a:pt x="326897" y="7620"/>
                  </a:lnTo>
                  <a:lnTo>
                    <a:pt x="326897" y="9906"/>
                  </a:lnTo>
                  <a:lnTo>
                    <a:pt x="954023" y="9906"/>
                  </a:lnTo>
                  <a:lnTo>
                    <a:pt x="954023" y="7620"/>
                  </a:lnTo>
                  <a:lnTo>
                    <a:pt x="957833" y="9906"/>
                  </a:lnTo>
                  <a:lnTo>
                    <a:pt x="957833" y="12645"/>
                  </a:lnTo>
                  <a:lnTo>
                    <a:pt x="1266000" y="419100"/>
                  </a:lnTo>
                  <a:lnTo>
                    <a:pt x="1275587" y="419100"/>
                  </a:lnTo>
                  <a:lnTo>
                    <a:pt x="1275587" y="429006"/>
                  </a:lnTo>
                  <a:lnTo>
                    <a:pt x="1277111" y="429006"/>
                  </a:lnTo>
                  <a:lnTo>
                    <a:pt x="1278635" y="427482"/>
                  </a:lnTo>
                  <a:lnTo>
                    <a:pt x="1280159" y="424434"/>
                  </a:lnTo>
                  <a:close/>
                </a:path>
                <a:path w="1280159" h="429260">
                  <a:moveTo>
                    <a:pt x="14921" y="419100"/>
                  </a:moveTo>
                  <a:lnTo>
                    <a:pt x="5333" y="419100"/>
                  </a:lnTo>
                  <a:lnTo>
                    <a:pt x="9143" y="426720"/>
                  </a:lnTo>
                  <a:lnTo>
                    <a:pt x="14921" y="419100"/>
                  </a:lnTo>
                  <a:close/>
                </a:path>
                <a:path w="1280159" h="429260">
                  <a:moveTo>
                    <a:pt x="1275587" y="429006"/>
                  </a:moveTo>
                  <a:lnTo>
                    <a:pt x="1275587" y="419100"/>
                  </a:lnTo>
                  <a:lnTo>
                    <a:pt x="1271777" y="426720"/>
                  </a:lnTo>
                  <a:lnTo>
                    <a:pt x="1266000" y="419100"/>
                  </a:lnTo>
                  <a:lnTo>
                    <a:pt x="14921" y="419100"/>
                  </a:lnTo>
                  <a:lnTo>
                    <a:pt x="9143" y="426720"/>
                  </a:lnTo>
                  <a:lnTo>
                    <a:pt x="5333" y="419100"/>
                  </a:lnTo>
                  <a:lnTo>
                    <a:pt x="5333" y="429006"/>
                  </a:lnTo>
                  <a:lnTo>
                    <a:pt x="1275587" y="429006"/>
                  </a:lnTo>
                  <a:close/>
                </a:path>
                <a:path w="1280159" h="429260">
                  <a:moveTo>
                    <a:pt x="326897" y="7620"/>
                  </a:moveTo>
                  <a:lnTo>
                    <a:pt x="323087" y="9906"/>
                  </a:lnTo>
                  <a:lnTo>
                    <a:pt x="325164" y="9906"/>
                  </a:lnTo>
                  <a:lnTo>
                    <a:pt x="326897" y="7620"/>
                  </a:lnTo>
                  <a:close/>
                </a:path>
                <a:path w="1280159" h="429260">
                  <a:moveTo>
                    <a:pt x="325164" y="9906"/>
                  </a:moveTo>
                  <a:lnTo>
                    <a:pt x="323087" y="9906"/>
                  </a:lnTo>
                  <a:lnTo>
                    <a:pt x="323087" y="12645"/>
                  </a:lnTo>
                  <a:lnTo>
                    <a:pt x="325164" y="9906"/>
                  </a:lnTo>
                  <a:close/>
                </a:path>
                <a:path w="1280159" h="429260">
                  <a:moveTo>
                    <a:pt x="326897" y="9906"/>
                  </a:moveTo>
                  <a:lnTo>
                    <a:pt x="326897" y="7620"/>
                  </a:lnTo>
                  <a:lnTo>
                    <a:pt x="325164" y="9906"/>
                  </a:lnTo>
                  <a:lnTo>
                    <a:pt x="326897" y="9906"/>
                  </a:lnTo>
                  <a:close/>
                </a:path>
                <a:path w="1280159" h="429260">
                  <a:moveTo>
                    <a:pt x="957833" y="9906"/>
                  </a:moveTo>
                  <a:lnTo>
                    <a:pt x="954023" y="7620"/>
                  </a:lnTo>
                  <a:lnTo>
                    <a:pt x="955757" y="9906"/>
                  </a:lnTo>
                  <a:lnTo>
                    <a:pt x="957833" y="9906"/>
                  </a:lnTo>
                  <a:close/>
                </a:path>
                <a:path w="1280159" h="429260">
                  <a:moveTo>
                    <a:pt x="955757" y="9906"/>
                  </a:moveTo>
                  <a:lnTo>
                    <a:pt x="954023" y="7620"/>
                  </a:lnTo>
                  <a:lnTo>
                    <a:pt x="954023" y="9906"/>
                  </a:lnTo>
                  <a:lnTo>
                    <a:pt x="955757" y="9906"/>
                  </a:lnTo>
                  <a:close/>
                </a:path>
                <a:path w="1280159" h="429260">
                  <a:moveTo>
                    <a:pt x="957833" y="12645"/>
                  </a:moveTo>
                  <a:lnTo>
                    <a:pt x="957833" y="9906"/>
                  </a:lnTo>
                  <a:lnTo>
                    <a:pt x="955757" y="9906"/>
                  </a:lnTo>
                  <a:lnTo>
                    <a:pt x="957833" y="12645"/>
                  </a:lnTo>
                  <a:close/>
                </a:path>
                <a:path w="1280159" h="429260">
                  <a:moveTo>
                    <a:pt x="1275587" y="419100"/>
                  </a:moveTo>
                  <a:lnTo>
                    <a:pt x="1266000" y="419100"/>
                  </a:lnTo>
                  <a:lnTo>
                    <a:pt x="1271777" y="426720"/>
                  </a:lnTo>
                  <a:lnTo>
                    <a:pt x="1275587" y="41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145271" y="2445511"/>
            <a:ext cx="397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PaaS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386828" y="2768345"/>
            <a:ext cx="1915160" cy="428625"/>
            <a:chOff x="7386828" y="2768345"/>
            <a:chExt cx="1915160" cy="42862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91400" y="2772917"/>
              <a:ext cx="1594347" cy="4191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6828" y="2768345"/>
              <a:ext cx="1914905" cy="42824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386828" y="2768345"/>
              <a:ext cx="1915160" cy="428625"/>
            </a:xfrm>
            <a:custGeom>
              <a:avLst/>
              <a:gdLst/>
              <a:ahLst/>
              <a:cxnLst/>
              <a:rect l="l" t="t" r="r" b="b"/>
              <a:pathLst>
                <a:path w="1915159" h="428625">
                  <a:moveTo>
                    <a:pt x="1914906" y="424434"/>
                  </a:moveTo>
                  <a:lnTo>
                    <a:pt x="1914906" y="422148"/>
                  </a:lnTo>
                  <a:lnTo>
                    <a:pt x="1913382" y="420624"/>
                  </a:lnTo>
                  <a:lnTo>
                    <a:pt x="1596390" y="1524"/>
                  </a:lnTo>
                  <a:lnTo>
                    <a:pt x="1595628" y="762"/>
                  </a:lnTo>
                  <a:lnTo>
                    <a:pt x="1594104" y="0"/>
                  </a:lnTo>
                  <a:lnTo>
                    <a:pt x="320802" y="0"/>
                  </a:lnTo>
                  <a:lnTo>
                    <a:pt x="319278" y="762"/>
                  </a:lnTo>
                  <a:lnTo>
                    <a:pt x="318516" y="1524"/>
                  </a:lnTo>
                  <a:lnTo>
                    <a:pt x="762" y="420624"/>
                  </a:lnTo>
                  <a:lnTo>
                    <a:pt x="0" y="422148"/>
                  </a:lnTo>
                  <a:lnTo>
                    <a:pt x="0" y="424434"/>
                  </a:lnTo>
                  <a:lnTo>
                    <a:pt x="1524" y="427482"/>
                  </a:lnTo>
                  <a:lnTo>
                    <a:pt x="3048" y="428244"/>
                  </a:lnTo>
                  <a:lnTo>
                    <a:pt x="4572" y="428244"/>
                  </a:lnTo>
                  <a:lnTo>
                    <a:pt x="4572" y="419100"/>
                  </a:lnTo>
                  <a:lnTo>
                    <a:pt x="14159" y="419100"/>
                  </a:lnTo>
                  <a:lnTo>
                    <a:pt x="322326" y="12645"/>
                  </a:lnTo>
                  <a:lnTo>
                    <a:pt x="322326" y="9906"/>
                  </a:lnTo>
                  <a:lnTo>
                    <a:pt x="326136" y="7620"/>
                  </a:lnTo>
                  <a:lnTo>
                    <a:pt x="326136" y="9906"/>
                  </a:lnTo>
                  <a:lnTo>
                    <a:pt x="1588770" y="9906"/>
                  </a:lnTo>
                  <a:lnTo>
                    <a:pt x="1588770" y="7620"/>
                  </a:lnTo>
                  <a:lnTo>
                    <a:pt x="1592580" y="9906"/>
                  </a:lnTo>
                  <a:lnTo>
                    <a:pt x="1592580" y="12657"/>
                  </a:lnTo>
                  <a:lnTo>
                    <a:pt x="1899998" y="419100"/>
                  </a:lnTo>
                  <a:lnTo>
                    <a:pt x="1909572" y="419100"/>
                  </a:lnTo>
                  <a:lnTo>
                    <a:pt x="1909572" y="428244"/>
                  </a:lnTo>
                  <a:lnTo>
                    <a:pt x="1911858" y="428244"/>
                  </a:lnTo>
                  <a:lnTo>
                    <a:pt x="1913382" y="427482"/>
                  </a:lnTo>
                  <a:lnTo>
                    <a:pt x="1914906" y="424434"/>
                  </a:lnTo>
                  <a:close/>
                </a:path>
                <a:path w="1915159" h="428625">
                  <a:moveTo>
                    <a:pt x="14159" y="419100"/>
                  </a:moveTo>
                  <a:lnTo>
                    <a:pt x="4572" y="419100"/>
                  </a:lnTo>
                  <a:lnTo>
                    <a:pt x="8382" y="426720"/>
                  </a:lnTo>
                  <a:lnTo>
                    <a:pt x="14159" y="419100"/>
                  </a:lnTo>
                  <a:close/>
                </a:path>
                <a:path w="1915159" h="428625">
                  <a:moveTo>
                    <a:pt x="1909572" y="428244"/>
                  </a:moveTo>
                  <a:lnTo>
                    <a:pt x="1909572" y="419100"/>
                  </a:lnTo>
                  <a:lnTo>
                    <a:pt x="1905762" y="426720"/>
                  </a:lnTo>
                  <a:lnTo>
                    <a:pt x="1899998" y="419100"/>
                  </a:lnTo>
                  <a:lnTo>
                    <a:pt x="14159" y="419100"/>
                  </a:lnTo>
                  <a:lnTo>
                    <a:pt x="8382" y="426720"/>
                  </a:lnTo>
                  <a:lnTo>
                    <a:pt x="4572" y="419100"/>
                  </a:lnTo>
                  <a:lnTo>
                    <a:pt x="4572" y="428244"/>
                  </a:lnTo>
                  <a:lnTo>
                    <a:pt x="1909572" y="428244"/>
                  </a:lnTo>
                  <a:close/>
                </a:path>
                <a:path w="1915159" h="428625">
                  <a:moveTo>
                    <a:pt x="326136" y="7620"/>
                  </a:moveTo>
                  <a:lnTo>
                    <a:pt x="322326" y="9906"/>
                  </a:lnTo>
                  <a:lnTo>
                    <a:pt x="324402" y="9906"/>
                  </a:lnTo>
                  <a:lnTo>
                    <a:pt x="326136" y="7620"/>
                  </a:lnTo>
                  <a:close/>
                </a:path>
                <a:path w="1915159" h="428625">
                  <a:moveTo>
                    <a:pt x="324402" y="9906"/>
                  </a:moveTo>
                  <a:lnTo>
                    <a:pt x="322326" y="9906"/>
                  </a:lnTo>
                  <a:lnTo>
                    <a:pt x="322326" y="12645"/>
                  </a:lnTo>
                  <a:lnTo>
                    <a:pt x="324402" y="9906"/>
                  </a:lnTo>
                  <a:close/>
                </a:path>
                <a:path w="1915159" h="428625">
                  <a:moveTo>
                    <a:pt x="326136" y="9906"/>
                  </a:moveTo>
                  <a:lnTo>
                    <a:pt x="326136" y="7620"/>
                  </a:lnTo>
                  <a:lnTo>
                    <a:pt x="324402" y="9906"/>
                  </a:lnTo>
                  <a:lnTo>
                    <a:pt x="326136" y="9906"/>
                  </a:lnTo>
                  <a:close/>
                </a:path>
                <a:path w="1915159" h="428625">
                  <a:moveTo>
                    <a:pt x="1592580" y="9906"/>
                  </a:moveTo>
                  <a:lnTo>
                    <a:pt x="1588770" y="7620"/>
                  </a:lnTo>
                  <a:lnTo>
                    <a:pt x="1590499" y="9906"/>
                  </a:lnTo>
                  <a:lnTo>
                    <a:pt x="1592580" y="9906"/>
                  </a:lnTo>
                  <a:close/>
                </a:path>
                <a:path w="1915159" h="428625">
                  <a:moveTo>
                    <a:pt x="1590499" y="9906"/>
                  </a:moveTo>
                  <a:lnTo>
                    <a:pt x="1588770" y="7620"/>
                  </a:lnTo>
                  <a:lnTo>
                    <a:pt x="1588770" y="9906"/>
                  </a:lnTo>
                  <a:lnTo>
                    <a:pt x="1590499" y="9906"/>
                  </a:lnTo>
                  <a:close/>
                </a:path>
                <a:path w="1915159" h="428625">
                  <a:moveTo>
                    <a:pt x="1592580" y="12657"/>
                  </a:moveTo>
                  <a:lnTo>
                    <a:pt x="1592580" y="9906"/>
                  </a:lnTo>
                  <a:lnTo>
                    <a:pt x="1590499" y="9906"/>
                  </a:lnTo>
                  <a:lnTo>
                    <a:pt x="1592580" y="12657"/>
                  </a:lnTo>
                  <a:close/>
                </a:path>
                <a:path w="1915159" h="428625">
                  <a:moveTo>
                    <a:pt x="1909572" y="419100"/>
                  </a:moveTo>
                  <a:lnTo>
                    <a:pt x="1899998" y="419100"/>
                  </a:lnTo>
                  <a:lnTo>
                    <a:pt x="1905762" y="426720"/>
                  </a:lnTo>
                  <a:lnTo>
                    <a:pt x="1909572" y="419100"/>
                  </a:lnTo>
                  <a:close/>
                </a:path>
              </a:pathLst>
            </a:custGeom>
            <a:solidFill>
              <a:srgbClr val="F692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174228" y="2864611"/>
            <a:ext cx="339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IaaS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29350" y="5002529"/>
            <a:ext cx="1248156" cy="149580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601459" y="5201665"/>
            <a:ext cx="38925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91909" y="5542279"/>
            <a:ext cx="826135" cy="1188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9525" algn="ctr">
              <a:lnSpc>
                <a:spcPct val="100000"/>
              </a:lnSpc>
              <a:spcBef>
                <a:spcPts val="95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endParaRPr sz="1100">
              <a:latin typeface="Calibri"/>
              <a:cs typeface="Calibri"/>
            </a:endParaRPr>
          </a:p>
          <a:p>
            <a:pPr marL="221615" marR="231775" algn="ctr">
              <a:lnSpc>
                <a:spcPts val="2680"/>
              </a:lnSpc>
              <a:spcBef>
                <a:spcPts val="155"/>
              </a:spcBef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Server Server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65"/>
              </a:spcBef>
            </a:pPr>
            <a:r>
              <a:rPr sz="1050" dirty="0">
                <a:latin typeface="Calibri"/>
                <a:cs typeface="Calibri"/>
              </a:rPr>
              <a:t>Cloud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Provider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958607" y="3399994"/>
            <a:ext cx="2567940" cy="1864995"/>
            <a:chOff x="6958607" y="3399994"/>
            <a:chExt cx="2567940" cy="1864995"/>
          </a:xfrm>
        </p:grpSpPr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92676" y="3547219"/>
              <a:ext cx="486267" cy="35524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24179" y="3449626"/>
              <a:ext cx="307645" cy="10637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55002" y="5170834"/>
              <a:ext cx="89153" cy="4886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92581" y="5043678"/>
              <a:ext cx="163588" cy="6172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81478" y="4864100"/>
              <a:ext cx="246903" cy="10525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58607" y="3399994"/>
              <a:ext cx="2565400" cy="186084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191756" y="3483863"/>
              <a:ext cx="2052320" cy="466090"/>
            </a:xfrm>
            <a:custGeom>
              <a:avLst/>
              <a:gdLst/>
              <a:ahLst/>
              <a:cxnLst/>
              <a:rect l="l" t="t" r="r" b="b"/>
              <a:pathLst>
                <a:path w="2052320" h="466089">
                  <a:moveTo>
                    <a:pt x="4460" y="454989"/>
                  </a:moveTo>
                  <a:lnTo>
                    <a:pt x="0" y="455675"/>
                  </a:lnTo>
                  <a:lnTo>
                    <a:pt x="2257" y="465836"/>
                  </a:lnTo>
                  <a:lnTo>
                    <a:pt x="3810" y="465836"/>
                  </a:lnTo>
                  <a:lnTo>
                    <a:pt x="4460" y="454989"/>
                  </a:lnTo>
                  <a:close/>
                </a:path>
                <a:path w="2052320" h="466089">
                  <a:moveTo>
                    <a:pt x="2052192" y="137411"/>
                  </a:moveTo>
                  <a:lnTo>
                    <a:pt x="2051303" y="130301"/>
                  </a:lnTo>
                  <a:lnTo>
                    <a:pt x="2049018" y="118110"/>
                  </a:lnTo>
                  <a:lnTo>
                    <a:pt x="2040636" y="120205"/>
                  </a:lnTo>
                  <a:lnTo>
                    <a:pt x="2040636" y="122936"/>
                  </a:lnTo>
                  <a:lnTo>
                    <a:pt x="2043684" y="122936"/>
                  </a:lnTo>
                  <a:lnTo>
                    <a:pt x="2043684" y="135636"/>
                  </a:lnTo>
                  <a:lnTo>
                    <a:pt x="2045970" y="135636"/>
                  </a:lnTo>
                  <a:lnTo>
                    <a:pt x="2052192" y="137411"/>
                  </a:lnTo>
                  <a:close/>
                </a:path>
                <a:path w="2052320" h="466089">
                  <a:moveTo>
                    <a:pt x="607191" y="107406"/>
                  </a:moveTo>
                  <a:lnTo>
                    <a:pt x="605790" y="106680"/>
                  </a:lnTo>
                  <a:lnTo>
                    <a:pt x="601979" y="113665"/>
                  </a:lnTo>
                  <a:lnTo>
                    <a:pt x="601979" y="115457"/>
                  </a:lnTo>
                  <a:lnTo>
                    <a:pt x="603211" y="116095"/>
                  </a:lnTo>
                  <a:lnTo>
                    <a:pt x="604266" y="110236"/>
                  </a:lnTo>
                  <a:lnTo>
                    <a:pt x="607191" y="107406"/>
                  </a:lnTo>
                  <a:close/>
                </a:path>
                <a:path w="2052320" h="466089">
                  <a:moveTo>
                    <a:pt x="1108925" y="41542"/>
                  </a:moveTo>
                  <a:lnTo>
                    <a:pt x="1102614" y="38100"/>
                  </a:lnTo>
                  <a:lnTo>
                    <a:pt x="1099513" y="43956"/>
                  </a:lnTo>
                  <a:lnTo>
                    <a:pt x="1103376" y="46736"/>
                  </a:lnTo>
                  <a:lnTo>
                    <a:pt x="1104900" y="46736"/>
                  </a:lnTo>
                  <a:lnTo>
                    <a:pt x="1108925" y="41542"/>
                  </a:lnTo>
                  <a:close/>
                </a:path>
                <a:path w="2052320" h="466089">
                  <a:moveTo>
                    <a:pt x="1544618" y="6918"/>
                  </a:moveTo>
                  <a:lnTo>
                    <a:pt x="1536953" y="0"/>
                  </a:lnTo>
                  <a:lnTo>
                    <a:pt x="1532445" y="5072"/>
                  </a:lnTo>
                  <a:lnTo>
                    <a:pt x="1537716" y="8636"/>
                  </a:lnTo>
                  <a:lnTo>
                    <a:pt x="1542288" y="8636"/>
                  </a:lnTo>
                  <a:lnTo>
                    <a:pt x="1544618" y="6918"/>
                  </a:lnTo>
                  <a:close/>
                </a:path>
              </a:pathLst>
            </a:custGeom>
            <a:solidFill>
              <a:srgbClr val="1856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63983" y="3405151"/>
              <a:ext cx="2562526" cy="162194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55002" y="5169408"/>
              <a:ext cx="89916" cy="9067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86244" y="5043678"/>
              <a:ext cx="179831" cy="18059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78446" y="4852416"/>
              <a:ext cx="270509" cy="27051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58607" y="3399994"/>
              <a:ext cx="2565400" cy="1864602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7845806" y="4490720"/>
            <a:ext cx="61150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Hypervisor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01966" y="3968293"/>
            <a:ext cx="207010" cy="473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0">
              <a:lnSpc>
                <a:spcPct val="147000"/>
              </a:lnSpc>
              <a:spcBef>
                <a:spcPts val="100"/>
              </a:spcBef>
            </a:pP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OS</a:t>
            </a:r>
            <a:r>
              <a:rPr sz="10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VM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492743" y="3956863"/>
            <a:ext cx="207010" cy="47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0">
              <a:lnSpc>
                <a:spcPct val="147500"/>
              </a:lnSpc>
              <a:spcBef>
                <a:spcPts val="100"/>
              </a:spcBef>
            </a:pP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OS</a:t>
            </a:r>
            <a:r>
              <a:rPr sz="10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VM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387084" y="2764535"/>
            <a:ext cx="984250" cy="351790"/>
          </a:xfrm>
          <a:custGeom>
            <a:avLst/>
            <a:gdLst/>
            <a:ahLst/>
            <a:cxnLst/>
            <a:rect l="l" t="t" r="r" b="b"/>
            <a:pathLst>
              <a:path w="984250" h="351789">
                <a:moveTo>
                  <a:pt x="983741" y="175259"/>
                </a:moveTo>
                <a:lnTo>
                  <a:pt x="808482" y="0"/>
                </a:lnTo>
                <a:lnTo>
                  <a:pt x="808482" y="87629"/>
                </a:lnTo>
                <a:lnTo>
                  <a:pt x="0" y="87629"/>
                </a:lnTo>
                <a:lnTo>
                  <a:pt x="0" y="262889"/>
                </a:lnTo>
                <a:lnTo>
                  <a:pt x="808482" y="262889"/>
                </a:lnTo>
                <a:lnTo>
                  <a:pt x="808482" y="351281"/>
                </a:lnTo>
                <a:lnTo>
                  <a:pt x="983741" y="175259"/>
                </a:lnTo>
                <a:close/>
              </a:path>
            </a:pathLst>
          </a:custGeom>
          <a:solidFill>
            <a:srgbClr val="E46C0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67383" y="3041903"/>
            <a:ext cx="7907020" cy="3824604"/>
            <a:chOff x="1167383" y="3041903"/>
            <a:chExt cx="7907020" cy="382460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7383" y="3041903"/>
              <a:ext cx="7906511" cy="382447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0" y="4114799"/>
              <a:ext cx="990600" cy="50368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05427" y="4110227"/>
              <a:ext cx="1000760" cy="513080"/>
            </a:xfrm>
            <a:custGeom>
              <a:avLst/>
              <a:gdLst/>
              <a:ahLst/>
              <a:cxnLst/>
              <a:rect l="l" t="t" r="r" b="b"/>
              <a:pathLst>
                <a:path w="1000760" h="513079">
                  <a:moveTo>
                    <a:pt x="1000506" y="424433"/>
                  </a:moveTo>
                  <a:lnTo>
                    <a:pt x="1000506" y="88391"/>
                  </a:lnTo>
                  <a:lnTo>
                    <a:pt x="999744" y="79247"/>
                  </a:lnTo>
                  <a:lnTo>
                    <a:pt x="970926" y="22912"/>
                  </a:lnTo>
                  <a:lnTo>
                    <a:pt x="920496" y="761"/>
                  </a:lnTo>
                  <a:lnTo>
                    <a:pt x="911352" y="0"/>
                  </a:lnTo>
                  <a:lnTo>
                    <a:pt x="88392" y="0"/>
                  </a:lnTo>
                  <a:lnTo>
                    <a:pt x="35956" y="17516"/>
                  </a:lnTo>
                  <a:lnTo>
                    <a:pt x="3809" y="62483"/>
                  </a:lnTo>
                  <a:lnTo>
                    <a:pt x="0" y="89153"/>
                  </a:lnTo>
                  <a:lnTo>
                    <a:pt x="0" y="424433"/>
                  </a:lnTo>
                  <a:lnTo>
                    <a:pt x="9906" y="465103"/>
                  </a:lnTo>
                  <a:lnTo>
                    <a:pt x="9906" y="80771"/>
                  </a:lnTo>
                  <a:lnTo>
                    <a:pt x="11429" y="72389"/>
                  </a:lnTo>
                  <a:lnTo>
                    <a:pt x="32477" y="33158"/>
                  </a:lnTo>
                  <a:lnTo>
                    <a:pt x="69546" y="12011"/>
                  </a:lnTo>
                  <a:lnTo>
                    <a:pt x="919734" y="9905"/>
                  </a:lnTo>
                  <a:lnTo>
                    <a:pt x="928116" y="11429"/>
                  </a:lnTo>
                  <a:lnTo>
                    <a:pt x="951384" y="20239"/>
                  </a:lnTo>
                  <a:lnTo>
                    <a:pt x="970530" y="35918"/>
                  </a:lnTo>
                  <a:lnTo>
                    <a:pt x="984090" y="56689"/>
                  </a:lnTo>
                  <a:lnTo>
                    <a:pt x="990600" y="80771"/>
                  </a:lnTo>
                  <a:lnTo>
                    <a:pt x="990600" y="463757"/>
                  </a:lnTo>
                  <a:lnTo>
                    <a:pt x="992835" y="460329"/>
                  </a:lnTo>
                  <a:lnTo>
                    <a:pt x="999744" y="432815"/>
                  </a:lnTo>
                  <a:lnTo>
                    <a:pt x="1000506" y="424433"/>
                  </a:lnTo>
                  <a:close/>
                </a:path>
                <a:path w="1000760" h="513079">
                  <a:moveTo>
                    <a:pt x="990600" y="463757"/>
                  </a:moveTo>
                  <a:lnTo>
                    <a:pt x="990600" y="432815"/>
                  </a:lnTo>
                  <a:lnTo>
                    <a:pt x="989076" y="440435"/>
                  </a:lnTo>
                  <a:lnTo>
                    <a:pt x="980293" y="463634"/>
                  </a:lnTo>
                  <a:lnTo>
                    <a:pt x="943739" y="496730"/>
                  </a:lnTo>
                  <a:lnTo>
                    <a:pt x="89154" y="503681"/>
                  </a:lnTo>
                  <a:lnTo>
                    <a:pt x="63753" y="499232"/>
                  </a:lnTo>
                  <a:lnTo>
                    <a:pt x="41700" y="487984"/>
                  </a:lnTo>
                  <a:lnTo>
                    <a:pt x="24324" y="470488"/>
                  </a:lnTo>
                  <a:lnTo>
                    <a:pt x="12954" y="447293"/>
                  </a:lnTo>
                  <a:lnTo>
                    <a:pt x="9906" y="432053"/>
                  </a:lnTo>
                  <a:lnTo>
                    <a:pt x="9906" y="465103"/>
                  </a:lnTo>
                  <a:lnTo>
                    <a:pt x="46482" y="502157"/>
                  </a:lnTo>
                  <a:lnTo>
                    <a:pt x="88392" y="512811"/>
                  </a:lnTo>
                  <a:lnTo>
                    <a:pt x="921258" y="512825"/>
                  </a:lnTo>
                  <a:lnTo>
                    <a:pt x="929640" y="511301"/>
                  </a:lnTo>
                  <a:lnTo>
                    <a:pt x="956029" y="501054"/>
                  </a:lnTo>
                  <a:lnTo>
                    <a:pt x="977679" y="483569"/>
                  </a:lnTo>
                  <a:lnTo>
                    <a:pt x="990600" y="463757"/>
                  </a:lnTo>
                  <a:close/>
                </a:path>
              </a:pathLst>
            </a:custGeom>
            <a:solidFill>
              <a:srgbClr val="FF1D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3999" y="4114799"/>
              <a:ext cx="1022604" cy="50520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19427" y="4110227"/>
              <a:ext cx="1031875" cy="514350"/>
            </a:xfrm>
            <a:custGeom>
              <a:avLst/>
              <a:gdLst/>
              <a:ahLst/>
              <a:cxnLst/>
              <a:rect l="l" t="t" r="r" b="b"/>
              <a:pathLst>
                <a:path w="1031875" h="514350">
                  <a:moveTo>
                    <a:pt x="1031747" y="434339"/>
                  </a:moveTo>
                  <a:lnTo>
                    <a:pt x="1031747" y="80009"/>
                  </a:lnTo>
                  <a:lnTo>
                    <a:pt x="1030224" y="70865"/>
                  </a:lnTo>
                  <a:lnTo>
                    <a:pt x="1002549" y="22721"/>
                  </a:lnTo>
                  <a:lnTo>
                    <a:pt x="951738" y="761"/>
                  </a:lnTo>
                  <a:lnTo>
                    <a:pt x="943356" y="0"/>
                  </a:lnTo>
                  <a:lnTo>
                    <a:pt x="89154" y="0"/>
                  </a:lnTo>
                  <a:lnTo>
                    <a:pt x="60655" y="5088"/>
                  </a:lnTo>
                  <a:lnTo>
                    <a:pt x="60075" y="5192"/>
                  </a:lnTo>
                  <a:lnTo>
                    <a:pt x="17121" y="36936"/>
                  </a:lnTo>
                  <a:lnTo>
                    <a:pt x="761" y="80009"/>
                  </a:lnTo>
                  <a:lnTo>
                    <a:pt x="0" y="89153"/>
                  </a:lnTo>
                  <a:lnTo>
                    <a:pt x="0" y="425957"/>
                  </a:lnTo>
                  <a:lnTo>
                    <a:pt x="9906" y="465522"/>
                  </a:lnTo>
                  <a:lnTo>
                    <a:pt x="9906" y="80771"/>
                  </a:lnTo>
                  <a:lnTo>
                    <a:pt x="12953" y="65531"/>
                  </a:lnTo>
                  <a:lnTo>
                    <a:pt x="38861" y="27431"/>
                  </a:lnTo>
                  <a:lnTo>
                    <a:pt x="79064" y="10258"/>
                  </a:lnTo>
                  <a:lnTo>
                    <a:pt x="951738" y="9905"/>
                  </a:lnTo>
                  <a:lnTo>
                    <a:pt x="959358" y="11429"/>
                  </a:lnTo>
                  <a:lnTo>
                    <a:pt x="1002230" y="36094"/>
                  </a:lnTo>
                  <a:lnTo>
                    <a:pt x="1021841" y="81533"/>
                  </a:lnTo>
                  <a:lnTo>
                    <a:pt x="1022604" y="89153"/>
                  </a:lnTo>
                  <a:lnTo>
                    <a:pt x="1022604" y="464505"/>
                  </a:lnTo>
                  <a:lnTo>
                    <a:pt x="1024176" y="462073"/>
                  </a:lnTo>
                  <a:lnTo>
                    <a:pt x="1031747" y="434339"/>
                  </a:lnTo>
                  <a:close/>
                </a:path>
                <a:path w="1031875" h="514350">
                  <a:moveTo>
                    <a:pt x="1022604" y="464505"/>
                  </a:moveTo>
                  <a:lnTo>
                    <a:pt x="1022604" y="425957"/>
                  </a:lnTo>
                  <a:lnTo>
                    <a:pt x="1021080" y="441959"/>
                  </a:lnTo>
                  <a:lnTo>
                    <a:pt x="1011938" y="465287"/>
                  </a:lnTo>
                  <a:lnTo>
                    <a:pt x="975211" y="498283"/>
                  </a:lnTo>
                  <a:lnTo>
                    <a:pt x="89154" y="505205"/>
                  </a:lnTo>
                  <a:lnTo>
                    <a:pt x="63826" y="500865"/>
                  </a:lnTo>
                  <a:lnTo>
                    <a:pt x="41724" y="489532"/>
                  </a:lnTo>
                  <a:lnTo>
                    <a:pt x="24286" y="471939"/>
                  </a:lnTo>
                  <a:lnTo>
                    <a:pt x="12954" y="448817"/>
                  </a:lnTo>
                  <a:lnTo>
                    <a:pt x="9906" y="433577"/>
                  </a:lnTo>
                  <a:lnTo>
                    <a:pt x="9906" y="465522"/>
                  </a:lnTo>
                  <a:lnTo>
                    <a:pt x="39624" y="499109"/>
                  </a:lnTo>
                  <a:lnTo>
                    <a:pt x="79064" y="514192"/>
                  </a:lnTo>
                  <a:lnTo>
                    <a:pt x="89154" y="514349"/>
                  </a:lnTo>
                  <a:lnTo>
                    <a:pt x="952500" y="514349"/>
                  </a:lnTo>
                  <a:lnTo>
                    <a:pt x="961644" y="512825"/>
                  </a:lnTo>
                  <a:lnTo>
                    <a:pt x="988231" y="502166"/>
                  </a:lnTo>
                  <a:lnTo>
                    <a:pt x="1009373" y="484965"/>
                  </a:lnTo>
                  <a:lnTo>
                    <a:pt x="1022604" y="464505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54851" y="4114799"/>
              <a:ext cx="1031748" cy="50368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050280" y="4110227"/>
              <a:ext cx="1042035" cy="513080"/>
            </a:xfrm>
            <a:custGeom>
              <a:avLst/>
              <a:gdLst/>
              <a:ahLst/>
              <a:cxnLst/>
              <a:rect l="l" t="t" r="r" b="b"/>
              <a:pathLst>
                <a:path w="1042034" h="513079">
                  <a:moveTo>
                    <a:pt x="1041654" y="424433"/>
                  </a:moveTo>
                  <a:lnTo>
                    <a:pt x="1041654" y="88391"/>
                  </a:lnTo>
                  <a:lnTo>
                    <a:pt x="1040891" y="79247"/>
                  </a:lnTo>
                  <a:lnTo>
                    <a:pt x="1012074" y="22912"/>
                  </a:lnTo>
                  <a:lnTo>
                    <a:pt x="961644" y="761"/>
                  </a:lnTo>
                  <a:lnTo>
                    <a:pt x="952500" y="0"/>
                  </a:lnTo>
                  <a:lnTo>
                    <a:pt x="88392" y="0"/>
                  </a:lnTo>
                  <a:lnTo>
                    <a:pt x="60102" y="5015"/>
                  </a:lnTo>
                  <a:lnTo>
                    <a:pt x="59949" y="5042"/>
                  </a:lnTo>
                  <a:lnTo>
                    <a:pt x="16965" y="36817"/>
                  </a:lnTo>
                  <a:lnTo>
                    <a:pt x="0" y="89153"/>
                  </a:lnTo>
                  <a:lnTo>
                    <a:pt x="0" y="424433"/>
                  </a:lnTo>
                  <a:lnTo>
                    <a:pt x="9906" y="465196"/>
                  </a:lnTo>
                  <a:lnTo>
                    <a:pt x="9906" y="80771"/>
                  </a:lnTo>
                  <a:lnTo>
                    <a:pt x="11429" y="72389"/>
                  </a:lnTo>
                  <a:lnTo>
                    <a:pt x="31082" y="34312"/>
                  </a:lnTo>
                  <a:lnTo>
                    <a:pt x="69546" y="12011"/>
                  </a:lnTo>
                  <a:lnTo>
                    <a:pt x="960882" y="9905"/>
                  </a:lnTo>
                  <a:lnTo>
                    <a:pt x="969263" y="11429"/>
                  </a:lnTo>
                  <a:lnTo>
                    <a:pt x="992532" y="20239"/>
                  </a:lnTo>
                  <a:lnTo>
                    <a:pt x="1011678" y="35918"/>
                  </a:lnTo>
                  <a:lnTo>
                    <a:pt x="1025238" y="56689"/>
                  </a:lnTo>
                  <a:lnTo>
                    <a:pt x="1031747" y="80771"/>
                  </a:lnTo>
                  <a:lnTo>
                    <a:pt x="1031747" y="463757"/>
                  </a:lnTo>
                  <a:lnTo>
                    <a:pt x="1033983" y="460329"/>
                  </a:lnTo>
                  <a:lnTo>
                    <a:pt x="1040891" y="432815"/>
                  </a:lnTo>
                  <a:lnTo>
                    <a:pt x="1041654" y="424433"/>
                  </a:lnTo>
                  <a:close/>
                </a:path>
                <a:path w="1042034" h="513079">
                  <a:moveTo>
                    <a:pt x="1031747" y="463757"/>
                  </a:moveTo>
                  <a:lnTo>
                    <a:pt x="1031747" y="432815"/>
                  </a:lnTo>
                  <a:lnTo>
                    <a:pt x="1030224" y="440435"/>
                  </a:lnTo>
                  <a:lnTo>
                    <a:pt x="1021441" y="463634"/>
                  </a:lnTo>
                  <a:lnTo>
                    <a:pt x="984887" y="496730"/>
                  </a:lnTo>
                  <a:lnTo>
                    <a:pt x="88392" y="503681"/>
                  </a:lnTo>
                  <a:lnTo>
                    <a:pt x="63203" y="499057"/>
                  </a:lnTo>
                  <a:lnTo>
                    <a:pt x="41395" y="487775"/>
                  </a:lnTo>
                  <a:lnTo>
                    <a:pt x="24226" y="470349"/>
                  </a:lnTo>
                  <a:lnTo>
                    <a:pt x="12954" y="447293"/>
                  </a:lnTo>
                  <a:lnTo>
                    <a:pt x="9906" y="432053"/>
                  </a:lnTo>
                  <a:lnTo>
                    <a:pt x="9906" y="465196"/>
                  </a:lnTo>
                  <a:lnTo>
                    <a:pt x="46482" y="502157"/>
                  </a:lnTo>
                  <a:lnTo>
                    <a:pt x="88392" y="512825"/>
                  </a:lnTo>
                  <a:lnTo>
                    <a:pt x="962406" y="512825"/>
                  </a:lnTo>
                  <a:lnTo>
                    <a:pt x="970788" y="511301"/>
                  </a:lnTo>
                  <a:lnTo>
                    <a:pt x="997177" y="501054"/>
                  </a:lnTo>
                  <a:lnTo>
                    <a:pt x="1018827" y="483569"/>
                  </a:lnTo>
                  <a:lnTo>
                    <a:pt x="1031747" y="463757"/>
                  </a:lnTo>
                  <a:close/>
                </a:path>
              </a:pathLst>
            </a:custGeom>
            <a:solidFill>
              <a:srgbClr val="FF6D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32302" y="6960360"/>
            <a:ext cx="1219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CC6500"/>
                </a:solidFill>
                <a:latin typeface="Tahoma"/>
                <a:cs typeface="Tahoma"/>
              </a:rPr>
              <a:t>HARDWARE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87344" y="846836"/>
            <a:ext cx="24822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F9A33"/>
                </a:solidFill>
              </a:rPr>
              <a:t>IaaS</a:t>
            </a:r>
            <a:r>
              <a:rPr spc="-85" dirty="0">
                <a:solidFill>
                  <a:srgbClr val="FF9A33"/>
                </a:solidFill>
              </a:rPr>
              <a:t> </a:t>
            </a:r>
            <a:r>
              <a:rPr spc="-20" dirty="0">
                <a:solidFill>
                  <a:srgbClr val="FF9A33"/>
                </a:solidFill>
              </a:rPr>
              <a:t>(2/3)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14</a:t>
            </a:fld>
            <a:endParaRPr lang="en-US"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933703" y="1909063"/>
            <a:ext cx="6525259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800" spc="-8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virtualization</a:t>
            </a:r>
            <a:r>
              <a:rPr sz="28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technology</a:t>
            </a:r>
            <a:r>
              <a:rPr sz="28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is</a:t>
            </a:r>
            <a:r>
              <a:rPr sz="28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28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Arial MT"/>
                <a:cs typeface="Arial MT"/>
              </a:rPr>
              <a:t>major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enabler</a:t>
            </a:r>
            <a:r>
              <a:rPr sz="28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28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7E7E7E"/>
                </a:solidFill>
                <a:latin typeface="Arial MT"/>
                <a:cs typeface="Arial MT"/>
              </a:rPr>
              <a:t>IaaS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54566" y="7100569"/>
            <a:ext cx="1676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latin typeface="Arial MT"/>
                <a:cs typeface="Arial MT"/>
              </a:rPr>
              <a:t>31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165592" y="1693926"/>
            <a:ext cx="662305" cy="444500"/>
            <a:chOff x="8165592" y="1693926"/>
            <a:chExt cx="662305" cy="444500"/>
          </a:xfrm>
        </p:grpSpPr>
        <p:sp>
          <p:nvSpPr>
            <p:cNvPr id="15" name="object 15"/>
            <p:cNvSpPr/>
            <p:nvPr/>
          </p:nvSpPr>
          <p:spPr>
            <a:xfrm>
              <a:off x="8179308" y="170688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634746" y="419100"/>
                  </a:moveTo>
                  <a:lnTo>
                    <a:pt x="316991" y="0"/>
                  </a:lnTo>
                  <a:lnTo>
                    <a:pt x="0" y="419100"/>
                  </a:lnTo>
                  <a:lnTo>
                    <a:pt x="634746" y="4191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65592" y="1693926"/>
              <a:ext cx="662305" cy="444500"/>
            </a:xfrm>
            <a:custGeom>
              <a:avLst/>
              <a:gdLst/>
              <a:ahLst/>
              <a:cxnLst/>
              <a:rect l="l" t="t" r="r" b="b"/>
              <a:pathLst>
                <a:path w="662304" h="444500">
                  <a:moveTo>
                    <a:pt x="662178" y="432816"/>
                  </a:moveTo>
                  <a:lnTo>
                    <a:pt x="661416" y="427482"/>
                  </a:lnTo>
                  <a:lnTo>
                    <a:pt x="658368" y="423672"/>
                  </a:lnTo>
                  <a:lnTo>
                    <a:pt x="339090" y="2286"/>
                  </a:lnTo>
                  <a:lnTo>
                    <a:pt x="335280" y="0"/>
                  </a:lnTo>
                  <a:lnTo>
                    <a:pt x="326898" y="0"/>
                  </a:lnTo>
                  <a:lnTo>
                    <a:pt x="323088" y="2286"/>
                  </a:lnTo>
                  <a:lnTo>
                    <a:pt x="3810" y="423672"/>
                  </a:lnTo>
                  <a:lnTo>
                    <a:pt x="762" y="427482"/>
                  </a:lnTo>
                  <a:lnTo>
                    <a:pt x="0" y="432816"/>
                  </a:lnTo>
                  <a:lnTo>
                    <a:pt x="4572" y="441960"/>
                  </a:lnTo>
                  <a:lnTo>
                    <a:pt x="8382" y="444246"/>
                  </a:lnTo>
                  <a:lnTo>
                    <a:pt x="13716" y="444246"/>
                  </a:lnTo>
                  <a:lnTo>
                    <a:pt x="13716" y="419100"/>
                  </a:lnTo>
                  <a:lnTo>
                    <a:pt x="39220" y="419100"/>
                  </a:lnTo>
                  <a:lnTo>
                    <a:pt x="320802" y="47709"/>
                  </a:lnTo>
                  <a:lnTo>
                    <a:pt x="320802" y="20574"/>
                  </a:lnTo>
                  <a:lnTo>
                    <a:pt x="341376" y="20574"/>
                  </a:lnTo>
                  <a:lnTo>
                    <a:pt x="341376" y="47709"/>
                  </a:lnTo>
                  <a:lnTo>
                    <a:pt x="622957" y="419100"/>
                  </a:lnTo>
                  <a:lnTo>
                    <a:pt x="648462" y="419100"/>
                  </a:lnTo>
                  <a:lnTo>
                    <a:pt x="648462" y="444246"/>
                  </a:lnTo>
                  <a:lnTo>
                    <a:pt x="653034" y="444246"/>
                  </a:lnTo>
                  <a:lnTo>
                    <a:pt x="657606" y="441960"/>
                  </a:lnTo>
                  <a:lnTo>
                    <a:pt x="662178" y="432816"/>
                  </a:lnTo>
                  <a:close/>
                </a:path>
                <a:path w="662304" h="444500">
                  <a:moveTo>
                    <a:pt x="39220" y="419100"/>
                  </a:moveTo>
                  <a:lnTo>
                    <a:pt x="13716" y="419100"/>
                  </a:lnTo>
                  <a:lnTo>
                    <a:pt x="23622" y="439674"/>
                  </a:lnTo>
                  <a:lnTo>
                    <a:pt x="39220" y="419100"/>
                  </a:lnTo>
                  <a:close/>
                </a:path>
                <a:path w="662304" h="444500">
                  <a:moveTo>
                    <a:pt x="648462" y="444246"/>
                  </a:moveTo>
                  <a:lnTo>
                    <a:pt x="648462" y="419100"/>
                  </a:lnTo>
                  <a:lnTo>
                    <a:pt x="638556" y="439674"/>
                  </a:lnTo>
                  <a:lnTo>
                    <a:pt x="622957" y="419100"/>
                  </a:lnTo>
                  <a:lnTo>
                    <a:pt x="39220" y="419100"/>
                  </a:lnTo>
                  <a:lnTo>
                    <a:pt x="23622" y="439674"/>
                  </a:lnTo>
                  <a:lnTo>
                    <a:pt x="13716" y="419100"/>
                  </a:lnTo>
                  <a:lnTo>
                    <a:pt x="13716" y="444246"/>
                  </a:lnTo>
                  <a:lnTo>
                    <a:pt x="648462" y="444246"/>
                  </a:lnTo>
                  <a:close/>
                </a:path>
                <a:path w="662304" h="444500">
                  <a:moveTo>
                    <a:pt x="341376" y="20574"/>
                  </a:moveTo>
                  <a:lnTo>
                    <a:pt x="320802" y="20574"/>
                  </a:lnTo>
                  <a:lnTo>
                    <a:pt x="331089" y="34141"/>
                  </a:lnTo>
                  <a:lnTo>
                    <a:pt x="341376" y="20574"/>
                  </a:lnTo>
                  <a:close/>
                </a:path>
                <a:path w="662304" h="444500">
                  <a:moveTo>
                    <a:pt x="331089" y="34141"/>
                  </a:moveTo>
                  <a:lnTo>
                    <a:pt x="320802" y="20574"/>
                  </a:lnTo>
                  <a:lnTo>
                    <a:pt x="320802" y="47709"/>
                  </a:lnTo>
                  <a:lnTo>
                    <a:pt x="331089" y="34141"/>
                  </a:lnTo>
                  <a:close/>
                </a:path>
                <a:path w="662304" h="444500">
                  <a:moveTo>
                    <a:pt x="341376" y="47709"/>
                  </a:moveTo>
                  <a:lnTo>
                    <a:pt x="341376" y="20574"/>
                  </a:lnTo>
                  <a:lnTo>
                    <a:pt x="331089" y="34141"/>
                  </a:lnTo>
                  <a:lnTo>
                    <a:pt x="341376" y="47709"/>
                  </a:lnTo>
                  <a:close/>
                </a:path>
                <a:path w="662304" h="444500">
                  <a:moveTo>
                    <a:pt x="648462" y="419100"/>
                  </a:moveTo>
                  <a:lnTo>
                    <a:pt x="622957" y="419100"/>
                  </a:lnTo>
                  <a:lnTo>
                    <a:pt x="638556" y="439674"/>
                  </a:lnTo>
                  <a:lnTo>
                    <a:pt x="648462" y="41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298433" y="1879346"/>
            <a:ext cx="397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SaaS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856219" y="2120645"/>
            <a:ext cx="1280160" cy="429259"/>
            <a:chOff x="7856219" y="2120645"/>
            <a:chExt cx="1280160" cy="429259"/>
          </a:xfrm>
        </p:grpSpPr>
        <p:sp>
          <p:nvSpPr>
            <p:cNvPr id="19" name="object 19"/>
            <p:cNvSpPr/>
            <p:nvPr/>
          </p:nvSpPr>
          <p:spPr>
            <a:xfrm>
              <a:off x="7861553" y="2125980"/>
              <a:ext cx="1270635" cy="418465"/>
            </a:xfrm>
            <a:custGeom>
              <a:avLst/>
              <a:gdLst/>
              <a:ahLst/>
              <a:cxnLst/>
              <a:rect l="l" t="t" r="r" b="b"/>
              <a:pathLst>
                <a:path w="1270634" h="418464">
                  <a:moveTo>
                    <a:pt x="157663" y="210766"/>
                  </a:moveTo>
                  <a:lnTo>
                    <a:pt x="80451" y="312420"/>
                  </a:lnTo>
                  <a:lnTo>
                    <a:pt x="81534" y="312420"/>
                  </a:lnTo>
                  <a:lnTo>
                    <a:pt x="100126" y="287020"/>
                  </a:lnTo>
                  <a:lnTo>
                    <a:pt x="137653" y="248920"/>
                  </a:lnTo>
                  <a:lnTo>
                    <a:pt x="156210" y="223520"/>
                  </a:lnTo>
                  <a:lnTo>
                    <a:pt x="157663" y="210766"/>
                  </a:lnTo>
                  <a:close/>
                </a:path>
                <a:path w="1270634" h="418464">
                  <a:moveTo>
                    <a:pt x="262691" y="72492"/>
                  </a:moveTo>
                  <a:lnTo>
                    <a:pt x="157663" y="210766"/>
                  </a:lnTo>
                  <a:lnTo>
                    <a:pt x="160781" y="210820"/>
                  </a:lnTo>
                  <a:lnTo>
                    <a:pt x="236981" y="109220"/>
                  </a:lnTo>
                  <a:lnTo>
                    <a:pt x="241553" y="109220"/>
                  </a:lnTo>
                  <a:lnTo>
                    <a:pt x="245199" y="96520"/>
                  </a:lnTo>
                  <a:lnTo>
                    <a:pt x="253034" y="96520"/>
                  </a:lnTo>
                  <a:lnTo>
                    <a:pt x="256794" y="83820"/>
                  </a:lnTo>
                  <a:lnTo>
                    <a:pt x="259079" y="83820"/>
                  </a:lnTo>
                  <a:lnTo>
                    <a:pt x="262691" y="72492"/>
                  </a:lnTo>
                  <a:close/>
                </a:path>
                <a:path w="1270634" h="418464">
                  <a:moveTo>
                    <a:pt x="958287" y="7620"/>
                  </a:moveTo>
                  <a:lnTo>
                    <a:pt x="952500" y="0"/>
                  </a:lnTo>
                  <a:lnTo>
                    <a:pt x="317753" y="0"/>
                  </a:lnTo>
                  <a:lnTo>
                    <a:pt x="263733" y="71120"/>
                  </a:lnTo>
                  <a:lnTo>
                    <a:pt x="270940" y="71120"/>
                  </a:lnTo>
                  <a:lnTo>
                    <a:pt x="275081" y="58420"/>
                  </a:lnTo>
                  <a:lnTo>
                    <a:pt x="278129" y="58420"/>
                  </a:lnTo>
                  <a:lnTo>
                    <a:pt x="313181" y="7620"/>
                  </a:lnTo>
                  <a:lnTo>
                    <a:pt x="958287" y="7620"/>
                  </a:lnTo>
                  <a:close/>
                </a:path>
                <a:path w="1270634" h="418464">
                  <a:moveTo>
                    <a:pt x="22631" y="388542"/>
                  </a:moveTo>
                  <a:lnTo>
                    <a:pt x="0" y="418338"/>
                  </a:lnTo>
                  <a:lnTo>
                    <a:pt x="3550" y="418338"/>
                  </a:lnTo>
                  <a:lnTo>
                    <a:pt x="3810" y="414020"/>
                  </a:lnTo>
                  <a:lnTo>
                    <a:pt x="22631" y="388542"/>
                  </a:lnTo>
                  <a:close/>
                </a:path>
                <a:path w="1270634" h="418464">
                  <a:moveTo>
                    <a:pt x="79972" y="313050"/>
                  </a:moveTo>
                  <a:lnTo>
                    <a:pt x="22631" y="388542"/>
                  </a:lnTo>
                  <a:lnTo>
                    <a:pt x="60309" y="350520"/>
                  </a:lnTo>
                  <a:lnTo>
                    <a:pt x="79248" y="325120"/>
                  </a:lnTo>
                  <a:lnTo>
                    <a:pt x="79972" y="313050"/>
                  </a:lnTo>
                  <a:close/>
                </a:path>
                <a:path w="1270634" h="418464">
                  <a:moveTo>
                    <a:pt x="967934" y="20320"/>
                  </a:moveTo>
                  <a:lnTo>
                    <a:pt x="958596" y="8025"/>
                  </a:lnTo>
                  <a:lnTo>
                    <a:pt x="958596" y="20320"/>
                  </a:lnTo>
                  <a:lnTo>
                    <a:pt x="967934" y="20320"/>
                  </a:lnTo>
                  <a:close/>
                </a:path>
                <a:path w="1270634" h="418464">
                  <a:moveTo>
                    <a:pt x="977604" y="33051"/>
                  </a:moveTo>
                  <a:lnTo>
                    <a:pt x="968501" y="21067"/>
                  </a:lnTo>
                  <a:lnTo>
                    <a:pt x="968501" y="33020"/>
                  </a:lnTo>
                  <a:lnTo>
                    <a:pt x="977604" y="33051"/>
                  </a:lnTo>
                  <a:close/>
                </a:path>
                <a:path w="1270634" h="418464">
                  <a:moveTo>
                    <a:pt x="987227" y="45720"/>
                  </a:moveTo>
                  <a:lnTo>
                    <a:pt x="977604" y="33051"/>
                  </a:lnTo>
                  <a:lnTo>
                    <a:pt x="977604" y="45720"/>
                  </a:lnTo>
                  <a:lnTo>
                    <a:pt x="987227" y="45720"/>
                  </a:lnTo>
                  <a:close/>
                </a:path>
                <a:path w="1270634" h="418464">
                  <a:moveTo>
                    <a:pt x="1006550" y="71159"/>
                  </a:moveTo>
                  <a:lnTo>
                    <a:pt x="987551" y="46147"/>
                  </a:lnTo>
                  <a:lnTo>
                    <a:pt x="987551" y="58420"/>
                  </a:lnTo>
                  <a:lnTo>
                    <a:pt x="996696" y="58335"/>
                  </a:lnTo>
                  <a:lnTo>
                    <a:pt x="996696" y="71120"/>
                  </a:lnTo>
                  <a:lnTo>
                    <a:pt x="1006550" y="71159"/>
                  </a:lnTo>
                  <a:close/>
                </a:path>
                <a:path w="1270634" h="418464">
                  <a:moveTo>
                    <a:pt x="1016166" y="83820"/>
                  </a:moveTo>
                  <a:lnTo>
                    <a:pt x="1006550" y="71159"/>
                  </a:lnTo>
                  <a:lnTo>
                    <a:pt x="1006550" y="83820"/>
                  </a:lnTo>
                  <a:lnTo>
                    <a:pt x="1016166" y="83820"/>
                  </a:lnTo>
                  <a:close/>
                </a:path>
                <a:path w="1270634" h="418464">
                  <a:moveTo>
                    <a:pt x="1035495" y="109267"/>
                  </a:moveTo>
                  <a:lnTo>
                    <a:pt x="1016507" y="84269"/>
                  </a:lnTo>
                  <a:lnTo>
                    <a:pt x="1016507" y="96520"/>
                  </a:lnTo>
                  <a:lnTo>
                    <a:pt x="1025651" y="96443"/>
                  </a:lnTo>
                  <a:lnTo>
                    <a:pt x="1025651" y="109220"/>
                  </a:lnTo>
                  <a:lnTo>
                    <a:pt x="1035495" y="109267"/>
                  </a:lnTo>
                  <a:close/>
                </a:path>
                <a:path w="1270634" h="418464">
                  <a:moveTo>
                    <a:pt x="1045105" y="121920"/>
                  </a:moveTo>
                  <a:lnTo>
                    <a:pt x="1035495" y="109267"/>
                  </a:lnTo>
                  <a:lnTo>
                    <a:pt x="1035495" y="121920"/>
                  </a:lnTo>
                  <a:lnTo>
                    <a:pt x="1045105" y="121920"/>
                  </a:lnTo>
                  <a:close/>
                </a:path>
                <a:path w="1270634" h="418464">
                  <a:moveTo>
                    <a:pt x="1054607" y="134551"/>
                  </a:moveTo>
                  <a:lnTo>
                    <a:pt x="1045531" y="122479"/>
                  </a:lnTo>
                  <a:lnTo>
                    <a:pt x="1046988" y="134620"/>
                  </a:lnTo>
                  <a:lnTo>
                    <a:pt x="1054607" y="134551"/>
                  </a:lnTo>
                  <a:close/>
                </a:path>
                <a:path w="1270634" h="418464">
                  <a:moveTo>
                    <a:pt x="1064440" y="147375"/>
                  </a:moveTo>
                  <a:lnTo>
                    <a:pt x="1054607" y="134429"/>
                  </a:lnTo>
                  <a:lnTo>
                    <a:pt x="1054607" y="147320"/>
                  </a:lnTo>
                  <a:lnTo>
                    <a:pt x="1064440" y="147375"/>
                  </a:lnTo>
                  <a:close/>
                </a:path>
                <a:path w="1270634" h="418464">
                  <a:moveTo>
                    <a:pt x="1074045" y="160020"/>
                  </a:moveTo>
                  <a:lnTo>
                    <a:pt x="1064440" y="147375"/>
                  </a:lnTo>
                  <a:lnTo>
                    <a:pt x="1066038" y="160020"/>
                  </a:lnTo>
                  <a:lnTo>
                    <a:pt x="1074045" y="160020"/>
                  </a:lnTo>
                  <a:close/>
                </a:path>
                <a:path w="1270634" h="418464">
                  <a:moveTo>
                    <a:pt x="1083644" y="172658"/>
                  </a:moveTo>
                  <a:lnTo>
                    <a:pt x="1074490" y="160605"/>
                  </a:lnTo>
                  <a:lnTo>
                    <a:pt x="1075944" y="172720"/>
                  </a:lnTo>
                  <a:lnTo>
                    <a:pt x="1083644" y="172658"/>
                  </a:lnTo>
                  <a:close/>
                </a:path>
                <a:path w="1270634" h="418464">
                  <a:moveTo>
                    <a:pt x="1093386" y="185483"/>
                  </a:moveTo>
                  <a:lnTo>
                    <a:pt x="1083644" y="172658"/>
                  </a:lnTo>
                  <a:lnTo>
                    <a:pt x="1085088" y="185420"/>
                  </a:lnTo>
                  <a:lnTo>
                    <a:pt x="1093386" y="185483"/>
                  </a:lnTo>
                  <a:close/>
                </a:path>
                <a:path w="1270634" h="418464">
                  <a:moveTo>
                    <a:pt x="1112590" y="210766"/>
                  </a:moveTo>
                  <a:lnTo>
                    <a:pt x="1093386" y="185483"/>
                  </a:lnTo>
                  <a:lnTo>
                    <a:pt x="1094994" y="198120"/>
                  </a:lnTo>
                  <a:lnTo>
                    <a:pt x="1102614" y="198120"/>
                  </a:lnTo>
                  <a:lnTo>
                    <a:pt x="1104138" y="210820"/>
                  </a:lnTo>
                  <a:lnTo>
                    <a:pt x="1112590" y="210766"/>
                  </a:lnTo>
                  <a:close/>
                </a:path>
                <a:path w="1270634" h="418464">
                  <a:moveTo>
                    <a:pt x="1160863" y="274320"/>
                  </a:moveTo>
                  <a:lnTo>
                    <a:pt x="1112590" y="210766"/>
                  </a:lnTo>
                  <a:lnTo>
                    <a:pt x="1114044" y="223520"/>
                  </a:lnTo>
                  <a:lnTo>
                    <a:pt x="1121664" y="223520"/>
                  </a:lnTo>
                  <a:lnTo>
                    <a:pt x="1123188" y="236220"/>
                  </a:lnTo>
                  <a:lnTo>
                    <a:pt x="1131570" y="236220"/>
                  </a:lnTo>
                  <a:lnTo>
                    <a:pt x="1133094" y="248920"/>
                  </a:lnTo>
                  <a:lnTo>
                    <a:pt x="1140714" y="248920"/>
                  </a:lnTo>
                  <a:lnTo>
                    <a:pt x="1142238" y="261620"/>
                  </a:lnTo>
                  <a:lnTo>
                    <a:pt x="1150620" y="261620"/>
                  </a:lnTo>
                  <a:lnTo>
                    <a:pt x="1152144" y="274320"/>
                  </a:lnTo>
                  <a:lnTo>
                    <a:pt x="1160863" y="274320"/>
                  </a:lnTo>
                  <a:close/>
                </a:path>
                <a:path w="1270634" h="418464">
                  <a:moveTo>
                    <a:pt x="1180222" y="299807"/>
                  </a:moveTo>
                  <a:lnTo>
                    <a:pt x="1161288" y="274879"/>
                  </a:lnTo>
                  <a:lnTo>
                    <a:pt x="1161288" y="287020"/>
                  </a:lnTo>
                  <a:lnTo>
                    <a:pt x="1169670" y="287020"/>
                  </a:lnTo>
                  <a:lnTo>
                    <a:pt x="1171194" y="299720"/>
                  </a:lnTo>
                  <a:lnTo>
                    <a:pt x="1180222" y="299807"/>
                  </a:lnTo>
                  <a:close/>
                </a:path>
                <a:path w="1270634" h="418464">
                  <a:moveTo>
                    <a:pt x="1189802" y="312420"/>
                  </a:moveTo>
                  <a:lnTo>
                    <a:pt x="1180222" y="299807"/>
                  </a:lnTo>
                  <a:lnTo>
                    <a:pt x="1180222" y="312420"/>
                  </a:lnTo>
                  <a:lnTo>
                    <a:pt x="1189802" y="312420"/>
                  </a:lnTo>
                  <a:close/>
                </a:path>
                <a:path w="1270634" h="418464">
                  <a:moveTo>
                    <a:pt x="1199388" y="325090"/>
                  </a:moveTo>
                  <a:lnTo>
                    <a:pt x="1190244" y="313001"/>
                  </a:lnTo>
                  <a:lnTo>
                    <a:pt x="1190244" y="325120"/>
                  </a:lnTo>
                  <a:lnTo>
                    <a:pt x="1199388" y="325090"/>
                  </a:lnTo>
                  <a:close/>
                </a:path>
                <a:path w="1270634" h="418464">
                  <a:moveTo>
                    <a:pt x="1209168" y="337915"/>
                  </a:moveTo>
                  <a:lnTo>
                    <a:pt x="1199388" y="325039"/>
                  </a:lnTo>
                  <a:lnTo>
                    <a:pt x="1199388" y="337820"/>
                  </a:lnTo>
                  <a:lnTo>
                    <a:pt x="1209168" y="337915"/>
                  </a:lnTo>
                  <a:close/>
                </a:path>
                <a:path w="1270634" h="418464">
                  <a:moveTo>
                    <a:pt x="1218741" y="350520"/>
                  </a:moveTo>
                  <a:lnTo>
                    <a:pt x="1209168" y="337915"/>
                  </a:lnTo>
                  <a:lnTo>
                    <a:pt x="1209168" y="350520"/>
                  </a:lnTo>
                  <a:lnTo>
                    <a:pt x="1218741" y="350520"/>
                  </a:lnTo>
                  <a:close/>
                </a:path>
                <a:path w="1270634" h="418464">
                  <a:moveTo>
                    <a:pt x="1228344" y="363198"/>
                  </a:moveTo>
                  <a:lnTo>
                    <a:pt x="1219200" y="351123"/>
                  </a:lnTo>
                  <a:lnTo>
                    <a:pt x="1219200" y="363220"/>
                  </a:lnTo>
                  <a:lnTo>
                    <a:pt x="1228344" y="363198"/>
                  </a:lnTo>
                  <a:close/>
                </a:path>
                <a:path w="1270634" h="418464">
                  <a:moveTo>
                    <a:pt x="1238034" y="375920"/>
                  </a:moveTo>
                  <a:lnTo>
                    <a:pt x="1228344" y="363161"/>
                  </a:lnTo>
                  <a:lnTo>
                    <a:pt x="1228344" y="375920"/>
                  </a:lnTo>
                  <a:lnTo>
                    <a:pt x="1238034" y="375920"/>
                  </a:lnTo>
                  <a:close/>
                </a:path>
                <a:path w="1270634" h="418464">
                  <a:moveTo>
                    <a:pt x="1257300" y="401306"/>
                  </a:moveTo>
                  <a:lnTo>
                    <a:pt x="1238250" y="376203"/>
                  </a:lnTo>
                  <a:lnTo>
                    <a:pt x="1238250" y="388620"/>
                  </a:lnTo>
                  <a:lnTo>
                    <a:pt x="1247394" y="388620"/>
                  </a:lnTo>
                  <a:lnTo>
                    <a:pt x="1247394" y="401320"/>
                  </a:lnTo>
                  <a:lnTo>
                    <a:pt x="1257300" y="401306"/>
                  </a:lnTo>
                  <a:close/>
                </a:path>
                <a:path w="1270634" h="418464">
                  <a:moveTo>
                    <a:pt x="1270253" y="418337"/>
                  </a:moveTo>
                  <a:lnTo>
                    <a:pt x="1257300" y="401283"/>
                  </a:lnTo>
                  <a:lnTo>
                    <a:pt x="1257300" y="414020"/>
                  </a:lnTo>
                  <a:lnTo>
                    <a:pt x="1266444" y="414020"/>
                  </a:lnTo>
                  <a:lnTo>
                    <a:pt x="1266444" y="418337"/>
                  </a:lnTo>
                  <a:lnTo>
                    <a:pt x="1270253" y="418337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856219" y="2120645"/>
              <a:ext cx="1280160" cy="429259"/>
            </a:xfrm>
            <a:custGeom>
              <a:avLst/>
              <a:gdLst/>
              <a:ahLst/>
              <a:cxnLst/>
              <a:rect l="l" t="t" r="r" b="b"/>
              <a:pathLst>
                <a:path w="1280159" h="429260">
                  <a:moveTo>
                    <a:pt x="969747" y="12954"/>
                  </a:moveTo>
                  <a:lnTo>
                    <a:pt x="961643" y="2285"/>
                  </a:lnTo>
                  <a:lnTo>
                    <a:pt x="960881" y="761"/>
                  </a:lnTo>
                  <a:lnTo>
                    <a:pt x="959357" y="0"/>
                  </a:lnTo>
                  <a:lnTo>
                    <a:pt x="321563" y="0"/>
                  </a:lnTo>
                  <a:lnTo>
                    <a:pt x="320039" y="762"/>
                  </a:lnTo>
                  <a:lnTo>
                    <a:pt x="319277" y="2286"/>
                  </a:lnTo>
                  <a:lnTo>
                    <a:pt x="1524" y="420624"/>
                  </a:lnTo>
                  <a:lnTo>
                    <a:pt x="761" y="422148"/>
                  </a:lnTo>
                  <a:lnTo>
                    <a:pt x="0" y="424434"/>
                  </a:lnTo>
                  <a:lnTo>
                    <a:pt x="1524" y="425958"/>
                  </a:lnTo>
                  <a:lnTo>
                    <a:pt x="2285" y="427482"/>
                  </a:lnTo>
                  <a:lnTo>
                    <a:pt x="3809" y="429006"/>
                  </a:lnTo>
                  <a:lnTo>
                    <a:pt x="5333" y="429006"/>
                  </a:lnTo>
                  <a:lnTo>
                    <a:pt x="5333" y="419100"/>
                  </a:lnTo>
                  <a:lnTo>
                    <a:pt x="9333" y="419100"/>
                  </a:lnTo>
                  <a:lnTo>
                    <a:pt x="28067" y="393954"/>
                  </a:lnTo>
                  <a:lnTo>
                    <a:pt x="53662" y="368002"/>
                  </a:lnTo>
                  <a:lnTo>
                    <a:pt x="84792" y="326943"/>
                  </a:lnTo>
                  <a:lnTo>
                    <a:pt x="85344" y="317754"/>
                  </a:lnTo>
                  <a:lnTo>
                    <a:pt x="86868" y="317754"/>
                  </a:lnTo>
                  <a:lnTo>
                    <a:pt x="105460" y="292354"/>
                  </a:lnTo>
                  <a:lnTo>
                    <a:pt x="129597" y="267847"/>
                  </a:lnTo>
                  <a:lnTo>
                    <a:pt x="161991" y="225122"/>
                  </a:lnTo>
                  <a:lnTo>
                    <a:pt x="163068" y="216154"/>
                  </a:lnTo>
                  <a:lnTo>
                    <a:pt x="166115" y="216154"/>
                  </a:lnTo>
                  <a:lnTo>
                    <a:pt x="242315" y="114554"/>
                  </a:lnTo>
                  <a:lnTo>
                    <a:pt x="245822" y="114554"/>
                  </a:lnTo>
                  <a:lnTo>
                    <a:pt x="247537" y="112292"/>
                  </a:lnTo>
                  <a:lnTo>
                    <a:pt x="250533" y="101854"/>
                  </a:lnTo>
                  <a:lnTo>
                    <a:pt x="255451" y="101854"/>
                  </a:lnTo>
                  <a:lnTo>
                    <a:pt x="260236" y="95542"/>
                  </a:lnTo>
                  <a:lnTo>
                    <a:pt x="262127" y="89154"/>
                  </a:lnTo>
                  <a:lnTo>
                    <a:pt x="264413" y="89154"/>
                  </a:lnTo>
                  <a:lnTo>
                    <a:pt x="268462" y="76454"/>
                  </a:lnTo>
                  <a:lnTo>
                    <a:pt x="274709" y="76454"/>
                  </a:lnTo>
                  <a:lnTo>
                    <a:pt x="277455" y="72831"/>
                  </a:lnTo>
                  <a:lnTo>
                    <a:pt x="280415" y="63754"/>
                  </a:lnTo>
                  <a:lnTo>
                    <a:pt x="283463" y="63754"/>
                  </a:lnTo>
                  <a:lnTo>
                    <a:pt x="318515" y="12954"/>
                  </a:lnTo>
                  <a:lnTo>
                    <a:pt x="322853" y="12954"/>
                  </a:lnTo>
                  <a:lnTo>
                    <a:pt x="323087" y="12645"/>
                  </a:lnTo>
                  <a:lnTo>
                    <a:pt x="323087" y="9906"/>
                  </a:lnTo>
                  <a:lnTo>
                    <a:pt x="326898" y="7620"/>
                  </a:lnTo>
                  <a:lnTo>
                    <a:pt x="326898" y="9906"/>
                  </a:lnTo>
                  <a:lnTo>
                    <a:pt x="954024" y="9906"/>
                  </a:lnTo>
                  <a:lnTo>
                    <a:pt x="954024" y="7620"/>
                  </a:lnTo>
                  <a:lnTo>
                    <a:pt x="957833" y="9906"/>
                  </a:lnTo>
                  <a:lnTo>
                    <a:pt x="957833" y="12645"/>
                  </a:lnTo>
                  <a:lnTo>
                    <a:pt x="958068" y="12954"/>
                  </a:lnTo>
                  <a:lnTo>
                    <a:pt x="969747" y="12954"/>
                  </a:lnTo>
                  <a:close/>
                </a:path>
                <a:path w="1280159" h="429260">
                  <a:moveTo>
                    <a:pt x="9333" y="419100"/>
                  </a:moveTo>
                  <a:lnTo>
                    <a:pt x="5333" y="419100"/>
                  </a:lnTo>
                  <a:lnTo>
                    <a:pt x="8749" y="425930"/>
                  </a:lnTo>
                  <a:lnTo>
                    <a:pt x="9144" y="419354"/>
                  </a:lnTo>
                  <a:lnTo>
                    <a:pt x="9333" y="419100"/>
                  </a:lnTo>
                  <a:close/>
                </a:path>
                <a:path w="1280159" h="429260">
                  <a:moveTo>
                    <a:pt x="8749" y="425930"/>
                  </a:moveTo>
                  <a:lnTo>
                    <a:pt x="5333" y="419100"/>
                  </a:lnTo>
                  <a:lnTo>
                    <a:pt x="5333" y="429006"/>
                  </a:lnTo>
                  <a:lnTo>
                    <a:pt x="8564" y="429006"/>
                  </a:lnTo>
                  <a:lnTo>
                    <a:pt x="8749" y="425930"/>
                  </a:lnTo>
                  <a:close/>
                </a:path>
                <a:path w="1280159" h="429260">
                  <a:moveTo>
                    <a:pt x="326898" y="7620"/>
                  </a:moveTo>
                  <a:lnTo>
                    <a:pt x="323087" y="9906"/>
                  </a:lnTo>
                  <a:lnTo>
                    <a:pt x="325164" y="9906"/>
                  </a:lnTo>
                  <a:lnTo>
                    <a:pt x="326898" y="7620"/>
                  </a:lnTo>
                  <a:close/>
                </a:path>
                <a:path w="1280159" h="429260">
                  <a:moveTo>
                    <a:pt x="325164" y="9906"/>
                  </a:moveTo>
                  <a:lnTo>
                    <a:pt x="323087" y="9906"/>
                  </a:lnTo>
                  <a:lnTo>
                    <a:pt x="323087" y="12645"/>
                  </a:lnTo>
                  <a:lnTo>
                    <a:pt x="325164" y="9906"/>
                  </a:lnTo>
                  <a:close/>
                </a:path>
                <a:path w="1280159" h="429260">
                  <a:moveTo>
                    <a:pt x="326898" y="9906"/>
                  </a:moveTo>
                  <a:lnTo>
                    <a:pt x="326898" y="7620"/>
                  </a:lnTo>
                  <a:lnTo>
                    <a:pt x="325164" y="9906"/>
                  </a:lnTo>
                  <a:lnTo>
                    <a:pt x="326898" y="9906"/>
                  </a:lnTo>
                  <a:close/>
                </a:path>
                <a:path w="1280159" h="429260">
                  <a:moveTo>
                    <a:pt x="957833" y="9906"/>
                  </a:moveTo>
                  <a:lnTo>
                    <a:pt x="954024" y="7620"/>
                  </a:lnTo>
                  <a:lnTo>
                    <a:pt x="955757" y="9906"/>
                  </a:lnTo>
                  <a:lnTo>
                    <a:pt x="957833" y="9906"/>
                  </a:lnTo>
                  <a:close/>
                </a:path>
                <a:path w="1280159" h="429260">
                  <a:moveTo>
                    <a:pt x="955757" y="9906"/>
                  </a:moveTo>
                  <a:lnTo>
                    <a:pt x="954024" y="7620"/>
                  </a:lnTo>
                  <a:lnTo>
                    <a:pt x="954024" y="9906"/>
                  </a:lnTo>
                  <a:lnTo>
                    <a:pt x="955757" y="9906"/>
                  </a:lnTo>
                  <a:close/>
                </a:path>
                <a:path w="1280159" h="429260">
                  <a:moveTo>
                    <a:pt x="957833" y="12645"/>
                  </a:moveTo>
                  <a:lnTo>
                    <a:pt x="957833" y="9906"/>
                  </a:lnTo>
                  <a:lnTo>
                    <a:pt x="955757" y="9906"/>
                  </a:lnTo>
                  <a:lnTo>
                    <a:pt x="957833" y="12645"/>
                  </a:lnTo>
                  <a:close/>
                </a:path>
                <a:path w="1280159" h="429260">
                  <a:moveTo>
                    <a:pt x="1280159" y="424434"/>
                  </a:moveTo>
                  <a:lnTo>
                    <a:pt x="1280159" y="422148"/>
                  </a:lnTo>
                  <a:lnTo>
                    <a:pt x="1279397" y="420623"/>
                  </a:lnTo>
                  <a:lnTo>
                    <a:pt x="969747" y="12954"/>
                  </a:lnTo>
                  <a:lnTo>
                    <a:pt x="963929" y="12954"/>
                  </a:lnTo>
                  <a:lnTo>
                    <a:pt x="963929" y="20685"/>
                  </a:lnTo>
                  <a:lnTo>
                    <a:pt x="967697" y="25654"/>
                  </a:lnTo>
                  <a:lnTo>
                    <a:pt x="973835" y="25654"/>
                  </a:lnTo>
                  <a:lnTo>
                    <a:pt x="973835" y="33750"/>
                  </a:lnTo>
                  <a:lnTo>
                    <a:pt x="977325" y="38354"/>
                  </a:lnTo>
                  <a:lnTo>
                    <a:pt x="982979" y="38354"/>
                  </a:lnTo>
                  <a:lnTo>
                    <a:pt x="982979" y="45811"/>
                  </a:lnTo>
                  <a:lnTo>
                    <a:pt x="986954" y="51054"/>
                  </a:lnTo>
                  <a:lnTo>
                    <a:pt x="992885" y="51054"/>
                  </a:lnTo>
                  <a:lnTo>
                    <a:pt x="992885" y="58876"/>
                  </a:lnTo>
                  <a:lnTo>
                    <a:pt x="996583" y="63754"/>
                  </a:lnTo>
                  <a:lnTo>
                    <a:pt x="1002029" y="63754"/>
                  </a:lnTo>
                  <a:lnTo>
                    <a:pt x="1002029" y="70937"/>
                  </a:lnTo>
                  <a:lnTo>
                    <a:pt x="1006212" y="76454"/>
                  </a:lnTo>
                  <a:lnTo>
                    <a:pt x="1011935" y="76454"/>
                  </a:lnTo>
                  <a:lnTo>
                    <a:pt x="1011935" y="84002"/>
                  </a:lnTo>
                  <a:lnTo>
                    <a:pt x="1015841" y="89154"/>
                  </a:lnTo>
                  <a:lnTo>
                    <a:pt x="1021841" y="89154"/>
                  </a:lnTo>
                  <a:lnTo>
                    <a:pt x="1021841" y="97068"/>
                  </a:lnTo>
                  <a:lnTo>
                    <a:pt x="1025470" y="101854"/>
                  </a:lnTo>
                  <a:lnTo>
                    <a:pt x="1030985" y="101854"/>
                  </a:lnTo>
                  <a:lnTo>
                    <a:pt x="1030985" y="109128"/>
                  </a:lnTo>
                  <a:lnTo>
                    <a:pt x="1035099" y="114554"/>
                  </a:lnTo>
                  <a:lnTo>
                    <a:pt x="1040891" y="114554"/>
                  </a:lnTo>
                  <a:lnTo>
                    <a:pt x="1040891" y="122194"/>
                  </a:lnTo>
                  <a:lnTo>
                    <a:pt x="1044728" y="127254"/>
                  </a:lnTo>
                  <a:lnTo>
                    <a:pt x="1050798" y="127254"/>
                  </a:lnTo>
                  <a:lnTo>
                    <a:pt x="1051939" y="136764"/>
                  </a:lnTo>
                  <a:lnTo>
                    <a:pt x="1054357" y="139954"/>
                  </a:lnTo>
                  <a:lnTo>
                    <a:pt x="1059941" y="139954"/>
                  </a:lnTo>
                  <a:lnTo>
                    <a:pt x="1059941" y="147319"/>
                  </a:lnTo>
                  <a:lnTo>
                    <a:pt x="1063986" y="152654"/>
                  </a:lnTo>
                  <a:lnTo>
                    <a:pt x="1069848" y="152654"/>
                  </a:lnTo>
                  <a:lnTo>
                    <a:pt x="1070950" y="161839"/>
                  </a:lnTo>
                  <a:lnTo>
                    <a:pt x="1073615" y="165354"/>
                  </a:lnTo>
                  <a:lnTo>
                    <a:pt x="1079753" y="165354"/>
                  </a:lnTo>
                  <a:lnTo>
                    <a:pt x="1080908" y="174973"/>
                  </a:lnTo>
                  <a:lnTo>
                    <a:pt x="1083243" y="178054"/>
                  </a:lnTo>
                  <a:lnTo>
                    <a:pt x="1088898" y="178054"/>
                  </a:lnTo>
                  <a:lnTo>
                    <a:pt x="1089961" y="186913"/>
                  </a:lnTo>
                  <a:lnTo>
                    <a:pt x="1092872" y="190754"/>
                  </a:lnTo>
                  <a:lnTo>
                    <a:pt x="1098803" y="190754"/>
                  </a:lnTo>
                  <a:lnTo>
                    <a:pt x="1099919" y="200047"/>
                  </a:lnTo>
                  <a:lnTo>
                    <a:pt x="1102501" y="203454"/>
                  </a:lnTo>
                  <a:lnTo>
                    <a:pt x="1107948" y="203454"/>
                  </a:lnTo>
                  <a:lnTo>
                    <a:pt x="1108972" y="211987"/>
                  </a:lnTo>
                  <a:lnTo>
                    <a:pt x="1112130" y="216154"/>
                  </a:lnTo>
                  <a:lnTo>
                    <a:pt x="1117853" y="216154"/>
                  </a:lnTo>
                  <a:lnTo>
                    <a:pt x="1118930" y="225122"/>
                  </a:lnTo>
                  <a:lnTo>
                    <a:pt x="1121759" y="228854"/>
                  </a:lnTo>
                  <a:lnTo>
                    <a:pt x="1126998" y="228854"/>
                  </a:lnTo>
                  <a:lnTo>
                    <a:pt x="1127982" y="237062"/>
                  </a:lnTo>
                  <a:lnTo>
                    <a:pt x="1131388" y="241554"/>
                  </a:lnTo>
                  <a:lnTo>
                    <a:pt x="1136903" y="241554"/>
                  </a:lnTo>
                  <a:lnTo>
                    <a:pt x="1137941" y="250196"/>
                  </a:lnTo>
                  <a:lnTo>
                    <a:pt x="1141017" y="254254"/>
                  </a:lnTo>
                  <a:lnTo>
                    <a:pt x="1146048" y="254254"/>
                  </a:lnTo>
                  <a:lnTo>
                    <a:pt x="1146993" y="262136"/>
                  </a:lnTo>
                  <a:lnTo>
                    <a:pt x="1150646" y="266954"/>
                  </a:lnTo>
                  <a:lnTo>
                    <a:pt x="1155953" y="266954"/>
                  </a:lnTo>
                  <a:lnTo>
                    <a:pt x="1156952" y="275270"/>
                  </a:lnTo>
                  <a:lnTo>
                    <a:pt x="1160275" y="279654"/>
                  </a:lnTo>
                  <a:lnTo>
                    <a:pt x="1166622" y="279654"/>
                  </a:lnTo>
                  <a:lnTo>
                    <a:pt x="1166622" y="288025"/>
                  </a:lnTo>
                  <a:lnTo>
                    <a:pt x="1169904" y="292354"/>
                  </a:lnTo>
                  <a:lnTo>
                    <a:pt x="1175003" y="292354"/>
                  </a:lnTo>
                  <a:lnTo>
                    <a:pt x="1175962" y="300345"/>
                  </a:lnTo>
                  <a:lnTo>
                    <a:pt x="1179533" y="305054"/>
                  </a:lnTo>
                  <a:lnTo>
                    <a:pt x="1185672" y="305054"/>
                  </a:lnTo>
                  <a:lnTo>
                    <a:pt x="1185672" y="313150"/>
                  </a:lnTo>
                  <a:lnTo>
                    <a:pt x="1189161" y="317754"/>
                  </a:lnTo>
                  <a:lnTo>
                    <a:pt x="1195577" y="317754"/>
                  </a:lnTo>
                  <a:lnTo>
                    <a:pt x="1195577" y="326216"/>
                  </a:lnTo>
                  <a:lnTo>
                    <a:pt x="1198790" y="330454"/>
                  </a:lnTo>
                  <a:lnTo>
                    <a:pt x="1204722" y="330454"/>
                  </a:lnTo>
                  <a:lnTo>
                    <a:pt x="1204722" y="338276"/>
                  </a:lnTo>
                  <a:lnTo>
                    <a:pt x="1208419" y="343154"/>
                  </a:lnTo>
                  <a:lnTo>
                    <a:pt x="1214627" y="343154"/>
                  </a:lnTo>
                  <a:lnTo>
                    <a:pt x="1214627" y="351342"/>
                  </a:lnTo>
                  <a:lnTo>
                    <a:pt x="1218048" y="355854"/>
                  </a:lnTo>
                  <a:lnTo>
                    <a:pt x="1224533" y="355854"/>
                  </a:lnTo>
                  <a:lnTo>
                    <a:pt x="1224533" y="364407"/>
                  </a:lnTo>
                  <a:lnTo>
                    <a:pt x="1227677" y="368554"/>
                  </a:lnTo>
                  <a:lnTo>
                    <a:pt x="1233677" y="368554"/>
                  </a:lnTo>
                  <a:lnTo>
                    <a:pt x="1233677" y="376468"/>
                  </a:lnTo>
                  <a:lnTo>
                    <a:pt x="1237306" y="381254"/>
                  </a:lnTo>
                  <a:lnTo>
                    <a:pt x="1243583" y="381254"/>
                  </a:lnTo>
                  <a:lnTo>
                    <a:pt x="1243583" y="389533"/>
                  </a:lnTo>
                  <a:lnTo>
                    <a:pt x="1246935" y="393954"/>
                  </a:lnTo>
                  <a:lnTo>
                    <a:pt x="1252727" y="393954"/>
                  </a:lnTo>
                  <a:lnTo>
                    <a:pt x="1252727" y="401594"/>
                  </a:lnTo>
                  <a:lnTo>
                    <a:pt x="1256564" y="406654"/>
                  </a:lnTo>
                  <a:lnTo>
                    <a:pt x="1262633" y="406654"/>
                  </a:lnTo>
                  <a:lnTo>
                    <a:pt x="1262633" y="414659"/>
                  </a:lnTo>
                  <a:lnTo>
                    <a:pt x="1266000" y="419099"/>
                  </a:lnTo>
                  <a:lnTo>
                    <a:pt x="1275587" y="419099"/>
                  </a:lnTo>
                  <a:lnTo>
                    <a:pt x="1275587" y="429006"/>
                  </a:lnTo>
                  <a:lnTo>
                    <a:pt x="1277111" y="429006"/>
                  </a:lnTo>
                  <a:lnTo>
                    <a:pt x="1278635" y="427482"/>
                  </a:lnTo>
                  <a:lnTo>
                    <a:pt x="1280159" y="424434"/>
                  </a:lnTo>
                  <a:close/>
                </a:path>
                <a:path w="1280159" h="429260">
                  <a:moveTo>
                    <a:pt x="1266193" y="419354"/>
                  </a:moveTo>
                  <a:lnTo>
                    <a:pt x="1266000" y="419099"/>
                  </a:lnTo>
                  <a:lnTo>
                    <a:pt x="1262633" y="419099"/>
                  </a:lnTo>
                  <a:lnTo>
                    <a:pt x="1262633" y="419354"/>
                  </a:lnTo>
                  <a:lnTo>
                    <a:pt x="1266193" y="419354"/>
                  </a:lnTo>
                  <a:close/>
                </a:path>
                <a:path w="1280159" h="429260">
                  <a:moveTo>
                    <a:pt x="1275587" y="419099"/>
                  </a:moveTo>
                  <a:lnTo>
                    <a:pt x="1266000" y="419099"/>
                  </a:lnTo>
                  <a:lnTo>
                    <a:pt x="1266193" y="419354"/>
                  </a:lnTo>
                  <a:lnTo>
                    <a:pt x="1271777" y="419354"/>
                  </a:lnTo>
                  <a:lnTo>
                    <a:pt x="1271777" y="426720"/>
                  </a:lnTo>
                  <a:lnTo>
                    <a:pt x="1275587" y="419099"/>
                  </a:lnTo>
                  <a:close/>
                </a:path>
                <a:path w="1280159" h="429260">
                  <a:moveTo>
                    <a:pt x="1275587" y="429006"/>
                  </a:moveTo>
                  <a:lnTo>
                    <a:pt x="1275587" y="419099"/>
                  </a:lnTo>
                  <a:lnTo>
                    <a:pt x="1271777" y="426720"/>
                  </a:lnTo>
                  <a:lnTo>
                    <a:pt x="1271777" y="429006"/>
                  </a:lnTo>
                  <a:lnTo>
                    <a:pt x="1275587" y="4290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61553" y="2125980"/>
              <a:ext cx="1270635" cy="418465"/>
            </a:xfrm>
            <a:custGeom>
              <a:avLst/>
              <a:gdLst/>
              <a:ahLst/>
              <a:cxnLst/>
              <a:rect l="l" t="t" r="r" b="b"/>
              <a:pathLst>
                <a:path w="1270634" h="418464">
                  <a:moveTo>
                    <a:pt x="1270254" y="418337"/>
                  </a:moveTo>
                  <a:lnTo>
                    <a:pt x="952500" y="0"/>
                  </a:lnTo>
                  <a:lnTo>
                    <a:pt x="317753" y="0"/>
                  </a:lnTo>
                  <a:lnTo>
                    <a:pt x="0" y="418338"/>
                  </a:lnTo>
                  <a:lnTo>
                    <a:pt x="1270254" y="418337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856219" y="2120646"/>
              <a:ext cx="1280160" cy="429259"/>
            </a:xfrm>
            <a:custGeom>
              <a:avLst/>
              <a:gdLst/>
              <a:ahLst/>
              <a:cxnLst/>
              <a:rect l="l" t="t" r="r" b="b"/>
              <a:pathLst>
                <a:path w="1280159" h="429260">
                  <a:moveTo>
                    <a:pt x="1280159" y="424434"/>
                  </a:moveTo>
                  <a:lnTo>
                    <a:pt x="1280159" y="422148"/>
                  </a:lnTo>
                  <a:lnTo>
                    <a:pt x="1279397" y="420624"/>
                  </a:lnTo>
                  <a:lnTo>
                    <a:pt x="961643" y="2286"/>
                  </a:lnTo>
                  <a:lnTo>
                    <a:pt x="960881" y="762"/>
                  </a:lnTo>
                  <a:lnTo>
                    <a:pt x="959357" y="0"/>
                  </a:lnTo>
                  <a:lnTo>
                    <a:pt x="321563" y="0"/>
                  </a:lnTo>
                  <a:lnTo>
                    <a:pt x="320039" y="762"/>
                  </a:lnTo>
                  <a:lnTo>
                    <a:pt x="319277" y="2286"/>
                  </a:lnTo>
                  <a:lnTo>
                    <a:pt x="1523" y="420624"/>
                  </a:lnTo>
                  <a:lnTo>
                    <a:pt x="761" y="422148"/>
                  </a:lnTo>
                  <a:lnTo>
                    <a:pt x="0" y="424434"/>
                  </a:lnTo>
                  <a:lnTo>
                    <a:pt x="1523" y="425958"/>
                  </a:lnTo>
                  <a:lnTo>
                    <a:pt x="2285" y="427482"/>
                  </a:lnTo>
                  <a:lnTo>
                    <a:pt x="3809" y="429006"/>
                  </a:lnTo>
                  <a:lnTo>
                    <a:pt x="5333" y="429006"/>
                  </a:lnTo>
                  <a:lnTo>
                    <a:pt x="5333" y="419100"/>
                  </a:lnTo>
                  <a:lnTo>
                    <a:pt x="14921" y="419100"/>
                  </a:lnTo>
                  <a:lnTo>
                    <a:pt x="323087" y="12645"/>
                  </a:lnTo>
                  <a:lnTo>
                    <a:pt x="323087" y="9906"/>
                  </a:lnTo>
                  <a:lnTo>
                    <a:pt x="326897" y="7620"/>
                  </a:lnTo>
                  <a:lnTo>
                    <a:pt x="326897" y="9906"/>
                  </a:lnTo>
                  <a:lnTo>
                    <a:pt x="954023" y="9906"/>
                  </a:lnTo>
                  <a:lnTo>
                    <a:pt x="954023" y="7620"/>
                  </a:lnTo>
                  <a:lnTo>
                    <a:pt x="957833" y="9906"/>
                  </a:lnTo>
                  <a:lnTo>
                    <a:pt x="957833" y="12645"/>
                  </a:lnTo>
                  <a:lnTo>
                    <a:pt x="1266000" y="419100"/>
                  </a:lnTo>
                  <a:lnTo>
                    <a:pt x="1275587" y="419100"/>
                  </a:lnTo>
                  <a:lnTo>
                    <a:pt x="1275587" y="429006"/>
                  </a:lnTo>
                  <a:lnTo>
                    <a:pt x="1277111" y="429006"/>
                  </a:lnTo>
                  <a:lnTo>
                    <a:pt x="1278635" y="427482"/>
                  </a:lnTo>
                  <a:lnTo>
                    <a:pt x="1280159" y="424434"/>
                  </a:lnTo>
                  <a:close/>
                </a:path>
                <a:path w="1280159" h="429260">
                  <a:moveTo>
                    <a:pt x="14921" y="419100"/>
                  </a:moveTo>
                  <a:lnTo>
                    <a:pt x="5333" y="419100"/>
                  </a:lnTo>
                  <a:lnTo>
                    <a:pt x="9143" y="426720"/>
                  </a:lnTo>
                  <a:lnTo>
                    <a:pt x="14921" y="419100"/>
                  </a:lnTo>
                  <a:close/>
                </a:path>
                <a:path w="1280159" h="429260">
                  <a:moveTo>
                    <a:pt x="1275587" y="429006"/>
                  </a:moveTo>
                  <a:lnTo>
                    <a:pt x="1275587" y="419100"/>
                  </a:lnTo>
                  <a:lnTo>
                    <a:pt x="1271777" y="426720"/>
                  </a:lnTo>
                  <a:lnTo>
                    <a:pt x="1266000" y="419100"/>
                  </a:lnTo>
                  <a:lnTo>
                    <a:pt x="14921" y="419100"/>
                  </a:lnTo>
                  <a:lnTo>
                    <a:pt x="9143" y="426720"/>
                  </a:lnTo>
                  <a:lnTo>
                    <a:pt x="5333" y="419100"/>
                  </a:lnTo>
                  <a:lnTo>
                    <a:pt x="5333" y="429006"/>
                  </a:lnTo>
                  <a:lnTo>
                    <a:pt x="1275587" y="429006"/>
                  </a:lnTo>
                  <a:close/>
                </a:path>
                <a:path w="1280159" h="429260">
                  <a:moveTo>
                    <a:pt x="326897" y="7620"/>
                  </a:moveTo>
                  <a:lnTo>
                    <a:pt x="323087" y="9906"/>
                  </a:lnTo>
                  <a:lnTo>
                    <a:pt x="325164" y="9906"/>
                  </a:lnTo>
                  <a:lnTo>
                    <a:pt x="326897" y="7620"/>
                  </a:lnTo>
                  <a:close/>
                </a:path>
                <a:path w="1280159" h="429260">
                  <a:moveTo>
                    <a:pt x="325164" y="9906"/>
                  </a:moveTo>
                  <a:lnTo>
                    <a:pt x="323087" y="9906"/>
                  </a:lnTo>
                  <a:lnTo>
                    <a:pt x="323087" y="12645"/>
                  </a:lnTo>
                  <a:lnTo>
                    <a:pt x="325164" y="9906"/>
                  </a:lnTo>
                  <a:close/>
                </a:path>
                <a:path w="1280159" h="429260">
                  <a:moveTo>
                    <a:pt x="326897" y="9906"/>
                  </a:moveTo>
                  <a:lnTo>
                    <a:pt x="326897" y="7620"/>
                  </a:lnTo>
                  <a:lnTo>
                    <a:pt x="325164" y="9906"/>
                  </a:lnTo>
                  <a:lnTo>
                    <a:pt x="326897" y="9906"/>
                  </a:lnTo>
                  <a:close/>
                </a:path>
                <a:path w="1280159" h="429260">
                  <a:moveTo>
                    <a:pt x="957833" y="9906"/>
                  </a:moveTo>
                  <a:lnTo>
                    <a:pt x="954023" y="7620"/>
                  </a:lnTo>
                  <a:lnTo>
                    <a:pt x="955757" y="9906"/>
                  </a:lnTo>
                  <a:lnTo>
                    <a:pt x="957833" y="9906"/>
                  </a:lnTo>
                  <a:close/>
                </a:path>
                <a:path w="1280159" h="429260">
                  <a:moveTo>
                    <a:pt x="955757" y="9906"/>
                  </a:moveTo>
                  <a:lnTo>
                    <a:pt x="954023" y="7620"/>
                  </a:lnTo>
                  <a:lnTo>
                    <a:pt x="954023" y="9906"/>
                  </a:lnTo>
                  <a:lnTo>
                    <a:pt x="955757" y="9906"/>
                  </a:lnTo>
                  <a:close/>
                </a:path>
                <a:path w="1280159" h="429260">
                  <a:moveTo>
                    <a:pt x="957833" y="12645"/>
                  </a:moveTo>
                  <a:lnTo>
                    <a:pt x="957833" y="9906"/>
                  </a:lnTo>
                  <a:lnTo>
                    <a:pt x="955757" y="9906"/>
                  </a:lnTo>
                  <a:lnTo>
                    <a:pt x="957833" y="12645"/>
                  </a:lnTo>
                  <a:close/>
                </a:path>
                <a:path w="1280159" h="429260">
                  <a:moveTo>
                    <a:pt x="1275587" y="419100"/>
                  </a:moveTo>
                  <a:lnTo>
                    <a:pt x="1266000" y="419100"/>
                  </a:lnTo>
                  <a:lnTo>
                    <a:pt x="1271777" y="426720"/>
                  </a:lnTo>
                  <a:lnTo>
                    <a:pt x="1275587" y="41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298433" y="2216911"/>
            <a:ext cx="397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PaaS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539228" y="2539745"/>
            <a:ext cx="1915160" cy="428625"/>
            <a:chOff x="7539228" y="2539745"/>
            <a:chExt cx="1915160" cy="428625"/>
          </a:xfrm>
        </p:grpSpPr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39228" y="2539745"/>
              <a:ext cx="1914905" cy="42824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539228" y="2539745"/>
              <a:ext cx="1915160" cy="428625"/>
            </a:xfrm>
            <a:custGeom>
              <a:avLst/>
              <a:gdLst/>
              <a:ahLst/>
              <a:cxnLst/>
              <a:rect l="l" t="t" r="r" b="b"/>
              <a:pathLst>
                <a:path w="1915159" h="428625">
                  <a:moveTo>
                    <a:pt x="1914906" y="424434"/>
                  </a:moveTo>
                  <a:lnTo>
                    <a:pt x="1914906" y="422148"/>
                  </a:lnTo>
                  <a:lnTo>
                    <a:pt x="1913382" y="420624"/>
                  </a:lnTo>
                  <a:lnTo>
                    <a:pt x="1596390" y="1524"/>
                  </a:lnTo>
                  <a:lnTo>
                    <a:pt x="1595628" y="762"/>
                  </a:lnTo>
                  <a:lnTo>
                    <a:pt x="1594104" y="0"/>
                  </a:lnTo>
                  <a:lnTo>
                    <a:pt x="320802" y="0"/>
                  </a:lnTo>
                  <a:lnTo>
                    <a:pt x="319278" y="762"/>
                  </a:lnTo>
                  <a:lnTo>
                    <a:pt x="318516" y="1524"/>
                  </a:lnTo>
                  <a:lnTo>
                    <a:pt x="762" y="420624"/>
                  </a:lnTo>
                  <a:lnTo>
                    <a:pt x="0" y="422148"/>
                  </a:lnTo>
                  <a:lnTo>
                    <a:pt x="0" y="424434"/>
                  </a:lnTo>
                  <a:lnTo>
                    <a:pt x="1524" y="427482"/>
                  </a:lnTo>
                  <a:lnTo>
                    <a:pt x="3048" y="428244"/>
                  </a:lnTo>
                  <a:lnTo>
                    <a:pt x="4572" y="428244"/>
                  </a:lnTo>
                  <a:lnTo>
                    <a:pt x="4572" y="419100"/>
                  </a:lnTo>
                  <a:lnTo>
                    <a:pt x="14159" y="419100"/>
                  </a:lnTo>
                  <a:lnTo>
                    <a:pt x="322326" y="12645"/>
                  </a:lnTo>
                  <a:lnTo>
                    <a:pt x="322326" y="9906"/>
                  </a:lnTo>
                  <a:lnTo>
                    <a:pt x="326136" y="7620"/>
                  </a:lnTo>
                  <a:lnTo>
                    <a:pt x="326136" y="9906"/>
                  </a:lnTo>
                  <a:lnTo>
                    <a:pt x="1588770" y="9906"/>
                  </a:lnTo>
                  <a:lnTo>
                    <a:pt x="1588770" y="7620"/>
                  </a:lnTo>
                  <a:lnTo>
                    <a:pt x="1592580" y="9906"/>
                  </a:lnTo>
                  <a:lnTo>
                    <a:pt x="1592580" y="12657"/>
                  </a:lnTo>
                  <a:lnTo>
                    <a:pt x="1899998" y="419100"/>
                  </a:lnTo>
                  <a:lnTo>
                    <a:pt x="1909572" y="419100"/>
                  </a:lnTo>
                  <a:lnTo>
                    <a:pt x="1909572" y="428244"/>
                  </a:lnTo>
                  <a:lnTo>
                    <a:pt x="1911858" y="428244"/>
                  </a:lnTo>
                  <a:lnTo>
                    <a:pt x="1913382" y="427482"/>
                  </a:lnTo>
                  <a:lnTo>
                    <a:pt x="1914906" y="424434"/>
                  </a:lnTo>
                  <a:close/>
                </a:path>
                <a:path w="1915159" h="428625">
                  <a:moveTo>
                    <a:pt x="14159" y="419100"/>
                  </a:moveTo>
                  <a:lnTo>
                    <a:pt x="4572" y="419100"/>
                  </a:lnTo>
                  <a:lnTo>
                    <a:pt x="8382" y="426720"/>
                  </a:lnTo>
                  <a:lnTo>
                    <a:pt x="14159" y="419100"/>
                  </a:lnTo>
                  <a:close/>
                </a:path>
                <a:path w="1915159" h="428625">
                  <a:moveTo>
                    <a:pt x="1909572" y="428244"/>
                  </a:moveTo>
                  <a:lnTo>
                    <a:pt x="1909572" y="419100"/>
                  </a:lnTo>
                  <a:lnTo>
                    <a:pt x="1905762" y="426720"/>
                  </a:lnTo>
                  <a:lnTo>
                    <a:pt x="1899998" y="419100"/>
                  </a:lnTo>
                  <a:lnTo>
                    <a:pt x="14159" y="419100"/>
                  </a:lnTo>
                  <a:lnTo>
                    <a:pt x="8382" y="426720"/>
                  </a:lnTo>
                  <a:lnTo>
                    <a:pt x="4572" y="419100"/>
                  </a:lnTo>
                  <a:lnTo>
                    <a:pt x="4572" y="428244"/>
                  </a:lnTo>
                  <a:lnTo>
                    <a:pt x="1909572" y="428244"/>
                  </a:lnTo>
                  <a:close/>
                </a:path>
                <a:path w="1915159" h="428625">
                  <a:moveTo>
                    <a:pt x="326136" y="7620"/>
                  </a:moveTo>
                  <a:lnTo>
                    <a:pt x="322326" y="9906"/>
                  </a:lnTo>
                  <a:lnTo>
                    <a:pt x="324402" y="9906"/>
                  </a:lnTo>
                  <a:lnTo>
                    <a:pt x="326136" y="7620"/>
                  </a:lnTo>
                  <a:close/>
                </a:path>
                <a:path w="1915159" h="428625">
                  <a:moveTo>
                    <a:pt x="324402" y="9906"/>
                  </a:moveTo>
                  <a:lnTo>
                    <a:pt x="322326" y="9906"/>
                  </a:lnTo>
                  <a:lnTo>
                    <a:pt x="322326" y="12645"/>
                  </a:lnTo>
                  <a:lnTo>
                    <a:pt x="324402" y="9906"/>
                  </a:lnTo>
                  <a:close/>
                </a:path>
                <a:path w="1915159" h="428625">
                  <a:moveTo>
                    <a:pt x="326136" y="9906"/>
                  </a:moveTo>
                  <a:lnTo>
                    <a:pt x="326136" y="7620"/>
                  </a:lnTo>
                  <a:lnTo>
                    <a:pt x="324402" y="9906"/>
                  </a:lnTo>
                  <a:lnTo>
                    <a:pt x="326136" y="9906"/>
                  </a:lnTo>
                  <a:close/>
                </a:path>
                <a:path w="1915159" h="428625">
                  <a:moveTo>
                    <a:pt x="1592580" y="9906"/>
                  </a:moveTo>
                  <a:lnTo>
                    <a:pt x="1588770" y="7620"/>
                  </a:lnTo>
                  <a:lnTo>
                    <a:pt x="1590499" y="9906"/>
                  </a:lnTo>
                  <a:lnTo>
                    <a:pt x="1592580" y="9906"/>
                  </a:lnTo>
                  <a:close/>
                </a:path>
                <a:path w="1915159" h="428625">
                  <a:moveTo>
                    <a:pt x="1590499" y="9906"/>
                  </a:moveTo>
                  <a:lnTo>
                    <a:pt x="1588770" y="7620"/>
                  </a:lnTo>
                  <a:lnTo>
                    <a:pt x="1588770" y="9906"/>
                  </a:lnTo>
                  <a:lnTo>
                    <a:pt x="1590499" y="9906"/>
                  </a:lnTo>
                  <a:close/>
                </a:path>
                <a:path w="1915159" h="428625">
                  <a:moveTo>
                    <a:pt x="1592580" y="12657"/>
                  </a:moveTo>
                  <a:lnTo>
                    <a:pt x="1592580" y="9906"/>
                  </a:lnTo>
                  <a:lnTo>
                    <a:pt x="1590499" y="9906"/>
                  </a:lnTo>
                  <a:lnTo>
                    <a:pt x="1592580" y="12657"/>
                  </a:lnTo>
                  <a:close/>
                </a:path>
                <a:path w="1915159" h="428625">
                  <a:moveTo>
                    <a:pt x="1909572" y="419100"/>
                  </a:moveTo>
                  <a:lnTo>
                    <a:pt x="1899998" y="419100"/>
                  </a:lnTo>
                  <a:lnTo>
                    <a:pt x="1905762" y="426720"/>
                  </a:lnTo>
                  <a:lnTo>
                    <a:pt x="1909572" y="419100"/>
                  </a:lnTo>
                  <a:close/>
                </a:path>
              </a:pathLst>
            </a:custGeom>
            <a:solidFill>
              <a:srgbClr val="F692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327390" y="2636011"/>
            <a:ext cx="339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IaaS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5272" y="7100569"/>
            <a:ext cx="21520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©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Carnegie</a:t>
            </a:r>
            <a:r>
              <a:rPr sz="1000" spc="-4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Mellon</a:t>
            </a:r>
            <a:r>
              <a:rPr sz="1000" spc="-5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University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Qatar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200"/>
            <a:ext cx="9144000" cy="6858000"/>
            <a:chOff x="457200" y="45720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20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1491995"/>
              <a:ext cx="9143999" cy="13014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00" y="5452871"/>
              <a:ext cx="9143999" cy="13014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4130802"/>
              <a:ext cx="9143999" cy="130225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200" y="2809494"/>
              <a:ext cx="9143999" cy="130149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69873" y="5103367"/>
            <a:ext cx="11512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10" dirty="0">
                <a:solidFill>
                  <a:srgbClr val="FFFFFF"/>
                </a:solidFill>
                <a:latin typeface="Candara"/>
                <a:cs typeface="Candara"/>
              </a:rPr>
              <a:t>Virtualization</a:t>
            </a:r>
            <a:endParaRPr sz="1600">
              <a:latin typeface="Candara"/>
              <a:cs typeface="Candar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5388" y="3788912"/>
            <a:ext cx="9239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10" dirty="0">
                <a:solidFill>
                  <a:srgbClr val="FFFFFF"/>
                </a:solidFill>
                <a:latin typeface="Candara"/>
                <a:cs typeface="Candara"/>
              </a:rPr>
              <a:t>Workloads</a:t>
            </a:r>
            <a:endParaRPr sz="1600">
              <a:latin typeface="Candara"/>
              <a:cs typeface="Candar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45869" y="3050285"/>
            <a:ext cx="1415034" cy="72390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511300" y="3100070"/>
            <a:ext cx="8528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FFFFFF"/>
                </a:solidFill>
                <a:latin typeface="Candara"/>
                <a:cs typeface="Candara"/>
              </a:rPr>
              <a:t>Web</a:t>
            </a:r>
            <a:r>
              <a:rPr sz="1200" i="1" spc="-60" dirty="0">
                <a:solidFill>
                  <a:srgbClr val="FFFFFF"/>
                </a:solidFill>
                <a:latin typeface="Candara"/>
                <a:cs typeface="Candara"/>
              </a:rPr>
              <a:t> </a:t>
            </a:r>
            <a:r>
              <a:rPr sz="1200" i="1" spc="-25" dirty="0">
                <a:solidFill>
                  <a:srgbClr val="FFFFFF"/>
                </a:solidFill>
                <a:latin typeface="Candara"/>
                <a:cs typeface="Candara"/>
              </a:rPr>
              <a:t>2.0 </a:t>
            </a:r>
            <a:r>
              <a:rPr sz="1200" i="1" spc="-10" dirty="0">
                <a:solidFill>
                  <a:srgbClr val="FFFFFF"/>
                </a:solidFill>
                <a:latin typeface="Candara"/>
                <a:cs typeface="Candara"/>
              </a:rPr>
              <a:t>Collaborative Innovation</a:t>
            </a:r>
            <a:endParaRPr sz="1200">
              <a:latin typeface="Candara"/>
              <a:cs typeface="Candar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25495" y="3035807"/>
            <a:ext cx="6068060" cy="738505"/>
            <a:chOff x="2825495" y="3035807"/>
            <a:chExt cx="6068060" cy="738505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25495" y="3035807"/>
              <a:ext cx="1415033" cy="7239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74641" y="3050285"/>
              <a:ext cx="1415034" cy="7239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61888" y="3050285"/>
              <a:ext cx="1415795" cy="7239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78267" y="3050285"/>
              <a:ext cx="1415033" cy="7239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056635" y="3188461"/>
            <a:ext cx="8616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9539">
              <a:lnSpc>
                <a:spcPct val="100000"/>
              </a:lnSpc>
              <a:spcBef>
                <a:spcPts val="100"/>
              </a:spcBef>
            </a:pPr>
            <a:r>
              <a:rPr sz="1200" i="1" spc="-10" dirty="0">
                <a:solidFill>
                  <a:srgbClr val="FFFFFF"/>
                </a:solidFill>
                <a:latin typeface="Candara"/>
                <a:cs typeface="Candara"/>
              </a:rPr>
              <a:t>Software Development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72076" y="3196844"/>
            <a:ext cx="668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1125">
              <a:lnSpc>
                <a:spcPct val="100000"/>
              </a:lnSpc>
              <a:spcBef>
                <a:spcPts val="100"/>
              </a:spcBef>
            </a:pPr>
            <a:r>
              <a:rPr sz="1200" i="1" spc="-10" dirty="0">
                <a:solidFill>
                  <a:srgbClr val="FFFFFF"/>
                </a:solidFill>
                <a:latin typeface="Candara"/>
                <a:cs typeface="Candara"/>
              </a:rPr>
              <a:t>Virtual Classroom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29603" y="3101594"/>
            <a:ext cx="6896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200" i="1" spc="-20" dirty="0">
                <a:solidFill>
                  <a:srgbClr val="FFFFFF"/>
                </a:solidFill>
                <a:latin typeface="Candara"/>
                <a:cs typeface="Candara"/>
              </a:rPr>
              <a:t>Data </a:t>
            </a:r>
            <a:r>
              <a:rPr sz="1200" i="1" spc="-10" dirty="0">
                <a:solidFill>
                  <a:srgbClr val="FFFFFF"/>
                </a:solidFill>
                <a:latin typeface="Candara"/>
                <a:cs typeface="Candara"/>
              </a:rPr>
              <a:t>Intensive Processing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14742" y="3207511"/>
            <a:ext cx="813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FFFFFF"/>
                </a:solidFill>
                <a:latin typeface="Candara"/>
                <a:cs typeface="Candara"/>
              </a:rPr>
              <a:t>High</a:t>
            </a:r>
            <a:r>
              <a:rPr sz="1200" i="1" spc="-15" dirty="0">
                <a:solidFill>
                  <a:srgbClr val="FFFFFF"/>
                </a:solidFill>
                <a:latin typeface="Candara"/>
                <a:cs typeface="Candara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Candara"/>
                <a:cs typeface="Candara"/>
              </a:rPr>
              <a:t>Volume Transactions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68118" y="4816094"/>
            <a:ext cx="558165" cy="39243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38100">
              <a:lnSpc>
                <a:spcPts val="1330"/>
              </a:lnSpc>
              <a:spcBef>
                <a:spcPts val="335"/>
              </a:spcBef>
            </a:pPr>
            <a:r>
              <a:rPr sz="1300" i="1" spc="-10" dirty="0">
                <a:solidFill>
                  <a:srgbClr val="FFFFFF"/>
                </a:solidFill>
                <a:latin typeface="Candara"/>
                <a:cs typeface="Candara"/>
              </a:rPr>
              <a:t>Virtual Storage</a:t>
            </a:r>
            <a:endParaRPr sz="1300">
              <a:latin typeface="Candara"/>
              <a:cs typeface="Candar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88259" y="4816094"/>
            <a:ext cx="682625" cy="39243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100330">
              <a:lnSpc>
                <a:spcPts val="1330"/>
              </a:lnSpc>
              <a:spcBef>
                <a:spcPts val="335"/>
              </a:spcBef>
            </a:pPr>
            <a:r>
              <a:rPr sz="1300" i="1" spc="-10" dirty="0">
                <a:solidFill>
                  <a:srgbClr val="FFFFFF"/>
                </a:solidFill>
                <a:latin typeface="Candara"/>
                <a:cs typeface="Candara"/>
              </a:rPr>
              <a:t>Virtual Networks</a:t>
            </a:r>
            <a:endParaRPr sz="1300">
              <a:latin typeface="Candara"/>
              <a:cs typeface="Candar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20561" y="4816094"/>
            <a:ext cx="526415" cy="39243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21590">
              <a:lnSpc>
                <a:spcPts val="1330"/>
              </a:lnSpc>
              <a:spcBef>
                <a:spcPts val="335"/>
              </a:spcBef>
            </a:pPr>
            <a:r>
              <a:rPr sz="1300" i="1" spc="-10" dirty="0">
                <a:solidFill>
                  <a:srgbClr val="FFFFFF"/>
                </a:solidFill>
                <a:latin typeface="Candara"/>
                <a:cs typeface="Candara"/>
              </a:rPr>
              <a:t>Virtual Servers</a:t>
            </a:r>
            <a:endParaRPr sz="1300">
              <a:latin typeface="Candara"/>
              <a:cs typeface="Candar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57681" y="6422390"/>
            <a:ext cx="11779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dirty="0">
                <a:solidFill>
                  <a:srgbClr val="FFFFFF"/>
                </a:solidFill>
                <a:latin typeface="Candara"/>
                <a:cs typeface="Candara"/>
              </a:rPr>
              <a:t>Physical</a:t>
            </a:r>
            <a:r>
              <a:rPr sz="1600" i="1" spc="-60" dirty="0">
                <a:solidFill>
                  <a:srgbClr val="FFFFFF"/>
                </a:solidFill>
                <a:latin typeface="Candara"/>
                <a:cs typeface="Candara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Candara"/>
                <a:cs typeface="Candara"/>
              </a:rPr>
              <a:t>Layer</a:t>
            </a:r>
            <a:endParaRPr sz="1600">
              <a:latin typeface="Candara"/>
              <a:cs typeface="Candar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121151" y="5432297"/>
            <a:ext cx="3916045" cy="761365"/>
            <a:chOff x="3121151" y="5432297"/>
            <a:chExt cx="3916045" cy="761365"/>
          </a:xfrm>
        </p:grpSpPr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88001" y="5448299"/>
              <a:ext cx="1609344" cy="72009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81627" y="5465063"/>
              <a:ext cx="578358" cy="66598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21151" y="5432297"/>
              <a:ext cx="627887" cy="76123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392417" y="5535929"/>
              <a:ext cx="644651" cy="29184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438137" y="5835395"/>
              <a:ext cx="557022" cy="31622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4842002" y="6051296"/>
            <a:ext cx="9486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FFFFFF"/>
                </a:solidFill>
                <a:latin typeface="Candara"/>
                <a:cs typeface="Candara"/>
              </a:rPr>
              <a:t>Racks, BladeCenter</a:t>
            </a:r>
            <a:endParaRPr sz="1400">
              <a:latin typeface="Candara"/>
              <a:cs typeface="Candar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313414" y="6098540"/>
            <a:ext cx="6165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FFFFFF"/>
                </a:solidFill>
                <a:latin typeface="Candara"/>
                <a:cs typeface="Candara"/>
              </a:rPr>
              <a:t>Storage</a:t>
            </a:r>
            <a:endParaRPr sz="1400">
              <a:latin typeface="Candara"/>
              <a:cs typeface="Candar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331445" y="6108448"/>
            <a:ext cx="9175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FFFFFF"/>
                </a:solidFill>
                <a:latin typeface="Candara"/>
                <a:cs typeface="Candara"/>
              </a:rPr>
              <a:t>Networking</a:t>
            </a:r>
            <a:endParaRPr sz="1400">
              <a:latin typeface="Candara"/>
              <a:cs typeface="Candar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161032" y="5506973"/>
            <a:ext cx="6019165" cy="798830"/>
            <a:chOff x="2161032" y="5506973"/>
            <a:chExt cx="6019165" cy="798830"/>
          </a:xfrm>
        </p:grpSpPr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356347" y="5506973"/>
              <a:ext cx="823722" cy="67360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161032" y="5569457"/>
              <a:ext cx="378713" cy="736091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2019554" y="6051296"/>
            <a:ext cx="5854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FFFFFF"/>
                </a:solidFill>
                <a:latin typeface="Candara"/>
                <a:cs typeface="Candara"/>
              </a:rPr>
              <a:t>Servers</a:t>
            </a:r>
            <a:endParaRPr sz="1400">
              <a:latin typeface="Candara"/>
              <a:cs typeface="Candar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660385" y="4816094"/>
            <a:ext cx="1007110" cy="56070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algn="ctr">
              <a:lnSpc>
                <a:spcPts val="1330"/>
              </a:lnSpc>
              <a:spcBef>
                <a:spcPts val="335"/>
              </a:spcBef>
            </a:pPr>
            <a:r>
              <a:rPr sz="1300" i="1" spc="-10" dirty="0">
                <a:solidFill>
                  <a:srgbClr val="FFFFFF"/>
                </a:solidFill>
                <a:latin typeface="Candara"/>
                <a:cs typeface="Candara"/>
              </a:rPr>
              <a:t>Virtual Applications</a:t>
            </a:r>
            <a:r>
              <a:rPr sz="1300" i="1" spc="5" dirty="0">
                <a:solidFill>
                  <a:srgbClr val="FFFFFF"/>
                </a:solidFill>
                <a:latin typeface="Candara"/>
                <a:cs typeface="Candara"/>
              </a:rPr>
              <a:t> </a:t>
            </a:r>
            <a:r>
              <a:rPr sz="1300" i="1" spc="-50" dirty="0">
                <a:solidFill>
                  <a:srgbClr val="FFFFFF"/>
                </a:solidFill>
                <a:latin typeface="Candara"/>
                <a:cs typeface="Candara"/>
              </a:rPr>
              <a:t>&amp; </a:t>
            </a:r>
            <a:r>
              <a:rPr sz="1300" i="1" spc="-10" dirty="0">
                <a:solidFill>
                  <a:srgbClr val="FFFFFF"/>
                </a:solidFill>
                <a:latin typeface="Candara"/>
                <a:cs typeface="Candara"/>
              </a:rPr>
              <a:t>Middleware</a:t>
            </a:r>
            <a:endParaRPr sz="1300">
              <a:latin typeface="Candara"/>
              <a:cs typeface="Candar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107431" y="4816077"/>
            <a:ext cx="493395" cy="39243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12700">
              <a:lnSpc>
                <a:spcPts val="1330"/>
              </a:lnSpc>
              <a:spcBef>
                <a:spcPts val="335"/>
              </a:spcBef>
            </a:pPr>
            <a:r>
              <a:rPr sz="1300" i="1" spc="-10" dirty="0">
                <a:solidFill>
                  <a:srgbClr val="FFFFFF"/>
                </a:solidFill>
                <a:latin typeface="Candara"/>
                <a:cs typeface="Candara"/>
              </a:rPr>
              <a:t>Virtual Clients</a:t>
            </a:r>
            <a:endParaRPr sz="1300">
              <a:latin typeface="Candara"/>
              <a:cs typeface="Candar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224277" y="1635251"/>
            <a:ext cx="6734809" cy="3236595"/>
            <a:chOff x="2224277" y="1635251"/>
            <a:chExt cx="6734809" cy="3236595"/>
          </a:xfrm>
        </p:grpSpPr>
        <p:sp>
          <p:nvSpPr>
            <p:cNvPr id="41" name="object 41"/>
            <p:cNvSpPr/>
            <p:nvPr/>
          </p:nvSpPr>
          <p:spPr>
            <a:xfrm>
              <a:off x="2611373" y="4216907"/>
              <a:ext cx="422909" cy="119380"/>
            </a:xfrm>
            <a:custGeom>
              <a:avLst/>
              <a:gdLst/>
              <a:ahLst/>
              <a:cxnLst/>
              <a:rect l="l" t="t" r="r" b="b"/>
              <a:pathLst>
                <a:path w="422910" h="119379">
                  <a:moveTo>
                    <a:pt x="422909" y="72390"/>
                  </a:moveTo>
                  <a:lnTo>
                    <a:pt x="226313" y="0"/>
                  </a:lnTo>
                  <a:lnTo>
                    <a:pt x="0" y="25908"/>
                  </a:lnTo>
                  <a:lnTo>
                    <a:pt x="186689" y="118872"/>
                  </a:lnTo>
                  <a:lnTo>
                    <a:pt x="422909" y="72390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604515" y="4210811"/>
              <a:ext cx="436245" cy="132080"/>
            </a:xfrm>
            <a:custGeom>
              <a:avLst/>
              <a:gdLst/>
              <a:ahLst/>
              <a:cxnLst/>
              <a:rect l="l" t="t" r="r" b="b"/>
              <a:pathLst>
                <a:path w="436244" h="132079">
                  <a:moveTo>
                    <a:pt x="435864" y="81533"/>
                  </a:moveTo>
                  <a:lnTo>
                    <a:pt x="435864" y="76199"/>
                  </a:lnTo>
                  <a:lnTo>
                    <a:pt x="434340" y="73151"/>
                  </a:lnTo>
                  <a:lnTo>
                    <a:pt x="432054" y="72389"/>
                  </a:lnTo>
                  <a:lnTo>
                    <a:pt x="235458" y="0"/>
                  </a:lnTo>
                  <a:lnTo>
                    <a:pt x="231614" y="91"/>
                  </a:lnTo>
                  <a:lnTo>
                    <a:pt x="6096" y="25907"/>
                  </a:lnTo>
                  <a:lnTo>
                    <a:pt x="3810" y="25907"/>
                  </a:lnTo>
                  <a:lnTo>
                    <a:pt x="1524" y="28193"/>
                  </a:lnTo>
                  <a:lnTo>
                    <a:pt x="762" y="31241"/>
                  </a:lnTo>
                  <a:lnTo>
                    <a:pt x="0" y="33527"/>
                  </a:lnTo>
                  <a:lnTo>
                    <a:pt x="1524" y="36575"/>
                  </a:lnTo>
                  <a:lnTo>
                    <a:pt x="3810" y="38099"/>
                  </a:lnTo>
                  <a:lnTo>
                    <a:pt x="7620" y="39997"/>
                  </a:lnTo>
                  <a:lnTo>
                    <a:pt x="7620" y="38099"/>
                  </a:lnTo>
                  <a:lnTo>
                    <a:pt x="9906" y="26669"/>
                  </a:lnTo>
                  <a:lnTo>
                    <a:pt x="28081" y="35757"/>
                  </a:lnTo>
                  <a:lnTo>
                    <a:pt x="230886" y="12540"/>
                  </a:lnTo>
                  <a:lnTo>
                    <a:pt x="230886" y="12191"/>
                  </a:lnTo>
                  <a:lnTo>
                    <a:pt x="233934" y="12191"/>
                  </a:lnTo>
                  <a:lnTo>
                    <a:pt x="233934" y="13302"/>
                  </a:lnTo>
                  <a:lnTo>
                    <a:pt x="406148" y="76047"/>
                  </a:lnTo>
                  <a:lnTo>
                    <a:pt x="428244" y="71627"/>
                  </a:lnTo>
                  <a:lnTo>
                    <a:pt x="428244" y="85031"/>
                  </a:lnTo>
                  <a:lnTo>
                    <a:pt x="430530" y="84581"/>
                  </a:lnTo>
                  <a:lnTo>
                    <a:pt x="433578" y="83819"/>
                  </a:lnTo>
                  <a:lnTo>
                    <a:pt x="435864" y="81533"/>
                  </a:lnTo>
                  <a:close/>
                </a:path>
                <a:path w="436244" h="132079">
                  <a:moveTo>
                    <a:pt x="28081" y="35757"/>
                  </a:moveTo>
                  <a:lnTo>
                    <a:pt x="9906" y="26669"/>
                  </a:lnTo>
                  <a:lnTo>
                    <a:pt x="7620" y="38099"/>
                  </a:lnTo>
                  <a:lnTo>
                    <a:pt x="28081" y="35757"/>
                  </a:lnTo>
                  <a:close/>
                </a:path>
                <a:path w="436244" h="132079">
                  <a:moveTo>
                    <a:pt x="195834" y="130764"/>
                  </a:moveTo>
                  <a:lnTo>
                    <a:pt x="195834" y="119633"/>
                  </a:lnTo>
                  <a:lnTo>
                    <a:pt x="192024" y="118871"/>
                  </a:lnTo>
                  <a:lnTo>
                    <a:pt x="192024" y="117728"/>
                  </a:lnTo>
                  <a:lnTo>
                    <a:pt x="28081" y="35757"/>
                  </a:lnTo>
                  <a:lnTo>
                    <a:pt x="7620" y="38099"/>
                  </a:lnTo>
                  <a:lnTo>
                    <a:pt x="7620" y="39997"/>
                  </a:lnTo>
                  <a:lnTo>
                    <a:pt x="190500" y="131063"/>
                  </a:lnTo>
                  <a:lnTo>
                    <a:pt x="192024" y="131063"/>
                  </a:lnTo>
                  <a:lnTo>
                    <a:pt x="192024" y="118871"/>
                  </a:lnTo>
                  <a:lnTo>
                    <a:pt x="193548" y="118567"/>
                  </a:lnTo>
                  <a:lnTo>
                    <a:pt x="193548" y="131825"/>
                  </a:lnTo>
                  <a:lnTo>
                    <a:pt x="194310" y="131063"/>
                  </a:lnTo>
                  <a:lnTo>
                    <a:pt x="195834" y="130764"/>
                  </a:lnTo>
                  <a:close/>
                </a:path>
                <a:path w="436244" h="132079">
                  <a:moveTo>
                    <a:pt x="195834" y="119633"/>
                  </a:moveTo>
                  <a:lnTo>
                    <a:pt x="194310" y="118871"/>
                  </a:lnTo>
                  <a:lnTo>
                    <a:pt x="193548" y="118567"/>
                  </a:lnTo>
                  <a:lnTo>
                    <a:pt x="192024" y="118871"/>
                  </a:lnTo>
                  <a:lnTo>
                    <a:pt x="195834" y="119633"/>
                  </a:lnTo>
                  <a:close/>
                </a:path>
                <a:path w="436244" h="132079">
                  <a:moveTo>
                    <a:pt x="428244" y="85031"/>
                  </a:moveTo>
                  <a:lnTo>
                    <a:pt x="428244" y="71627"/>
                  </a:lnTo>
                  <a:lnTo>
                    <a:pt x="427482" y="83819"/>
                  </a:lnTo>
                  <a:lnTo>
                    <a:pt x="406148" y="76047"/>
                  </a:lnTo>
                  <a:lnTo>
                    <a:pt x="193548" y="118567"/>
                  </a:lnTo>
                  <a:lnTo>
                    <a:pt x="194310" y="118871"/>
                  </a:lnTo>
                  <a:lnTo>
                    <a:pt x="195834" y="119633"/>
                  </a:lnTo>
                  <a:lnTo>
                    <a:pt x="195834" y="130764"/>
                  </a:lnTo>
                  <a:lnTo>
                    <a:pt x="428244" y="85031"/>
                  </a:lnTo>
                  <a:close/>
                </a:path>
                <a:path w="436244" h="132079">
                  <a:moveTo>
                    <a:pt x="233934" y="12191"/>
                  </a:moveTo>
                  <a:lnTo>
                    <a:pt x="230886" y="12191"/>
                  </a:lnTo>
                  <a:lnTo>
                    <a:pt x="231614" y="12457"/>
                  </a:lnTo>
                  <a:lnTo>
                    <a:pt x="233934" y="12191"/>
                  </a:lnTo>
                  <a:close/>
                </a:path>
                <a:path w="436244" h="132079">
                  <a:moveTo>
                    <a:pt x="231614" y="12457"/>
                  </a:moveTo>
                  <a:lnTo>
                    <a:pt x="230886" y="12191"/>
                  </a:lnTo>
                  <a:lnTo>
                    <a:pt x="230886" y="12540"/>
                  </a:lnTo>
                  <a:lnTo>
                    <a:pt x="231614" y="12457"/>
                  </a:lnTo>
                  <a:close/>
                </a:path>
                <a:path w="436244" h="132079">
                  <a:moveTo>
                    <a:pt x="233934" y="13302"/>
                  </a:moveTo>
                  <a:lnTo>
                    <a:pt x="233934" y="12191"/>
                  </a:lnTo>
                  <a:lnTo>
                    <a:pt x="232410" y="12366"/>
                  </a:lnTo>
                  <a:lnTo>
                    <a:pt x="231614" y="12457"/>
                  </a:lnTo>
                  <a:lnTo>
                    <a:pt x="233934" y="13302"/>
                  </a:lnTo>
                  <a:close/>
                </a:path>
                <a:path w="436244" h="132079">
                  <a:moveTo>
                    <a:pt x="428244" y="71627"/>
                  </a:moveTo>
                  <a:lnTo>
                    <a:pt x="406148" y="76047"/>
                  </a:lnTo>
                  <a:lnTo>
                    <a:pt x="427482" y="83819"/>
                  </a:lnTo>
                  <a:lnTo>
                    <a:pt x="428244" y="71627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611373" y="4242816"/>
              <a:ext cx="186690" cy="622300"/>
            </a:xfrm>
            <a:custGeom>
              <a:avLst/>
              <a:gdLst/>
              <a:ahLst/>
              <a:cxnLst/>
              <a:rect l="l" t="t" r="r" b="b"/>
              <a:pathLst>
                <a:path w="186689" h="622300">
                  <a:moveTo>
                    <a:pt x="186690" y="621791"/>
                  </a:moveTo>
                  <a:lnTo>
                    <a:pt x="186690" y="92201"/>
                  </a:lnTo>
                  <a:lnTo>
                    <a:pt x="0" y="0"/>
                  </a:lnTo>
                  <a:lnTo>
                    <a:pt x="10668" y="429005"/>
                  </a:lnTo>
                  <a:lnTo>
                    <a:pt x="186690" y="621791"/>
                  </a:lnTo>
                  <a:close/>
                </a:path>
              </a:pathLst>
            </a:custGeom>
            <a:solidFill>
              <a:srgbClr val="004A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605277" y="4235957"/>
              <a:ext cx="200025" cy="635635"/>
            </a:xfrm>
            <a:custGeom>
              <a:avLst/>
              <a:gdLst/>
              <a:ahLst/>
              <a:cxnLst/>
              <a:rect l="l" t="t" r="r" b="b"/>
              <a:pathLst>
                <a:path w="200025" h="635635">
                  <a:moveTo>
                    <a:pt x="199644" y="630936"/>
                  </a:moveTo>
                  <a:lnTo>
                    <a:pt x="199643" y="96773"/>
                  </a:lnTo>
                  <a:lnTo>
                    <a:pt x="198119" y="94487"/>
                  </a:lnTo>
                  <a:lnTo>
                    <a:pt x="195833" y="93726"/>
                  </a:lnTo>
                  <a:lnTo>
                    <a:pt x="9143" y="762"/>
                  </a:lnTo>
                  <a:lnTo>
                    <a:pt x="6857" y="0"/>
                  </a:lnTo>
                  <a:lnTo>
                    <a:pt x="4571" y="0"/>
                  </a:lnTo>
                  <a:lnTo>
                    <a:pt x="3047" y="1523"/>
                  </a:lnTo>
                  <a:lnTo>
                    <a:pt x="761" y="2285"/>
                  </a:lnTo>
                  <a:lnTo>
                    <a:pt x="0" y="4571"/>
                  </a:lnTo>
                  <a:lnTo>
                    <a:pt x="0" y="6857"/>
                  </a:lnTo>
                  <a:lnTo>
                    <a:pt x="3047" y="129431"/>
                  </a:lnTo>
                  <a:lnTo>
                    <a:pt x="3047" y="12192"/>
                  </a:lnTo>
                  <a:lnTo>
                    <a:pt x="12953" y="6857"/>
                  </a:lnTo>
                  <a:lnTo>
                    <a:pt x="13211" y="17232"/>
                  </a:lnTo>
                  <a:lnTo>
                    <a:pt x="186689" y="103266"/>
                  </a:lnTo>
                  <a:lnTo>
                    <a:pt x="186689" y="99059"/>
                  </a:lnTo>
                  <a:lnTo>
                    <a:pt x="190499" y="105156"/>
                  </a:lnTo>
                  <a:lnTo>
                    <a:pt x="190499" y="615768"/>
                  </a:lnTo>
                  <a:lnTo>
                    <a:pt x="198120" y="624078"/>
                  </a:lnTo>
                  <a:lnTo>
                    <a:pt x="198120" y="633222"/>
                  </a:lnTo>
                  <a:lnTo>
                    <a:pt x="199644" y="630936"/>
                  </a:lnTo>
                  <a:close/>
                </a:path>
                <a:path w="200025" h="635635">
                  <a:moveTo>
                    <a:pt x="13211" y="17232"/>
                  </a:moveTo>
                  <a:lnTo>
                    <a:pt x="12953" y="6857"/>
                  </a:lnTo>
                  <a:lnTo>
                    <a:pt x="3047" y="12192"/>
                  </a:lnTo>
                  <a:lnTo>
                    <a:pt x="13211" y="17232"/>
                  </a:lnTo>
                  <a:close/>
                </a:path>
                <a:path w="200025" h="635635">
                  <a:moveTo>
                    <a:pt x="23568" y="433726"/>
                  </a:moveTo>
                  <a:lnTo>
                    <a:pt x="13211" y="17232"/>
                  </a:lnTo>
                  <a:lnTo>
                    <a:pt x="3047" y="12192"/>
                  </a:lnTo>
                  <a:lnTo>
                    <a:pt x="3047" y="129431"/>
                  </a:lnTo>
                  <a:lnTo>
                    <a:pt x="10667" y="435864"/>
                  </a:lnTo>
                  <a:lnTo>
                    <a:pt x="10667" y="437388"/>
                  </a:lnTo>
                  <a:lnTo>
                    <a:pt x="12191" y="440436"/>
                  </a:lnTo>
                  <a:lnTo>
                    <a:pt x="21335" y="450411"/>
                  </a:lnTo>
                  <a:lnTo>
                    <a:pt x="21335" y="431292"/>
                  </a:lnTo>
                  <a:lnTo>
                    <a:pt x="23568" y="433726"/>
                  </a:lnTo>
                  <a:close/>
                </a:path>
                <a:path w="200025" h="635635">
                  <a:moveTo>
                    <a:pt x="198120" y="624078"/>
                  </a:moveTo>
                  <a:lnTo>
                    <a:pt x="21335" y="431292"/>
                  </a:lnTo>
                  <a:lnTo>
                    <a:pt x="23568" y="435757"/>
                  </a:lnTo>
                  <a:lnTo>
                    <a:pt x="23568" y="452847"/>
                  </a:lnTo>
                  <a:lnTo>
                    <a:pt x="186689" y="630797"/>
                  </a:lnTo>
                  <a:lnTo>
                    <a:pt x="186689" y="628650"/>
                  </a:lnTo>
                  <a:lnTo>
                    <a:pt x="198120" y="624078"/>
                  </a:lnTo>
                  <a:close/>
                </a:path>
                <a:path w="200025" h="635635">
                  <a:moveTo>
                    <a:pt x="23568" y="452847"/>
                  </a:moveTo>
                  <a:lnTo>
                    <a:pt x="23568" y="435757"/>
                  </a:lnTo>
                  <a:lnTo>
                    <a:pt x="21335" y="431292"/>
                  </a:lnTo>
                  <a:lnTo>
                    <a:pt x="21335" y="450411"/>
                  </a:lnTo>
                  <a:lnTo>
                    <a:pt x="23568" y="452847"/>
                  </a:lnTo>
                  <a:close/>
                </a:path>
                <a:path w="200025" h="635635">
                  <a:moveTo>
                    <a:pt x="190499" y="105156"/>
                  </a:moveTo>
                  <a:lnTo>
                    <a:pt x="186689" y="99059"/>
                  </a:lnTo>
                  <a:lnTo>
                    <a:pt x="186689" y="103266"/>
                  </a:lnTo>
                  <a:lnTo>
                    <a:pt x="190499" y="105156"/>
                  </a:lnTo>
                  <a:close/>
                </a:path>
                <a:path w="200025" h="635635">
                  <a:moveTo>
                    <a:pt x="190499" y="615768"/>
                  </a:moveTo>
                  <a:lnTo>
                    <a:pt x="190499" y="105156"/>
                  </a:lnTo>
                  <a:lnTo>
                    <a:pt x="186689" y="103266"/>
                  </a:lnTo>
                  <a:lnTo>
                    <a:pt x="186689" y="611613"/>
                  </a:lnTo>
                  <a:lnTo>
                    <a:pt x="190499" y="615768"/>
                  </a:lnTo>
                  <a:close/>
                </a:path>
                <a:path w="200025" h="635635">
                  <a:moveTo>
                    <a:pt x="198120" y="633222"/>
                  </a:moveTo>
                  <a:lnTo>
                    <a:pt x="198120" y="624078"/>
                  </a:lnTo>
                  <a:lnTo>
                    <a:pt x="186689" y="628650"/>
                  </a:lnTo>
                  <a:lnTo>
                    <a:pt x="186689" y="630797"/>
                  </a:lnTo>
                  <a:lnTo>
                    <a:pt x="188213" y="632460"/>
                  </a:lnTo>
                  <a:lnTo>
                    <a:pt x="190499" y="634746"/>
                  </a:lnTo>
                  <a:lnTo>
                    <a:pt x="192786" y="635508"/>
                  </a:lnTo>
                  <a:lnTo>
                    <a:pt x="195072" y="634746"/>
                  </a:lnTo>
                  <a:lnTo>
                    <a:pt x="198120" y="633222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98063" y="4288535"/>
              <a:ext cx="236220" cy="576580"/>
            </a:xfrm>
            <a:custGeom>
              <a:avLst/>
              <a:gdLst/>
              <a:ahLst/>
              <a:cxnLst/>
              <a:rect l="l" t="t" r="r" b="b"/>
              <a:pathLst>
                <a:path w="236219" h="576579">
                  <a:moveTo>
                    <a:pt x="236220" y="0"/>
                  </a:moveTo>
                  <a:lnTo>
                    <a:pt x="0" y="46481"/>
                  </a:lnTo>
                  <a:lnTo>
                    <a:pt x="0" y="576071"/>
                  </a:lnTo>
                  <a:lnTo>
                    <a:pt x="201930" y="509015"/>
                  </a:lnTo>
                  <a:lnTo>
                    <a:pt x="236220" y="0"/>
                  </a:lnTo>
                  <a:close/>
                </a:path>
              </a:pathLst>
            </a:custGeom>
            <a:solidFill>
              <a:srgbClr val="004A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791968" y="4281677"/>
              <a:ext cx="248920" cy="589915"/>
            </a:xfrm>
            <a:custGeom>
              <a:avLst/>
              <a:gdLst/>
              <a:ahLst/>
              <a:cxnLst/>
              <a:rect l="l" t="t" r="r" b="b"/>
              <a:pathLst>
                <a:path w="248919" h="589914">
                  <a:moveTo>
                    <a:pt x="248412" y="7620"/>
                  </a:moveTo>
                  <a:lnTo>
                    <a:pt x="248412" y="5334"/>
                  </a:lnTo>
                  <a:lnTo>
                    <a:pt x="247650" y="3048"/>
                  </a:lnTo>
                  <a:lnTo>
                    <a:pt x="246126" y="2286"/>
                  </a:lnTo>
                  <a:lnTo>
                    <a:pt x="244602" y="762"/>
                  </a:lnTo>
                  <a:lnTo>
                    <a:pt x="243078" y="0"/>
                  </a:lnTo>
                  <a:lnTo>
                    <a:pt x="240792" y="762"/>
                  </a:lnTo>
                  <a:lnTo>
                    <a:pt x="5334" y="47244"/>
                  </a:lnTo>
                  <a:lnTo>
                    <a:pt x="2286" y="48006"/>
                  </a:lnTo>
                  <a:lnTo>
                    <a:pt x="0" y="50292"/>
                  </a:lnTo>
                  <a:lnTo>
                    <a:pt x="0" y="584454"/>
                  </a:lnTo>
                  <a:lnTo>
                    <a:pt x="762" y="586740"/>
                  </a:lnTo>
                  <a:lnTo>
                    <a:pt x="3048" y="588264"/>
                  </a:lnTo>
                  <a:lnTo>
                    <a:pt x="4572" y="589026"/>
                  </a:lnTo>
                  <a:lnTo>
                    <a:pt x="4572" y="576834"/>
                  </a:lnTo>
                  <a:lnTo>
                    <a:pt x="7620" y="575818"/>
                  </a:lnTo>
                  <a:lnTo>
                    <a:pt x="7620" y="59436"/>
                  </a:lnTo>
                  <a:lnTo>
                    <a:pt x="12954" y="53340"/>
                  </a:lnTo>
                  <a:lnTo>
                    <a:pt x="12954" y="58383"/>
                  </a:lnTo>
                  <a:lnTo>
                    <a:pt x="234887" y="14570"/>
                  </a:lnTo>
                  <a:lnTo>
                    <a:pt x="235458" y="6096"/>
                  </a:lnTo>
                  <a:lnTo>
                    <a:pt x="243078" y="12954"/>
                  </a:lnTo>
                  <a:lnTo>
                    <a:pt x="243078" y="86800"/>
                  </a:lnTo>
                  <a:lnTo>
                    <a:pt x="248412" y="7620"/>
                  </a:lnTo>
                  <a:close/>
                </a:path>
                <a:path w="248919" h="589914">
                  <a:moveTo>
                    <a:pt x="205740" y="523240"/>
                  </a:moveTo>
                  <a:lnTo>
                    <a:pt x="205740" y="509778"/>
                  </a:lnTo>
                  <a:lnTo>
                    <a:pt x="201168" y="515874"/>
                  </a:lnTo>
                  <a:lnTo>
                    <a:pt x="201168" y="511302"/>
                  </a:lnTo>
                  <a:lnTo>
                    <a:pt x="4572" y="576834"/>
                  </a:lnTo>
                  <a:lnTo>
                    <a:pt x="12954" y="582930"/>
                  </a:lnTo>
                  <a:lnTo>
                    <a:pt x="12954" y="587502"/>
                  </a:lnTo>
                  <a:lnTo>
                    <a:pt x="201168" y="524764"/>
                  </a:lnTo>
                  <a:lnTo>
                    <a:pt x="201168" y="515874"/>
                  </a:lnTo>
                  <a:lnTo>
                    <a:pt x="201482" y="511197"/>
                  </a:lnTo>
                  <a:lnTo>
                    <a:pt x="201482" y="524659"/>
                  </a:lnTo>
                  <a:lnTo>
                    <a:pt x="205740" y="523240"/>
                  </a:lnTo>
                  <a:close/>
                </a:path>
                <a:path w="248919" h="589914">
                  <a:moveTo>
                    <a:pt x="12954" y="587502"/>
                  </a:moveTo>
                  <a:lnTo>
                    <a:pt x="12954" y="582930"/>
                  </a:lnTo>
                  <a:lnTo>
                    <a:pt x="4572" y="576834"/>
                  </a:lnTo>
                  <a:lnTo>
                    <a:pt x="4572" y="589026"/>
                  </a:lnTo>
                  <a:lnTo>
                    <a:pt x="6858" y="589788"/>
                  </a:lnTo>
                  <a:lnTo>
                    <a:pt x="8382" y="589026"/>
                  </a:lnTo>
                  <a:lnTo>
                    <a:pt x="12954" y="587502"/>
                  </a:lnTo>
                  <a:close/>
                </a:path>
                <a:path w="248919" h="589914">
                  <a:moveTo>
                    <a:pt x="12954" y="58383"/>
                  </a:moveTo>
                  <a:lnTo>
                    <a:pt x="12954" y="53340"/>
                  </a:lnTo>
                  <a:lnTo>
                    <a:pt x="7620" y="59436"/>
                  </a:lnTo>
                  <a:lnTo>
                    <a:pt x="12954" y="58383"/>
                  </a:lnTo>
                  <a:close/>
                </a:path>
                <a:path w="248919" h="589914">
                  <a:moveTo>
                    <a:pt x="12954" y="574040"/>
                  </a:moveTo>
                  <a:lnTo>
                    <a:pt x="12954" y="58383"/>
                  </a:lnTo>
                  <a:lnTo>
                    <a:pt x="7620" y="59436"/>
                  </a:lnTo>
                  <a:lnTo>
                    <a:pt x="7620" y="575818"/>
                  </a:lnTo>
                  <a:lnTo>
                    <a:pt x="12954" y="574040"/>
                  </a:lnTo>
                  <a:close/>
                </a:path>
                <a:path w="248919" h="589914">
                  <a:moveTo>
                    <a:pt x="205740" y="509778"/>
                  </a:moveTo>
                  <a:lnTo>
                    <a:pt x="201482" y="511197"/>
                  </a:lnTo>
                  <a:lnTo>
                    <a:pt x="201168" y="515874"/>
                  </a:lnTo>
                  <a:lnTo>
                    <a:pt x="205740" y="509778"/>
                  </a:lnTo>
                  <a:close/>
                </a:path>
                <a:path w="248919" h="589914">
                  <a:moveTo>
                    <a:pt x="243078" y="86800"/>
                  </a:moveTo>
                  <a:lnTo>
                    <a:pt x="243078" y="12954"/>
                  </a:lnTo>
                  <a:lnTo>
                    <a:pt x="235458" y="14458"/>
                  </a:lnTo>
                  <a:lnTo>
                    <a:pt x="234887" y="14570"/>
                  </a:lnTo>
                  <a:lnTo>
                    <a:pt x="201482" y="511197"/>
                  </a:lnTo>
                  <a:lnTo>
                    <a:pt x="205740" y="509778"/>
                  </a:lnTo>
                  <a:lnTo>
                    <a:pt x="205740" y="523240"/>
                  </a:lnTo>
                  <a:lnTo>
                    <a:pt x="211836" y="521208"/>
                  </a:lnTo>
                  <a:lnTo>
                    <a:pt x="214122" y="518922"/>
                  </a:lnTo>
                  <a:lnTo>
                    <a:pt x="214122" y="516636"/>
                  </a:lnTo>
                  <a:lnTo>
                    <a:pt x="243078" y="86800"/>
                  </a:lnTo>
                  <a:close/>
                </a:path>
                <a:path w="248919" h="589914">
                  <a:moveTo>
                    <a:pt x="243078" y="12954"/>
                  </a:moveTo>
                  <a:lnTo>
                    <a:pt x="235458" y="6096"/>
                  </a:lnTo>
                  <a:lnTo>
                    <a:pt x="234887" y="14570"/>
                  </a:lnTo>
                  <a:lnTo>
                    <a:pt x="243078" y="12954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417825" y="4243577"/>
              <a:ext cx="235585" cy="576580"/>
            </a:xfrm>
            <a:custGeom>
              <a:avLst/>
              <a:gdLst/>
              <a:ahLst/>
              <a:cxnLst/>
              <a:rect l="l" t="t" r="r" b="b"/>
              <a:pathLst>
                <a:path w="235585" h="576579">
                  <a:moveTo>
                    <a:pt x="235458" y="0"/>
                  </a:moveTo>
                  <a:lnTo>
                    <a:pt x="0" y="47243"/>
                  </a:lnTo>
                  <a:lnTo>
                    <a:pt x="0" y="576071"/>
                  </a:lnTo>
                  <a:lnTo>
                    <a:pt x="201168" y="509777"/>
                  </a:lnTo>
                  <a:lnTo>
                    <a:pt x="235458" y="0"/>
                  </a:lnTo>
                  <a:close/>
                </a:path>
              </a:pathLst>
            </a:custGeom>
            <a:solidFill>
              <a:srgbClr val="004A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410967" y="4237481"/>
              <a:ext cx="249554" cy="589280"/>
            </a:xfrm>
            <a:custGeom>
              <a:avLst/>
              <a:gdLst/>
              <a:ahLst/>
              <a:cxnLst/>
              <a:rect l="l" t="t" r="r" b="b"/>
              <a:pathLst>
                <a:path w="249555" h="589279">
                  <a:moveTo>
                    <a:pt x="249174" y="4572"/>
                  </a:moveTo>
                  <a:lnTo>
                    <a:pt x="248412" y="3048"/>
                  </a:lnTo>
                  <a:lnTo>
                    <a:pt x="246888" y="1524"/>
                  </a:lnTo>
                  <a:lnTo>
                    <a:pt x="245364" y="762"/>
                  </a:lnTo>
                  <a:lnTo>
                    <a:pt x="243078" y="0"/>
                  </a:lnTo>
                  <a:lnTo>
                    <a:pt x="240792" y="0"/>
                  </a:lnTo>
                  <a:lnTo>
                    <a:pt x="5334" y="47244"/>
                  </a:lnTo>
                  <a:lnTo>
                    <a:pt x="2286" y="47244"/>
                  </a:lnTo>
                  <a:lnTo>
                    <a:pt x="0" y="50292"/>
                  </a:lnTo>
                  <a:lnTo>
                    <a:pt x="0" y="584454"/>
                  </a:lnTo>
                  <a:lnTo>
                    <a:pt x="4572" y="589026"/>
                  </a:lnTo>
                  <a:lnTo>
                    <a:pt x="4572" y="576072"/>
                  </a:lnTo>
                  <a:lnTo>
                    <a:pt x="7620" y="575067"/>
                  </a:lnTo>
                  <a:lnTo>
                    <a:pt x="7620" y="59436"/>
                  </a:lnTo>
                  <a:lnTo>
                    <a:pt x="12954" y="53340"/>
                  </a:lnTo>
                  <a:lnTo>
                    <a:pt x="12954" y="58386"/>
                  </a:lnTo>
                  <a:lnTo>
                    <a:pt x="235649" y="14565"/>
                  </a:lnTo>
                  <a:lnTo>
                    <a:pt x="236220" y="6096"/>
                  </a:lnTo>
                  <a:lnTo>
                    <a:pt x="243840" y="12954"/>
                  </a:lnTo>
                  <a:lnTo>
                    <a:pt x="243840" y="74726"/>
                  </a:lnTo>
                  <a:lnTo>
                    <a:pt x="248412" y="6858"/>
                  </a:lnTo>
                  <a:lnTo>
                    <a:pt x="249174" y="4572"/>
                  </a:lnTo>
                  <a:close/>
                </a:path>
                <a:path w="249555" h="589279">
                  <a:moveTo>
                    <a:pt x="205740" y="523459"/>
                  </a:moveTo>
                  <a:lnTo>
                    <a:pt x="205740" y="509778"/>
                  </a:lnTo>
                  <a:lnTo>
                    <a:pt x="201930" y="515112"/>
                  </a:lnTo>
                  <a:lnTo>
                    <a:pt x="201930" y="511033"/>
                  </a:lnTo>
                  <a:lnTo>
                    <a:pt x="4572" y="576072"/>
                  </a:lnTo>
                  <a:lnTo>
                    <a:pt x="12954" y="582168"/>
                  </a:lnTo>
                  <a:lnTo>
                    <a:pt x="12954" y="586762"/>
                  </a:lnTo>
                  <a:lnTo>
                    <a:pt x="201930" y="524710"/>
                  </a:lnTo>
                  <a:lnTo>
                    <a:pt x="201930" y="515112"/>
                  </a:lnTo>
                  <a:lnTo>
                    <a:pt x="202210" y="510940"/>
                  </a:lnTo>
                  <a:lnTo>
                    <a:pt x="202210" y="524618"/>
                  </a:lnTo>
                  <a:lnTo>
                    <a:pt x="205740" y="523459"/>
                  </a:lnTo>
                  <a:close/>
                </a:path>
                <a:path w="249555" h="589279">
                  <a:moveTo>
                    <a:pt x="12954" y="586762"/>
                  </a:moveTo>
                  <a:lnTo>
                    <a:pt x="12954" y="582168"/>
                  </a:lnTo>
                  <a:lnTo>
                    <a:pt x="4572" y="576072"/>
                  </a:lnTo>
                  <a:lnTo>
                    <a:pt x="4572" y="589026"/>
                  </a:lnTo>
                  <a:lnTo>
                    <a:pt x="6858" y="589026"/>
                  </a:lnTo>
                  <a:lnTo>
                    <a:pt x="8382" y="588264"/>
                  </a:lnTo>
                  <a:lnTo>
                    <a:pt x="12954" y="586762"/>
                  </a:lnTo>
                  <a:close/>
                </a:path>
                <a:path w="249555" h="589279">
                  <a:moveTo>
                    <a:pt x="12954" y="58386"/>
                  </a:moveTo>
                  <a:lnTo>
                    <a:pt x="12954" y="53340"/>
                  </a:lnTo>
                  <a:lnTo>
                    <a:pt x="7620" y="59436"/>
                  </a:lnTo>
                  <a:lnTo>
                    <a:pt x="12954" y="58386"/>
                  </a:lnTo>
                  <a:close/>
                </a:path>
                <a:path w="249555" h="589279">
                  <a:moveTo>
                    <a:pt x="12954" y="573309"/>
                  </a:moveTo>
                  <a:lnTo>
                    <a:pt x="12954" y="58386"/>
                  </a:lnTo>
                  <a:lnTo>
                    <a:pt x="7620" y="59436"/>
                  </a:lnTo>
                  <a:lnTo>
                    <a:pt x="7620" y="575067"/>
                  </a:lnTo>
                  <a:lnTo>
                    <a:pt x="12954" y="573309"/>
                  </a:lnTo>
                  <a:close/>
                </a:path>
                <a:path w="249555" h="589279">
                  <a:moveTo>
                    <a:pt x="205740" y="509778"/>
                  </a:moveTo>
                  <a:lnTo>
                    <a:pt x="202210" y="510940"/>
                  </a:lnTo>
                  <a:lnTo>
                    <a:pt x="201930" y="515112"/>
                  </a:lnTo>
                  <a:lnTo>
                    <a:pt x="205740" y="509778"/>
                  </a:lnTo>
                  <a:close/>
                </a:path>
                <a:path w="249555" h="589279">
                  <a:moveTo>
                    <a:pt x="243840" y="74726"/>
                  </a:moveTo>
                  <a:lnTo>
                    <a:pt x="243840" y="12954"/>
                  </a:lnTo>
                  <a:lnTo>
                    <a:pt x="236220" y="14453"/>
                  </a:lnTo>
                  <a:lnTo>
                    <a:pt x="235649" y="14565"/>
                  </a:lnTo>
                  <a:lnTo>
                    <a:pt x="202210" y="510940"/>
                  </a:lnTo>
                  <a:lnTo>
                    <a:pt x="205740" y="509778"/>
                  </a:lnTo>
                  <a:lnTo>
                    <a:pt x="205740" y="523459"/>
                  </a:lnTo>
                  <a:lnTo>
                    <a:pt x="212598" y="521208"/>
                  </a:lnTo>
                  <a:lnTo>
                    <a:pt x="214122" y="518922"/>
                  </a:lnTo>
                  <a:lnTo>
                    <a:pt x="214122" y="515874"/>
                  </a:lnTo>
                  <a:lnTo>
                    <a:pt x="243840" y="74726"/>
                  </a:lnTo>
                  <a:close/>
                </a:path>
                <a:path w="249555" h="589279">
                  <a:moveTo>
                    <a:pt x="243840" y="12954"/>
                  </a:moveTo>
                  <a:lnTo>
                    <a:pt x="236220" y="6096"/>
                  </a:lnTo>
                  <a:lnTo>
                    <a:pt x="235649" y="14565"/>
                  </a:lnTo>
                  <a:lnTo>
                    <a:pt x="243840" y="12954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231135" y="4197857"/>
              <a:ext cx="186690" cy="622300"/>
            </a:xfrm>
            <a:custGeom>
              <a:avLst/>
              <a:gdLst/>
              <a:ahLst/>
              <a:cxnLst/>
              <a:rect l="l" t="t" r="r" b="b"/>
              <a:pathLst>
                <a:path w="186689" h="622300">
                  <a:moveTo>
                    <a:pt x="186690" y="621791"/>
                  </a:moveTo>
                  <a:lnTo>
                    <a:pt x="186690" y="92963"/>
                  </a:lnTo>
                  <a:lnTo>
                    <a:pt x="0" y="0"/>
                  </a:lnTo>
                  <a:lnTo>
                    <a:pt x="10668" y="429005"/>
                  </a:lnTo>
                  <a:lnTo>
                    <a:pt x="186690" y="621791"/>
                  </a:lnTo>
                  <a:close/>
                </a:path>
              </a:pathLst>
            </a:custGeom>
            <a:solidFill>
              <a:srgbClr val="004A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224277" y="4191000"/>
              <a:ext cx="200025" cy="635635"/>
            </a:xfrm>
            <a:custGeom>
              <a:avLst/>
              <a:gdLst/>
              <a:ahLst/>
              <a:cxnLst/>
              <a:rect l="l" t="t" r="r" b="b"/>
              <a:pathLst>
                <a:path w="200025" h="635635">
                  <a:moveTo>
                    <a:pt x="199644" y="631698"/>
                  </a:moveTo>
                  <a:lnTo>
                    <a:pt x="199643" y="97536"/>
                  </a:lnTo>
                  <a:lnTo>
                    <a:pt x="198119" y="95250"/>
                  </a:lnTo>
                  <a:lnTo>
                    <a:pt x="195833" y="93726"/>
                  </a:lnTo>
                  <a:lnTo>
                    <a:pt x="9143" y="1523"/>
                  </a:lnTo>
                  <a:lnTo>
                    <a:pt x="7619" y="0"/>
                  </a:lnTo>
                  <a:lnTo>
                    <a:pt x="3047" y="1523"/>
                  </a:lnTo>
                  <a:lnTo>
                    <a:pt x="0" y="4571"/>
                  </a:lnTo>
                  <a:lnTo>
                    <a:pt x="0" y="6857"/>
                  </a:lnTo>
                  <a:lnTo>
                    <a:pt x="3809" y="160346"/>
                  </a:lnTo>
                  <a:lnTo>
                    <a:pt x="3809" y="12954"/>
                  </a:lnTo>
                  <a:lnTo>
                    <a:pt x="12953" y="6857"/>
                  </a:lnTo>
                  <a:lnTo>
                    <a:pt x="13221" y="17601"/>
                  </a:lnTo>
                  <a:lnTo>
                    <a:pt x="186689" y="103274"/>
                  </a:lnTo>
                  <a:lnTo>
                    <a:pt x="186689" y="99822"/>
                  </a:lnTo>
                  <a:lnTo>
                    <a:pt x="190499" y="105156"/>
                  </a:lnTo>
                  <a:lnTo>
                    <a:pt x="190499" y="616494"/>
                  </a:lnTo>
                  <a:lnTo>
                    <a:pt x="198120" y="624840"/>
                  </a:lnTo>
                  <a:lnTo>
                    <a:pt x="198120" y="633984"/>
                  </a:lnTo>
                  <a:lnTo>
                    <a:pt x="199644" y="631698"/>
                  </a:lnTo>
                  <a:close/>
                </a:path>
                <a:path w="200025" h="635635">
                  <a:moveTo>
                    <a:pt x="13221" y="17601"/>
                  </a:moveTo>
                  <a:lnTo>
                    <a:pt x="12953" y="6857"/>
                  </a:lnTo>
                  <a:lnTo>
                    <a:pt x="3809" y="12954"/>
                  </a:lnTo>
                  <a:lnTo>
                    <a:pt x="13221" y="17601"/>
                  </a:lnTo>
                  <a:close/>
                </a:path>
                <a:path w="200025" h="635635">
                  <a:moveTo>
                    <a:pt x="23567" y="433663"/>
                  </a:moveTo>
                  <a:lnTo>
                    <a:pt x="13221" y="17601"/>
                  </a:lnTo>
                  <a:lnTo>
                    <a:pt x="3809" y="12954"/>
                  </a:lnTo>
                  <a:lnTo>
                    <a:pt x="3809" y="160346"/>
                  </a:lnTo>
                  <a:lnTo>
                    <a:pt x="10667" y="436626"/>
                  </a:lnTo>
                  <a:lnTo>
                    <a:pt x="10667" y="438150"/>
                  </a:lnTo>
                  <a:lnTo>
                    <a:pt x="12953" y="440436"/>
                  </a:lnTo>
                  <a:lnTo>
                    <a:pt x="22098" y="450450"/>
                  </a:lnTo>
                  <a:lnTo>
                    <a:pt x="22097" y="432053"/>
                  </a:lnTo>
                  <a:lnTo>
                    <a:pt x="23567" y="433663"/>
                  </a:lnTo>
                  <a:close/>
                </a:path>
                <a:path w="200025" h="635635">
                  <a:moveTo>
                    <a:pt x="198120" y="624840"/>
                  </a:moveTo>
                  <a:lnTo>
                    <a:pt x="22097" y="432053"/>
                  </a:lnTo>
                  <a:lnTo>
                    <a:pt x="23567" y="435727"/>
                  </a:lnTo>
                  <a:lnTo>
                    <a:pt x="23567" y="452060"/>
                  </a:lnTo>
                  <a:lnTo>
                    <a:pt x="186690" y="630718"/>
                  </a:lnTo>
                  <a:lnTo>
                    <a:pt x="186690" y="628650"/>
                  </a:lnTo>
                  <a:lnTo>
                    <a:pt x="198120" y="624840"/>
                  </a:lnTo>
                  <a:close/>
                </a:path>
                <a:path w="200025" h="635635">
                  <a:moveTo>
                    <a:pt x="23567" y="452060"/>
                  </a:moveTo>
                  <a:lnTo>
                    <a:pt x="23567" y="435727"/>
                  </a:lnTo>
                  <a:lnTo>
                    <a:pt x="22097" y="432053"/>
                  </a:lnTo>
                  <a:lnTo>
                    <a:pt x="22098" y="450450"/>
                  </a:lnTo>
                  <a:lnTo>
                    <a:pt x="23567" y="452060"/>
                  </a:lnTo>
                  <a:close/>
                </a:path>
                <a:path w="200025" h="635635">
                  <a:moveTo>
                    <a:pt x="190499" y="105156"/>
                  </a:moveTo>
                  <a:lnTo>
                    <a:pt x="186689" y="99822"/>
                  </a:lnTo>
                  <a:lnTo>
                    <a:pt x="186689" y="103274"/>
                  </a:lnTo>
                  <a:lnTo>
                    <a:pt x="190499" y="105156"/>
                  </a:lnTo>
                  <a:close/>
                </a:path>
                <a:path w="200025" h="635635">
                  <a:moveTo>
                    <a:pt x="190499" y="616494"/>
                  </a:moveTo>
                  <a:lnTo>
                    <a:pt x="190499" y="105156"/>
                  </a:lnTo>
                  <a:lnTo>
                    <a:pt x="186689" y="103274"/>
                  </a:lnTo>
                  <a:lnTo>
                    <a:pt x="186690" y="612321"/>
                  </a:lnTo>
                  <a:lnTo>
                    <a:pt x="190499" y="616494"/>
                  </a:lnTo>
                  <a:close/>
                </a:path>
                <a:path w="200025" h="635635">
                  <a:moveTo>
                    <a:pt x="198120" y="633984"/>
                  </a:moveTo>
                  <a:lnTo>
                    <a:pt x="198120" y="624840"/>
                  </a:lnTo>
                  <a:lnTo>
                    <a:pt x="186690" y="628650"/>
                  </a:lnTo>
                  <a:lnTo>
                    <a:pt x="186690" y="630718"/>
                  </a:lnTo>
                  <a:lnTo>
                    <a:pt x="188976" y="633222"/>
                  </a:lnTo>
                  <a:lnTo>
                    <a:pt x="190499" y="634746"/>
                  </a:lnTo>
                  <a:lnTo>
                    <a:pt x="193547" y="635508"/>
                  </a:lnTo>
                  <a:lnTo>
                    <a:pt x="198120" y="633984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231135" y="4171950"/>
              <a:ext cx="422275" cy="120014"/>
            </a:xfrm>
            <a:custGeom>
              <a:avLst/>
              <a:gdLst/>
              <a:ahLst/>
              <a:cxnLst/>
              <a:rect l="l" t="t" r="r" b="b"/>
              <a:pathLst>
                <a:path w="422275" h="120014">
                  <a:moveTo>
                    <a:pt x="422148" y="72390"/>
                  </a:moveTo>
                  <a:lnTo>
                    <a:pt x="225552" y="0"/>
                  </a:lnTo>
                  <a:lnTo>
                    <a:pt x="0" y="26670"/>
                  </a:lnTo>
                  <a:lnTo>
                    <a:pt x="185928" y="119634"/>
                  </a:lnTo>
                  <a:lnTo>
                    <a:pt x="422148" y="72390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224277" y="4165853"/>
              <a:ext cx="436245" cy="132080"/>
            </a:xfrm>
            <a:custGeom>
              <a:avLst/>
              <a:gdLst/>
              <a:ahLst/>
              <a:cxnLst/>
              <a:rect l="l" t="t" r="r" b="b"/>
              <a:pathLst>
                <a:path w="436244" h="132079">
                  <a:moveTo>
                    <a:pt x="435864" y="76199"/>
                  </a:moveTo>
                  <a:lnTo>
                    <a:pt x="433578" y="73913"/>
                  </a:lnTo>
                  <a:lnTo>
                    <a:pt x="431292" y="72389"/>
                  </a:lnTo>
                  <a:lnTo>
                    <a:pt x="234696" y="761"/>
                  </a:lnTo>
                  <a:lnTo>
                    <a:pt x="233934" y="0"/>
                  </a:lnTo>
                  <a:lnTo>
                    <a:pt x="6096" y="25907"/>
                  </a:lnTo>
                  <a:lnTo>
                    <a:pt x="0" y="31241"/>
                  </a:lnTo>
                  <a:lnTo>
                    <a:pt x="0" y="34289"/>
                  </a:lnTo>
                  <a:lnTo>
                    <a:pt x="1524" y="36575"/>
                  </a:lnTo>
                  <a:lnTo>
                    <a:pt x="3810" y="38099"/>
                  </a:lnTo>
                  <a:lnTo>
                    <a:pt x="7620" y="40004"/>
                  </a:lnTo>
                  <a:lnTo>
                    <a:pt x="7620" y="38861"/>
                  </a:lnTo>
                  <a:lnTo>
                    <a:pt x="9144" y="26669"/>
                  </a:lnTo>
                  <a:lnTo>
                    <a:pt x="28753" y="36434"/>
                  </a:lnTo>
                  <a:lnTo>
                    <a:pt x="230886" y="13216"/>
                  </a:lnTo>
                  <a:lnTo>
                    <a:pt x="230886" y="12191"/>
                  </a:lnTo>
                  <a:lnTo>
                    <a:pt x="231648" y="12473"/>
                  </a:lnTo>
                  <a:lnTo>
                    <a:pt x="233000" y="12896"/>
                  </a:lnTo>
                  <a:lnTo>
                    <a:pt x="233172" y="12953"/>
                  </a:lnTo>
                  <a:lnTo>
                    <a:pt x="233934" y="13318"/>
                  </a:lnTo>
                  <a:lnTo>
                    <a:pt x="405460" y="76723"/>
                  </a:lnTo>
                  <a:lnTo>
                    <a:pt x="427482" y="72389"/>
                  </a:lnTo>
                  <a:lnTo>
                    <a:pt x="427482" y="85191"/>
                  </a:lnTo>
                  <a:lnTo>
                    <a:pt x="430530" y="84581"/>
                  </a:lnTo>
                  <a:lnTo>
                    <a:pt x="432816" y="84581"/>
                  </a:lnTo>
                  <a:lnTo>
                    <a:pt x="435102" y="81533"/>
                  </a:lnTo>
                  <a:lnTo>
                    <a:pt x="435102" y="79247"/>
                  </a:lnTo>
                  <a:lnTo>
                    <a:pt x="435864" y="76199"/>
                  </a:lnTo>
                  <a:close/>
                </a:path>
                <a:path w="436244" h="132079">
                  <a:moveTo>
                    <a:pt x="28753" y="36434"/>
                  </a:moveTo>
                  <a:lnTo>
                    <a:pt x="9144" y="26669"/>
                  </a:lnTo>
                  <a:lnTo>
                    <a:pt x="7620" y="38861"/>
                  </a:lnTo>
                  <a:lnTo>
                    <a:pt x="28753" y="36434"/>
                  </a:lnTo>
                  <a:close/>
                </a:path>
                <a:path w="436244" h="132079">
                  <a:moveTo>
                    <a:pt x="193442" y="118442"/>
                  </a:moveTo>
                  <a:lnTo>
                    <a:pt x="28753" y="36434"/>
                  </a:lnTo>
                  <a:lnTo>
                    <a:pt x="7620" y="38861"/>
                  </a:lnTo>
                  <a:lnTo>
                    <a:pt x="7620" y="40004"/>
                  </a:lnTo>
                  <a:lnTo>
                    <a:pt x="191262" y="131825"/>
                  </a:lnTo>
                  <a:lnTo>
                    <a:pt x="191262" y="118871"/>
                  </a:lnTo>
                  <a:lnTo>
                    <a:pt x="193442" y="118442"/>
                  </a:lnTo>
                  <a:close/>
                </a:path>
                <a:path w="436244" h="132079">
                  <a:moveTo>
                    <a:pt x="195834" y="119633"/>
                  </a:moveTo>
                  <a:lnTo>
                    <a:pt x="193442" y="118442"/>
                  </a:lnTo>
                  <a:lnTo>
                    <a:pt x="191262" y="118871"/>
                  </a:lnTo>
                  <a:lnTo>
                    <a:pt x="195834" y="119633"/>
                  </a:lnTo>
                  <a:close/>
                </a:path>
                <a:path w="436244" h="132079">
                  <a:moveTo>
                    <a:pt x="195834" y="131521"/>
                  </a:moveTo>
                  <a:lnTo>
                    <a:pt x="195834" y="119633"/>
                  </a:lnTo>
                  <a:lnTo>
                    <a:pt x="191262" y="118871"/>
                  </a:lnTo>
                  <a:lnTo>
                    <a:pt x="191262" y="131825"/>
                  </a:lnTo>
                  <a:lnTo>
                    <a:pt x="194310" y="131825"/>
                  </a:lnTo>
                  <a:lnTo>
                    <a:pt x="195834" y="131521"/>
                  </a:lnTo>
                  <a:close/>
                </a:path>
                <a:path w="436244" h="132079">
                  <a:moveTo>
                    <a:pt x="427482" y="85191"/>
                  </a:moveTo>
                  <a:lnTo>
                    <a:pt x="427482" y="72389"/>
                  </a:lnTo>
                  <a:lnTo>
                    <a:pt x="426720" y="84581"/>
                  </a:lnTo>
                  <a:lnTo>
                    <a:pt x="405460" y="76723"/>
                  </a:lnTo>
                  <a:lnTo>
                    <a:pt x="193442" y="118442"/>
                  </a:lnTo>
                  <a:lnTo>
                    <a:pt x="195834" y="119633"/>
                  </a:lnTo>
                  <a:lnTo>
                    <a:pt x="195834" y="131521"/>
                  </a:lnTo>
                  <a:lnTo>
                    <a:pt x="427482" y="85191"/>
                  </a:lnTo>
                  <a:close/>
                </a:path>
                <a:path w="436244" h="132079">
                  <a:moveTo>
                    <a:pt x="233000" y="12973"/>
                  </a:moveTo>
                  <a:lnTo>
                    <a:pt x="231648" y="12445"/>
                  </a:lnTo>
                  <a:lnTo>
                    <a:pt x="230886" y="12191"/>
                  </a:lnTo>
                  <a:lnTo>
                    <a:pt x="230886" y="13216"/>
                  </a:lnTo>
                  <a:lnTo>
                    <a:pt x="233000" y="12973"/>
                  </a:lnTo>
                  <a:close/>
                </a:path>
                <a:path w="436244" h="132079">
                  <a:moveTo>
                    <a:pt x="427482" y="72389"/>
                  </a:moveTo>
                  <a:lnTo>
                    <a:pt x="405460" y="76723"/>
                  </a:lnTo>
                  <a:lnTo>
                    <a:pt x="426720" y="84581"/>
                  </a:lnTo>
                  <a:lnTo>
                    <a:pt x="427482" y="72389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288791" y="4163289"/>
              <a:ext cx="919734" cy="67236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546854" y="4164329"/>
              <a:ext cx="823722" cy="67436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855958" y="4173194"/>
              <a:ext cx="600709" cy="653831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143749" y="4170425"/>
              <a:ext cx="808481" cy="659129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180838" y="1635251"/>
              <a:ext cx="1130046" cy="713231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553962" y="1826513"/>
              <a:ext cx="1018794" cy="529589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878574" y="1651253"/>
              <a:ext cx="800861" cy="17145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828787" y="1643633"/>
              <a:ext cx="1130045" cy="712470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3202177" y="6117588"/>
            <a:ext cx="11760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FFFFFF"/>
                </a:solidFill>
                <a:latin typeface="Candara"/>
                <a:cs typeface="Candara"/>
              </a:rPr>
              <a:t>Power</a:t>
            </a:r>
            <a:r>
              <a:rPr sz="1400" spc="-40" dirty="0">
                <a:solidFill>
                  <a:srgbClr val="FFFFFF"/>
                </a:solidFill>
                <a:latin typeface="Candara"/>
                <a:cs typeface="Candar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ndara"/>
                <a:cs typeface="Candara"/>
              </a:rPr>
              <a:t>Systems</a:t>
            </a:r>
            <a:endParaRPr sz="1400">
              <a:latin typeface="Candara"/>
              <a:cs typeface="Candar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89280" y="2435605"/>
            <a:ext cx="40379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dirty="0">
                <a:solidFill>
                  <a:srgbClr val="FFFFFF"/>
                </a:solidFill>
                <a:latin typeface="Candara"/>
                <a:cs typeface="Candara"/>
              </a:rPr>
              <a:t>Request</a:t>
            </a:r>
            <a:r>
              <a:rPr sz="1500" i="1" spc="-35" dirty="0">
                <a:solidFill>
                  <a:srgbClr val="FFFFFF"/>
                </a:solidFill>
                <a:latin typeface="Candara"/>
                <a:cs typeface="Candara"/>
              </a:rPr>
              <a:t> </a:t>
            </a:r>
            <a:r>
              <a:rPr sz="1500" i="1" dirty="0">
                <a:solidFill>
                  <a:srgbClr val="FFFFFF"/>
                </a:solidFill>
                <a:latin typeface="Candara"/>
                <a:cs typeface="Candara"/>
              </a:rPr>
              <a:t>Driven</a:t>
            </a:r>
            <a:r>
              <a:rPr sz="1500" i="1" spc="-35" dirty="0">
                <a:solidFill>
                  <a:srgbClr val="FFFFFF"/>
                </a:solidFill>
                <a:latin typeface="Candara"/>
                <a:cs typeface="Candara"/>
              </a:rPr>
              <a:t> </a:t>
            </a:r>
            <a:r>
              <a:rPr sz="1500" i="1" dirty="0">
                <a:solidFill>
                  <a:srgbClr val="FFFFFF"/>
                </a:solidFill>
                <a:latin typeface="Candara"/>
                <a:cs typeface="Candara"/>
              </a:rPr>
              <a:t>Provisioning</a:t>
            </a:r>
            <a:r>
              <a:rPr sz="1500" i="1" spc="-25" dirty="0">
                <a:solidFill>
                  <a:srgbClr val="FFFFFF"/>
                </a:solidFill>
                <a:latin typeface="Candara"/>
                <a:cs typeface="Candara"/>
              </a:rPr>
              <a:t> </a:t>
            </a:r>
            <a:r>
              <a:rPr sz="1500" i="1" dirty="0">
                <a:solidFill>
                  <a:srgbClr val="FFFFFF"/>
                </a:solidFill>
                <a:latin typeface="Candara"/>
                <a:cs typeface="Candara"/>
              </a:rPr>
              <a:t>&amp;</a:t>
            </a:r>
            <a:r>
              <a:rPr sz="1500" i="1" spc="-35" dirty="0">
                <a:solidFill>
                  <a:srgbClr val="FFFFFF"/>
                </a:solidFill>
                <a:latin typeface="Candara"/>
                <a:cs typeface="Candara"/>
              </a:rPr>
              <a:t> </a:t>
            </a:r>
            <a:r>
              <a:rPr sz="1500" i="1" dirty="0">
                <a:solidFill>
                  <a:srgbClr val="FFFFFF"/>
                </a:solidFill>
                <a:latin typeface="Candara"/>
                <a:cs typeface="Candara"/>
              </a:rPr>
              <a:t>Service</a:t>
            </a:r>
            <a:r>
              <a:rPr sz="1500" i="1" spc="-35" dirty="0">
                <a:solidFill>
                  <a:srgbClr val="FFFFFF"/>
                </a:solidFill>
                <a:latin typeface="Candara"/>
                <a:cs typeface="Candara"/>
              </a:rPr>
              <a:t> </a:t>
            </a:r>
            <a:r>
              <a:rPr sz="1500" i="1" spc="-10" dirty="0">
                <a:solidFill>
                  <a:srgbClr val="FFFFFF"/>
                </a:solidFill>
                <a:latin typeface="Candara"/>
                <a:cs typeface="Candara"/>
              </a:rPr>
              <a:t>Management</a:t>
            </a:r>
            <a:endParaRPr sz="1500">
              <a:latin typeface="Candara"/>
              <a:cs typeface="Candar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364734" y="1777238"/>
            <a:ext cx="705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3025">
              <a:lnSpc>
                <a:spcPct val="100000"/>
              </a:lnSpc>
              <a:spcBef>
                <a:spcPts val="100"/>
              </a:spcBef>
            </a:pPr>
            <a:r>
              <a:rPr sz="1200" i="1" spc="-10" dirty="0">
                <a:solidFill>
                  <a:srgbClr val="FFFFFF"/>
                </a:solidFill>
                <a:latin typeface="Candara"/>
                <a:cs typeface="Candara"/>
              </a:rPr>
              <a:t>Dynamic Scheduling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764528" y="1856485"/>
            <a:ext cx="724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10" dirty="0">
                <a:solidFill>
                  <a:srgbClr val="FFFFFF"/>
                </a:solidFill>
                <a:latin typeface="Candara"/>
                <a:cs typeface="Candara"/>
              </a:rPr>
              <a:t>Monitoring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111743" y="1686559"/>
            <a:ext cx="566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200" i="1" spc="-10" dirty="0">
                <a:solidFill>
                  <a:srgbClr val="FFFFFF"/>
                </a:solidFill>
                <a:latin typeface="Candara"/>
                <a:cs typeface="Candara"/>
              </a:rPr>
              <a:t>Capacity Planning </a:t>
            </a:r>
            <a:r>
              <a:rPr sz="1200" i="1" spc="-25" dirty="0">
                <a:solidFill>
                  <a:srgbClr val="FFFFFF"/>
                </a:solidFill>
                <a:latin typeface="Candara"/>
                <a:cs typeface="Candara"/>
              </a:rPr>
              <a:t>SLA</a:t>
            </a:r>
            <a:endParaRPr sz="1200">
              <a:latin typeface="Candara"/>
              <a:cs typeface="Candara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1094994" y="1636776"/>
            <a:ext cx="2458720" cy="715010"/>
            <a:chOff x="1094994" y="1636776"/>
            <a:chExt cx="2458720" cy="715010"/>
          </a:xfrm>
        </p:grpSpPr>
        <p:pic>
          <p:nvPicPr>
            <p:cNvPr id="67" name="object 6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94994" y="1636776"/>
              <a:ext cx="1129283" cy="713231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423922" y="1638300"/>
              <a:ext cx="1129283" cy="713231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1402333" y="1765046"/>
            <a:ext cx="497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335">
              <a:lnSpc>
                <a:spcPct val="100000"/>
              </a:lnSpc>
              <a:spcBef>
                <a:spcPts val="100"/>
              </a:spcBef>
            </a:pPr>
            <a:r>
              <a:rPr sz="1200" i="1" spc="-10" dirty="0">
                <a:solidFill>
                  <a:srgbClr val="FFFFFF"/>
                </a:solidFill>
                <a:latin typeface="Candara"/>
                <a:cs typeface="Candara"/>
              </a:rPr>
              <a:t>Service Catalog</a:t>
            </a:r>
            <a:endParaRPr sz="1200">
              <a:latin typeface="Candara"/>
              <a:cs typeface="Candara"/>
            </a:endParaRPr>
          </a:p>
        </p:txBody>
      </p:sp>
      <p:pic>
        <p:nvPicPr>
          <p:cNvPr id="70" name="object 70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788664" y="1638300"/>
            <a:ext cx="1130046" cy="713231"/>
          </a:xfrm>
          <a:prstGeom prst="rect">
            <a:avLst/>
          </a:prstGeom>
        </p:spPr>
      </p:pic>
      <p:sp>
        <p:nvSpPr>
          <p:cNvPr id="71" name="object 71"/>
          <p:cNvSpPr txBox="1"/>
          <p:nvPr/>
        </p:nvSpPr>
        <p:spPr>
          <a:xfrm>
            <a:off x="2778505" y="1771141"/>
            <a:ext cx="5321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755" marR="5080" indent="-186690">
              <a:lnSpc>
                <a:spcPct val="100000"/>
              </a:lnSpc>
              <a:spcBef>
                <a:spcPts val="100"/>
              </a:spcBef>
            </a:pPr>
            <a:r>
              <a:rPr sz="1200" i="1" spc="-10" dirty="0">
                <a:solidFill>
                  <a:srgbClr val="FFFFFF"/>
                </a:solidFill>
                <a:latin typeface="Candara"/>
                <a:cs typeface="Candara"/>
              </a:rPr>
              <a:t>Request </a:t>
            </a:r>
            <a:r>
              <a:rPr sz="1200" i="1" spc="-25" dirty="0">
                <a:solidFill>
                  <a:srgbClr val="FFFFFF"/>
                </a:solidFill>
                <a:latin typeface="Candara"/>
                <a:cs typeface="Candara"/>
              </a:rPr>
              <a:t>UI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023614" y="1778761"/>
            <a:ext cx="718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100" marR="5080" indent="-280035">
              <a:lnSpc>
                <a:spcPct val="100000"/>
              </a:lnSpc>
              <a:spcBef>
                <a:spcPts val="100"/>
              </a:spcBef>
            </a:pPr>
            <a:r>
              <a:rPr sz="1200" i="1" spc="-10" dirty="0">
                <a:solidFill>
                  <a:srgbClr val="FFFFFF"/>
                </a:solidFill>
                <a:latin typeface="Candara"/>
                <a:cs typeface="Candara"/>
              </a:rPr>
              <a:t>Operations </a:t>
            </a:r>
            <a:r>
              <a:rPr sz="1200" i="1" spc="-35" dirty="0">
                <a:solidFill>
                  <a:srgbClr val="FFFFFF"/>
                </a:solidFill>
                <a:latin typeface="Candara"/>
                <a:cs typeface="Candara"/>
              </a:rPr>
              <a:t>UI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514350" y="4152900"/>
            <a:ext cx="9029700" cy="1273810"/>
          </a:xfrm>
          <a:custGeom>
            <a:avLst/>
            <a:gdLst/>
            <a:ahLst/>
            <a:cxnLst/>
            <a:rect l="l" t="t" r="r" b="b"/>
            <a:pathLst>
              <a:path w="9029700" h="1273810">
                <a:moveTo>
                  <a:pt x="38100" y="911352"/>
                </a:moveTo>
                <a:lnTo>
                  <a:pt x="38100" y="797052"/>
                </a:lnTo>
                <a:lnTo>
                  <a:pt x="0" y="797052"/>
                </a:lnTo>
                <a:lnTo>
                  <a:pt x="0" y="911352"/>
                </a:lnTo>
                <a:lnTo>
                  <a:pt x="38100" y="911352"/>
                </a:lnTo>
                <a:close/>
              </a:path>
              <a:path w="9029700" h="1273810">
                <a:moveTo>
                  <a:pt x="41909" y="960882"/>
                </a:moveTo>
                <a:lnTo>
                  <a:pt x="41909" y="960120"/>
                </a:lnTo>
                <a:lnTo>
                  <a:pt x="38862" y="928116"/>
                </a:lnTo>
                <a:lnTo>
                  <a:pt x="38100" y="911352"/>
                </a:lnTo>
                <a:lnTo>
                  <a:pt x="4571" y="912022"/>
                </a:lnTo>
                <a:lnTo>
                  <a:pt x="0" y="912114"/>
                </a:lnTo>
                <a:lnTo>
                  <a:pt x="762" y="930402"/>
                </a:lnTo>
                <a:lnTo>
                  <a:pt x="2285" y="949452"/>
                </a:lnTo>
                <a:lnTo>
                  <a:pt x="4571" y="966978"/>
                </a:lnTo>
                <a:lnTo>
                  <a:pt x="4571" y="967740"/>
                </a:lnTo>
                <a:lnTo>
                  <a:pt x="41909" y="960882"/>
                </a:lnTo>
                <a:close/>
              </a:path>
              <a:path w="9029700" h="1273810">
                <a:moveTo>
                  <a:pt x="38100" y="758952"/>
                </a:moveTo>
                <a:lnTo>
                  <a:pt x="38100" y="644652"/>
                </a:lnTo>
                <a:lnTo>
                  <a:pt x="0" y="644652"/>
                </a:lnTo>
                <a:lnTo>
                  <a:pt x="0" y="758952"/>
                </a:lnTo>
                <a:lnTo>
                  <a:pt x="38100" y="758952"/>
                </a:lnTo>
                <a:close/>
              </a:path>
              <a:path w="9029700" h="1273810">
                <a:moveTo>
                  <a:pt x="38100" y="606552"/>
                </a:moveTo>
                <a:lnTo>
                  <a:pt x="38100" y="492252"/>
                </a:lnTo>
                <a:lnTo>
                  <a:pt x="0" y="492252"/>
                </a:lnTo>
                <a:lnTo>
                  <a:pt x="0" y="606552"/>
                </a:lnTo>
                <a:lnTo>
                  <a:pt x="38100" y="606552"/>
                </a:lnTo>
                <a:close/>
              </a:path>
              <a:path w="9029700" h="1273810">
                <a:moveTo>
                  <a:pt x="38862" y="345186"/>
                </a:moveTo>
                <a:lnTo>
                  <a:pt x="38862" y="341376"/>
                </a:lnTo>
                <a:lnTo>
                  <a:pt x="1523" y="338328"/>
                </a:lnTo>
                <a:lnTo>
                  <a:pt x="762" y="344424"/>
                </a:lnTo>
                <a:lnTo>
                  <a:pt x="0" y="362712"/>
                </a:lnTo>
                <a:lnTo>
                  <a:pt x="0" y="454152"/>
                </a:lnTo>
                <a:lnTo>
                  <a:pt x="38100" y="454152"/>
                </a:lnTo>
                <a:lnTo>
                  <a:pt x="38100" y="362712"/>
                </a:lnTo>
                <a:lnTo>
                  <a:pt x="38862" y="345186"/>
                </a:lnTo>
                <a:close/>
              </a:path>
              <a:path w="9029700" h="1273810">
                <a:moveTo>
                  <a:pt x="79248" y="204978"/>
                </a:moveTo>
                <a:lnTo>
                  <a:pt x="46481" y="185928"/>
                </a:lnTo>
                <a:lnTo>
                  <a:pt x="44195" y="190500"/>
                </a:lnTo>
                <a:lnTo>
                  <a:pt x="32565" y="213077"/>
                </a:lnTo>
                <a:lnTo>
                  <a:pt x="22174" y="238606"/>
                </a:lnTo>
                <a:lnTo>
                  <a:pt x="13649" y="264846"/>
                </a:lnTo>
                <a:lnTo>
                  <a:pt x="7620" y="289560"/>
                </a:lnTo>
                <a:lnTo>
                  <a:pt x="6095" y="298704"/>
                </a:lnTo>
                <a:lnTo>
                  <a:pt x="43434" y="305562"/>
                </a:lnTo>
                <a:lnTo>
                  <a:pt x="44957" y="296418"/>
                </a:lnTo>
                <a:lnTo>
                  <a:pt x="51238" y="272127"/>
                </a:lnTo>
                <a:lnTo>
                  <a:pt x="58273" y="250683"/>
                </a:lnTo>
                <a:lnTo>
                  <a:pt x="66842" y="229818"/>
                </a:lnTo>
                <a:lnTo>
                  <a:pt x="77723" y="207264"/>
                </a:lnTo>
                <a:lnTo>
                  <a:pt x="79248" y="204978"/>
                </a:lnTo>
                <a:close/>
              </a:path>
              <a:path w="9029700" h="1273810">
                <a:moveTo>
                  <a:pt x="175259" y="98298"/>
                </a:moveTo>
                <a:lnTo>
                  <a:pt x="153162" y="67056"/>
                </a:lnTo>
                <a:lnTo>
                  <a:pt x="145542" y="72390"/>
                </a:lnTo>
                <a:lnTo>
                  <a:pt x="125182" y="88721"/>
                </a:lnTo>
                <a:lnTo>
                  <a:pt x="106156" y="106565"/>
                </a:lnTo>
                <a:lnTo>
                  <a:pt x="88534" y="125800"/>
                </a:lnTo>
                <a:lnTo>
                  <a:pt x="72390" y="146304"/>
                </a:lnTo>
                <a:lnTo>
                  <a:pt x="67818" y="151638"/>
                </a:lnTo>
                <a:lnTo>
                  <a:pt x="99059" y="174498"/>
                </a:lnTo>
                <a:lnTo>
                  <a:pt x="102870" y="168402"/>
                </a:lnTo>
                <a:lnTo>
                  <a:pt x="117559" y="150197"/>
                </a:lnTo>
                <a:lnTo>
                  <a:pt x="133526" y="133111"/>
                </a:lnTo>
                <a:lnTo>
                  <a:pt x="150738" y="117288"/>
                </a:lnTo>
                <a:lnTo>
                  <a:pt x="169164" y="102870"/>
                </a:lnTo>
                <a:lnTo>
                  <a:pt x="175259" y="98298"/>
                </a:lnTo>
                <a:close/>
              </a:path>
              <a:path w="9029700" h="1273810">
                <a:moveTo>
                  <a:pt x="307086" y="43434"/>
                </a:moveTo>
                <a:lnTo>
                  <a:pt x="300227" y="6096"/>
                </a:lnTo>
                <a:lnTo>
                  <a:pt x="288798" y="7620"/>
                </a:lnTo>
                <a:lnTo>
                  <a:pt x="262872" y="14433"/>
                </a:lnTo>
                <a:lnTo>
                  <a:pt x="238020" y="22531"/>
                </a:lnTo>
                <a:lnTo>
                  <a:pt x="213792" y="32317"/>
                </a:lnTo>
                <a:lnTo>
                  <a:pt x="189737" y="44196"/>
                </a:lnTo>
                <a:lnTo>
                  <a:pt x="186690" y="45720"/>
                </a:lnTo>
                <a:lnTo>
                  <a:pt x="205740" y="79248"/>
                </a:lnTo>
                <a:lnTo>
                  <a:pt x="208026" y="76962"/>
                </a:lnTo>
                <a:lnTo>
                  <a:pt x="230289" y="66673"/>
                </a:lnTo>
                <a:lnTo>
                  <a:pt x="251507" y="58012"/>
                </a:lnTo>
                <a:lnTo>
                  <a:pt x="273273" y="50824"/>
                </a:lnTo>
                <a:lnTo>
                  <a:pt x="297180" y="44958"/>
                </a:lnTo>
                <a:lnTo>
                  <a:pt x="307086" y="43434"/>
                </a:lnTo>
                <a:close/>
              </a:path>
              <a:path w="9029700" h="1273810">
                <a:moveTo>
                  <a:pt x="455675" y="38100"/>
                </a:moveTo>
                <a:lnTo>
                  <a:pt x="455675" y="0"/>
                </a:lnTo>
                <a:lnTo>
                  <a:pt x="361949" y="0"/>
                </a:lnTo>
                <a:lnTo>
                  <a:pt x="345947" y="640"/>
                </a:lnTo>
                <a:lnTo>
                  <a:pt x="339852" y="762"/>
                </a:lnTo>
                <a:lnTo>
                  <a:pt x="342899" y="38862"/>
                </a:lnTo>
                <a:lnTo>
                  <a:pt x="345947" y="38862"/>
                </a:lnTo>
                <a:lnTo>
                  <a:pt x="361949" y="38134"/>
                </a:lnTo>
                <a:lnTo>
                  <a:pt x="455675" y="38100"/>
                </a:lnTo>
                <a:close/>
              </a:path>
              <a:path w="9029700" h="1273810">
                <a:moveTo>
                  <a:pt x="608075" y="38100"/>
                </a:moveTo>
                <a:lnTo>
                  <a:pt x="608075" y="0"/>
                </a:lnTo>
                <a:lnTo>
                  <a:pt x="493775" y="0"/>
                </a:lnTo>
                <a:lnTo>
                  <a:pt x="493775" y="38100"/>
                </a:lnTo>
                <a:lnTo>
                  <a:pt x="608075" y="38100"/>
                </a:lnTo>
                <a:close/>
              </a:path>
              <a:path w="9029700" h="1273810">
                <a:moveTo>
                  <a:pt x="760475" y="38100"/>
                </a:moveTo>
                <a:lnTo>
                  <a:pt x="760475" y="0"/>
                </a:lnTo>
                <a:lnTo>
                  <a:pt x="646175" y="0"/>
                </a:lnTo>
                <a:lnTo>
                  <a:pt x="646175" y="38100"/>
                </a:lnTo>
                <a:lnTo>
                  <a:pt x="760475" y="38100"/>
                </a:lnTo>
                <a:close/>
              </a:path>
              <a:path w="9029700" h="1273810">
                <a:moveTo>
                  <a:pt x="912876" y="38100"/>
                </a:moveTo>
                <a:lnTo>
                  <a:pt x="912876" y="0"/>
                </a:lnTo>
                <a:lnTo>
                  <a:pt x="798575" y="0"/>
                </a:lnTo>
                <a:lnTo>
                  <a:pt x="798575" y="38100"/>
                </a:lnTo>
                <a:lnTo>
                  <a:pt x="912876" y="38100"/>
                </a:lnTo>
                <a:close/>
              </a:path>
              <a:path w="9029700" h="1273810">
                <a:moveTo>
                  <a:pt x="1065276" y="38100"/>
                </a:moveTo>
                <a:lnTo>
                  <a:pt x="1065276" y="0"/>
                </a:lnTo>
                <a:lnTo>
                  <a:pt x="950976" y="0"/>
                </a:lnTo>
                <a:lnTo>
                  <a:pt x="950976" y="38100"/>
                </a:lnTo>
                <a:lnTo>
                  <a:pt x="1065276" y="38100"/>
                </a:lnTo>
                <a:close/>
              </a:path>
              <a:path w="9029700" h="1273810">
                <a:moveTo>
                  <a:pt x="1217676" y="38100"/>
                </a:moveTo>
                <a:lnTo>
                  <a:pt x="1217676" y="0"/>
                </a:lnTo>
                <a:lnTo>
                  <a:pt x="1103376" y="0"/>
                </a:lnTo>
                <a:lnTo>
                  <a:pt x="1103376" y="38100"/>
                </a:lnTo>
                <a:lnTo>
                  <a:pt x="1217676" y="38100"/>
                </a:lnTo>
                <a:close/>
              </a:path>
              <a:path w="9029700" h="1273810">
                <a:moveTo>
                  <a:pt x="1370076" y="38100"/>
                </a:moveTo>
                <a:lnTo>
                  <a:pt x="1370076" y="0"/>
                </a:lnTo>
                <a:lnTo>
                  <a:pt x="1255776" y="0"/>
                </a:lnTo>
                <a:lnTo>
                  <a:pt x="1255776" y="38100"/>
                </a:lnTo>
                <a:lnTo>
                  <a:pt x="1370076" y="38100"/>
                </a:lnTo>
                <a:close/>
              </a:path>
              <a:path w="9029700" h="1273810">
                <a:moveTo>
                  <a:pt x="1522476" y="38100"/>
                </a:moveTo>
                <a:lnTo>
                  <a:pt x="1522476" y="0"/>
                </a:lnTo>
                <a:lnTo>
                  <a:pt x="1408176" y="0"/>
                </a:lnTo>
                <a:lnTo>
                  <a:pt x="1408176" y="38100"/>
                </a:lnTo>
                <a:lnTo>
                  <a:pt x="1522476" y="38100"/>
                </a:lnTo>
                <a:close/>
              </a:path>
              <a:path w="9029700" h="1273810">
                <a:moveTo>
                  <a:pt x="1674876" y="38100"/>
                </a:moveTo>
                <a:lnTo>
                  <a:pt x="1674876" y="0"/>
                </a:lnTo>
                <a:lnTo>
                  <a:pt x="1560576" y="0"/>
                </a:lnTo>
                <a:lnTo>
                  <a:pt x="1560576" y="38100"/>
                </a:lnTo>
                <a:lnTo>
                  <a:pt x="1674876" y="38100"/>
                </a:lnTo>
                <a:close/>
              </a:path>
              <a:path w="9029700" h="1273810">
                <a:moveTo>
                  <a:pt x="1827276" y="38100"/>
                </a:moveTo>
                <a:lnTo>
                  <a:pt x="1827276" y="0"/>
                </a:lnTo>
                <a:lnTo>
                  <a:pt x="1712976" y="0"/>
                </a:lnTo>
                <a:lnTo>
                  <a:pt x="1712976" y="38100"/>
                </a:lnTo>
                <a:lnTo>
                  <a:pt x="1827276" y="38100"/>
                </a:lnTo>
                <a:close/>
              </a:path>
              <a:path w="9029700" h="1273810">
                <a:moveTo>
                  <a:pt x="1979676" y="38100"/>
                </a:moveTo>
                <a:lnTo>
                  <a:pt x="1979676" y="0"/>
                </a:lnTo>
                <a:lnTo>
                  <a:pt x="1865376" y="0"/>
                </a:lnTo>
                <a:lnTo>
                  <a:pt x="1865376" y="38100"/>
                </a:lnTo>
                <a:lnTo>
                  <a:pt x="1979676" y="38100"/>
                </a:lnTo>
                <a:close/>
              </a:path>
              <a:path w="9029700" h="1273810">
                <a:moveTo>
                  <a:pt x="2132076" y="38100"/>
                </a:moveTo>
                <a:lnTo>
                  <a:pt x="2132076" y="0"/>
                </a:lnTo>
                <a:lnTo>
                  <a:pt x="2017776" y="0"/>
                </a:lnTo>
                <a:lnTo>
                  <a:pt x="2017776" y="38100"/>
                </a:lnTo>
                <a:lnTo>
                  <a:pt x="2132076" y="38100"/>
                </a:lnTo>
                <a:close/>
              </a:path>
              <a:path w="9029700" h="1273810">
                <a:moveTo>
                  <a:pt x="2284476" y="38100"/>
                </a:moveTo>
                <a:lnTo>
                  <a:pt x="2284476" y="0"/>
                </a:lnTo>
                <a:lnTo>
                  <a:pt x="2170176" y="0"/>
                </a:lnTo>
                <a:lnTo>
                  <a:pt x="2170176" y="38100"/>
                </a:lnTo>
                <a:lnTo>
                  <a:pt x="2284476" y="38100"/>
                </a:lnTo>
                <a:close/>
              </a:path>
              <a:path w="9029700" h="1273810">
                <a:moveTo>
                  <a:pt x="2436876" y="38100"/>
                </a:moveTo>
                <a:lnTo>
                  <a:pt x="2436876" y="0"/>
                </a:lnTo>
                <a:lnTo>
                  <a:pt x="2322576" y="0"/>
                </a:lnTo>
                <a:lnTo>
                  <a:pt x="2322576" y="38100"/>
                </a:lnTo>
                <a:lnTo>
                  <a:pt x="2436876" y="38100"/>
                </a:lnTo>
                <a:close/>
              </a:path>
              <a:path w="9029700" h="1273810">
                <a:moveTo>
                  <a:pt x="2589276" y="38100"/>
                </a:moveTo>
                <a:lnTo>
                  <a:pt x="2589276" y="0"/>
                </a:lnTo>
                <a:lnTo>
                  <a:pt x="2474976" y="0"/>
                </a:lnTo>
                <a:lnTo>
                  <a:pt x="2474976" y="38100"/>
                </a:lnTo>
                <a:lnTo>
                  <a:pt x="2589276" y="38100"/>
                </a:lnTo>
                <a:close/>
              </a:path>
              <a:path w="9029700" h="1273810">
                <a:moveTo>
                  <a:pt x="2741675" y="38100"/>
                </a:moveTo>
                <a:lnTo>
                  <a:pt x="2741675" y="0"/>
                </a:lnTo>
                <a:lnTo>
                  <a:pt x="2627376" y="0"/>
                </a:lnTo>
                <a:lnTo>
                  <a:pt x="2627376" y="38100"/>
                </a:lnTo>
                <a:lnTo>
                  <a:pt x="2741675" y="38100"/>
                </a:lnTo>
                <a:close/>
              </a:path>
              <a:path w="9029700" h="1273810">
                <a:moveTo>
                  <a:pt x="2894075" y="38100"/>
                </a:moveTo>
                <a:lnTo>
                  <a:pt x="2894075" y="0"/>
                </a:lnTo>
                <a:lnTo>
                  <a:pt x="2779775" y="0"/>
                </a:lnTo>
                <a:lnTo>
                  <a:pt x="2779775" y="38100"/>
                </a:lnTo>
                <a:lnTo>
                  <a:pt x="2894075" y="38100"/>
                </a:lnTo>
                <a:close/>
              </a:path>
              <a:path w="9029700" h="1273810">
                <a:moveTo>
                  <a:pt x="3046475" y="38100"/>
                </a:moveTo>
                <a:lnTo>
                  <a:pt x="3046475" y="0"/>
                </a:lnTo>
                <a:lnTo>
                  <a:pt x="2932175" y="0"/>
                </a:lnTo>
                <a:lnTo>
                  <a:pt x="2932175" y="38100"/>
                </a:lnTo>
                <a:lnTo>
                  <a:pt x="3046475" y="38100"/>
                </a:lnTo>
                <a:close/>
              </a:path>
              <a:path w="9029700" h="1273810">
                <a:moveTo>
                  <a:pt x="3198875" y="38100"/>
                </a:moveTo>
                <a:lnTo>
                  <a:pt x="3198875" y="0"/>
                </a:lnTo>
                <a:lnTo>
                  <a:pt x="3084575" y="0"/>
                </a:lnTo>
                <a:lnTo>
                  <a:pt x="3084575" y="38100"/>
                </a:lnTo>
                <a:lnTo>
                  <a:pt x="3198875" y="38100"/>
                </a:lnTo>
                <a:close/>
              </a:path>
              <a:path w="9029700" h="1273810">
                <a:moveTo>
                  <a:pt x="3351276" y="38100"/>
                </a:moveTo>
                <a:lnTo>
                  <a:pt x="3351276" y="0"/>
                </a:lnTo>
                <a:lnTo>
                  <a:pt x="3236975" y="0"/>
                </a:lnTo>
                <a:lnTo>
                  <a:pt x="3236975" y="38100"/>
                </a:lnTo>
                <a:lnTo>
                  <a:pt x="3351276" y="38100"/>
                </a:lnTo>
                <a:close/>
              </a:path>
              <a:path w="9029700" h="1273810">
                <a:moveTo>
                  <a:pt x="3503676" y="38100"/>
                </a:moveTo>
                <a:lnTo>
                  <a:pt x="3503676" y="0"/>
                </a:lnTo>
                <a:lnTo>
                  <a:pt x="3389376" y="0"/>
                </a:lnTo>
                <a:lnTo>
                  <a:pt x="3389376" y="38100"/>
                </a:lnTo>
                <a:lnTo>
                  <a:pt x="3503676" y="38100"/>
                </a:lnTo>
                <a:close/>
              </a:path>
              <a:path w="9029700" h="1273810">
                <a:moveTo>
                  <a:pt x="3656076" y="38100"/>
                </a:moveTo>
                <a:lnTo>
                  <a:pt x="3656076" y="0"/>
                </a:lnTo>
                <a:lnTo>
                  <a:pt x="3541776" y="0"/>
                </a:lnTo>
                <a:lnTo>
                  <a:pt x="3541776" y="38100"/>
                </a:lnTo>
                <a:lnTo>
                  <a:pt x="3656076" y="38100"/>
                </a:lnTo>
                <a:close/>
              </a:path>
              <a:path w="9029700" h="1273810">
                <a:moveTo>
                  <a:pt x="3808476" y="38100"/>
                </a:moveTo>
                <a:lnTo>
                  <a:pt x="3808476" y="0"/>
                </a:lnTo>
                <a:lnTo>
                  <a:pt x="3694176" y="0"/>
                </a:lnTo>
                <a:lnTo>
                  <a:pt x="3694176" y="38100"/>
                </a:lnTo>
                <a:lnTo>
                  <a:pt x="3808476" y="38100"/>
                </a:lnTo>
                <a:close/>
              </a:path>
              <a:path w="9029700" h="1273810">
                <a:moveTo>
                  <a:pt x="3960876" y="38100"/>
                </a:moveTo>
                <a:lnTo>
                  <a:pt x="3960876" y="0"/>
                </a:lnTo>
                <a:lnTo>
                  <a:pt x="3846576" y="0"/>
                </a:lnTo>
                <a:lnTo>
                  <a:pt x="3846576" y="38100"/>
                </a:lnTo>
                <a:lnTo>
                  <a:pt x="3960876" y="38100"/>
                </a:lnTo>
                <a:close/>
              </a:path>
              <a:path w="9029700" h="1273810">
                <a:moveTo>
                  <a:pt x="4113276" y="38100"/>
                </a:moveTo>
                <a:lnTo>
                  <a:pt x="4113276" y="0"/>
                </a:lnTo>
                <a:lnTo>
                  <a:pt x="3998976" y="0"/>
                </a:lnTo>
                <a:lnTo>
                  <a:pt x="3998976" y="38100"/>
                </a:lnTo>
                <a:lnTo>
                  <a:pt x="4113276" y="38100"/>
                </a:lnTo>
                <a:close/>
              </a:path>
              <a:path w="9029700" h="1273810">
                <a:moveTo>
                  <a:pt x="4265676" y="38100"/>
                </a:moveTo>
                <a:lnTo>
                  <a:pt x="4265676" y="0"/>
                </a:lnTo>
                <a:lnTo>
                  <a:pt x="4151376" y="0"/>
                </a:lnTo>
                <a:lnTo>
                  <a:pt x="4151376" y="38100"/>
                </a:lnTo>
                <a:lnTo>
                  <a:pt x="4265676" y="38100"/>
                </a:lnTo>
                <a:close/>
              </a:path>
              <a:path w="9029700" h="1273810">
                <a:moveTo>
                  <a:pt x="4418076" y="38100"/>
                </a:moveTo>
                <a:lnTo>
                  <a:pt x="4418076" y="0"/>
                </a:lnTo>
                <a:lnTo>
                  <a:pt x="4303776" y="0"/>
                </a:lnTo>
                <a:lnTo>
                  <a:pt x="4303776" y="38100"/>
                </a:lnTo>
                <a:lnTo>
                  <a:pt x="4418076" y="38100"/>
                </a:lnTo>
                <a:close/>
              </a:path>
              <a:path w="9029700" h="1273810">
                <a:moveTo>
                  <a:pt x="4570476" y="38100"/>
                </a:moveTo>
                <a:lnTo>
                  <a:pt x="4570476" y="0"/>
                </a:lnTo>
                <a:lnTo>
                  <a:pt x="4456176" y="0"/>
                </a:lnTo>
                <a:lnTo>
                  <a:pt x="4456176" y="38100"/>
                </a:lnTo>
                <a:lnTo>
                  <a:pt x="4570476" y="38100"/>
                </a:lnTo>
                <a:close/>
              </a:path>
              <a:path w="9029700" h="1273810">
                <a:moveTo>
                  <a:pt x="4722876" y="38100"/>
                </a:moveTo>
                <a:lnTo>
                  <a:pt x="4722876" y="0"/>
                </a:lnTo>
                <a:lnTo>
                  <a:pt x="4608576" y="0"/>
                </a:lnTo>
                <a:lnTo>
                  <a:pt x="4608576" y="38100"/>
                </a:lnTo>
                <a:lnTo>
                  <a:pt x="4722876" y="38100"/>
                </a:lnTo>
                <a:close/>
              </a:path>
              <a:path w="9029700" h="1273810">
                <a:moveTo>
                  <a:pt x="4875276" y="38100"/>
                </a:moveTo>
                <a:lnTo>
                  <a:pt x="4875276" y="0"/>
                </a:lnTo>
                <a:lnTo>
                  <a:pt x="4760976" y="0"/>
                </a:lnTo>
                <a:lnTo>
                  <a:pt x="4760976" y="38100"/>
                </a:lnTo>
                <a:lnTo>
                  <a:pt x="4875276" y="38100"/>
                </a:lnTo>
                <a:close/>
              </a:path>
              <a:path w="9029700" h="1273810">
                <a:moveTo>
                  <a:pt x="5027676" y="38100"/>
                </a:moveTo>
                <a:lnTo>
                  <a:pt x="5027676" y="0"/>
                </a:lnTo>
                <a:lnTo>
                  <a:pt x="4913376" y="0"/>
                </a:lnTo>
                <a:lnTo>
                  <a:pt x="4913376" y="38100"/>
                </a:lnTo>
                <a:lnTo>
                  <a:pt x="5027676" y="38100"/>
                </a:lnTo>
                <a:close/>
              </a:path>
              <a:path w="9029700" h="1273810">
                <a:moveTo>
                  <a:pt x="5180076" y="38100"/>
                </a:moveTo>
                <a:lnTo>
                  <a:pt x="5180076" y="0"/>
                </a:lnTo>
                <a:lnTo>
                  <a:pt x="5065776" y="0"/>
                </a:lnTo>
                <a:lnTo>
                  <a:pt x="5065776" y="38100"/>
                </a:lnTo>
                <a:lnTo>
                  <a:pt x="5180076" y="38100"/>
                </a:lnTo>
                <a:close/>
              </a:path>
              <a:path w="9029700" h="1273810">
                <a:moveTo>
                  <a:pt x="5332476" y="38100"/>
                </a:moveTo>
                <a:lnTo>
                  <a:pt x="5332476" y="0"/>
                </a:lnTo>
                <a:lnTo>
                  <a:pt x="5218176" y="0"/>
                </a:lnTo>
                <a:lnTo>
                  <a:pt x="5218176" y="38100"/>
                </a:lnTo>
                <a:lnTo>
                  <a:pt x="5332476" y="38100"/>
                </a:lnTo>
                <a:close/>
              </a:path>
              <a:path w="9029700" h="1273810">
                <a:moveTo>
                  <a:pt x="5484876" y="38100"/>
                </a:moveTo>
                <a:lnTo>
                  <a:pt x="5484876" y="0"/>
                </a:lnTo>
                <a:lnTo>
                  <a:pt x="5370576" y="0"/>
                </a:lnTo>
                <a:lnTo>
                  <a:pt x="5370576" y="38100"/>
                </a:lnTo>
                <a:lnTo>
                  <a:pt x="5484876" y="38100"/>
                </a:lnTo>
                <a:close/>
              </a:path>
              <a:path w="9029700" h="1273810">
                <a:moveTo>
                  <a:pt x="5637276" y="38100"/>
                </a:moveTo>
                <a:lnTo>
                  <a:pt x="5637276" y="0"/>
                </a:lnTo>
                <a:lnTo>
                  <a:pt x="5522976" y="0"/>
                </a:lnTo>
                <a:lnTo>
                  <a:pt x="5522976" y="38100"/>
                </a:lnTo>
                <a:lnTo>
                  <a:pt x="5637276" y="38100"/>
                </a:lnTo>
                <a:close/>
              </a:path>
              <a:path w="9029700" h="1273810">
                <a:moveTo>
                  <a:pt x="5789676" y="38100"/>
                </a:moveTo>
                <a:lnTo>
                  <a:pt x="5789676" y="0"/>
                </a:lnTo>
                <a:lnTo>
                  <a:pt x="5675376" y="0"/>
                </a:lnTo>
                <a:lnTo>
                  <a:pt x="5675376" y="38100"/>
                </a:lnTo>
                <a:lnTo>
                  <a:pt x="5789676" y="38100"/>
                </a:lnTo>
                <a:close/>
              </a:path>
              <a:path w="9029700" h="1273810">
                <a:moveTo>
                  <a:pt x="5942076" y="38100"/>
                </a:moveTo>
                <a:lnTo>
                  <a:pt x="5942076" y="0"/>
                </a:lnTo>
                <a:lnTo>
                  <a:pt x="5827776" y="0"/>
                </a:lnTo>
                <a:lnTo>
                  <a:pt x="5827776" y="38100"/>
                </a:lnTo>
                <a:lnTo>
                  <a:pt x="5942076" y="38100"/>
                </a:lnTo>
                <a:close/>
              </a:path>
              <a:path w="9029700" h="1273810">
                <a:moveTo>
                  <a:pt x="6094476" y="38100"/>
                </a:moveTo>
                <a:lnTo>
                  <a:pt x="6094476" y="0"/>
                </a:lnTo>
                <a:lnTo>
                  <a:pt x="5980176" y="0"/>
                </a:lnTo>
                <a:lnTo>
                  <a:pt x="5980176" y="38100"/>
                </a:lnTo>
                <a:lnTo>
                  <a:pt x="6094476" y="38100"/>
                </a:lnTo>
                <a:close/>
              </a:path>
              <a:path w="9029700" h="1273810">
                <a:moveTo>
                  <a:pt x="6246876" y="38100"/>
                </a:moveTo>
                <a:lnTo>
                  <a:pt x="6246876" y="0"/>
                </a:lnTo>
                <a:lnTo>
                  <a:pt x="6132576" y="0"/>
                </a:lnTo>
                <a:lnTo>
                  <a:pt x="6132576" y="38100"/>
                </a:lnTo>
                <a:lnTo>
                  <a:pt x="6246876" y="38100"/>
                </a:lnTo>
                <a:close/>
              </a:path>
              <a:path w="9029700" h="1273810">
                <a:moveTo>
                  <a:pt x="6399276" y="38100"/>
                </a:moveTo>
                <a:lnTo>
                  <a:pt x="6399276" y="0"/>
                </a:lnTo>
                <a:lnTo>
                  <a:pt x="6284976" y="0"/>
                </a:lnTo>
                <a:lnTo>
                  <a:pt x="6284976" y="38100"/>
                </a:lnTo>
                <a:lnTo>
                  <a:pt x="6399276" y="38100"/>
                </a:lnTo>
                <a:close/>
              </a:path>
              <a:path w="9029700" h="1273810">
                <a:moveTo>
                  <a:pt x="6551676" y="38100"/>
                </a:moveTo>
                <a:lnTo>
                  <a:pt x="6551676" y="0"/>
                </a:lnTo>
                <a:lnTo>
                  <a:pt x="6437376" y="0"/>
                </a:lnTo>
                <a:lnTo>
                  <a:pt x="6437376" y="38100"/>
                </a:lnTo>
                <a:lnTo>
                  <a:pt x="6551676" y="38100"/>
                </a:lnTo>
                <a:close/>
              </a:path>
              <a:path w="9029700" h="1273810">
                <a:moveTo>
                  <a:pt x="6704076" y="38100"/>
                </a:moveTo>
                <a:lnTo>
                  <a:pt x="6704076" y="0"/>
                </a:lnTo>
                <a:lnTo>
                  <a:pt x="6589776" y="0"/>
                </a:lnTo>
                <a:lnTo>
                  <a:pt x="6589776" y="38100"/>
                </a:lnTo>
                <a:lnTo>
                  <a:pt x="6704076" y="38100"/>
                </a:lnTo>
                <a:close/>
              </a:path>
              <a:path w="9029700" h="1273810">
                <a:moveTo>
                  <a:pt x="6856476" y="38100"/>
                </a:moveTo>
                <a:lnTo>
                  <a:pt x="6856476" y="0"/>
                </a:lnTo>
                <a:lnTo>
                  <a:pt x="6742176" y="0"/>
                </a:lnTo>
                <a:lnTo>
                  <a:pt x="6742176" y="38100"/>
                </a:lnTo>
                <a:lnTo>
                  <a:pt x="6856476" y="38100"/>
                </a:lnTo>
                <a:close/>
              </a:path>
              <a:path w="9029700" h="1273810">
                <a:moveTo>
                  <a:pt x="7008876" y="38100"/>
                </a:moveTo>
                <a:lnTo>
                  <a:pt x="7008876" y="0"/>
                </a:lnTo>
                <a:lnTo>
                  <a:pt x="6894576" y="0"/>
                </a:lnTo>
                <a:lnTo>
                  <a:pt x="6894576" y="38100"/>
                </a:lnTo>
                <a:lnTo>
                  <a:pt x="7008876" y="38100"/>
                </a:lnTo>
                <a:close/>
              </a:path>
              <a:path w="9029700" h="1273810">
                <a:moveTo>
                  <a:pt x="7161276" y="38100"/>
                </a:moveTo>
                <a:lnTo>
                  <a:pt x="7161276" y="0"/>
                </a:lnTo>
                <a:lnTo>
                  <a:pt x="7046976" y="0"/>
                </a:lnTo>
                <a:lnTo>
                  <a:pt x="7046976" y="38100"/>
                </a:lnTo>
                <a:lnTo>
                  <a:pt x="7161276" y="38100"/>
                </a:lnTo>
                <a:close/>
              </a:path>
              <a:path w="9029700" h="1273810">
                <a:moveTo>
                  <a:pt x="7313676" y="38100"/>
                </a:moveTo>
                <a:lnTo>
                  <a:pt x="7313676" y="0"/>
                </a:lnTo>
                <a:lnTo>
                  <a:pt x="7199376" y="0"/>
                </a:lnTo>
                <a:lnTo>
                  <a:pt x="7199376" y="38100"/>
                </a:lnTo>
                <a:lnTo>
                  <a:pt x="7313676" y="38100"/>
                </a:lnTo>
                <a:close/>
              </a:path>
              <a:path w="9029700" h="1273810">
                <a:moveTo>
                  <a:pt x="7466076" y="38100"/>
                </a:moveTo>
                <a:lnTo>
                  <a:pt x="7466076" y="0"/>
                </a:lnTo>
                <a:lnTo>
                  <a:pt x="7351776" y="0"/>
                </a:lnTo>
                <a:lnTo>
                  <a:pt x="7351776" y="38100"/>
                </a:lnTo>
                <a:lnTo>
                  <a:pt x="7466076" y="38100"/>
                </a:lnTo>
                <a:close/>
              </a:path>
              <a:path w="9029700" h="1273810">
                <a:moveTo>
                  <a:pt x="7618476" y="38100"/>
                </a:moveTo>
                <a:lnTo>
                  <a:pt x="7618476" y="0"/>
                </a:lnTo>
                <a:lnTo>
                  <a:pt x="7504176" y="0"/>
                </a:lnTo>
                <a:lnTo>
                  <a:pt x="7504176" y="38100"/>
                </a:lnTo>
                <a:lnTo>
                  <a:pt x="7618476" y="38100"/>
                </a:lnTo>
                <a:close/>
              </a:path>
              <a:path w="9029700" h="1273810">
                <a:moveTo>
                  <a:pt x="7770876" y="38100"/>
                </a:moveTo>
                <a:lnTo>
                  <a:pt x="7770876" y="0"/>
                </a:lnTo>
                <a:lnTo>
                  <a:pt x="7656576" y="0"/>
                </a:lnTo>
                <a:lnTo>
                  <a:pt x="7656576" y="38100"/>
                </a:lnTo>
                <a:lnTo>
                  <a:pt x="7770876" y="38100"/>
                </a:lnTo>
                <a:close/>
              </a:path>
              <a:path w="9029700" h="1273810">
                <a:moveTo>
                  <a:pt x="7923276" y="38100"/>
                </a:moveTo>
                <a:lnTo>
                  <a:pt x="7923276" y="0"/>
                </a:lnTo>
                <a:lnTo>
                  <a:pt x="7808976" y="0"/>
                </a:lnTo>
                <a:lnTo>
                  <a:pt x="7808976" y="38100"/>
                </a:lnTo>
                <a:lnTo>
                  <a:pt x="7923276" y="38100"/>
                </a:lnTo>
                <a:close/>
              </a:path>
              <a:path w="9029700" h="1273810">
                <a:moveTo>
                  <a:pt x="8075676" y="38100"/>
                </a:moveTo>
                <a:lnTo>
                  <a:pt x="8075676" y="0"/>
                </a:lnTo>
                <a:lnTo>
                  <a:pt x="7961376" y="0"/>
                </a:lnTo>
                <a:lnTo>
                  <a:pt x="7961376" y="38100"/>
                </a:lnTo>
                <a:lnTo>
                  <a:pt x="8075676" y="38100"/>
                </a:lnTo>
                <a:close/>
              </a:path>
              <a:path w="9029700" h="1273810">
                <a:moveTo>
                  <a:pt x="8228076" y="38100"/>
                </a:moveTo>
                <a:lnTo>
                  <a:pt x="8228076" y="0"/>
                </a:lnTo>
                <a:lnTo>
                  <a:pt x="8113776" y="0"/>
                </a:lnTo>
                <a:lnTo>
                  <a:pt x="8113776" y="38100"/>
                </a:lnTo>
                <a:lnTo>
                  <a:pt x="8228076" y="38100"/>
                </a:lnTo>
                <a:close/>
              </a:path>
              <a:path w="9029700" h="1273810">
                <a:moveTo>
                  <a:pt x="8380476" y="38100"/>
                </a:moveTo>
                <a:lnTo>
                  <a:pt x="8380476" y="0"/>
                </a:lnTo>
                <a:lnTo>
                  <a:pt x="8266176" y="0"/>
                </a:lnTo>
                <a:lnTo>
                  <a:pt x="8266176" y="38100"/>
                </a:lnTo>
                <a:lnTo>
                  <a:pt x="8380476" y="38100"/>
                </a:lnTo>
                <a:close/>
              </a:path>
              <a:path w="9029700" h="1273810">
                <a:moveTo>
                  <a:pt x="8532876" y="38100"/>
                </a:moveTo>
                <a:lnTo>
                  <a:pt x="8532876" y="0"/>
                </a:lnTo>
                <a:lnTo>
                  <a:pt x="8418576" y="0"/>
                </a:lnTo>
                <a:lnTo>
                  <a:pt x="8418576" y="38100"/>
                </a:lnTo>
                <a:lnTo>
                  <a:pt x="8532876" y="38100"/>
                </a:lnTo>
                <a:close/>
              </a:path>
              <a:path w="9029700" h="1273810">
                <a:moveTo>
                  <a:pt x="8685276" y="762"/>
                </a:moveTo>
                <a:lnTo>
                  <a:pt x="8667750" y="0"/>
                </a:lnTo>
                <a:lnTo>
                  <a:pt x="8570976" y="0"/>
                </a:lnTo>
                <a:lnTo>
                  <a:pt x="8570976" y="38100"/>
                </a:lnTo>
                <a:lnTo>
                  <a:pt x="8667750" y="38100"/>
                </a:lnTo>
                <a:lnTo>
                  <a:pt x="8684514" y="38862"/>
                </a:lnTo>
                <a:lnTo>
                  <a:pt x="8685276" y="762"/>
                </a:lnTo>
                <a:close/>
              </a:path>
              <a:path w="9029700" h="1273810">
                <a:moveTo>
                  <a:pt x="8839200" y="43434"/>
                </a:moveTo>
                <a:lnTo>
                  <a:pt x="8804629" y="27215"/>
                </a:lnTo>
                <a:lnTo>
                  <a:pt x="8762144" y="12589"/>
                </a:lnTo>
                <a:lnTo>
                  <a:pt x="8726424" y="5334"/>
                </a:lnTo>
                <a:lnTo>
                  <a:pt x="8719566" y="42672"/>
                </a:lnTo>
                <a:lnTo>
                  <a:pt x="8734044" y="44958"/>
                </a:lnTo>
                <a:lnTo>
                  <a:pt x="8753459" y="49977"/>
                </a:lnTo>
                <a:lnTo>
                  <a:pt x="8772210" y="55549"/>
                </a:lnTo>
                <a:lnTo>
                  <a:pt x="8790547" y="62303"/>
                </a:lnTo>
                <a:lnTo>
                  <a:pt x="8821674" y="76962"/>
                </a:lnTo>
                <a:lnTo>
                  <a:pt x="8839200" y="43434"/>
                </a:lnTo>
                <a:close/>
              </a:path>
              <a:path w="9029700" h="1273810">
                <a:moveTo>
                  <a:pt x="8960358" y="148589"/>
                </a:moveTo>
                <a:lnTo>
                  <a:pt x="8923810" y="106256"/>
                </a:lnTo>
                <a:lnTo>
                  <a:pt x="8884158" y="72389"/>
                </a:lnTo>
                <a:lnTo>
                  <a:pt x="8874252" y="64770"/>
                </a:lnTo>
                <a:lnTo>
                  <a:pt x="8852154" y="96012"/>
                </a:lnTo>
                <a:lnTo>
                  <a:pt x="8862060" y="102870"/>
                </a:lnTo>
                <a:lnTo>
                  <a:pt x="8880257" y="117586"/>
                </a:lnTo>
                <a:lnTo>
                  <a:pt x="8897473" y="133426"/>
                </a:lnTo>
                <a:lnTo>
                  <a:pt x="8913366" y="150561"/>
                </a:lnTo>
                <a:lnTo>
                  <a:pt x="8927592" y="169163"/>
                </a:lnTo>
                <a:lnTo>
                  <a:pt x="8929116" y="170687"/>
                </a:lnTo>
                <a:lnTo>
                  <a:pt x="8960358" y="148589"/>
                </a:lnTo>
                <a:close/>
              </a:path>
              <a:path w="9029700" h="1273810">
                <a:moveTo>
                  <a:pt x="9023604" y="294894"/>
                </a:moveTo>
                <a:lnTo>
                  <a:pt x="9007930" y="238020"/>
                </a:lnTo>
                <a:lnTo>
                  <a:pt x="8986266" y="189737"/>
                </a:lnTo>
                <a:lnTo>
                  <a:pt x="8981694" y="182117"/>
                </a:lnTo>
                <a:lnTo>
                  <a:pt x="8948928" y="201167"/>
                </a:lnTo>
                <a:lnTo>
                  <a:pt x="8952738" y="208025"/>
                </a:lnTo>
                <a:lnTo>
                  <a:pt x="8963397" y="229346"/>
                </a:lnTo>
                <a:lnTo>
                  <a:pt x="8972435" y="251383"/>
                </a:lnTo>
                <a:lnTo>
                  <a:pt x="8979816" y="274030"/>
                </a:lnTo>
                <a:lnTo>
                  <a:pt x="8985504" y="297179"/>
                </a:lnTo>
                <a:lnTo>
                  <a:pt x="8986266" y="301751"/>
                </a:lnTo>
                <a:lnTo>
                  <a:pt x="9023604" y="294894"/>
                </a:lnTo>
                <a:close/>
              </a:path>
              <a:path w="9029700" h="1273810">
                <a:moveTo>
                  <a:pt x="9029700" y="450341"/>
                </a:moveTo>
                <a:lnTo>
                  <a:pt x="9029700" y="343662"/>
                </a:lnTo>
                <a:lnTo>
                  <a:pt x="9028938" y="334517"/>
                </a:lnTo>
                <a:lnTo>
                  <a:pt x="8991600" y="337505"/>
                </a:lnTo>
                <a:lnTo>
                  <a:pt x="8990838" y="337565"/>
                </a:lnTo>
                <a:lnTo>
                  <a:pt x="8991600" y="345948"/>
                </a:lnTo>
                <a:lnTo>
                  <a:pt x="8991600" y="450341"/>
                </a:lnTo>
                <a:lnTo>
                  <a:pt x="9029700" y="450341"/>
                </a:lnTo>
                <a:close/>
              </a:path>
              <a:path w="9029700" h="1273810">
                <a:moveTo>
                  <a:pt x="9029700" y="602741"/>
                </a:moveTo>
                <a:lnTo>
                  <a:pt x="9029700" y="488441"/>
                </a:lnTo>
                <a:lnTo>
                  <a:pt x="8991600" y="488441"/>
                </a:lnTo>
                <a:lnTo>
                  <a:pt x="8991600" y="602741"/>
                </a:lnTo>
                <a:lnTo>
                  <a:pt x="9029700" y="602741"/>
                </a:lnTo>
                <a:close/>
              </a:path>
              <a:path w="9029700" h="1273810">
                <a:moveTo>
                  <a:pt x="9029700" y="755141"/>
                </a:moveTo>
                <a:lnTo>
                  <a:pt x="9029700" y="640841"/>
                </a:lnTo>
                <a:lnTo>
                  <a:pt x="8991600" y="640841"/>
                </a:lnTo>
                <a:lnTo>
                  <a:pt x="8991600" y="755141"/>
                </a:lnTo>
                <a:lnTo>
                  <a:pt x="9029700" y="755141"/>
                </a:lnTo>
                <a:close/>
              </a:path>
              <a:path w="9029700" h="1273810">
                <a:moveTo>
                  <a:pt x="9029700" y="907541"/>
                </a:moveTo>
                <a:lnTo>
                  <a:pt x="9029700" y="793241"/>
                </a:lnTo>
                <a:lnTo>
                  <a:pt x="8991600" y="793241"/>
                </a:lnTo>
                <a:lnTo>
                  <a:pt x="8991600" y="907541"/>
                </a:lnTo>
                <a:lnTo>
                  <a:pt x="9029700" y="907541"/>
                </a:lnTo>
                <a:close/>
              </a:path>
              <a:path w="9029700" h="1273810">
                <a:moveTo>
                  <a:pt x="9028176" y="947927"/>
                </a:moveTo>
                <a:lnTo>
                  <a:pt x="9028176" y="947165"/>
                </a:lnTo>
                <a:lnTo>
                  <a:pt x="8990076" y="944117"/>
                </a:lnTo>
                <a:lnTo>
                  <a:pt x="8990076" y="944879"/>
                </a:lnTo>
                <a:lnTo>
                  <a:pt x="8986738" y="969974"/>
                </a:lnTo>
                <a:lnTo>
                  <a:pt x="8981817" y="992324"/>
                </a:lnTo>
                <a:lnTo>
                  <a:pt x="8975120" y="1014192"/>
                </a:lnTo>
                <a:lnTo>
                  <a:pt x="8966454" y="1037844"/>
                </a:lnTo>
                <a:lnTo>
                  <a:pt x="8961882" y="1047750"/>
                </a:lnTo>
                <a:lnTo>
                  <a:pt x="8996934" y="1062989"/>
                </a:lnTo>
                <a:lnTo>
                  <a:pt x="9001506" y="1052322"/>
                </a:lnTo>
                <a:lnTo>
                  <a:pt x="9011223" y="1027095"/>
                </a:lnTo>
                <a:lnTo>
                  <a:pt x="9018898" y="1001172"/>
                </a:lnTo>
                <a:lnTo>
                  <a:pt x="9024544" y="974726"/>
                </a:lnTo>
                <a:lnTo>
                  <a:pt x="9028176" y="947927"/>
                </a:lnTo>
                <a:close/>
              </a:path>
              <a:path w="9029700" h="1273810">
                <a:moveTo>
                  <a:pt x="8977884" y="1098803"/>
                </a:moveTo>
                <a:lnTo>
                  <a:pt x="8977884" y="1098041"/>
                </a:lnTo>
                <a:lnTo>
                  <a:pt x="8945118" y="1079753"/>
                </a:lnTo>
                <a:lnTo>
                  <a:pt x="8936736" y="1092708"/>
                </a:lnTo>
                <a:lnTo>
                  <a:pt x="8925311" y="1108505"/>
                </a:lnTo>
                <a:lnTo>
                  <a:pt x="8913085" y="1123692"/>
                </a:lnTo>
                <a:lnTo>
                  <a:pt x="8899920" y="1138056"/>
                </a:lnTo>
                <a:lnTo>
                  <a:pt x="8885682" y="1151382"/>
                </a:lnTo>
                <a:lnTo>
                  <a:pt x="8875014" y="1160526"/>
                </a:lnTo>
                <a:lnTo>
                  <a:pt x="8900160" y="1189482"/>
                </a:lnTo>
                <a:lnTo>
                  <a:pt x="8911590" y="1179576"/>
                </a:lnTo>
                <a:lnTo>
                  <a:pt x="8929720" y="1161561"/>
                </a:lnTo>
                <a:lnTo>
                  <a:pt x="8947594" y="1141466"/>
                </a:lnTo>
                <a:lnTo>
                  <a:pt x="8964039" y="1120232"/>
                </a:lnTo>
                <a:lnTo>
                  <a:pt x="8977884" y="1098803"/>
                </a:lnTo>
                <a:close/>
              </a:path>
              <a:path w="9029700" h="1273810">
                <a:moveTo>
                  <a:pt x="8867394" y="1213865"/>
                </a:moveTo>
                <a:lnTo>
                  <a:pt x="8846820" y="1181862"/>
                </a:lnTo>
                <a:lnTo>
                  <a:pt x="8835390" y="1188720"/>
                </a:lnTo>
                <a:lnTo>
                  <a:pt x="8818897" y="1198262"/>
                </a:lnTo>
                <a:lnTo>
                  <a:pt x="8800652" y="1207212"/>
                </a:lnTo>
                <a:lnTo>
                  <a:pt x="8781869" y="1214917"/>
                </a:lnTo>
                <a:lnTo>
                  <a:pt x="8763762" y="1220724"/>
                </a:lnTo>
                <a:lnTo>
                  <a:pt x="8748522" y="1225296"/>
                </a:lnTo>
                <a:lnTo>
                  <a:pt x="8756904" y="1262634"/>
                </a:lnTo>
                <a:lnTo>
                  <a:pt x="8759190" y="1261872"/>
                </a:lnTo>
                <a:lnTo>
                  <a:pt x="8784151" y="1254474"/>
                </a:lnTo>
                <a:lnTo>
                  <a:pt x="8809167" y="1245012"/>
                </a:lnTo>
                <a:lnTo>
                  <a:pt x="8833388" y="1233693"/>
                </a:lnTo>
                <a:lnTo>
                  <a:pt x="8855964" y="1220724"/>
                </a:lnTo>
                <a:lnTo>
                  <a:pt x="8867394" y="1213865"/>
                </a:lnTo>
                <a:close/>
              </a:path>
              <a:path w="9029700" h="1273810">
                <a:moveTo>
                  <a:pt x="8718042" y="1270253"/>
                </a:moveTo>
                <a:lnTo>
                  <a:pt x="8712708" y="1232153"/>
                </a:lnTo>
                <a:lnTo>
                  <a:pt x="8700516" y="1233677"/>
                </a:lnTo>
                <a:lnTo>
                  <a:pt x="8684514" y="1235202"/>
                </a:lnTo>
                <a:lnTo>
                  <a:pt x="8601456" y="1235202"/>
                </a:lnTo>
                <a:lnTo>
                  <a:pt x="8601456" y="1273302"/>
                </a:lnTo>
                <a:lnTo>
                  <a:pt x="8686800" y="1273302"/>
                </a:lnTo>
                <a:lnTo>
                  <a:pt x="8705850" y="1271777"/>
                </a:lnTo>
                <a:lnTo>
                  <a:pt x="8718042" y="1270253"/>
                </a:lnTo>
                <a:close/>
              </a:path>
              <a:path w="9029700" h="1273810">
                <a:moveTo>
                  <a:pt x="8563356" y="1273302"/>
                </a:moveTo>
                <a:lnTo>
                  <a:pt x="8563356" y="1235202"/>
                </a:lnTo>
                <a:lnTo>
                  <a:pt x="8449056" y="1235202"/>
                </a:lnTo>
                <a:lnTo>
                  <a:pt x="8449056" y="1273302"/>
                </a:lnTo>
                <a:lnTo>
                  <a:pt x="8563356" y="1273302"/>
                </a:lnTo>
                <a:close/>
              </a:path>
              <a:path w="9029700" h="1273810">
                <a:moveTo>
                  <a:pt x="8410956" y="1273302"/>
                </a:moveTo>
                <a:lnTo>
                  <a:pt x="8410956" y="1235202"/>
                </a:lnTo>
                <a:lnTo>
                  <a:pt x="8296656" y="1235202"/>
                </a:lnTo>
                <a:lnTo>
                  <a:pt x="8296656" y="1273302"/>
                </a:lnTo>
                <a:lnTo>
                  <a:pt x="8410956" y="1273302"/>
                </a:lnTo>
                <a:close/>
              </a:path>
              <a:path w="9029700" h="1273810">
                <a:moveTo>
                  <a:pt x="8258556" y="1273302"/>
                </a:moveTo>
                <a:lnTo>
                  <a:pt x="8258556" y="1235202"/>
                </a:lnTo>
                <a:lnTo>
                  <a:pt x="8144256" y="1235202"/>
                </a:lnTo>
                <a:lnTo>
                  <a:pt x="8144256" y="1273302"/>
                </a:lnTo>
                <a:lnTo>
                  <a:pt x="8258556" y="1273302"/>
                </a:lnTo>
                <a:close/>
              </a:path>
              <a:path w="9029700" h="1273810">
                <a:moveTo>
                  <a:pt x="8106156" y="1273302"/>
                </a:moveTo>
                <a:lnTo>
                  <a:pt x="8106156" y="1235202"/>
                </a:lnTo>
                <a:lnTo>
                  <a:pt x="7991856" y="1235202"/>
                </a:lnTo>
                <a:lnTo>
                  <a:pt x="7991856" y="1273302"/>
                </a:lnTo>
                <a:lnTo>
                  <a:pt x="8106156" y="1273302"/>
                </a:lnTo>
                <a:close/>
              </a:path>
              <a:path w="9029700" h="1273810">
                <a:moveTo>
                  <a:pt x="7953756" y="1273302"/>
                </a:moveTo>
                <a:lnTo>
                  <a:pt x="7953756" y="1235202"/>
                </a:lnTo>
                <a:lnTo>
                  <a:pt x="7839456" y="1235202"/>
                </a:lnTo>
                <a:lnTo>
                  <a:pt x="7839456" y="1273302"/>
                </a:lnTo>
                <a:lnTo>
                  <a:pt x="7953756" y="1273302"/>
                </a:lnTo>
                <a:close/>
              </a:path>
              <a:path w="9029700" h="1273810">
                <a:moveTo>
                  <a:pt x="7801356" y="1273302"/>
                </a:moveTo>
                <a:lnTo>
                  <a:pt x="7801356" y="1235202"/>
                </a:lnTo>
                <a:lnTo>
                  <a:pt x="7687056" y="1235202"/>
                </a:lnTo>
                <a:lnTo>
                  <a:pt x="7687056" y="1273302"/>
                </a:lnTo>
                <a:lnTo>
                  <a:pt x="7801356" y="1273302"/>
                </a:lnTo>
                <a:close/>
              </a:path>
              <a:path w="9029700" h="1273810">
                <a:moveTo>
                  <a:pt x="7648956" y="1273302"/>
                </a:moveTo>
                <a:lnTo>
                  <a:pt x="7648956" y="1235202"/>
                </a:lnTo>
                <a:lnTo>
                  <a:pt x="7534656" y="1235202"/>
                </a:lnTo>
                <a:lnTo>
                  <a:pt x="7534656" y="1273302"/>
                </a:lnTo>
                <a:lnTo>
                  <a:pt x="7648956" y="1273302"/>
                </a:lnTo>
                <a:close/>
              </a:path>
              <a:path w="9029700" h="1273810">
                <a:moveTo>
                  <a:pt x="7496556" y="1273302"/>
                </a:moveTo>
                <a:lnTo>
                  <a:pt x="7496556" y="1235202"/>
                </a:lnTo>
                <a:lnTo>
                  <a:pt x="7382256" y="1235202"/>
                </a:lnTo>
                <a:lnTo>
                  <a:pt x="7382256" y="1273302"/>
                </a:lnTo>
                <a:lnTo>
                  <a:pt x="7496556" y="1273302"/>
                </a:lnTo>
                <a:close/>
              </a:path>
              <a:path w="9029700" h="1273810">
                <a:moveTo>
                  <a:pt x="7344156" y="1273302"/>
                </a:moveTo>
                <a:lnTo>
                  <a:pt x="7344156" y="1235202"/>
                </a:lnTo>
                <a:lnTo>
                  <a:pt x="7229856" y="1235202"/>
                </a:lnTo>
                <a:lnTo>
                  <a:pt x="7229856" y="1273302"/>
                </a:lnTo>
                <a:lnTo>
                  <a:pt x="7344156" y="1273302"/>
                </a:lnTo>
                <a:close/>
              </a:path>
              <a:path w="9029700" h="1273810">
                <a:moveTo>
                  <a:pt x="7191756" y="1273302"/>
                </a:moveTo>
                <a:lnTo>
                  <a:pt x="7191756" y="1235202"/>
                </a:lnTo>
                <a:lnTo>
                  <a:pt x="7077456" y="1235202"/>
                </a:lnTo>
                <a:lnTo>
                  <a:pt x="7077456" y="1273302"/>
                </a:lnTo>
                <a:lnTo>
                  <a:pt x="7191756" y="1273302"/>
                </a:lnTo>
                <a:close/>
              </a:path>
              <a:path w="9029700" h="1273810">
                <a:moveTo>
                  <a:pt x="7039356" y="1273302"/>
                </a:moveTo>
                <a:lnTo>
                  <a:pt x="7039356" y="1235202"/>
                </a:lnTo>
                <a:lnTo>
                  <a:pt x="6925056" y="1235202"/>
                </a:lnTo>
                <a:lnTo>
                  <a:pt x="6925056" y="1273302"/>
                </a:lnTo>
                <a:lnTo>
                  <a:pt x="7039356" y="1273302"/>
                </a:lnTo>
                <a:close/>
              </a:path>
              <a:path w="9029700" h="1273810">
                <a:moveTo>
                  <a:pt x="6886956" y="1273302"/>
                </a:moveTo>
                <a:lnTo>
                  <a:pt x="6886956" y="1235202"/>
                </a:lnTo>
                <a:lnTo>
                  <a:pt x="6772656" y="1235202"/>
                </a:lnTo>
                <a:lnTo>
                  <a:pt x="6772656" y="1273302"/>
                </a:lnTo>
                <a:lnTo>
                  <a:pt x="6886956" y="1273302"/>
                </a:lnTo>
                <a:close/>
              </a:path>
              <a:path w="9029700" h="1273810">
                <a:moveTo>
                  <a:pt x="6734556" y="1273302"/>
                </a:moveTo>
                <a:lnTo>
                  <a:pt x="6734556" y="1235202"/>
                </a:lnTo>
                <a:lnTo>
                  <a:pt x="6620256" y="1235202"/>
                </a:lnTo>
                <a:lnTo>
                  <a:pt x="6620256" y="1273302"/>
                </a:lnTo>
                <a:lnTo>
                  <a:pt x="6734556" y="1273302"/>
                </a:lnTo>
                <a:close/>
              </a:path>
              <a:path w="9029700" h="1273810">
                <a:moveTo>
                  <a:pt x="6582156" y="1273302"/>
                </a:moveTo>
                <a:lnTo>
                  <a:pt x="6582156" y="1235202"/>
                </a:lnTo>
                <a:lnTo>
                  <a:pt x="6467856" y="1235202"/>
                </a:lnTo>
                <a:lnTo>
                  <a:pt x="6467856" y="1273302"/>
                </a:lnTo>
                <a:lnTo>
                  <a:pt x="6582156" y="1273302"/>
                </a:lnTo>
                <a:close/>
              </a:path>
              <a:path w="9029700" h="1273810">
                <a:moveTo>
                  <a:pt x="6429756" y="1273302"/>
                </a:moveTo>
                <a:lnTo>
                  <a:pt x="6429756" y="1235202"/>
                </a:lnTo>
                <a:lnTo>
                  <a:pt x="6315456" y="1235202"/>
                </a:lnTo>
                <a:lnTo>
                  <a:pt x="6315456" y="1273302"/>
                </a:lnTo>
                <a:lnTo>
                  <a:pt x="6429756" y="1273302"/>
                </a:lnTo>
                <a:close/>
              </a:path>
              <a:path w="9029700" h="1273810">
                <a:moveTo>
                  <a:pt x="6277356" y="1273302"/>
                </a:moveTo>
                <a:lnTo>
                  <a:pt x="6277356" y="1235202"/>
                </a:lnTo>
                <a:lnTo>
                  <a:pt x="6163056" y="1235202"/>
                </a:lnTo>
                <a:lnTo>
                  <a:pt x="6163056" y="1273302"/>
                </a:lnTo>
                <a:lnTo>
                  <a:pt x="6277356" y="1273302"/>
                </a:lnTo>
                <a:close/>
              </a:path>
              <a:path w="9029700" h="1273810">
                <a:moveTo>
                  <a:pt x="6124956" y="1273302"/>
                </a:moveTo>
                <a:lnTo>
                  <a:pt x="6124956" y="1235202"/>
                </a:lnTo>
                <a:lnTo>
                  <a:pt x="6010656" y="1235202"/>
                </a:lnTo>
                <a:lnTo>
                  <a:pt x="6010656" y="1273302"/>
                </a:lnTo>
                <a:lnTo>
                  <a:pt x="6124956" y="1273302"/>
                </a:lnTo>
                <a:close/>
              </a:path>
              <a:path w="9029700" h="1273810">
                <a:moveTo>
                  <a:pt x="5972556" y="1273302"/>
                </a:moveTo>
                <a:lnTo>
                  <a:pt x="5972556" y="1235202"/>
                </a:lnTo>
                <a:lnTo>
                  <a:pt x="5858256" y="1235202"/>
                </a:lnTo>
                <a:lnTo>
                  <a:pt x="5858256" y="1273302"/>
                </a:lnTo>
                <a:lnTo>
                  <a:pt x="5972556" y="1273302"/>
                </a:lnTo>
                <a:close/>
              </a:path>
              <a:path w="9029700" h="1273810">
                <a:moveTo>
                  <a:pt x="5820156" y="1273302"/>
                </a:moveTo>
                <a:lnTo>
                  <a:pt x="5820156" y="1235202"/>
                </a:lnTo>
                <a:lnTo>
                  <a:pt x="5705856" y="1235202"/>
                </a:lnTo>
                <a:lnTo>
                  <a:pt x="5705856" y="1273302"/>
                </a:lnTo>
                <a:lnTo>
                  <a:pt x="5820156" y="1273302"/>
                </a:lnTo>
                <a:close/>
              </a:path>
              <a:path w="9029700" h="1273810">
                <a:moveTo>
                  <a:pt x="5667756" y="1273302"/>
                </a:moveTo>
                <a:lnTo>
                  <a:pt x="5667756" y="1235202"/>
                </a:lnTo>
                <a:lnTo>
                  <a:pt x="5553456" y="1235202"/>
                </a:lnTo>
                <a:lnTo>
                  <a:pt x="5553456" y="1273302"/>
                </a:lnTo>
                <a:lnTo>
                  <a:pt x="5667756" y="1273302"/>
                </a:lnTo>
                <a:close/>
              </a:path>
              <a:path w="9029700" h="1273810">
                <a:moveTo>
                  <a:pt x="5515356" y="1273302"/>
                </a:moveTo>
                <a:lnTo>
                  <a:pt x="5515356" y="1235202"/>
                </a:lnTo>
                <a:lnTo>
                  <a:pt x="5401056" y="1235202"/>
                </a:lnTo>
                <a:lnTo>
                  <a:pt x="5401056" y="1273302"/>
                </a:lnTo>
                <a:lnTo>
                  <a:pt x="5515356" y="1273302"/>
                </a:lnTo>
                <a:close/>
              </a:path>
              <a:path w="9029700" h="1273810">
                <a:moveTo>
                  <a:pt x="5362956" y="1273302"/>
                </a:moveTo>
                <a:lnTo>
                  <a:pt x="5362956" y="1235202"/>
                </a:lnTo>
                <a:lnTo>
                  <a:pt x="5248656" y="1235202"/>
                </a:lnTo>
                <a:lnTo>
                  <a:pt x="5248656" y="1273302"/>
                </a:lnTo>
                <a:lnTo>
                  <a:pt x="5362956" y="1273302"/>
                </a:lnTo>
                <a:close/>
              </a:path>
              <a:path w="9029700" h="1273810">
                <a:moveTo>
                  <a:pt x="5210556" y="1273302"/>
                </a:moveTo>
                <a:lnTo>
                  <a:pt x="5210556" y="1235202"/>
                </a:lnTo>
                <a:lnTo>
                  <a:pt x="5096256" y="1235202"/>
                </a:lnTo>
                <a:lnTo>
                  <a:pt x="5096256" y="1273302"/>
                </a:lnTo>
                <a:lnTo>
                  <a:pt x="5210556" y="1273302"/>
                </a:lnTo>
                <a:close/>
              </a:path>
              <a:path w="9029700" h="1273810">
                <a:moveTo>
                  <a:pt x="5058156" y="1273302"/>
                </a:moveTo>
                <a:lnTo>
                  <a:pt x="5058156" y="1235202"/>
                </a:lnTo>
                <a:lnTo>
                  <a:pt x="4943856" y="1235202"/>
                </a:lnTo>
                <a:lnTo>
                  <a:pt x="4943856" y="1273302"/>
                </a:lnTo>
                <a:lnTo>
                  <a:pt x="5058156" y="1273302"/>
                </a:lnTo>
                <a:close/>
              </a:path>
              <a:path w="9029700" h="1273810">
                <a:moveTo>
                  <a:pt x="4905756" y="1273302"/>
                </a:moveTo>
                <a:lnTo>
                  <a:pt x="4905756" y="1235202"/>
                </a:lnTo>
                <a:lnTo>
                  <a:pt x="4791456" y="1235202"/>
                </a:lnTo>
                <a:lnTo>
                  <a:pt x="4791456" y="1273302"/>
                </a:lnTo>
                <a:lnTo>
                  <a:pt x="4905756" y="1273302"/>
                </a:lnTo>
                <a:close/>
              </a:path>
              <a:path w="9029700" h="1273810">
                <a:moveTo>
                  <a:pt x="4753356" y="1273302"/>
                </a:moveTo>
                <a:lnTo>
                  <a:pt x="4753356" y="1235202"/>
                </a:lnTo>
                <a:lnTo>
                  <a:pt x="4639056" y="1235202"/>
                </a:lnTo>
                <a:lnTo>
                  <a:pt x="4639056" y="1273302"/>
                </a:lnTo>
                <a:lnTo>
                  <a:pt x="4753356" y="1273302"/>
                </a:lnTo>
                <a:close/>
              </a:path>
              <a:path w="9029700" h="1273810">
                <a:moveTo>
                  <a:pt x="4600956" y="1273302"/>
                </a:moveTo>
                <a:lnTo>
                  <a:pt x="4600956" y="1235202"/>
                </a:lnTo>
                <a:lnTo>
                  <a:pt x="4486656" y="1235202"/>
                </a:lnTo>
                <a:lnTo>
                  <a:pt x="4486656" y="1273302"/>
                </a:lnTo>
                <a:lnTo>
                  <a:pt x="4600956" y="1273302"/>
                </a:lnTo>
                <a:close/>
              </a:path>
              <a:path w="9029700" h="1273810">
                <a:moveTo>
                  <a:pt x="4448556" y="1273302"/>
                </a:moveTo>
                <a:lnTo>
                  <a:pt x="4448556" y="1235202"/>
                </a:lnTo>
                <a:lnTo>
                  <a:pt x="4334256" y="1235202"/>
                </a:lnTo>
                <a:lnTo>
                  <a:pt x="4334256" y="1273302"/>
                </a:lnTo>
                <a:lnTo>
                  <a:pt x="4448556" y="1273302"/>
                </a:lnTo>
                <a:close/>
              </a:path>
              <a:path w="9029700" h="1273810">
                <a:moveTo>
                  <a:pt x="4296156" y="1273302"/>
                </a:moveTo>
                <a:lnTo>
                  <a:pt x="4296156" y="1235202"/>
                </a:lnTo>
                <a:lnTo>
                  <a:pt x="4181855" y="1235202"/>
                </a:lnTo>
                <a:lnTo>
                  <a:pt x="4181855" y="1273302"/>
                </a:lnTo>
                <a:lnTo>
                  <a:pt x="4296156" y="1273302"/>
                </a:lnTo>
                <a:close/>
              </a:path>
              <a:path w="9029700" h="1273810">
                <a:moveTo>
                  <a:pt x="4143755" y="1273302"/>
                </a:moveTo>
                <a:lnTo>
                  <a:pt x="4143755" y="1235202"/>
                </a:lnTo>
                <a:lnTo>
                  <a:pt x="4029455" y="1235202"/>
                </a:lnTo>
                <a:lnTo>
                  <a:pt x="4029455" y="1273302"/>
                </a:lnTo>
                <a:lnTo>
                  <a:pt x="4143755" y="1273302"/>
                </a:lnTo>
                <a:close/>
              </a:path>
              <a:path w="9029700" h="1273810">
                <a:moveTo>
                  <a:pt x="3991355" y="1273302"/>
                </a:moveTo>
                <a:lnTo>
                  <a:pt x="3991355" y="1235202"/>
                </a:lnTo>
                <a:lnTo>
                  <a:pt x="3877055" y="1235202"/>
                </a:lnTo>
                <a:lnTo>
                  <a:pt x="3877055" y="1273302"/>
                </a:lnTo>
                <a:lnTo>
                  <a:pt x="3991355" y="1273302"/>
                </a:lnTo>
                <a:close/>
              </a:path>
              <a:path w="9029700" h="1273810">
                <a:moveTo>
                  <a:pt x="3838955" y="1273302"/>
                </a:moveTo>
                <a:lnTo>
                  <a:pt x="3838955" y="1235202"/>
                </a:lnTo>
                <a:lnTo>
                  <a:pt x="3724655" y="1235202"/>
                </a:lnTo>
                <a:lnTo>
                  <a:pt x="3724655" y="1273302"/>
                </a:lnTo>
                <a:lnTo>
                  <a:pt x="3838955" y="1273302"/>
                </a:lnTo>
                <a:close/>
              </a:path>
              <a:path w="9029700" h="1273810">
                <a:moveTo>
                  <a:pt x="3686555" y="1273302"/>
                </a:moveTo>
                <a:lnTo>
                  <a:pt x="3686555" y="1235202"/>
                </a:lnTo>
                <a:lnTo>
                  <a:pt x="3572255" y="1235202"/>
                </a:lnTo>
                <a:lnTo>
                  <a:pt x="3572255" y="1273302"/>
                </a:lnTo>
                <a:lnTo>
                  <a:pt x="3686555" y="1273302"/>
                </a:lnTo>
                <a:close/>
              </a:path>
              <a:path w="9029700" h="1273810">
                <a:moveTo>
                  <a:pt x="3534155" y="1273302"/>
                </a:moveTo>
                <a:lnTo>
                  <a:pt x="3534155" y="1235202"/>
                </a:lnTo>
                <a:lnTo>
                  <a:pt x="3419855" y="1235202"/>
                </a:lnTo>
                <a:lnTo>
                  <a:pt x="3419855" y="1273302"/>
                </a:lnTo>
                <a:lnTo>
                  <a:pt x="3534155" y="1273302"/>
                </a:lnTo>
                <a:close/>
              </a:path>
              <a:path w="9029700" h="1273810">
                <a:moveTo>
                  <a:pt x="3381755" y="1273302"/>
                </a:moveTo>
                <a:lnTo>
                  <a:pt x="3381755" y="1235202"/>
                </a:lnTo>
                <a:lnTo>
                  <a:pt x="3267455" y="1235202"/>
                </a:lnTo>
                <a:lnTo>
                  <a:pt x="3267455" y="1273302"/>
                </a:lnTo>
                <a:lnTo>
                  <a:pt x="3381755" y="1273302"/>
                </a:lnTo>
                <a:close/>
              </a:path>
              <a:path w="9029700" h="1273810">
                <a:moveTo>
                  <a:pt x="3229355" y="1273302"/>
                </a:moveTo>
                <a:lnTo>
                  <a:pt x="3229355" y="1235202"/>
                </a:lnTo>
                <a:lnTo>
                  <a:pt x="3115055" y="1235202"/>
                </a:lnTo>
                <a:lnTo>
                  <a:pt x="3115055" y="1273302"/>
                </a:lnTo>
                <a:lnTo>
                  <a:pt x="3229355" y="1273302"/>
                </a:lnTo>
                <a:close/>
              </a:path>
              <a:path w="9029700" h="1273810">
                <a:moveTo>
                  <a:pt x="3076955" y="1273302"/>
                </a:moveTo>
                <a:lnTo>
                  <a:pt x="3076955" y="1235202"/>
                </a:lnTo>
                <a:lnTo>
                  <a:pt x="2962655" y="1235202"/>
                </a:lnTo>
                <a:lnTo>
                  <a:pt x="2962655" y="1273302"/>
                </a:lnTo>
                <a:lnTo>
                  <a:pt x="3076955" y="1273302"/>
                </a:lnTo>
                <a:close/>
              </a:path>
              <a:path w="9029700" h="1273810">
                <a:moveTo>
                  <a:pt x="2924555" y="1273302"/>
                </a:moveTo>
                <a:lnTo>
                  <a:pt x="2924555" y="1235202"/>
                </a:lnTo>
                <a:lnTo>
                  <a:pt x="2810255" y="1235202"/>
                </a:lnTo>
                <a:lnTo>
                  <a:pt x="2810255" y="1273302"/>
                </a:lnTo>
                <a:lnTo>
                  <a:pt x="2924555" y="1273302"/>
                </a:lnTo>
                <a:close/>
              </a:path>
              <a:path w="9029700" h="1273810">
                <a:moveTo>
                  <a:pt x="2772155" y="1273302"/>
                </a:moveTo>
                <a:lnTo>
                  <a:pt x="2772155" y="1235202"/>
                </a:lnTo>
                <a:lnTo>
                  <a:pt x="2657855" y="1235202"/>
                </a:lnTo>
                <a:lnTo>
                  <a:pt x="2657855" y="1273302"/>
                </a:lnTo>
                <a:lnTo>
                  <a:pt x="2772155" y="1273302"/>
                </a:lnTo>
                <a:close/>
              </a:path>
              <a:path w="9029700" h="1273810">
                <a:moveTo>
                  <a:pt x="2619756" y="1273302"/>
                </a:moveTo>
                <a:lnTo>
                  <a:pt x="2619756" y="1235202"/>
                </a:lnTo>
                <a:lnTo>
                  <a:pt x="2505456" y="1235202"/>
                </a:lnTo>
                <a:lnTo>
                  <a:pt x="2505456" y="1273302"/>
                </a:lnTo>
                <a:lnTo>
                  <a:pt x="2619756" y="1273302"/>
                </a:lnTo>
                <a:close/>
              </a:path>
              <a:path w="9029700" h="1273810">
                <a:moveTo>
                  <a:pt x="2467356" y="1273302"/>
                </a:moveTo>
                <a:lnTo>
                  <a:pt x="2467356" y="1235202"/>
                </a:lnTo>
                <a:lnTo>
                  <a:pt x="2353056" y="1235202"/>
                </a:lnTo>
                <a:lnTo>
                  <a:pt x="2353056" y="1273302"/>
                </a:lnTo>
                <a:lnTo>
                  <a:pt x="2467356" y="1273302"/>
                </a:lnTo>
                <a:close/>
              </a:path>
              <a:path w="9029700" h="1273810">
                <a:moveTo>
                  <a:pt x="2314956" y="1273302"/>
                </a:moveTo>
                <a:lnTo>
                  <a:pt x="2314956" y="1235202"/>
                </a:lnTo>
                <a:lnTo>
                  <a:pt x="2200656" y="1235202"/>
                </a:lnTo>
                <a:lnTo>
                  <a:pt x="2200656" y="1273302"/>
                </a:lnTo>
                <a:lnTo>
                  <a:pt x="2314956" y="1273302"/>
                </a:lnTo>
                <a:close/>
              </a:path>
              <a:path w="9029700" h="1273810">
                <a:moveTo>
                  <a:pt x="2162556" y="1273302"/>
                </a:moveTo>
                <a:lnTo>
                  <a:pt x="2162556" y="1235202"/>
                </a:lnTo>
                <a:lnTo>
                  <a:pt x="2048256" y="1235202"/>
                </a:lnTo>
                <a:lnTo>
                  <a:pt x="2048256" y="1273302"/>
                </a:lnTo>
                <a:lnTo>
                  <a:pt x="2162556" y="1273302"/>
                </a:lnTo>
                <a:close/>
              </a:path>
              <a:path w="9029700" h="1273810">
                <a:moveTo>
                  <a:pt x="2010156" y="1273302"/>
                </a:moveTo>
                <a:lnTo>
                  <a:pt x="2010156" y="1235202"/>
                </a:lnTo>
                <a:lnTo>
                  <a:pt x="1895856" y="1235202"/>
                </a:lnTo>
                <a:lnTo>
                  <a:pt x="1895856" y="1273302"/>
                </a:lnTo>
                <a:lnTo>
                  <a:pt x="2010156" y="1273302"/>
                </a:lnTo>
                <a:close/>
              </a:path>
              <a:path w="9029700" h="1273810">
                <a:moveTo>
                  <a:pt x="1857756" y="1273302"/>
                </a:moveTo>
                <a:lnTo>
                  <a:pt x="1857756" y="1235202"/>
                </a:lnTo>
                <a:lnTo>
                  <a:pt x="1743456" y="1235202"/>
                </a:lnTo>
                <a:lnTo>
                  <a:pt x="1743456" y="1273302"/>
                </a:lnTo>
                <a:lnTo>
                  <a:pt x="1857756" y="1273302"/>
                </a:lnTo>
                <a:close/>
              </a:path>
              <a:path w="9029700" h="1273810">
                <a:moveTo>
                  <a:pt x="1705356" y="1273302"/>
                </a:moveTo>
                <a:lnTo>
                  <a:pt x="1705356" y="1235202"/>
                </a:lnTo>
                <a:lnTo>
                  <a:pt x="1591056" y="1235202"/>
                </a:lnTo>
                <a:lnTo>
                  <a:pt x="1591056" y="1273302"/>
                </a:lnTo>
                <a:lnTo>
                  <a:pt x="1705356" y="1273302"/>
                </a:lnTo>
                <a:close/>
              </a:path>
              <a:path w="9029700" h="1273810">
                <a:moveTo>
                  <a:pt x="1552956" y="1273302"/>
                </a:moveTo>
                <a:lnTo>
                  <a:pt x="1552956" y="1235202"/>
                </a:lnTo>
                <a:lnTo>
                  <a:pt x="1438656" y="1235202"/>
                </a:lnTo>
                <a:lnTo>
                  <a:pt x="1438656" y="1273302"/>
                </a:lnTo>
                <a:lnTo>
                  <a:pt x="1552956" y="1273302"/>
                </a:lnTo>
                <a:close/>
              </a:path>
              <a:path w="9029700" h="1273810">
                <a:moveTo>
                  <a:pt x="1400556" y="1273302"/>
                </a:moveTo>
                <a:lnTo>
                  <a:pt x="1400556" y="1235202"/>
                </a:lnTo>
                <a:lnTo>
                  <a:pt x="1286256" y="1235202"/>
                </a:lnTo>
                <a:lnTo>
                  <a:pt x="1286256" y="1273302"/>
                </a:lnTo>
                <a:lnTo>
                  <a:pt x="1400556" y="1273302"/>
                </a:lnTo>
                <a:close/>
              </a:path>
              <a:path w="9029700" h="1273810">
                <a:moveTo>
                  <a:pt x="1248156" y="1273302"/>
                </a:moveTo>
                <a:lnTo>
                  <a:pt x="1248156" y="1235202"/>
                </a:lnTo>
                <a:lnTo>
                  <a:pt x="1133856" y="1235202"/>
                </a:lnTo>
                <a:lnTo>
                  <a:pt x="1133856" y="1273302"/>
                </a:lnTo>
                <a:lnTo>
                  <a:pt x="1248156" y="1273302"/>
                </a:lnTo>
                <a:close/>
              </a:path>
              <a:path w="9029700" h="1273810">
                <a:moveTo>
                  <a:pt x="1095756" y="1273302"/>
                </a:moveTo>
                <a:lnTo>
                  <a:pt x="1095756" y="1235202"/>
                </a:lnTo>
                <a:lnTo>
                  <a:pt x="981456" y="1235202"/>
                </a:lnTo>
                <a:lnTo>
                  <a:pt x="981456" y="1273302"/>
                </a:lnTo>
                <a:lnTo>
                  <a:pt x="1095756" y="1273302"/>
                </a:lnTo>
                <a:close/>
              </a:path>
              <a:path w="9029700" h="1273810">
                <a:moveTo>
                  <a:pt x="943356" y="1273302"/>
                </a:moveTo>
                <a:lnTo>
                  <a:pt x="943356" y="1235202"/>
                </a:lnTo>
                <a:lnTo>
                  <a:pt x="829056" y="1235202"/>
                </a:lnTo>
                <a:lnTo>
                  <a:pt x="829056" y="1273302"/>
                </a:lnTo>
                <a:lnTo>
                  <a:pt x="943356" y="1273302"/>
                </a:lnTo>
                <a:close/>
              </a:path>
              <a:path w="9029700" h="1273810">
                <a:moveTo>
                  <a:pt x="790956" y="1273302"/>
                </a:moveTo>
                <a:lnTo>
                  <a:pt x="790956" y="1235202"/>
                </a:lnTo>
                <a:lnTo>
                  <a:pt x="676656" y="1235202"/>
                </a:lnTo>
                <a:lnTo>
                  <a:pt x="676656" y="1273302"/>
                </a:lnTo>
                <a:lnTo>
                  <a:pt x="790956" y="1273302"/>
                </a:lnTo>
                <a:close/>
              </a:path>
              <a:path w="9029700" h="1273810">
                <a:moveTo>
                  <a:pt x="638556" y="1273302"/>
                </a:moveTo>
                <a:lnTo>
                  <a:pt x="638556" y="1235202"/>
                </a:lnTo>
                <a:lnTo>
                  <a:pt x="524256" y="1235202"/>
                </a:lnTo>
                <a:lnTo>
                  <a:pt x="524256" y="1273302"/>
                </a:lnTo>
                <a:lnTo>
                  <a:pt x="638556" y="1273302"/>
                </a:lnTo>
                <a:close/>
              </a:path>
              <a:path w="9029700" h="1273810">
                <a:moveTo>
                  <a:pt x="486156" y="1273302"/>
                </a:moveTo>
                <a:lnTo>
                  <a:pt x="486156" y="1235202"/>
                </a:lnTo>
                <a:lnTo>
                  <a:pt x="371856" y="1235202"/>
                </a:lnTo>
                <a:lnTo>
                  <a:pt x="371856" y="1273302"/>
                </a:lnTo>
                <a:lnTo>
                  <a:pt x="486156" y="1273302"/>
                </a:lnTo>
                <a:close/>
              </a:path>
              <a:path w="9029700" h="1273810">
                <a:moveTo>
                  <a:pt x="335280" y="1234440"/>
                </a:moveTo>
                <a:lnTo>
                  <a:pt x="281382" y="1225324"/>
                </a:lnTo>
                <a:lnTo>
                  <a:pt x="236220" y="1210056"/>
                </a:lnTo>
                <a:lnTo>
                  <a:pt x="231648" y="1207770"/>
                </a:lnTo>
                <a:lnTo>
                  <a:pt x="215646" y="1242822"/>
                </a:lnTo>
                <a:lnTo>
                  <a:pt x="221742" y="1245108"/>
                </a:lnTo>
                <a:lnTo>
                  <a:pt x="246968" y="1254870"/>
                </a:lnTo>
                <a:lnTo>
                  <a:pt x="272872" y="1262600"/>
                </a:lnTo>
                <a:lnTo>
                  <a:pt x="299308" y="1268251"/>
                </a:lnTo>
                <a:lnTo>
                  <a:pt x="326136" y="1271778"/>
                </a:lnTo>
                <a:lnTo>
                  <a:pt x="332232" y="1272540"/>
                </a:lnTo>
                <a:lnTo>
                  <a:pt x="335280" y="1234440"/>
                </a:lnTo>
                <a:close/>
              </a:path>
              <a:path w="9029700" h="1273810">
                <a:moveTo>
                  <a:pt x="198882" y="1191006"/>
                </a:moveTo>
                <a:lnTo>
                  <a:pt x="156324" y="1161607"/>
                </a:lnTo>
                <a:lnTo>
                  <a:pt x="122682" y="1129284"/>
                </a:lnTo>
                <a:lnTo>
                  <a:pt x="116586" y="1122426"/>
                </a:lnTo>
                <a:lnTo>
                  <a:pt x="87630" y="1147572"/>
                </a:lnTo>
                <a:lnTo>
                  <a:pt x="132549" y="1191086"/>
                </a:lnTo>
                <a:lnTo>
                  <a:pt x="179832" y="1224534"/>
                </a:lnTo>
                <a:lnTo>
                  <a:pt x="198882" y="1191006"/>
                </a:lnTo>
                <a:close/>
              </a:path>
              <a:path w="9029700" h="1273810">
                <a:moveTo>
                  <a:pt x="94488" y="1093470"/>
                </a:moveTo>
                <a:lnTo>
                  <a:pt x="93726" y="1091946"/>
                </a:lnTo>
                <a:lnTo>
                  <a:pt x="80952" y="1072081"/>
                </a:lnTo>
                <a:lnTo>
                  <a:pt x="70046" y="1051193"/>
                </a:lnTo>
                <a:lnTo>
                  <a:pt x="60693" y="1029536"/>
                </a:lnTo>
                <a:lnTo>
                  <a:pt x="52578" y="1007364"/>
                </a:lnTo>
                <a:lnTo>
                  <a:pt x="49529" y="995934"/>
                </a:lnTo>
                <a:lnTo>
                  <a:pt x="12954" y="1006602"/>
                </a:lnTo>
                <a:lnTo>
                  <a:pt x="25954" y="1045081"/>
                </a:lnTo>
                <a:lnTo>
                  <a:pt x="48092" y="1091018"/>
                </a:lnTo>
                <a:lnTo>
                  <a:pt x="62484" y="1114044"/>
                </a:lnTo>
                <a:lnTo>
                  <a:pt x="63246" y="1115568"/>
                </a:lnTo>
                <a:lnTo>
                  <a:pt x="94488" y="109347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>
            <a:spLocks noGrp="1"/>
          </p:cNvSpPr>
          <p:nvPr>
            <p:ph type="title"/>
          </p:nvPr>
        </p:nvSpPr>
        <p:spPr>
          <a:xfrm>
            <a:off x="3387344" y="703580"/>
            <a:ext cx="24822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F9A33"/>
                </a:solidFill>
              </a:rPr>
              <a:t>IaaS</a:t>
            </a:r>
            <a:r>
              <a:rPr spc="-85" dirty="0">
                <a:solidFill>
                  <a:srgbClr val="FF9A33"/>
                </a:solidFill>
              </a:rPr>
              <a:t> </a:t>
            </a:r>
            <a:r>
              <a:rPr spc="-20" dirty="0">
                <a:solidFill>
                  <a:srgbClr val="FF9A33"/>
                </a:solidFill>
              </a:rPr>
              <a:t>(3/3)</a:t>
            </a:r>
          </a:p>
        </p:txBody>
      </p:sp>
      <p:sp>
        <p:nvSpPr>
          <p:cNvPr id="76" name="object 7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2819400"/>
            <a:ext cx="5585891" cy="3505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258953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79646"/>
                </a:solidFill>
              </a:rPr>
              <a:t>IaaS</a:t>
            </a:r>
            <a:r>
              <a:rPr spc="-85" dirty="0">
                <a:solidFill>
                  <a:srgbClr val="F79646"/>
                </a:solidFill>
              </a:rPr>
              <a:t> </a:t>
            </a:r>
            <a:r>
              <a:rPr spc="-10" dirty="0">
                <a:solidFill>
                  <a:srgbClr val="F79646"/>
                </a:solidFill>
              </a:rPr>
              <a:t>Example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993139" y="2082038"/>
            <a:ext cx="7366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Amazon</a:t>
            </a:r>
            <a:r>
              <a:rPr sz="2400" spc="-9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Web</a:t>
            </a:r>
            <a:r>
              <a:rPr sz="2400" spc="-9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Service</a:t>
            </a:r>
            <a:r>
              <a:rPr sz="2400" spc="-9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Elastic</a:t>
            </a:r>
            <a:r>
              <a:rPr sz="2400" spc="-9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Compute</a:t>
            </a:r>
            <a:r>
              <a:rPr sz="2400" spc="-9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Cloud</a:t>
            </a:r>
            <a:r>
              <a:rPr sz="2400" spc="-8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(EC2)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1642110">
              <a:lnSpc>
                <a:spcPct val="100000"/>
              </a:lnSpc>
              <a:spcBef>
                <a:spcPts val="95"/>
              </a:spcBef>
            </a:pPr>
            <a:r>
              <a:rPr dirty="0"/>
              <a:t>Other</a:t>
            </a:r>
            <a:r>
              <a:rPr spc="-120" dirty="0"/>
              <a:t> </a:t>
            </a:r>
            <a:r>
              <a:rPr dirty="0"/>
              <a:t>Service</a:t>
            </a:r>
            <a:r>
              <a:rPr spc="-125" dirty="0"/>
              <a:t> </a:t>
            </a:r>
            <a:r>
              <a:rPr spc="-10" dirty="0"/>
              <a:t>Models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981911"/>
            <a:ext cx="5600065" cy="229489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Hardware-as-a-Service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Communication-as-a-Service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spc="-20" dirty="0">
                <a:solidFill>
                  <a:srgbClr val="7E7E7E"/>
                </a:solidFill>
                <a:latin typeface="Arial MT"/>
                <a:cs typeface="Arial MT"/>
              </a:rPr>
              <a:t>XaaS</a:t>
            </a:r>
            <a:endParaRPr sz="32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680"/>
              </a:spcBef>
              <a:buFont typeface="Wingdings"/>
              <a:buChar char=""/>
              <a:tabLst>
                <a:tab pos="755015" algn="l"/>
              </a:tabLst>
            </a:pP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“X”</a:t>
            </a:r>
            <a:r>
              <a:rPr sz="28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as</a:t>
            </a:r>
            <a:r>
              <a:rPr sz="28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28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Arial MT"/>
                <a:cs typeface="Arial MT"/>
              </a:rPr>
              <a:t>Service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106" rIns="0" bIns="0" rtlCol="0">
            <a:spAutoFit/>
          </a:bodyPr>
          <a:lstStyle/>
          <a:p>
            <a:pPr marL="1302385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Datacenter-as-</a:t>
            </a:r>
            <a:r>
              <a:rPr spc="-25" dirty="0"/>
              <a:t>a-</a:t>
            </a:r>
            <a:r>
              <a:rPr spc="-10" dirty="0"/>
              <a:t>Service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902" y="2082038"/>
            <a:ext cx="5910580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Increasing</a:t>
            </a:r>
            <a:r>
              <a:rPr sz="24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Number</a:t>
            </a:r>
            <a:r>
              <a:rPr sz="24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2400" spc="-9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Servers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7E7E7E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Manpower,</a:t>
            </a:r>
            <a:r>
              <a:rPr sz="2400" spc="-9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Electricity,</a:t>
            </a:r>
            <a:r>
              <a:rPr sz="2400" spc="-1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Cooling,</a:t>
            </a:r>
            <a:r>
              <a:rPr sz="2400" spc="-9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Security?</a:t>
            </a:r>
            <a:endParaRPr sz="24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755015" algn="l"/>
              </a:tabLst>
            </a:pP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Management</a:t>
            </a:r>
            <a:r>
              <a:rPr sz="2400" spc="-1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Nightmare</a:t>
            </a:r>
            <a:endParaRPr sz="24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275"/>
              </a:spcBef>
              <a:buClr>
                <a:srgbClr val="7E7E7E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Why</a:t>
            </a:r>
            <a:r>
              <a:rPr sz="24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not</a:t>
            </a:r>
            <a:r>
              <a:rPr sz="24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give</a:t>
            </a:r>
            <a:r>
              <a:rPr sz="24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it</a:t>
            </a:r>
            <a:r>
              <a:rPr sz="24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4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someone</a:t>
            </a:r>
            <a:r>
              <a:rPr sz="24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else?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7583" y="5053583"/>
            <a:ext cx="5080253" cy="167563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9808" y="5033009"/>
            <a:ext cx="1568450" cy="803275"/>
          </a:xfrm>
          <a:custGeom>
            <a:avLst/>
            <a:gdLst/>
            <a:ahLst/>
            <a:cxnLst/>
            <a:rect l="l" t="t" r="r" b="b"/>
            <a:pathLst>
              <a:path w="1568450" h="803275">
                <a:moveTo>
                  <a:pt x="1568196" y="5334"/>
                </a:moveTo>
                <a:lnTo>
                  <a:pt x="1562862" y="0"/>
                </a:lnTo>
                <a:lnTo>
                  <a:pt x="5334" y="0"/>
                </a:lnTo>
                <a:lnTo>
                  <a:pt x="0" y="5334"/>
                </a:lnTo>
                <a:lnTo>
                  <a:pt x="0" y="797052"/>
                </a:lnTo>
                <a:lnTo>
                  <a:pt x="5334" y="803148"/>
                </a:lnTo>
                <a:lnTo>
                  <a:pt x="12192" y="803148"/>
                </a:lnTo>
                <a:lnTo>
                  <a:pt x="25146" y="803148"/>
                </a:lnTo>
                <a:lnTo>
                  <a:pt x="124968" y="803148"/>
                </a:lnTo>
                <a:lnTo>
                  <a:pt x="144780" y="803148"/>
                </a:lnTo>
                <a:lnTo>
                  <a:pt x="150876" y="797052"/>
                </a:lnTo>
                <a:lnTo>
                  <a:pt x="150876" y="150114"/>
                </a:lnTo>
                <a:lnTo>
                  <a:pt x="1543050" y="150114"/>
                </a:lnTo>
                <a:lnTo>
                  <a:pt x="1555242" y="150114"/>
                </a:lnTo>
                <a:lnTo>
                  <a:pt x="1562862" y="150114"/>
                </a:lnTo>
                <a:lnTo>
                  <a:pt x="1568196" y="144780"/>
                </a:lnTo>
                <a:lnTo>
                  <a:pt x="1568196" y="5334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2434590">
              <a:lnSpc>
                <a:spcPct val="100000"/>
              </a:lnSpc>
              <a:spcBef>
                <a:spcPts val="95"/>
              </a:spcBef>
            </a:pPr>
            <a:r>
              <a:rPr dirty="0"/>
              <a:t>Lecture</a:t>
            </a:r>
            <a:r>
              <a:rPr spc="-145" dirty="0"/>
              <a:t> </a:t>
            </a:r>
            <a:r>
              <a:rPr spc="-10" dirty="0"/>
              <a:t>Outline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grpSp>
        <p:nvGrpSpPr>
          <p:cNvPr id="4" name="object 4"/>
          <p:cNvGrpSpPr/>
          <p:nvPr/>
        </p:nvGrpSpPr>
        <p:grpSpPr>
          <a:xfrm>
            <a:off x="2832354" y="1892807"/>
            <a:ext cx="4491355" cy="1068705"/>
            <a:chOff x="2832354" y="1892807"/>
            <a:chExt cx="4491355" cy="1068705"/>
          </a:xfrm>
        </p:grpSpPr>
        <p:sp>
          <p:nvSpPr>
            <p:cNvPr id="5" name="object 5"/>
            <p:cNvSpPr/>
            <p:nvPr/>
          </p:nvSpPr>
          <p:spPr>
            <a:xfrm>
              <a:off x="2845308" y="1904999"/>
              <a:ext cx="4465320" cy="131445"/>
            </a:xfrm>
            <a:custGeom>
              <a:avLst/>
              <a:gdLst/>
              <a:ahLst/>
              <a:cxnLst/>
              <a:rect l="l" t="t" r="r" b="b"/>
              <a:pathLst>
                <a:path w="4465320" h="131444">
                  <a:moveTo>
                    <a:pt x="4465320" y="0"/>
                  </a:moveTo>
                  <a:lnTo>
                    <a:pt x="0" y="0"/>
                  </a:lnTo>
                  <a:lnTo>
                    <a:pt x="130302" y="131064"/>
                  </a:lnTo>
                  <a:lnTo>
                    <a:pt x="4335018" y="131063"/>
                  </a:lnTo>
                  <a:lnTo>
                    <a:pt x="4465320" y="0"/>
                  </a:lnTo>
                  <a:close/>
                </a:path>
              </a:pathLst>
            </a:custGeom>
            <a:solidFill>
              <a:srgbClr val="B8BF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45308" y="2817875"/>
              <a:ext cx="4465320" cy="130810"/>
            </a:xfrm>
            <a:custGeom>
              <a:avLst/>
              <a:gdLst/>
              <a:ahLst/>
              <a:cxnLst/>
              <a:rect l="l" t="t" r="r" b="b"/>
              <a:pathLst>
                <a:path w="4465320" h="130810">
                  <a:moveTo>
                    <a:pt x="4465320" y="130302"/>
                  </a:moveTo>
                  <a:lnTo>
                    <a:pt x="4335018" y="0"/>
                  </a:lnTo>
                  <a:lnTo>
                    <a:pt x="130302" y="0"/>
                  </a:lnTo>
                  <a:lnTo>
                    <a:pt x="0" y="130302"/>
                  </a:lnTo>
                  <a:lnTo>
                    <a:pt x="4465320" y="130302"/>
                  </a:lnTo>
                  <a:close/>
                </a:path>
              </a:pathLst>
            </a:custGeom>
            <a:solidFill>
              <a:srgbClr val="868D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45308" y="1904999"/>
              <a:ext cx="130810" cy="1043305"/>
            </a:xfrm>
            <a:custGeom>
              <a:avLst/>
              <a:gdLst/>
              <a:ahLst/>
              <a:cxnLst/>
              <a:rect l="l" t="t" r="r" b="b"/>
              <a:pathLst>
                <a:path w="130810" h="1043305">
                  <a:moveTo>
                    <a:pt x="130302" y="912876"/>
                  </a:moveTo>
                  <a:lnTo>
                    <a:pt x="130302" y="131064"/>
                  </a:lnTo>
                  <a:lnTo>
                    <a:pt x="0" y="0"/>
                  </a:lnTo>
                  <a:lnTo>
                    <a:pt x="0" y="1043178"/>
                  </a:lnTo>
                  <a:lnTo>
                    <a:pt x="130302" y="912876"/>
                  </a:lnTo>
                  <a:close/>
                </a:path>
              </a:pathLst>
            </a:custGeom>
            <a:solidFill>
              <a:srgbClr val="CACF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80325" y="1904999"/>
              <a:ext cx="130810" cy="1043305"/>
            </a:xfrm>
            <a:custGeom>
              <a:avLst/>
              <a:gdLst/>
              <a:ahLst/>
              <a:cxnLst/>
              <a:rect l="l" t="t" r="r" b="b"/>
              <a:pathLst>
                <a:path w="130809" h="1043305">
                  <a:moveTo>
                    <a:pt x="130301" y="1043178"/>
                  </a:moveTo>
                  <a:lnTo>
                    <a:pt x="130301" y="0"/>
                  </a:lnTo>
                  <a:lnTo>
                    <a:pt x="0" y="131064"/>
                  </a:lnTo>
                  <a:lnTo>
                    <a:pt x="0" y="912876"/>
                  </a:lnTo>
                  <a:lnTo>
                    <a:pt x="130301" y="1043178"/>
                  </a:lnTo>
                  <a:close/>
                </a:path>
              </a:pathLst>
            </a:custGeom>
            <a:solidFill>
              <a:srgbClr val="6469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32354" y="1892807"/>
              <a:ext cx="4491355" cy="1068705"/>
            </a:xfrm>
            <a:custGeom>
              <a:avLst/>
              <a:gdLst/>
              <a:ahLst/>
              <a:cxnLst/>
              <a:rect l="l" t="t" r="r" b="b"/>
              <a:pathLst>
                <a:path w="4491355" h="1068705">
                  <a:moveTo>
                    <a:pt x="4491228" y="1062228"/>
                  </a:moveTo>
                  <a:lnTo>
                    <a:pt x="4491228" y="5334"/>
                  </a:lnTo>
                  <a:lnTo>
                    <a:pt x="4485132" y="0"/>
                  </a:lnTo>
                  <a:lnTo>
                    <a:pt x="6095" y="0"/>
                  </a:lnTo>
                  <a:lnTo>
                    <a:pt x="0" y="5334"/>
                  </a:lnTo>
                  <a:lnTo>
                    <a:pt x="0" y="1062228"/>
                  </a:lnTo>
                  <a:lnTo>
                    <a:pt x="3810" y="1066038"/>
                  </a:lnTo>
                  <a:lnTo>
                    <a:pt x="3810" y="21336"/>
                  </a:lnTo>
                  <a:lnTo>
                    <a:pt x="22098" y="3810"/>
                  </a:lnTo>
                  <a:lnTo>
                    <a:pt x="43433" y="25146"/>
                  </a:lnTo>
                  <a:lnTo>
                    <a:pt x="4447794" y="25146"/>
                  </a:lnTo>
                  <a:lnTo>
                    <a:pt x="4469130" y="3810"/>
                  </a:lnTo>
                  <a:lnTo>
                    <a:pt x="4487418" y="21336"/>
                  </a:lnTo>
                  <a:lnTo>
                    <a:pt x="4487418" y="1066038"/>
                  </a:lnTo>
                  <a:lnTo>
                    <a:pt x="4491228" y="1062228"/>
                  </a:lnTo>
                  <a:close/>
                </a:path>
                <a:path w="4491355" h="1068705">
                  <a:moveTo>
                    <a:pt x="43433" y="25146"/>
                  </a:moveTo>
                  <a:lnTo>
                    <a:pt x="22098" y="3810"/>
                  </a:lnTo>
                  <a:lnTo>
                    <a:pt x="3810" y="21336"/>
                  </a:lnTo>
                  <a:lnTo>
                    <a:pt x="12954" y="30480"/>
                  </a:lnTo>
                  <a:lnTo>
                    <a:pt x="12954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43433" y="25146"/>
                  </a:lnTo>
                  <a:close/>
                </a:path>
                <a:path w="4491355" h="1068705">
                  <a:moveTo>
                    <a:pt x="25146" y="1024890"/>
                  </a:moveTo>
                  <a:lnTo>
                    <a:pt x="25146" y="42672"/>
                  </a:lnTo>
                  <a:lnTo>
                    <a:pt x="3810" y="21336"/>
                  </a:lnTo>
                  <a:lnTo>
                    <a:pt x="3810" y="1046226"/>
                  </a:lnTo>
                  <a:lnTo>
                    <a:pt x="25146" y="1024890"/>
                  </a:lnTo>
                  <a:close/>
                </a:path>
                <a:path w="4491355" h="1068705">
                  <a:moveTo>
                    <a:pt x="152400" y="934212"/>
                  </a:moveTo>
                  <a:lnTo>
                    <a:pt x="134112" y="915924"/>
                  </a:lnTo>
                  <a:lnTo>
                    <a:pt x="3810" y="1046226"/>
                  </a:lnTo>
                  <a:lnTo>
                    <a:pt x="12954" y="1055370"/>
                  </a:lnTo>
                  <a:lnTo>
                    <a:pt x="12954" y="1043178"/>
                  </a:lnTo>
                  <a:lnTo>
                    <a:pt x="43433" y="1043178"/>
                  </a:lnTo>
                  <a:lnTo>
                    <a:pt x="130302" y="956310"/>
                  </a:lnTo>
                  <a:lnTo>
                    <a:pt x="130302" y="931926"/>
                  </a:lnTo>
                  <a:lnTo>
                    <a:pt x="136398" y="938022"/>
                  </a:lnTo>
                  <a:lnTo>
                    <a:pt x="148589" y="938022"/>
                  </a:lnTo>
                  <a:lnTo>
                    <a:pt x="152400" y="934212"/>
                  </a:lnTo>
                  <a:close/>
                </a:path>
                <a:path w="4491355" h="1068705">
                  <a:moveTo>
                    <a:pt x="4487418" y="1066038"/>
                  </a:moveTo>
                  <a:lnTo>
                    <a:pt x="4487418" y="1046226"/>
                  </a:lnTo>
                  <a:lnTo>
                    <a:pt x="4469130" y="1064514"/>
                  </a:lnTo>
                  <a:lnTo>
                    <a:pt x="4447794" y="1043178"/>
                  </a:lnTo>
                  <a:lnTo>
                    <a:pt x="43433" y="1043178"/>
                  </a:lnTo>
                  <a:lnTo>
                    <a:pt x="22098" y="1064514"/>
                  </a:lnTo>
                  <a:lnTo>
                    <a:pt x="3810" y="1046226"/>
                  </a:lnTo>
                  <a:lnTo>
                    <a:pt x="3810" y="1066038"/>
                  </a:lnTo>
                  <a:lnTo>
                    <a:pt x="6096" y="1068324"/>
                  </a:lnTo>
                  <a:lnTo>
                    <a:pt x="4485132" y="1068324"/>
                  </a:lnTo>
                  <a:lnTo>
                    <a:pt x="4487418" y="1066038"/>
                  </a:lnTo>
                  <a:close/>
                </a:path>
                <a:path w="4491355" h="1068705">
                  <a:moveTo>
                    <a:pt x="25146" y="25146"/>
                  </a:moveTo>
                  <a:lnTo>
                    <a:pt x="25146" y="12192"/>
                  </a:lnTo>
                  <a:lnTo>
                    <a:pt x="12954" y="25146"/>
                  </a:lnTo>
                  <a:lnTo>
                    <a:pt x="25146" y="25146"/>
                  </a:lnTo>
                  <a:close/>
                </a:path>
                <a:path w="4491355" h="1068705">
                  <a:moveTo>
                    <a:pt x="148589" y="130302"/>
                  </a:moveTo>
                  <a:lnTo>
                    <a:pt x="43433" y="25146"/>
                  </a:lnTo>
                  <a:lnTo>
                    <a:pt x="12954" y="25146"/>
                  </a:lnTo>
                  <a:lnTo>
                    <a:pt x="12954" y="30480"/>
                  </a:lnTo>
                  <a:lnTo>
                    <a:pt x="130302" y="147828"/>
                  </a:lnTo>
                  <a:lnTo>
                    <a:pt x="130302" y="135636"/>
                  </a:lnTo>
                  <a:lnTo>
                    <a:pt x="136398" y="130302"/>
                  </a:lnTo>
                  <a:lnTo>
                    <a:pt x="148589" y="130302"/>
                  </a:lnTo>
                  <a:close/>
                </a:path>
                <a:path w="4491355" h="1068705">
                  <a:moveTo>
                    <a:pt x="43433" y="1043178"/>
                  </a:moveTo>
                  <a:lnTo>
                    <a:pt x="12954" y="1043178"/>
                  </a:lnTo>
                  <a:lnTo>
                    <a:pt x="25146" y="1055370"/>
                  </a:lnTo>
                  <a:lnTo>
                    <a:pt x="25146" y="1061466"/>
                  </a:lnTo>
                  <a:lnTo>
                    <a:pt x="43433" y="1043178"/>
                  </a:lnTo>
                  <a:close/>
                </a:path>
                <a:path w="4491355" h="1068705">
                  <a:moveTo>
                    <a:pt x="25146" y="1061466"/>
                  </a:moveTo>
                  <a:lnTo>
                    <a:pt x="25146" y="1055370"/>
                  </a:lnTo>
                  <a:lnTo>
                    <a:pt x="12954" y="1043178"/>
                  </a:lnTo>
                  <a:lnTo>
                    <a:pt x="12954" y="1055370"/>
                  </a:lnTo>
                  <a:lnTo>
                    <a:pt x="22098" y="1064514"/>
                  </a:lnTo>
                  <a:lnTo>
                    <a:pt x="25146" y="1061466"/>
                  </a:lnTo>
                  <a:close/>
                </a:path>
                <a:path w="4491355" h="1068705">
                  <a:moveTo>
                    <a:pt x="152400" y="134112"/>
                  </a:moveTo>
                  <a:lnTo>
                    <a:pt x="148589" y="130302"/>
                  </a:lnTo>
                  <a:lnTo>
                    <a:pt x="136398" y="130302"/>
                  </a:lnTo>
                  <a:lnTo>
                    <a:pt x="130302" y="135636"/>
                  </a:lnTo>
                  <a:lnTo>
                    <a:pt x="130302" y="147828"/>
                  </a:lnTo>
                  <a:lnTo>
                    <a:pt x="134112" y="151638"/>
                  </a:lnTo>
                  <a:lnTo>
                    <a:pt x="152400" y="134112"/>
                  </a:lnTo>
                  <a:close/>
                </a:path>
                <a:path w="4491355" h="1068705">
                  <a:moveTo>
                    <a:pt x="152400" y="146841"/>
                  </a:moveTo>
                  <a:lnTo>
                    <a:pt x="152400" y="134112"/>
                  </a:lnTo>
                  <a:lnTo>
                    <a:pt x="134112" y="151638"/>
                  </a:lnTo>
                  <a:lnTo>
                    <a:pt x="130302" y="147828"/>
                  </a:lnTo>
                  <a:lnTo>
                    <a:pt x="130302" y="919734"/>
                  </a:lnTo>
                  <a:lnTo>
                    <a:pt x="134112" y="915924"/>
                  </a:lnTo>
                  <a:lnTo>
                    <a:pt x="143256" y="925068"/>
                  </a:lnTo>
                  <a:lnTo>
                    <a:pt x="143256" y="155448"/>
                  </a:lnTo>
                  <a:lnTo>
                    <a:pt x="152400" y="146841"/>
                  </a:lnTo>
                  <a:close/>
                </a:path>
                <a:path w="4491355" h="1068705">
                  <a:moveTo>
                    <a:pt x="148589" y="938022"/>
                  </a:moveTo>
                  <a:lnTo>
                    <a:pt x="136398" y="938022"/>
                  </a:lnTo>
                  <a:lnTo>
                    <a:pt x="130302" y="931926"/>
                  </a:lnTo>
                  <a:lnTo>
                    <a:pt x="130302" y="956310"/>
                  </a:lnTo>
                  <a:lnTo>
                    <a:pt x="148589" y="938022"/>
                  </a:lnTo>
                  <a:close/>
                </a:path>
                <a:path w="4491355" h="1068705">
                  <a:moveTo>
                    <a:pt x="156210" y="155448"/>
                  </a:moveTo>
                  <a:lnTo>
                    <a:pt x="156210" y="143256"/>
                  </a:lnTo>
                  <a:lnTo>
                    <a:pt x="143256" y="155448"/>
                  </a:lnTo>
                  <a:lnTo>
                    <a:pt x="156210" y="155448"/>
                  </a:lnTo>
                  <a:close/>
                </a:path>
                <a:path w="4491355" h="1068705">
                  <a:moveTo>
                    <a:pt x="156210" y="912114"/>
                  </a:moveTo>
                  <a:lnTo>
                    <a:pt x="156210" y="155448"/>
                  </a:lnTo>
                  <a:lnTo>
                    <a:pt x="143256" y="155448"/>
                  </a:lnTo>
                  <a:lnTo>
                    <a:pt x="143256" y="912114"/>
                  </a:lnTo>
                  <a:lnTo>
                    <a:pt x="156210" y="912114"/>
                  </a:lnTo>
                  <a:close/>
                </a:path>
                <a:path w="4491355" h="1068705">
                  <a:moveTo>
                    <a:pt x="4347972" y="912114"/>
                  </a:moveTo>
                  <a:lnTo>
                    <a:pt x="143256" y="912114"/>
                  </a:lnTo>
                  <a:lnTo>
                    <a:pt x="156210" y="925068"/>
                  </a:lnTo>
                  <a:lnTo>
                    <a:pt x="156210" y="938022"/>
                  </a:lnTo>
                  <a:lnTo>
                    <a:pt x="4335017" y="938022"/>
                  </a:lnTo>
                  <a:lnTo>
                    <a:pt x="4335017" y="925068"/>
                  </a:lnTo>
                  <a:lnTo>
                    <a:pt x="4347972" y="912114"/>
                  </a:lnTo>
                  <a:close/>
                </a:path>
                <a:path w="4491355" h="1068705">
                  <a:moveTo>
                    <a:pt x="156210" y="938022"/>
                  </a:moveTo>
                  <a:lnTo>
                    <a:pt x="156210" y="925068"/>
                  </a:lnTo>
                  <a:lnTo>
                    <a:pt x="143256" y="912114"/>
                  </a:lnTo>
                  <a:lnTo>
                    <a:pt x="143256" y="925068"/>
                  </a:lnTo>
                  <a:lnTo>
                    <a:pt x="152400" y="934212"/>
                  </a:lnTo>
                  <a:lnTo>
                    <a:pt x="152400" y="938022"/>
                  </a:lnTo>
                  <a:lnTo>
                    <a:pt x="156210" y="938022"/>
                  </a:lnTo>
                  <a:close/>
                </a:path>
                <a:path w="4491355" h="1068705">
                  <a:moveTo>
                    <a:pt x="4342637" y="130302"/>
                  </a:moveTo>
                  <a:lnTo>
                    <a:pt x="148589" y="130302"/>
                  </a:lnTo>
                  <a:lnTo>
                    <a:pt x="152400" y="134112"/>
                  </a:lnTo>
                  <a:lnTo>
                    <a:pt x="152400" y="146841"/>
                  </a:lnTo>
                  <a:lnTo>
                    <a:pt x="156210" y="143256"/>
                  </a:lnTo>
                  <a:lnTo>
                    <a:pt x="156210" y="155448"/>
                  </a:lnTo>
                  <a:lnTo>
                    <a:pt x="4335017" y="155448"/>
                  </a:lnTo>
                  <a:lnTo>
                    <a:pt x="4335017" y="143255"/>
                  </a:lnTo>
                  <a:lnTo>
                    <a:pt x="4338828" y="146841"/>
                  </a:lnTo>
                  <a:lnTo>
                    <a:pt x="4338828" y="134112"/>
                  </a:lnTo>
                  <a:lnTo>
                    <a:pt x="4342637" y="130302"/>
                  </a:lnTo>
                  <a:close/>
                </a:path>
                <a:path w="4491355" h="1068705">
                  <a:moveTo>
                    <a:pt x="152400" y="938022"/>
                  </a:moveTo>
                  <a:lnTo>
                    <a:pt x="152400" y="934212"/>
                  </a:lnTo>
                  <a:lnTo>
                    <a:pt x="148589" y="938022"/>
                  </a:lnTo>
                  <a:lnTo>
                    <a:pt x="152400" y="938022"/>
                  </a:lnTo>
                  <a:close/>
                </a:path>
                <a:path w="4491355" h="1068705">
                  <a:moveTo>
                    <a:pt x="4347972" y="155448"/>
                  </a:moveTo>
                  <a:lnTo>
                    <a:pt x="4335017" y="143255"/>
                  </a:lnTo>
                  <a:lnTo>
                    <a:pt x="4335017" y="155448"/>
                  </a:lnTo>
                  <a:lnTo>
                    <a:pt x="4347972" y="155448"/>
                  </a:lnTo>
                  <a:close/>
                </a:path>
                <a:path w="4491355" h="1068705">
                  <a:moveTo>
                    <a:pt x="4347972" y="912114"/>
                  </a:moveTo>
                  <a:lnTo>
                    <a:pt x="4347972" y="155448"/>
                  </a:lnTo>
                  <a:lnTo>
                    <a:pt x="4335017" y="155448"/>
                  </a:lnTo>
                  <a:lnTo>
                    <a:pt x="4335017" y="912114"/>
                  </a:lnTo>
                  <a:lnTo>
                    <a:pt x="4347972" y="912114"/>
                  </a:lnTo>
                  <a:close/>
                </a:path>
                <a:path w="4491355" h="1068705">
                  <a:moveTo>
                    <a:pt x="4347972" y="925067"/>
                  </a:moveTo>
                  <a:lnTo>
                    <a:pt x="4347972" y="912114"/>
                  </a:lnTo>
                  <a:lnTo>
                    <a:pt x="4335017" y="925068"/>
                  </a:lnTo>
                  <a:lnTo>
                    <a:pt x="4335017" y="938022"/>
                  </a:lnTo>
                  <a:lnTo>
                    <a:pt x="4338828" y="938022"/>
                  </a:lnTo>
                  <a:lnTo>
                    <a:pt x="4338828" y="934212"/>
                  </a:lnTo>
                  <a:lnTo>
                    <a:pt x="4347972" y="925067"/>
                  </a:lnTo>
                  <a:close/>
                </a:path>
                <a:path w="4491355" h="1068705">
                  <a:moveTo>
                    <a:pt x="4360926" y="147828"/>
                  </a:moveTo>
                  <a:lnTo>
                    <a:pt x="4360926" y="135636"/>
                  </a:lnTo>
                  <a:lnTo>
                    <a:pt x="4354830" y="130302"/>
                  </a:lnTo>
                  <a:lnTo>
                    <a:pt x="4342637" y="130302"/>
                  </a:lnTo>
                  <a:lnTo>
                    <a:pt x="4338828" y="134112"/>
                  </a:lnTo>
                  <a:lnTo>
                    <a:pt x="4357116" y="151638"/>
                  </a:lnTo>
                  <a:lnTo>
                    <a:pt x="4360926" y="147828"/>
                  </a:lnTo>
                  <a:close/>
                </a:path>
                <a:path w="4491355" h="1068705">
                  <a:moveTo>
                    <a:pt x="4360926" y="919734"/>
                  </a:moveTo>
                  <a:lnTo>
                    <a:pt x="4360926" y="147828"/>
                  </a:lnTo>
                  <a:lnTo>
                    <a:pt x="4357116" y="151638"/>
                  </a:lnTo>
                  <a:lnTo>
                    <a:pt x="4338828" y="134112"/>
                  </a:lnTo>
                  <a:lnTo>
                    <a:pt x="4338828" y="146841"/>
                  </a:lnTo>
                  <a:lnTo>
                    <a:pt x="4347972" y="155448"/>
                  </a:lnTo>
                  <a:lnTo>
                    <a:pt x="4347972" y="925067"/>
                  </a:lnTo>
                  <a:lnTo>
                    <a:pt x="4357116" y="915924"/>
                  </a:lnTo>
                  <a:lnTo>
                    <a:pt x="4360926" y="919734"/>
                  </a:lnTo>
                  <a:close/>
                </a:path>
                <a:path w="4491355" h="1068705">
                  <a:moveTo>
                    <a:pt x="4487418" y="1046226"/>
                  </a:moveTo>
                  <a:lnTo>
                    <a:pt x="4357116" y="915924"/>
                  </a:lnTo>
                  <a:lnTo>
                    <a:pt x="4338828" y="934212"/>
                  </a:lnTo>
                  <a:lnTo>
                    <a:pt x="4342637" y="938021"/>
                  </a:lnTo>
                  <a:lnTo>
                    <a:pt x="4354830" y="938022"/>
                  </a:lnTo>
                  <a:lnTo>
                    <a:pt x="4360926" y="931926"/>
                  </a:lnTo>
                  <a:lnTo>
                    <a:pt x="4360926" y="956310"/>
                  </a:lnTo>
                  <a:lnTo>
                    <a:pt x="4447794" y="1043178"/>
                  </a:lnTo>
                  <a:lnTo>
                    <a:pt x="4478274" y="1043178"/>
                  </a:lnTo>
                  <a:lnTo>
                    <a:pt x="4478274" y="1055369"/>
                  </a:lnTo>
                  <a:lnTo>
                    <a:pt x="4487418" y="1046226"/>
                  </a:lnTo>
                  <a:close/>
                </a:path>
                <a:path w="4491355" h="1068705">
                  <a:moveTo>
                    <a:pt x="4342637" y="938022"/>
                  </a:moveTo>
                  <a:lnTo>
                    <a:pt x="4338828" y="934212"/>
                  </a:lnTo>
                  <a:lnTo>
                    <a:pt x="4338828" y="938022"/>
                  </a:lnTo>
                  <a:lnTo>
                    <a:pt x="4342637" y="938022"/>
                  </a:lnTo>
                  <a:close/>
                </a:path>
                <a:path w="4491355" h="1068705">
                  <a:moveTo>
                    <a:pt x="4478274" y="30479"/>
                  </a:moveTo>
                  <a:lnTo>
                    <a:pt x="4478274" y="25146"/>
                  </a:lnTo>
                  <a:lnTo>
                    <a:pt x="4447794" y="25146"/>
                  </a:lnTo>
                  <a:lnTo>
                    <a:pt x="4342637" y="130302"/>
                  </a:lnTo>
                  <a:lnTo>
                    <a:pt x="4354830" y="130302"/>
                  </a:lnTo>
                  <a:lnTo>
                    <a:pt x="4360926" y="135636"/>
                  </a:lnTo>
                  <a:lnTo>
                    <a:pt x="4360926" y="147828"/>
                  </a:lnTo>
                  <a:lnTo>
                    <a:pt x="4478274" y="30479"/>
                  </a:lnTo>
                  <a:close/>
                </a:path>
                <a:path w="4491355" h="1068705">
                  <a:moveTo>
                    <a:pt x="4360926" y="956310"/>
                  </a:moveTo>
                  <a:lnTo>
                    <a:pt x="4360926" y="931926"/>
                  </a:lnTo>
                  <a:lnTo>
                    <a:pt x="4354830" y="938022"/>
                  </a:lnTo>
                  <a:lnTo>
                    <a:pt x="4342637" y="938022"/>
                  </a:lnTo>
                  <a:lnTo>
                    <a:pt x="4360926" y="956310"/>
                  </a:lnTo>
                  <a:close/>
                </a:path>
                <a:path w="4491355" h="1068705">
                  <a:moveTo>
                    <a:pt x="4487418" y="21336"/>
                  </a:moveTo>
                  <a:lnTo>
                    <a:pt x="4469130" y="3810"/>
                  </a:lnTo>
                  <a:lnTo>
                    <a:pt x="4447794" y="25146"/>
                  </a:lnTo>
                  <a:lnTo>
                    <a:pt x="4466082" y="25146"/>
                  </a:lnTo>
                  <a:lnTo>
                    <a:pt x="4466082" y="12192"/>
                  </a:lnTo>
                  <a:lnTo>
                    <a:pt x="4478274" y="25146"/>
                  </a:lnTo>
                  <a:lnTo>
                    <a:pt x="4478274" y="30479"/>
                  </a:lnTo>
                  <a:lnTo>
                    <a:pt x="4487418" y="21336"/>
                  </a:lnTo>
                  <a:close/>
                </a:path>
                <a:path w="4491355" h="1068705">
                  <a:moveTo>
                    <a:pt x="4478274" y="1043178"/>
                  </a:moveTo>
                  <a:lnTo>
                    <a:pt x="4447794" y="1043178"/>
                  </a:lnTo>
                  <a:lnTo>
                    <a:pt x="4466082" y="1061466"/>
                  </a:lnTo>
                  <a:lnTo>
                    <a:pt x="4466082" y="1055370"/>
                  </a:lnTo>
                  <a:lnTo>
                    <a:pt x="4478274" y="1043178"/>
                  </a:lnTo>
                  <a:close/>
                </a:path>
                <a:path w="4491355" h="1068705">
                  <a:moveTo>
                    <a:pt x="4478274" y="25146"/>
                  </a:moveTo>
                  <a:lnTo>
                    <a:pt x="4466082" y="12192"/>
                  </a:lnTo>
                  <a:lnTo>
                    <a:pt x="4466082" y="25146"/>
                  </a:lnTo>
                  <a:lnTo>
                    <a:pt x="4478274" y="25146"/>
                  </a:lnTo>
                  <a:close/>
                </a:path>
                <a:path w="4491355" h="1068705">
                  <a:moveTo>
                    <a:pt x="4487418" y="1046226"/>
                  </a:moveTo>
                  <a:lnTo>
                    <a:pt x="4487418" y="21336"/>
                  </a:lnTo>
                  <a:lnTo>
                    <a:pt x="4466082" y="42671"/>
                  </a:lnTo>
                  <a:lnTo>
                    <a:pt x="4466082" y="1024890"/>
                  </a:lnTo>
                  <a:lnTo>
                    <a:pt x="4487418" y="1046226"/>
                  </a:lnTo>
                  <a:close/>
                </a:path>
                <a:path w="4491355" h="1068705">
                  <a:moveTo>
                    <a:pt x="4478274" y="1055369"/>
                  </a:moveTo>
                  <a:lnTo>
                    <a:pt x="4478274" y="1043178"/>
                  </a:lnTo>
                  <a:lnTo>
                    <a:pt x="4466082" y="1055370"/>
                  </a:lnTo>
                  <a:lnTo>
                    <a:pt x="4466082" y="1061466"/>
                  </a:lnTo>
                  <a:lnTo>
                    <a:pt x="4469130" y="1064514"/>
                  </a:lnTo>
                  <a:lnTo>
                    <a:pt x="4478274" y="10553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975610" y="2036064"/>
            <a:ext cx="4204970" cy="782320"/>
          </a:xfrm>
          <a:prstGeom prst="rect">
            <a:avLst/>
          </a:prstGeom>
          <a:solidFill>
            <a:srgbClr val="A7AFF7"/>
          </a:solidFill>
        </p:spPr>
        <p:txBody>
          <a:bodyPr vert="horz" wrap="square" lIns="0" tIns="2470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45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Discussion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53000" y="3124200"/>
            <a:ext cx="381000" cy="609600"/>
          </a:xfrm>
          <a:custGeom>
            <a:avLst/>
            <a:gdLst/>
            <a:ahLst/>
            <a:cxnLst/>
            <a:rect l="l" t="t" r="r" b="b"/>
            <a:pathLst>
              <a:path w="381000" h="609600">
                <a:moveTo>
                  <a:pt x="381000" y="419100"/>
                </a:moveTo>
                <a:lnTo>
                  <a:pt x="285750" y="419100"/>
                </a:lnTo>
                <a:lnTo>
                  <a:pt x="285749" y="0"/>
                </a:lnTo>
                <a:lnTo>
                  <a:pt x="95249" y="0"/>
                </a:lnTo>
                <a:lnTo>
                  <a:pt x="95250" y="419100"/>
                </a:lnTo>
                <a:lnTo>
                  <a:pt x="0" y="419100"/>
                </a:lnTo>
                <a:lnTo>
                  <a:pt x="190500" y="609600"/>
                </a:lnTo>
                <a:lnTo>
                  <a:pt x="381000" y="41910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22274" y="5188711"/>
            <a:ext cx="1070610" cy="4305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0"/>
              </a:spcBef>
            </a:pP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Cloud Infrastructure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29968" y="4679441"/>
            <a:ext cx="289560" cy="247015"/>
          </a:xfrm>
          <a:custGeom>
            <a:avLst/>
            <a:gdLst/>
            <a:ahLst/>
            <a:cxnLst/>
            <a:rect l="l" t="t" r="r" b="b"/>
            <a:pathLst>
              <a:path w="289560" h="247014">
                <a:moveTo>
                  <a:pt x="289560" y="8382"/>
                </a:moveTo>
                <a:lnTo>
                  <a:pt x="286512" y="3810"/>
                </a:lnTo>
                <a:lnTo>
                  <a:pt x="282702" y="2286"/>
                </a:lnTo>
                <a:lnTo>
                  <a:pt x="278130" y="0"/>
                </a:lnTo>
                <a:lnTo>
                  <a:pt x="272796" y="762"/>
                </a:lnTo>
                <a:lnTo>
                  <a:pt x="268986" y="3810"/>
                </a:lnTo>
                <a:lnTo>
                  <a:pt x="5334" y="224790"/>
                </a:lnTo>
                <a:lnTo>
                  <a:pt x="1524" y="227838"/>
                </a:lnTo>
                <a:lnTo>
                  <a:pt x="0" y="233172"/>
                </a:lnTo>
                <a:lnTo>
                  <a:pt x="3048" y="243840"/>
                </a:lnTo>
                <a:lnTo>
                  <a:pt x="8382" y="246888"/>
                </a:lnTo>
                <a:lnTo>
                  <a:pt x="13716" y="246888"/>
                </a:lnTo>
                <a:lnTo>
                  <a:pt x="264414" y="246888"/>
                </a:lnTo>
                <a:lnTo>
                  <a:pt x="277368" y="246888"/>
                </a:lnTo>
                <a:lnTo>
                  <a:pt x="284226" y="246888"/>
                </a:lnTo>
                <a:lnTo>
                  <a:pt x="284988" y="246126"/>
                </a:lnTo>
                <a:lnTo>
                  <a:pt x="289560" y="241554"/>
                </a:lnTo>
                <a:lnTo>
                  <a:pt x="289560" y="8382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476500" y="4678679"/>
            <a:ext cx="1610360" cy="803275"/>
          </a:xfrm>
          <a:custGeom>
            <a:avLst/>
            <a:gdLst/>
            <a:ahLst/>
            <a:cxnLst/>
            <a:rect l="l" t="t" r="r" b="b"/>
            <a:pathLst>
              <a:path w="1610360" h="803275">
                <a:moveTo>
                  <a:pt x="1610106" y="6096"/>
                </a:moveTo>
                <a:lnTo>
                  <a:pt x="1604772" y="0"/>
                </a:lnTo>
                <a:lnTo>
                  <a:pt x="6096" y="0"/>
                </a:lnTo>
                <a:lnTo>
                  <a:pt x="0" y="6096"/>
                </a:lnTo>
                <a:lnTo>
                  <a:pt x="0" y="797814"/>
                </a:lnTo>
                <a:lnTo>
                  <a:pt x="6096" y="803148"/>
                </a:lnTo>
                <a:lnTo>
                  <a:pt x="12954" y="803148"/>
                </a:lnTo>
                <a:lnTo>
                  <a:pt x="25908" y="803148"/>
                </a:lnTo>
                <a:lnTo>
                  <a:pt x="125730" y="803148"/>
                </a:lnTo>
                <a:lnTo>
                  <a:pt x="145542" y="803148"/>
                </a:lnTo>
                <a:lnTo>
                  <a:pt x="150876" y="797814"/>
                </a:lnTo>
                <a:lnTo>
                  <a:pt x="150876" y="150876"/>
                </a:lnTo>
                <a:lnTo>
                  <a:pt x="1584960" y="150876"/>
                </a:lnTo>
                <a:lnTo>
                  <a:pt x="1597152" y="150876"/>
                </a:lnTo>
                <a:lnTo>
                  <a:pt x="1604772" y="150876"/>
                </a:lnTo>
                <a:lnTo>
                  <a:pt x="1610106" y="144780"/>
                </a:lnTo>
                <a:lnTo>
                  <a:pt x="1610106" y="6096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658110" y="4834382"/>
            <a:ext cx="1241425" cy="62293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0"/>
              </a:spcBef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Service</a:t>
            </a:r>
            <a:r>
              <a:rPr sz="14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Models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 Cloud Computing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552444" y="4325111"/>
            <a:ext cx="295910" cy="247015"/>
          </a:xfrm>
          <a:custGeom>
            <a:avLst/>
            <a:gdLst/>
            <a:ahLst/>
            <a:cxnLst/>
            <a:rect l="l" t="t" r="r" b="b"/>
            <a:pathLst>
              <a:path w="295910" h="247014">
                <a:moveTo>
                  <a:pt x="295656" y="9144"/>
                </a:moveTo>
                <a:lnTo>
                  <a:pt x="293370" y="4572"/>
                </a:lnTo>
                <a:lnTo>
                  <a:pt x="284226" y="0"/>
                </a:lnTo>
                <a:lnTo>
                  <a:pt x="278892" y="762"/>
                </a:lnTo>
                <a:lnTo>
                  <a:pt x="275082" y="3810"/>
                </a:lnTo>
                <a:lnTo>
                  <a:pt x="5334" y="224790"/>
                </a:lnTo>
                <a:lnTo>
                  <a:pt x="1524" y="227838"/>
                </a:lnTo>
                <a:lnTo>
                  <a:pt x="0" y="233934"/>
                </a:lnTo>
                <a:lnTo>
                  <a:pt x="1524" y="238506"/>
                </a:lnTo>
                <a:lnTo>
                  <a:pt x="3048" y="243840"/>
                </a:lnTo>
                <a:lnTo>
                  <a:pt x="8382" y="246888"/>
                </a:lnTo>
                <a:lnTo>
                  <a:pt x="13716" y="246888"/>
                </a:lnTo>
                <a:lnTo>
                  <a:pt x="270510" y="246888"/>
                </a:lnTo>
                <a:lnTo>
                  <a:pt x="283464" y="246888"/>
                </a:lnTo>
                <a:lnTo>
                  <a:pt x="290322" y="246888"/>
                </a:lnTo>
                <a:lnTo>
                  <a:pt x="291084" y="246126"/>
                </a:lnTo>
                <a:lnTo>
                  <a:pt x="295656" y="241554"/>
                </a:lnTo>
                <a:lnTo>
                  <a:pt x="295656" y="9144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330190" y="3971543"/>
            <a:ext cx="312420" cy="247015"/>
          </a:xfrm>
          <a:custGeom>
            <a:avLst/>
            <a:gdLst/>
            <a:ahLst/>
            <a:cxnLst/>
            <a:rect l="l" t="t" r="r" b="b"/>
            <a:pathLst>
              <a:path w="312420" h="247014">
                <a:moveTo>
                  <a:pt x="312420" y="8382"/>
                </a:moveTo>
                <a:lnTo>
                  <a:pt x="309372" y="3810"/>
                </a:lnTo>
                <a:lnTo>
                  <a:pt x="304800" y="2286"/>
                </a:lnTo>
                <a:lnTo>
                  <a:pt x="300990" y="0"/>
                </a:lnTo>
                <a:lnTo>
                  <a:pt x="295656" y="762"/>
                </a:lnTo>
                <a:lnTo>
                  <a:pt x="291846" y="3048"/>
                </a:lnTo>
                <a:lnTo>
                  <a:pt x="6096" y="224028"/>
                </a:lnTo>
                <a:lnTo>
                  <a:pt x="1524" y="227076"/>
                </a:lnTo>
                <a:lnTo>
                  <a:pt x="0" y="233172"/>
                </a:lnTo>
                <a:lnTo>
                  <a:pt x="1524" y="238506"/>
                </a:lnTo>
                <a:lnTo>
                  <a:pt x="3048" y="243078"/>
                </a:lnTo>
                <a:lnTo>
                  <a:pt x="8382" y="246888"/>
                </a:lnTo>
                <a:lnTo>
                  <a:pt x="13716" y="246888"/>
                </a:lnTo>
                <a:lnTo>
                  <a:pt x="286512" y="246888"/>
                </a:lnTo>
                <a:lnTo>
                  <a:pt x="299466" y="246888"/>
                </a:lnTo>
                <a:lnTo>
                  <a:pt x="306324" y="246888"/>
                </a:lnTo>
                <a:lnTo>
                  <a:pt x="307086" y="246126"/>
                </a:lnTo>
                <a:lnTo>
                  <a:pt x="312420" y="240792"/>
                </a:lnTo>
                <a:lnTo>
                  <a:pt x="312420" y="8382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55008" y="3972305"/>
            <a:ext cx="3454400" cy="1156335"/>
          </a:xfrm>
          <a:custGeom>
            <a:avLst/>
            <a:gdLst/>
            <a:ahLst/>
            <a:cxnLst/>
            <a:rect l="l" t="t" r="r" b="b"/>
            <a:pathLst>
              <a:path w="3454400" h="1156335">
                <a:moveTo>
                  <a:pt x="1701546" y="358140"/>
                </a:moveTo>
                <a:lnTo>
                  <a:pt x="1696212" y="352044"/>
                </a:lnTo>
                <a:lnTo>
                  <a:pt x="5334" y="352044"/>
                </a:lnTo>
                <a:lnTo>
                  <a:pt x="0" y="358140"/>
                </a:lnTo>
                <a:lnTo>
                  <a:pt x="0" y="1149858"/>
                </a:lnTo>
                <a:lnTo>
                  <a:pt x="5334" y="1155954"/>
                </a:lnTo>
                <a:lnTo>
                  <a:pt x="12192" y="1155954"/>
                </a:lnTo>
                <a:lnTo>
                  <a:pt x="25146" y="1155954"/>
                </a:lnTo>
                <a:lnTo>
                  <a:pt x="124968" y="1155954"/>
                </a:lnTo>
                <a:lnTo>
                  <a:pt x="144780" y="1155954"/>
                </a:lnTo>
                <a:lnTo>
                  <a:pt x="150876" y="1149858"/>
                </a:lnTo>
                <a:lnTo>
                  <a:pt x="150876" y="502920"/>
                </a:lnTo>
                <a:lnTo>
                  <a:pt x="1676400" y="502920"/>
                </a:lnTo>
                <a:lnTo>
                  <a:pt x="1688592" y="502920"/>
                </a:lnTo>
                <a:lnTo>
                  <a:pt x="1696212" y="502920"/>
                </a:lnTo>
                <a:lnTo>
                  <a:pt x="1701546" y="497586"/>
                </a:lnTo>
                <a:lnTo>
                  <a:pt x="1701546" y="358140"/>
                </a:lnTo>
                <a:close/>
              </a:path>
              <a:path w="3454400" h="1156335">
                <a:moveTo>
                  <a:pt x="3454146" y="5334"/>
                </a:moveTo>
                <a:lnTo>
                  <a:pt x="3448812" y="0"/>
                </a:lnTo>
                <a:lnTo>
                  <a:pt x="1828038" y="0"/>
                </a:lnTo>
                <a:lnTo>
                  <a:pt x="1821942" y="5334"/>
                </a:lnTo>
                <a:lnTo>
                  <a:pt x="1821942" y="796290"/>
                </a:lnTo>
                <a:lnTo>
                  <a:pt x="1828038" y="801624"/>
                </a:lnTo>
                <a:lnTo>
                  <a:pt x="1834896" y="801624"/>
                </a:lnTo>
                <a:lnTo>
                  <a:pt x="1847850" y="801624"/>
                </a:lnTo>
                <a:lnTo>
                  <a:pt x="1947672" y="801624"/>
                </a:lnTo>
                <a:lnTo>
                  <a:pt x="1967484" y="801624"/>
                </a:lnTo>
                <a:lnTo>
                  <a:pt x="1972818" y="796290"/>
                </a:lnTo>
                <a:lnTo>
                  <a:pt x="1972818" y="150114"/>
                </a:lnTo>
                <a:lnTo>
                  <a:pt x="3429000" y="150114"/>
                </a:lnTo>
                <a:lnTo>
                  <a:pt x="3441192" y="150114"/>
                </a:lnTo>
                <a:lnTo>
                  <a:pt x="3448812" y="150114"/>
                </a:lnTo>
                <a:lnTo>
                  <a:pt x="3454146" y="144780"/>
                </a:lnTo>
                <a:lnTo>
                  <a:pt x="3454146" y="5334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258559" y="4126483"/>
            <a:ext cx="1298575" cy="62293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0"/>
              </a:spcBef>
            </a:pP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Types</a:t>
            </a:r>
            <a:r>
              <a:rPr sz="14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14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Clouds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14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CMUQ’s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Private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 Cloud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152894" y="3617213"/>
            <a:ext cx="300990" cy="247015"/>
          </a:xfrm>
          <a:custGeom>
            <a:avLst/>
            <a:gdLst/>
            <a:ahLst/>
            <a:cxnLst/>
            <a:rect l="l" t="t" r="r" b="b"/>
            <a:pathLst>
              <a:path w="300990" h="247014">
                <a:moveTo>
                  <a:pt x="300990" y="9144"/>
                </a:moveTo>
                <a:lnTo>
                  <a:pt x="297942" y="4572"/>
                </a:lnTo>
                <a:lnTo>
                  <a:pt x="288798" y="0"/>
                </a:lnTo>
                <a:lnTo>
                  <a:pt x="284226" y="762"/>
                </a:lnTo>
                <a:lnTo>
                  <a:pt x="1524" y="227838"/>
                </a:lnTo>
                <a:lnTo>
                  <a:pt x="0" y="233172"/>
                </a:lnTo>
                <a:lnTo>
                  <a:pt x="3048" y="243840"/>
                </a:lnTo>
                <a:lnTo>
                  <a:pt x="8382" y="246888"/>
                </a:lnTo>
                <a:lnTo>
                  <a:pt x="13716" y="246888"/>
                </a:lnTo>
                <a:lnTo>
                  <a:pt x="275082" y="246888"/>
                </a:lnTo>
                <a:lnTo>
                  <a:pt x="288036" y="246888"/>
                </a:lnTo>
                <a:lnTo>
                  <a:pt x="294894" y="246888"/>
                </a:lnTo>
                <a:lnTo>
                  <a:pt x="295656" y="246227"/>
                </a:lnTo>
                <a:lnTo>
                  <a:pt x="300990" y="241554"/>
                </a:lnTo>
                <a:lnTo>
                  <a:pt x="300990" y="9144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836408" y="3617975"/>
            <a:ext cx="1657350" cy="803910"/>
          </a:xfrm>
          <a:custGeom>
            <a:avLst/>
            <a:gdLst/>
            <a:ahLst/>
            <a:cxnLst/>
            <a:rect l="l" t="t" r="r" b="b"/>
            <a:pathLst>
              <a:path w="1657350" h="803910">
                <a:moveTo>
                  <a:pt x="1657350" y="6096"/>
                </a:moveTo>
                <a:lnTo>
                  <a:pt x="1651254" y="0"/>
                </a:lnTo>
                <a:lnTo>
                  <a:pt x="5334" y="0"/>
                </a:lnTo>
                <a:lnTo>
                  <a:pt x="0" y="6096"/>
                </a:lnTo>
                <a:lnTo>
                  <a:pt x="0" y="797814"/>
                </a:lnTo>
                <a:lnTo>
                  <a:pt x="5334" y="803910"/>
                </a:lnTo>
                <a:lnTo>
                  <a:pt x="12192" y="803910"/>
                </a:lnTo>
                <a:lnTo>
                  <a:pt x="25146" y="803910"/>
                </a:lnTo>
                <a:lnTo>
                  <a:pt x="124968" y="803910"/>
                </a:lnTo>
                <a:lnTo>
                  <a:pt x="144780" y="803910"/>
                </a:lnTo>
                <a:lnTo>
                  <a:pt x="150876" y="797814"/>
                </a:lnTo>
                <a:lnTo>
                  <a:pt x="150876" y="150876"/>
                </a:lnTo>
                <a:lnTo>
                  <a:pt x="1631442" y="150876"/>
                </a:lnTo>
                <a:lnTo>
                  <a:pt x="1644396" y="150876"/>
                </a:lnTo>
                <a:lnTo>
                  <a:pt x="1651254" y="150876"/>
                </a:lnTo>
                <a:lnTo>
                  <a:pt x="1657350" y="145542"/>
                </a:lnTo>
                <a:lnTo>
                  <a:pt x="1657350" y="6096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018018" y="3772153"/>
            <a:ext cx="1368425" cy="4305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0"/>
              </a:spcBef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Software</a:t>
            </a:r>
            <a:r>
              <a:rPr sz="14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Service Models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911590" y="3263645"/>
            <a:ext cx="304165" cy="247015"/>
          </a:xfrm>
          <a:custGeom>
            <a:avLst/>
            <a:gdLst/>
            <a:ahLst/>
            <a:cxnLst/>
            <a:rect l="l" t="t" r="r" b="b"/>
            <a:pathLst>
              <a:path w="304165" h="247014">
                <a:moveTo>
                  <a:pt x="304038" y="8382"/>
                </a:moveTo>
                <a:lnTo>
                  <a:pt x="301752" y="3810"/>
                </a:lnTo>
                <a:lnTo>
                  <a:pt x="297180" y="1524"/>
                </a:lnTo>
                <a:lnTo>
                  <a:pt x="292608" y="0"/>
                </a:lnTo>
                <a:lnTo>
                  <a:pt x="287274" y="0"/>
                </a:lnTo>
                <a:lnTo>
                  <a:pt x="6096" y="224028"/>
                </a:lnTo>
                <a:lnTo>
                  <a:pt x="1524" y="227076"/>
                </a:lnTo>
                <a:lnTo>
                  <a:pt x="0" y="233172"/>
                </a:lnTo>
                <a:lnTo>
                  <a:pt x="1524" y="238506"/>
                </a:lnTo>
                <a:lnTo>
                  <a:pt x="3810" y="243078"/>
                </a:lnTo>
                <a:lnTo>
                  <a:pt x="8382" y="246888"/>
                </a:lnTo>
                <a:lnTo>
                  <a:pt x="13716" y="246888"/>
                </a:lnTo>
                <a:lnTo>
                  <a:pt x="278892" y="246888"/>
                </a:lnTo>
                <a:lnTo>
                  <a:pt x="291846" y="246888"/>
                </a:lnTo>
                <a:lnTo>
                  <a:pt x="298704" y="246888"/>
                </a:lnTo>
                <a:lnTo>
                  <a:pt x="299466" y="246024"/>
                </a:lnTo>
                <a:lnTo>
                  <a:pt x="304038" y="240792"/>
                </a:lnTo>
                <a:lnTo>
                  <a:pt x="304038" y="8382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970526" y="5426964"/>
            <a:ext cx="346710" cy="741680"/>
          </a:xfrm>
          <a:custGeom>
            <a:avLst/>
            <a:gdLst/>
            <a:ahLst/>
            <a:cxnLst/>
            <a:rect l="l" t="t" r="r" b="b"/>
            <a:pathLst>
              <a:path w="346710" h="741679">
                <a:moveTo>
                  <a:pt x="346710" y="741426"/>
                </a:moveTo>
                <a:lnTo>
                  <a:pt x="346709" y="172973"/>
                </a:lnTo>
                <a:lnTo>
                  <a:pt x="172973" y="0"/>
                </a:lnTo>
                <a:lnTo>
                  <a:pt x="0" y="172973"/>
                </a:lnTo>
                <a:lnTo>
                  <a:pt x="0" y="741426"/>
                </a:lnTo>
                <a:lnTo>
                  <a:pt x="172974" y="568452"/>
                </a:lnTo>
                <a:lnTo>
                  <a:pt x="346710" y="74142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436617" y="4475479"/>
            <a:ext cx="13379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170FC1"/>
                </a:solidFill>
                <a:latin typeface="Arial MT"/>
                <a:cs typeface="Arial MT"/>
              </a:rPr>
              <a:t>The</a:t>
            </a:r>
            <a:r>
              <a:rPr sz="1400" spc="-25" dirty="0">
                <a:solidFill>
                  <a:srgbClr val="170FC1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0FC1"/>
                </a:solidFill>
                <a:latin typeface="Arial MT"/>
                <a:cs typeface="Arial MT"/>
              </a:rPr>
              <a:t>Cloud</a:t>
            </a:r>
            <a:r>
              <a:rPr sz="1400" spc="-20" dirty="0">
                <a:solidFill>
                  <a:srgbClr val="170FC1"/>
                </a:solidFill>
                <a:latin typeface="Arial MT"/>
                <a:cs typeface="Arial MT"/>
              </a:rPr>
              <a:t> Stack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2184654"/>
            <a:ext cx="9144000" cy="5130800"/>
            <a:chOff x="457200" y="2184654"/>
            <a:chExt cx="9144000" cy="5130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3800" y="6007607"/>
              <a:ext cx="2231898" cy="76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65697" y="5484875"/>
              <a:ext cx="130301" cy="5234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29227" y="5479542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5" y="5333"/>
                  </a:moveTo>
                  <a:lnTo>
                    <a:pt x="2372105" y="0"/>
                  </a:lnTo>
                  <a:lnTo>
                    <a:pt x="134112" y="0"/>
                  </a:lnTo>
                  <a:lnTo>
                    <a:pt x="0" y="134111"/>
                  </a:lnTo>
                  <a:lnTo>
                    <a:pt x="0" y="533399"/>
                  </a:lnTo>
                  <a:lnTo>
                    <a:pt x="4572" y="533399"/>
                  </a:lnTo>
                  <a:lnTo>
                    <a:pt x="4572" y="131063"/>
                  </a:lnTo>
                  <a:lnTo>
                    <a:pt x="9144" y="131063"/>
                  </a:lnTo>
                  <a:lnTo>
                    <a:pt x="134874" y="5333"/>
                  </a:lnTo>
                  <a:lnTo>
                    <a:pt x="2359914" y="5333"/>
                  </a:lnTo>
                  <a:lnTo>
                    <a:pt x="2363724" y="1523"/>
                  </a:lnTo>
                  <a:lnTo>
                    <a:pt x="2367534" y="5333"/>
                  </a:lnTo>
                  <a:lnTo>
                    <a:pt x="2372105" y="5333"/>
                  </a:lnTo>
                  <a:close/>
                </a:path>
                <a:path w="2372360" h="533400">
                  <a:moveTo>
                    <a:pt x="9144" y="131063"/>
                  </a:moveTo>
                  <a:lnTo>
                    <a:pt x="4572" y="131063"/>
                  </a:lnTo>
                  <a:lnTo>
                    <a:pt x="4572" y="135635"/>
                  </a:lnTo>
                  <a:lnTo>
                    <a:pt x="9144" y="131063"/>
                  </a:lnTo>
                  <a:close/>
                </a:path>
                <a:path w="2372360" h="533400">
                  <a:moveTo>
                    <a:pt x="2242592" y="528828"/>
                  </a:moveTo>
                  <a:lnTo>
                    <a:pt x="4572" y="528828"/>
                  </a:lnTo>
                  <a:lnTo>
                    <a:pt x="4572" y="533399"/>
                  </a:lnTo>
                  <a:lnTo>
                    <a:pt x="2237994" y="533399"/>
                  </a:lnTo>
                  <a:lnTo>
                    <a:pt x="2242592" y="528828"/>
                  </a:lnTo>
                  <a:close/>
                </a:path>
                <a:path w="2372360" h="533400">
                  <a:moveTo>
                    <a:pt x="2370581" y="401565"/>
                  </a:moveTo>
                  <a:lnTo>
                    <a:pt x="2370581" y="8381"/>
                  </a:lnTo>
                  <a:lnTo>
                    <a:pt x="2366758" y="12205"/>
                  </a:lnTo>
                  <a:lnTo>
                    <a:pt x="2366010" y="398525"/>
                  </a:lnTo>
                  <a:lnTo>
                    <a:pt x="2236470" y="528065"/>
                  </a:lnTo>
                  <a:lnTo>
                    <a:pt x="134874" y="528785"/>
                  </a:lnTo>
                  <a:lnTo>
                    <a:pt x="2242592" y="528828"/>
                  </a:lnTo>
                  <a:lnTo>
                    <a:pt x="2370581" y="401565"/>
                  </a:lnTo>
                  <a:close/>
                </a:path>
                <a:path w="2372360" h="533400">
                  <a:moveTo>
                    <a:pt x="2367534" y="5333"/>
                  </a:moveTo>
                  <a:lnTo>
                    <a:pt x="2363724" y="1523"/>
                  </a:lnTo>
                  <a:lnTo>
                    <a:pt x="2359914" y="5333"/>
                  </a:lnTo>
                  <a:lnTo>
                    <a:pt x="2367534" y="5333"/>
                  </a:lnTo>
                  <a:close/>
                </a:path>
                <a:path w="2372360" h="533400">
                  <a:moveTo>
                    <a:pt x="2370581" y="8381"/>
                  </a:moveTo>
                  <a:lnTo>
                    <a:pt x="2367534" y="5333"/>
                  </a:lnTo>
                  <a:lnTo>
                    <a:pt x="2366758" y="5333"/>
                  </a:lnTo>
                  <a:lnTo>
                    <a:pt x="2366758" y="12192"/>
                  </a:lnTo>
                  <a:lnTo>
                    <a:pt x="2370581" y="8381"/>
                  </a:lnTo>
                  <a:close/>
                </a:path>
                <a:path w="2372360" h="533400">
                  <a:moveTo>
                    <a:pt x="2372105" y="400049"/>
                  </a:moveTo>
                  <a:lnTo>
                    <a:pt x="2372105" y="5333"/>
                  </a:lnTo>
                  <a:lnTo>
                    <a:pt x="2367534" y="5333"/>
                  </a:lnTo>
                  <a:lnTo>
                    <a:pt x="2370581" y="8381"/>
                  </a:lnTo>
                  <a:lnTo>
                    <a:pt x="2370581" y="401565"/>
                  </a:lnTo>
                  <a:lnTo>
                    <a:pt x="2372105" y="400049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33800" y="5615177"/>
              <a:ext cx="2231898" cy="39319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65697" y="5484875"/>
              <a:ext cx="130301" cy="52349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33800" y="5484875"/>
              <a:ext cx="2362199" cy="13030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729228" y="5479542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6" y="400049"/>
                  </a:moveTo>
                  <a:lnTo>
                    <a:pt x="2372106" y="0"/>
                  </a:lnTo>
                  <a:lnTo>
                    <a:pt x="134112" y="0"/>
                  </a:lnTo>
                  <a:lnTo>
                    <a:pt x="0" y="134112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1064"/>
                  </a:lnTo>
                  <a:lnTo>
                    <a:pt x="16764" y="131064"/>
                  </a:lnTo>
                  <a:lnTo>
                    <a:pt x="135636" y="12192"/>
                  </a:lnTo>
                  <a:lnTo>
                    <a:pt x="135636" y="9906"/>
                  </a:lnTo>
                  <a:lnTo>
                    <a:pt x="139446" y="8382"/>
                  </a:lnTo>
                  <a:lnTo>
                    <a:pt x="139445" y="9906"/>
                  </a:lnTo>
                  <a:lnTo>
                    <a:pt x="2355342" y="9905"/>
                  </a:lnTo>
                  <a:lnTo>
                    <a:pt x="2363724" y="1523"/>
                  </a:lnTo>
                  <a:lnTo>
                    <a:pt x="2370582" y="8381"/>
                  </a:lnTo>
                  <a:lnTo>
                    <a:pt x="2370582" y="401565"/>
                  </a:lnTo>
                  <a:lnTo>
                    <a:pt x="2372106" y="400049"/>
                  </a:lnTo>
                  <a:close/>
                </a:path>
                <a:path w="2372360" h="533400">
                  <a:moveTo>
                    <a:pt x="16764" y="131064"/>
                  </a:moveTo>
                  <a:lnTo>
                    <a:pt x="4572" y="131064"/>
                  </a:lnTo>
                  <a:lnTo>
                    <a:pt x="4572" y="140970"/>
                  </a:lnTo>
                  <a:lnTo>
                    <a:pt x="8382" y="140970"/>
                  </a:lnTo>
                  <a:lnTo>
                    <a:pt x="8382" y="139446"/>
                  </a:lnTo>
                  <a:lnTo>
                    <a:pt x="9905" y="135636"/>
                  </a:lnTo>
                  <a:lnTo>
                    <a:pt x="9905" y="137922"/>
                  </a:lnTo>
                  <a:lnTo>
                    <a:pt x="16764" y="131064"/>
                  </a:lnTo>
                  <a:close/>
                </a:path>
                <a:path w="2372360" h="533400">
                  <a:moveTo>
                    <a:pt x="9905" y="524256"/>
                  </a:moveTo>
                  <a:lnTo>
                    <a:pt x="9905" y="140970"/>
                  </a:lnTo>
                  <a:lnTo>
                    <a:pt x="4572" y="140970"/>
                  </a:lnTo>
                  <a:lnTo>
                    <a:pt x="4572" y="524256"/>
                  </a:lnTo>
                  <a:lnTo>
                    <a:pt x="9905" y="524256"/>
                  </a:lnTo>
                  <a:close/>
                </a:path>
                <a:path w="2372360" h="533400">
                  <a:moveTo>
                    <a:pt x="2234184" y="524255"/>
                  </a:moveTo>
                  <a:lnTo>
                    <a:pt x="4572" y="524256"/>
                  </a:lnTo>
                  <a:lnTo>
                    <a:pt x="9905" y="528828"/>
                  </a:lnTo>
                  <a:lnTo>
                    <a:pt x="9906" y="533400"/>
                  </a:lnTo>
                  <a:lnTo>
                    <a:pt x="2231135" y="533399"/>
                  </a:lnTo>
                  <a:lnTo>
                    <a:pt x="2231135" y="528827"/>
                  </a:lnTo>
                  <a:lnTo>
                    <a:pt x="2232660" y="528827"/>
                  </a:lnTo>
                  <a:lnTo>
                    <a:pt x="2232660" y="525779"/>
                  </a:lnTo>
                  <a:lnTo>
                    <a:pt x="2234184" y="524255"/>
                  </a:lnTo>
                  <a:close/>
                </a:path>
                <a:path w="2372360" h="533400">
                  <a:moveTo>
                    <a:pt x="9906" y="533400"/>
                  </a:moveTo>
                  <a:lnTo>
                    <a:pt x="9905" y="528828"/>
                  </a:lnTo>
                  <a:lnTo>
                    <a:pt x="4572" y="524256"/>
                  </a:lnTo>
                  <a:lnTo>
                    <a:pt x="4572" y="533400"/>
                  </a:lnTo>
                  <a:lnTo>
                    <a:pt x="9906" y="533400"/>
                  </a:lnTo>
                  <a:close/>
                </a:path>
                <a:path w="2372360" h="533400">
                  <a:moveTo>
                    <a:pt x="9905" y="137922"/>
                  </a:moveTo>
                  <a:lnTo>
                    <a:pt x="9905" y="135636"/>
                  </a:lnTo>
                  <a:lnTo>
                    <a:pt x="8382" y="139446"/>
                  </a:lnTo>
                  <a:lnTo>
                    <a:pt x="9905" y="137922"/>
                  </a:lnTo>
                  <a:close/>
                </a:path>
                <a:path w="2372360" h="533400">
                  <a:moveTo>
                    <a:pt x="2234184" y="131063"/>
                  </a:moveTo>
                  <a:lnTo>
                    <a:pt x="16764" y="131064"/>
                  </a:lnTo>
                  <a:lnTo>
                    <a:pt x="8382" y="139446"/>
                  </a:lnTo>
                  <a:lnTo>
                    <a:pt x="8382" y="140970"/>
                  </a:lnTo>
                  <a:lnTo>
                    <a:pt x="2231135" y="140969"/>
                  </a:lnTo>
                  <a:lnTo>
                    <a:pt x="2231135" y="135635"/>
                  </a:lnTo>
                  <a:lnTo>
                    <a:pt x="2232660" y="135635"/>
                  </a:lnTo>
                  <a:lnTo>
                    <a:pt x="2232660" y="132587"/>
                  </a:lnTo>
                  <a:lnTo>
                    <a:pt x="2234184" y="131063"/>
                  </a:lnTo>
                  <a:close/>
                </a:path>
                <a:path w="2372360" h="533400">
                  <a:moveTo>
                    <a:pt x="139446" y="8382"/>
                  </a:moveTo>
                  <a:lnTo>
                    <a:pt x="135636" y="9906"/>
                  </a:lnTo>
                  <a:lnTo>
                    <a:pt x="137921" y="9906"/>
                  </a:lnTo>
                  <a:lnTo>
                    <a:pt x="139446" y="8382"/>
                  </a:lnTo>
                  <a:close/>
                </a:path>
                <a:path w="2372360" h="533400">
                  <a:moveTo>
                    <a:pt x="137921" y="9906"/>
                  </a:moveTo>
                  <a:lnTo>
                    <a:pt x="135636" y="9906"/>
                  </a:lnTo>
                  <a:lnTo>
                    <a:pt x="135636" y="12192"/>
                  </a:lnTo>
                  <a:lnTo>
                    <a:pt x="137921" y="9906"/>
                  </a:lnTo>
                  <a:close/>
                </a:path>
                <a:path w="2372360" h="533400">
                  <a:moveTo>
                    <a:pt x="139445" y="9906"/>
                  </a:moveTo>
                  <a:lnTo>
                    <a:pt x="139446" y="8382"/>
                  </a:lnTo>
                  <a:lnTo>
                    <a:pt x="137921" y="9906"/>
                  </a:lnTo>
                  <a:lnTo>
                    <a:pt x="139445" y="9906"/>
                  </a:lnTo>
                  <a:close/>
                </a:path>
                <a:path w="2372360" h="533400">
                  <a:moveTo>
                    <a:pt x="2241042" y="137921"/>
                  </a:moveTo>
                  <a:lnTo>
                    <a:pt x="2241042" y="135635"/>
                  </a:lnTo>
                  <a:lnTo>
                    <a:pt x="2231135" y="135635"/>
                  </a:lnTo>
                  <a:lnTo>
                    <a:pt x="2231135" y="140969"/>
                  </a:lnTo>
                  <a:lnTo>
                    <a:pt x="2237994" y="140969"/>
                  </a:lnTo>
                  <a:lnTo>
                    <a:pt x="2241042" y="137921"/>
                  </a:lnTo>
                  <a:close/>
                </a:path>
                <a:path w="2372360" h="533400">
                  <a:moveTo>
                    <a:pt x="2241042" y="517397"/>
                  </a:moveTo>
                  <a:lnTo>
                    <a:pt x="2241042" y="137921"/>
                  </a:lnTo>
                  <a:lnTo>
                    <a:pt x="2237994" y="140969"/>
                  </a:lnTo>
                  <a:lnTo>
                    <a:pt x="2231135" y="140969"/>
                  </a:lnTo>
                  <a:lnTo>
                    <a:pt x="2231135" y="524255"/>
                  </a:lnTo>
                  <a:lnTo>
                    <a:pt x="2234184" y="524255"/>
                  </a:lnTo>
                  <a:lnTo>
                    <a:pt x="2241042" y="517397"/>
                  </a:lnTo>
                  <a:close/>
                </a:path>
                <a:path w="2372360" h="533400">
                  <a:moveTo>
                    <a:pt x="2241042" y="530369"/>
                  </a:moveTo>
                  <a:lnTo>
                    <a:pt x="2241042" y="528827"/>
                  </a:lnTo>
                  <a:lnTo>
                    <a:pt x="2231135" y="528827"/>
                  </a:lnTo>
                  <a:lnTo>
                    <a:pt x="2231135" y="533399"/>
                  </a:lnTo>
                  <a:lnTo>
                    <a:pt x="2237994" y="533399"/>
                  </a:lnTo>
                  <a:lnTo>
                    <a:pt x="2241042" y="530369"/>
                  </a:lnTo>
                  <a:close/>
                </a:path>
                <a:path w="2372360" h="533400">
                  <a:moveTo>
                    <a:pt x="2236470" y="131063"/>
                  </a:moveTo>
                  <a:lnTo>
                    <a:pt x="2234184" y="131063"/>
                  </a:lnTo>
                  <a:lnTo>
                    <a:pt x="2232660" y="132587"/>
                  </a:lnTo>
                  <a:lnTo>
                    <a:pt x="2236470" y="131063"/>
                  </a:lnTo>
                  <a:close/>
                </a:path>
                <a:path w="2372360" h="533400">
                  <a:moveTo>
                    <a:pt x="2236470" y="135635"/>
                  </a:moveTo>
                  <a:lnTo>
                    <a:pt x="2236470" y="131063"/>
                  </a:lnTo>
                  <a:lnTo>
                    <a:pt x="2232660" y="132587"/>
                  </a:lnTo>
                  <a:lnTo>
                    <a:pt x="2232660" y="135635"/>
                  </a:lnTo>
                  <a:lnTo>
                    <a:pt x="2236470" y="135635"/>
                  </a:lnTo>
                  <a:close/>
                </a:path>
                <a:path w="2372360" h="533400">
                  <a:moveTo>
                    <a:pt x="2236470" y="524255"/>
                  </a:moveTo>
                  <a:lnTo>
                    <a:pt x="2234184" y="524255"/>
                  </a:lnTo>
                  <a:lnTo>
                    <a:pt x="2232660" y="525779"/>
                  </a:lnTo>
                  <a:lnTo>
                    <a:pt x="2236470" y="524255"/>
                  </a:lnTo>
                  <a:close/>
                </a:path>
                <a:path w="2372360" h="533400">
                  <a:moveTo>
                    <a:pt x="2236470" y="528827"/>
                  </a:moveTo>
                  <a:lnTo>
                    <a:pt x="2236470" y="524255"/>
                  </a:lnTo>
                  <a:lnTo>
                    <a:pt x="2232660" y="525779"/>
                  </a:lnTo>
                  <a:lnTo>
                    <a:pt x="2232660" y="528827"/>
                  </a:lnTo>
                  <a:lnTo>
                    <a:pt x="2236470" y="528827"/>
                  </a:lnTo>
                  <a:close/>
                </a:path>
                <a:path w="2372360" h="533400">
                  <a:moveTo>
                    <a:pt x="2366772" y="12191"/>
                  </a:moveTo>
                  <a:lnTo>
                    <a:pt x="2366772" y="9905"/>
                  </a:lnTo>
                  <a:lnTo>
                    <a:pt x="2355342" y="9905"/>
                  </a:lnTo>
                  <a:lnTo>
                    <a:pt x="2234184" y="131063"/>
                  </a:lnTo>
                  <a:lnTo>
                    <a:pt x="2236470" y="131063"/>
                  </a:lnTo>
                  <a:lnTo>
                    <a:pt x="2236470" y="135635"/>
                  </a:lnTo>
                  <a:lnTo>
                    <a:pt x="2241042" y="135635"/>
                  </a:lnTo>
                  <a:lnTo>
                    <a:pt x="2241042" y="137921"/>
                  </a:lnTo>
                  <a:lnTo>
                    <a:pt x="2366772" y="12191"/>
                  </a:lnTo>
                  <a:close/>
                </a:path>
                <a:path w="2372360" h="533400">
                  <a:moveTo>
                    <a:pt x="2363724" y="394715"/>
                  </a:moveTo>
                  <a:lnTo>
                    <a:pt x="2234184" y="524255"/>
                  </a:lnTo>
                  <a:lnTo>
                    <a:pt x="2236470" y="524255"/>
                  </a:lnTo>
                  <a:lnTo>
                    <a:pt x="2236470" y="528827"/>
                  </a:lnTo>
                  <a:lnTo>
                    <a:pt x="2241042" y="528827"/>
                  </a:lnTo>
                  <a:lnTo>
                    <a:pt x="2241042" y="530369"/>
                  </a:lnTo>
                  <a:lnTo>
                    <a:pt x="2362200" y="409899"/>
                  </a:lnTo>
                  <a:lnTo>
                    <a:pt x="2362200" y="397763"/>
                  </a:lnTo>
                  <a:lnTo>
                    <a:pt x="2363724" y="394715"/>
                  </a:lnTo>
                  <a:close/>
                </a:path>
                <a:path w="2372360" h="533400">
                  <a:moveTo>
                    <a:pt x="2370582" y="8381"/>
                  </a:moveTo>
                  <a:lnTo>
                    <a:pt x="2363724" y="1523"/>
                  </a:lnTo>
                  <a:lnTo>
                    <a:pt x="2355342" y="9905"/>
                  </a:lnTo>
                  <a:lnTo>
                    <a:pt x="2362200" y="9905"/>
                  </a:lnTo>
                  <a:lnTo>
                    <a:pt x="2362200" y="5333"/>
                  </a:lnTo>
                  <a:lnTo>
                    <a:pt x="2366772" y="9905"/>
                  </a:lnTo>
                  <a:lnTo>
                    <a:pt x="2366772" y="12191"/>
                  </a:lnTo>
                  <a:lnTo>
                    <a:pt x="2370582" y="8381"/>
                  </a:lnTo>
                  <a:close/>
                </a:path>
                <a:path w="2372360" h="533400">
                  <a:moveTo>
                    <a:pt x="2366772" y="9905"/>
                  </a:moveTo>
                  <a:lnTo>
                    <a:pt x="2362200" y="5333"/>
                  </a:lnTo>
                  <a:lnTo>
                    <a:pt x="2362200" y="9905"/>
                  </a:lnTo>
                  <a:lnTo>
                    <a:pt x="2366772" y="9905"/>
                  </a:lnTo>
                  <a:close/>
                </a:path>
                <a:path w="2372360" h="533400">
                  <a:moveTo>
                    <a:pt x="2370582" y="401565"/>
                  </a:moveTo>
                  <a:lnTo>
                    <a:pt x="2370582" y="8381"/>
                  </a:lnTo>
                  <a:lnTo>
                    <a:pt x="2362200" y="16763"/>
                  </a:lnTo>
                  <a:lnTo>
                    <a:pt x="2362200" y="396239"/>
                  </a:lnTo>
                  <a:lnTo>
                    <a:pt x="2363724" y="394715"/>
                  </a:lnTo>
                  <a:lnTo>
                    <a:pt x="2363724" y="408384"/>
                  </a:lnTo>
                  <a:lnTo>
                    <a:pt x="2370582" y="401565"/>
                  </a:lnTo>
                  <a:close/>
                </a:path>
                <a:path w="2372360" h="533400">
                  <a:moveTo>
                    <a:pt x="2363724" y="408384"/>
                  </a:moveTo>
                  <a:lnTo>
                    <a:pt x="2363724" y="394715"/>
                  </a:lnTo>
                  <a:lnTo>
                    <a:pt x="2362200" y="397763"/>
                  </a:lnTo>
                  <a:lnTo>
                    <a:pt x="2362200" y="409899"/>
                  </a:lnTo>
                  <a:lnTo>
                    <a:pt x="2363724" y="40838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3800" y="5598413"/>
              <a:ext cx="2231898" cy="76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65697" y="5075682"/>
              <a:ext cx="130301" cy="52349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729227" y="5071110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5" y="4572"/>
                  </a:moveTo>
                  <a:lnTo>
                    <a:pt x="2372105" y="0"/>
                  </a:lnTo>
                  <a:lnTo>
                    <a:pt x="134112" y="0"/>
                  </a:lnTo>
                  <a:lnTo>
                    <a:pt x="0" y="133350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0302"/>
                  </a:lnTo>
                  <a:lnTo>
                    <a:pt x="9905" y="130302"/>
                  </a:lnTo>
                  <a:lnTo>
                    <a:pt x="135636" y="4572"/>
                  </a:lnTo>
                  <a:lnTo>
                    <a:pt x="2359914" y="4572"/>
                  </a:lnTo>
                  <a:lnTo>
                    <a:pt x="2363724" y="762"/>
                  </a:lnTo>
                  <a:lnTo>
                    <a:pt x="2367534" y="4572"/>
                  </a:lnTo>
                  <a:lnTo>
                    <a:pt x="2372105" y="4572"/>
                  </a:lnTo>
                  <a:close/>
                </a:path>
                <a:path w="2372360" h="533400">
                  <a:moveTo>
                    <a:pt x="9905" y="130302"/>
                  </a:moveTo>
                  <a:lnTo>
                    <a:pt x="4572" y="130302"/>
                  </a:lnTo>
                  <a:lnTo>
                    <a:pt x="4572" y="135636"/>
                  </a:lnTo>
                  <a:lnTo>
                    <a:pt x="9905" y="130302"/>
                  </a:lnTo>
                  <a:close/>
                </a:path>
                <a:path w="2372360" h="533400">
                  <a:moveTo>
                    <a:pt x="2243328" y="528066"/>
                  </a:moveTo>
                  <a:lnTo>
                    <a:pt x="4572" y="528066"/>
                  </a:lnTo>
                  <a:lnTo>
                    <a:pt x="4572" y="533400"/>
                  </a:lnTo>
                  <a:lnTo>
                    <a:pt x="2237994" y="533400"/>
                  </a:lnTo>
                  <a:lnTo>
                    <a:pt x="2243328" y="528066"/>
                  </a:lnTo>
                  <a:close/>
                </a:path>
                <a:path w="2372360" h="533400">
                  <a:moveTo>
                    <a:pt x="2370581" y="400812"/>
                  </a:moveTo>
                  <a:lnTo>
                    <a:pt x="2370581" y="7620"/>
                  </a:lnTo>
                  <a:lnTo>
                    <a:pt x="2366758" y="11443"/>
                  </a:lnTo>
                  <a:lnTo>
                    <a:pt x="2366010" y="397763"/>
                  </a:lnTo>
                  <a:lnTo>
                    <a:pt x="2236470" y="527303"/>
                  </a:lnTo>
                  <a:lnTo>
                    <a:pt x="135636" y="528022"/>
                  </a:lnTo>
                  <a:lnTo>
                    <a:pt x="2243328" y="528066"/>
                  </a:lnTo>
                  <a:lnTo>
                    <a:pt x="2370581" y="400812"/>
                  </a:lnTo>
                  <a:close/>
                </a:path>
                <a:path w="2372360" h="533400">
                  <a:moveTo>
                    <a:pt x="2367534" y="4572"/>
                  </a:moveTo>
                  <a:lnTo>
                    <a:pt x="2363724" y="762"/>
                  </a:lnTo>
                  <a:lnTo>
                    <a:pt x="2359914" y="4572"/>
                  </a:lnTo>
                  <a:lnTo>
                    <a:pt x="2367534" y="4572"/>
                  </a:lnTo>
                  <a:close/>
                </a:path>
                <a:path w="2372360" h="533400">
                  <a:moveTo>
                    <a:pt x="2370581" y="7620"/>
                  </a:moveTo>
                  <a:lnTo>
                    <a:pt x="2367534" y="4572"/>
                  </a:lnTo>
                  <a:lnTo>
                    <a:pt x="2366758" y="4572"/>
                  </a:lnTo>
                  <a:lnTo>
                    <a:pt x="2366758" y="11430"/>
                  </a:lnTo>
                  <a:lnTo>
                    <a:pt x="2370581" y="7620"/>
                  </a:lnTo>
                  <a:close/>
                </a:path>
                <a:path w="2372360" h="533400">
                  <a:moveTo>
                    <a:pt x="2372105" y="399288"/>
                  </a:moveTo>
                  <a:lnTo>
                    <a:pt x="2372105" y="4572"/>
                  </a:lnTo>
                  <a:lnTo>
                    <a:pt x="2367534" y="4572"/>
                  </a:lnTo>
                  <a:lnTo>
                    <a:pt x="2370581" y="7620"/>
                  </a:lnTo>
                  <a:lnTo>
                    <a:pt x="2370581" y="400812"/>
                  </a:lnTo>
                  <a:lnTo>
                    <a:pt x="2372105" y="399288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33800" y="5206746"/>
              <a:ext cx="2231898" cy="39243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65697" y="5075682"/>
              <a:ext cx="130301" cy="52349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33800" y="5075682"/>
              <a:ext cx="2362199" cy="13106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729228" y="5071110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6" y="399287"/>
                  </a:moveTo>
                  <a:lnTo>
                    <a:pt x="2372106" y="0"/>
                  </a:lnTo>
                  <a:lnTo>
                    <a:pt x="134112" y="0"/>
                  </a:lnTo>
                  <a:lnTo>
                    <a:pt x="0" y="133350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0302"/>
                  </a:lnTo>
                  <a:lnTo>
                    <a:pt x="16764" y="130302"/>
                  </a:lnTo>
                  <a:lnTo>
                    <a:pt x="135636" y="11430"/>
                  </a:lnTo>
                  <a:lnTo>
                    <a:pt x="135636" y="9144"/>
                  </a:lnTo>
                  <a:lnTo>
                    <a:pt x="139446" y="7619"/>
                  </a:lnTo>
                  <a:lnTo>
                    <a:pt x="139445" y="9144"/>
                  </a:lnTo>
                  <a:lnTo>
                    <a:pt x="2355342" y="9143"/>
                  </a:lnTo>
                  <a:lnTo>
                    <a:pt x="2363724" y="761"/>
                  </a:lnTo>
                  <a:lnTo>
                    <a:pt x="2370582" y="7619"/>
                  </a:lnTo>
                  <a:lnTo>
                    <a:pt x="2370582" y="400811"/>
                  </a:lnTo>
                  <a:lnTo>
                    <a:pt x="2372106" y="399287"/>
                  </a:lnTo>
                  <a:close/>
                </a:path>
                <a:path w="2372360" h="533400">
                  <a:moveTo>
                    <a:pt x="16764" y="130302"/>
                  </a:moveTo>
                  <a:lnTo>
                    <a:pt x="4572" y="130302"/>
                  </a:lnTo>
                  <a:lnTo>
                    <a:pt x="4572" y="140208"/>
                  </a:lnTo>
                  <a:lnTo>
                    <a:pt x="8382" y="140208"/>
                  </a:lnTo>
                  <a:lnTo>
                    <a:pt x="8382" y="138684"/>
                  </a:lnTo>
                  <a:lnTo>
                    <a:pt x="9905" y="135636"/>
                  </a:lnTo>
                  <a:lnTo>
                    <a:pt x="9905" y="137160"/>
                  </a:lnTo>
                  <a:lnTo>
                    <a:pt x="16764" y="130302"/>
                  </a:lnTo>
                  <a:close/>
                </a:path>
                <a:path w="2372360" h="533400">
                  <a:moveTo>
                    <a:pt x="9906" y="523494"/>
                  </a:moveTo>
                  <a:lnTo>
                    <a:pt x="9905" y="140208"/>
                  </a:lnTo>
                  <a:lnTo>
                    <a:pt x="4572" y="140208"/>
                  </a:lnTo>
                  <a:lnTo>
                    <a:pt x="4572" y="523494"/>
                  </a:lnTo>
                  <a:lnTo>
                    <a:pt x="9906" y="523494"/>
                  </a:lnTo>
                  <a:close/>
                </a:path>
                <a:path w="2372360" h="533400">
                  <a:moveTo>
                    <a:pt x="2234184" y="523493"/>
                  </a:moveTo>
                  <a:lnTo>
                    <a:pt x="4572" y="523494"/>
                  </a:lnTo>
                  <a:lnTo>
                    <a:pt x="9906" y="528066"/>
                  </a:lnTo>
                  <a:lnTo>
                    <a:pt x="9905" y="533400"/>
                  </a:lnTo>
                  <a:lnTo>
                    <a:pt x="2231136" y="533399"/>
                  </a:lnTo>
                  <a:lnTo>
                    <a:pt x="2231136" y="528065"/>
                  </a:lnTo>
                  <a:lnTo>
                    <a:pt x="2232660" y="528065"/>
                  </a:lnTo>
                  <a:lnTo>
                    <a:pt x="2232660" y="525017"/>
                  </a:lnTo>
                  <a:lnTo>
                    <a:pt x="2234184" y="523493"/>
                  </a:lnTo>
                  <a:close/>
                </a:path>
                <a:path w="2372360" h="533400">
                  <a:moveTo>
                    <a:pt x="9905" y="533400"/>
                  </a:moveTo>
                  <a:lnTo>
                    <a:pt x="9906" y="528066"/>
                  </a:lnTo>
                  <a:lnTo>
                    <a:pt x="4572" y="523494"/>
                  </a:lnTo>
                  <a:lnTo>
                    <a:pt x="4572" y="533400"/>
                  </a:lnTo>
                  <a:lnTo>
                    <a:pt x="9905" y="533400"/>
                  </a:lnTo>
                  <a:close/>
                </a:path>
                <a:path w="2372360" h="533400">
                  <a:moveTo>
                    <a:pt x="9905" y="137160"/>
                  </a:moveTo>
                  <a:lnTo>
                    <a:pt x="9905" y="135636"/>
                  </a:lnTo>
                  <a:lnTo>
                    <a:pt x="8382" y="138684"/>
                  </a:lnTo>
                  <a:lnTo>
                    <a:pt x="9905" y="137160"/>
                  </a:lnTo>
                  <a:close/>
                </a:path>
                <a:path w="2372360" h="533400">
                  <a:moveTo>
                    <a:pt x="2234184" y="130301"/>
                  </a:moveTo>
                  <a:lnTo>
                    <a:pt x="16764" y="130302"/>
                  </a:lnTo>
                  <a:lnTo>
                    <a:pt x="8382" y="138684"/>
                  </a:lnTo>
                  <a:lnTo>
                    <a:pt x="8382" y="140208"/>
                  </a:lnTo>
                  <a:lnTo>
                    <a:pt x="2231136" y="140207"/>
                  </a:lnTo>
                  <a:lnTo>
                    <a:pt x="2231136" y="135635"/>
                  </a:lnTo>
                  <a:lnTo>
                    <a:pt x="2232660" y="135635"/>
                  </a:lnTo>
                  <a:lnTo>
                    <a:pt x="2232660" y="131825"/>
                  </a:lnTo>
                  <a:lnTo>
                    <a:pt x="2234184" y="130301"/>
                  </a:lnTo>
                  <a:close/>
                </a:path>
                <a:path w="2372360" h="533400">
                  <a:moveTo>
                    <a:pt x="139446" y="7619"/>
                  </a:moveTo>
                  <a:lnTo>
                    <a:pt x="135636" y="9144"/>
                  </a:lnTo>
                  <a:lnTo>
                    <a:pt x="137921" y="9144"/>
                  </a:lnTo>
                  <a:lnTo>
                    <a:pt x="139446" y="7619"/>
                  </a:lnTo>
                  <a:close/>
                </a:path>
                <a:path w="2372360" h="533400">
                  <a:moveTo>
                    <a:pt x="137921" y="9144"/>
                  </a:moveTo>
                  <a:lnTo>
                    <a:pt x="135636" y="9144"/>
                  </a:lnTo>
                  <a:lnTo>
                    <a:pt x="135636" y="11430"/>
                  </a:lnTo>
                  <a:lnTo>
                    <a:pt x="137921" y="9144"/>
                  </a:lnTo>
                  <a:close/>
                </a:path>
                <a:path w="2372360" h="533400">
                  <a:moveTo>
                    <a:pt x="139445" y="9144"/>
                  </a:moveTo>
                  <a:lnTo>
                    <a:pt x="139446" y="7619"/>
                  </a:lnTo>
                  <a:lnTo>
                    <a:pt x="137921" y="9144"/>
                  </a:lnTo>
                  <a:lnTo>
                    <a:pt x="139445" y="9144"/>
                  </a:lnTo>
                  <a:close/>
                </a:path>
                <a:path w="2372360" h="533400">
                  <a:moveTo>
                    <a:pt x="2241042" y="137159"/>
                  </a:moveTo>
                  <a:lnTo>
                    <a:pt x="2241042" y="135635"/>
                  </a:lnTo>
                  <a:lnTo>
                    <a:pt x="2231136" y="135635"/>
                  </a:lnTo>
                  <a:lnTo>
                    <a:pt x="2231136" y="140207"/>
                  </a:lnTo>
                  <a:lnTo>
                    <a:pt x="2237994" y="140207"/>
                  </a:lnTo>
                  <a:lnTo>
                    <a:pt x="2241042" y="137159"/>
                  </a:lnTo>
                  <a:close/>
                </a:path>
                <a:path w="2372360" h="533400">
                  <a:moveTo>
                    <a:pt x="2241042" y="516635"/>
                  </a:moveTo>
                  <a:lnTo>
                    <a:pt x="2241042" y="137159"/>
                  </a:lnTo>
                  <a:lnTo>
                    <a:pt x="2237994" y="140207"/>
                  </a:lnTo>
                  <a:lnTo>
                    <a:pt x="2231136" y="140207"/>
                  </a:lnTo>
                  <a:lnTo>
                    <a:pt x="2231136" y="523493"/>
                  </a:lnTo>
                  <a:lnTo>
                    <a:pt x="2234184" y="523493"/>
                  </a:lnTo>
                  <a:lnTo>
                    <a:pt x="2241042" y="516635"/>
                  </a:lnTo>
                  <a:close/>
                </a:path>
                <a:path w="2372360" h="533400">
                  <a:moveTo>
                    <a:pt x="2241042" y="530351"/>
                  </a:moveTo>
                  <a:lnTo>
                    <a:pt x="2241042" y="528065"/>
                  </a:lnTo>
                  <a:lnTo>
                    <a:pt x="2231136" y="528065"/>
                  </a:lnTo>
                  <a:lnTo>
                    <a:pt x="2231136" y="533399"/>
                  </a:lnTo>
                  <a:lnTo>
                    <a:pt x="2237994" y="533399"/>
                  </a:lnTo>
                  <a:lnTo>
                    <a:pt x="2241042" y="530351"/>
                  </a:lnTo>
                  <a:close/>
                </a:path>
                <a:path w="2372360" h="533400">
                  <a:moveTo>
                    <a:pt x="2236470" y="130301"/>
                  </a:moveTo>
                  <a:lnTo>
                    <a:pt x="2234184" y="130301"/>
                  </a:lnTo>
                  <a:lnTo>
                    <a:pt x="2232660" y="131825"/>
                  </a:lnTo>
                  <a:lnTo>
                    <a:pt x="2236470" y="130301"/>
                  </a:lnTo>
                  <a:close/>
                </a:path>
                <a:path w="2372360" h="533400">
                  <a:moveTo>
                    <a:pt x="2236470" y="135635"/>
                  </a:moveTo>
                  <a:lnTo>
                    <a:pt x="2236470" y="130301"/>
                  </a:lnTo>
                  <a:lnTo>
                    <a:pt x="2232660" y="131825"/>
                  </a:lnTo>
                  <a:lnTo>
                    <a:pt x="2232660" y="135635"/>
                  </a:lnTo>
                  <a:lnTo>
                    <a:pt x="2236470" y="135635"/>
                  </a:lnTo>
                  <a:close/>
                </a:path>
                <a:path w="2372360" h="533400">
                  <a:moveTo>
                    <a:pt x="2236470" y="523493"/>
                  </a:moveTo>
                  <a:lnTo>
                    <a:pt x="2234184" y="523493"/>
                  </a:lnTo>
                  <a:lnTo>
                    <a:pt x="2232660" y="525017"/>
                  </a:lnTo>
                  <a:lnTo>
                    <a:pt x="2236470" y="523493"/>
                  </a:lnTo>
                  <a:close/>
                </a:path>
                <a:path w="2372360" h="533400">
                  <a:moveTo>
                    <a:pt x="2236470" y="528065"/>
                  </a:moveTo>
                  <a:lnTo>
                    <a:pt x="2236470" y="523493"/>
                  </a:lnTo>
                  <a:lnTo>
                    <a:pt x="2232660" y="525017"/>
                  </a:lnTo>
                  <a:lnTo>
                    <a:pt x="2232660" y="528065"/>
                  </a:lnTo>
                  <a:lnTo>
                    <a:pt x="2236470" y="528065"/>
                  </a:lnTo>
                  <a:close/>
                </a:path>
                <a:path w="2372360" h="533400">
                  <a:moveTo>
                    <a:pt x="2366772" y="11429"/>
                  </a:moveTo>
                  <a:lnTo>
                    <a:pt x="2366772" y="9143"/>
                  </a:lnTo>
                  <a:lnTo>
                    <a:pt x="2355342" y="9143"/>
                  </a:lnTo>
                  <a:lnTo>
                    <a:pt x="2234184" y="130301"/>
                  </a:lnTo>
                  <a:lnTo>
                    <a:pt x="2236470" y="130301"/>
                  </a:lnTo>
                  <a:lnTo>
                    <a:pt x="2236470" y="135635"/>
                  </a:lnTo>
                  <a:lnTo>
                    <a:pt x="2241042" y="135635"/>
                  </a:lnTo>
                  <a:lnTo>
                    <a:pt x="2241042" y="137159"/>
                  </a:lnTo>
                  <a:lnTo>
                    <a:pt x="2366772" y="11429"/>
                  </a:lnTo>
                  <a:close/>
                </a:path>
                <a:path w="2372360" h="533400">
                  <a:moveTo>
                    <a:pt x="2363724" y="393953"/>
                  </a:moveTo>
                  <a:lnTo>
                    <a:pt x="2234184" y="523493"/>
                  </a:lnTo>
                  <a:lnTo>
                    <a:pt x="2236470" y="523493"/>
                  </a:lnTo>
                  <a:lnTo>
                    <a:pt x="2236470" y="528065"/>
                  </a:lnTo>
                  <a:lnTo>
                    <a:pt x="2241042" y="528065"/>
                  </a:lnTo>
                  <a:lnTo>
                    <a:pt x="2241042" y="530351"/>
                  </a:lnTo>
                  <a:lnTo>
                    <a:pt x="2362200" y="409193"/>
                  </a:lnTo>
                  <a:lnTo>
                    <a:pt x="2362200" y="397001"/>
                  </a:lnTo>
                  <a:lnTo>
                    <a:pt x="2363724" y="393953"/>
                  </a:lnTo>
                  <a:close/>
                </a:path>
                <a:path w="2372360" h="533400">
                  <a:moveTo>
                    <a:pt x="2370582" y="7619"/>
                  </a:moveTo>
                  <a:lnTo>
                    <a:pt x="2363724" y="761"/>
                  </a:lnTo>
                  <a:lnTo>
                    <a:pt x="2355342" y="9143"/>
                  </a:lnTo>
                  <a:lnTo>
                    <a:pt x="2362200" y="9143"/>
                  </a:lnTo>
                  <a:lnTo>
                    <a:pt x="2362200" y="4571"/>
                  </a:lnTo>
                  <a:lnTo>
                    <a:pt x="2366772" y="9143"/>
                  </a:lnTo>
                  <a:lnTo>
                    <a:pt x="2366772" y="11429"/>
                  </a:lnTo>
                  <a:lnTo>
                    <a:pt x="2370582" y="7619"/>
                  </a:lnTo>
                  <a:close/>
                </a:path>
                <a:path w="2372360" h="533400">
                  <a:moveTo>
                    <a:pt x="2366772" y="9143"/>
                  </a:moveTo>
                  <a:lnTo>
                    <a:pt x="2362200" y="4571"/>
                  </a:lnTo>
                  <a:lnTo>
                    <a:pt x="2362200" y="9143"/>
                  </a:lnTo>
                  <a:lnTo>
                    <a:pt x="2366772" y="9143"/>
                  </a:lnTo>
                  <a:close/>
                </a:path>
                <a:path w="2372360" h="533400">
                  <a:moveTo>
                    <a:pt x="2370582" y="400811"/>
                  </a:moveTo>
                  <a:lnTo>
                    <a:pt x="2370582" y="7619"/>
                  </a:lnTo>
                  <a:lnTo>
                    <a:pt x="2362200" y="16001"/>
                  </a:lnTo>
                  <a:lnTo>
                    <a:pt x="2362200" y="395477"/>
                  </a:lnTo>
                  <a:lnTo>
                    <a:pt x="2363724" y="393953"/>
                  </a:lnTo>
                  <a:lnTo>
                    <a:pt x="2363724" y="407669"/>
                  </a:lnTo>
                  <a:lnTo>
                    <a:pt x="2370582" y="400811"/>
                  </a:lnTo>
                  <a:close/>
                </a:path>
                <a:path w="2372360" h="533400">
                  <a:moveTo>
                    <a:pt x="2363724" y="407669"/>
                  </a:moveTo>
                  <a:lnTo>
                    <a:pt x="2363724" y="393953"/>
                  </a:lnTo>
                  <a:lnTo>
                    <a:pt x="2362200" y="397001"/>
                  </a:lnTo>
                  <a:lnTo>
                    <a:pt x="2362200" y="409193"/>
                  </a:lnTo>
                  <a:lnTo>
                    <a:pt x="2363724" y="407669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3800" y="5173980"/>
              <a:ext cx="2231898" cy="76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65697" y="4650486"/>
              <a:ext cx="130301" cy="52425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729227" y="4645913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5" y="4571"/>
                  </a:moveTo>
                  <a:lnTo>
                    <a:pt x="2372105" y="0"/>
                  </a:lnTo>
                  <a:lnTo>
                    <a:pt x="134112" y="0"/>
                  </a:lnTo>
                  <a:lnTo>
                    <a:pt x="0" y="134111"/>
                  </a:lnTo>
                  <a:lnTo>
                    <a:pt x="0" y="533399"/>
                  </a:lnTo>
                  <a:lnTo>
                    <a:pt x="4572" y="533399"/>
                  </a:lnTo>
                  <a:lnTo>
                    <a:pt x="4572" y="131063"/>
                  </a:lnTo>
                  <a:lnTo>
                    <a:pt x="9144" y="131063"/>
                  </a:lnTo>
                  <a:lnTo>
                    <a:pt x="135636" y="4571"/>
                  </a:lnTo>
                  <a:lnTo>
                    <a:pt x="2360676" y="4571"/>
                  </a:lnTo>
                  <a:lnTo>
                    <a:pt x="2363724" y="1523"/>
                  </a:lnTo>
                  <a:lnTo>
                    <a:pt x="2366757" y="4557"/>
                  </a:lnTo>
                  <a:lnTo>
                    <a:pt x="2372105" y="4571"/>
                  </a:lnTo>
                  <a:close/>
                </a:path>
                <a:path w="2372360" h="533400">
                  <a:moveTo>
                    <a:pt x="9144" y="131063"/>
                  </a:moveTo>
                  <a:lnTo>
                    <a:pt x="4572" y="131063"/>
                  </a:lnTo>
                  <a:lnTo>
                    <a:pt x="4572" y="135635"/>
                  </a:lnTo>
                  <a:lnTo>
                    <a:pt x="9144" y="131063"/>
                  </a:lnTo>
                  <a:close/>
                </a:path>
                <a:path w="2372360" h="533400">
                  <a:moveTo>
                    <a:pt x="2242592" y="528827"/>
                  </a:moveTo>
                  <a:lnTo>
                    <a:pt x="4572" y="528827"/>
                  </a:lnTo>
                  <a:lnTo>
                    <a:pt x="4572" y="533399"/>
                  </a:lnTo>
                  <a:lnTo>
                    <a:pt x="2237994" y="533399"/>
                  </a:lnTo>
                  <a:lnTo>
                    <a:pt x="2242592" y="528827"/>
                  </a:lnTo>
                  <a:close/>
                </a:path>
                <a:path w="2372360" h="533400">
                  <a:moveTo>
                    <a:pt x="2370581" y="401565"/>
                  </a:moveTo>
                  <a:lnTo>
                    <a:pt x="2370581" y="8381"/>
                  </a:lnTo>
                  <a:lnTo>
                    <a:pt x="2366757" y="12206"/>
                  </a:lnTo>
                  <a:lnTo>
                    <a:pt x="2366010" y="398525"/>
                  </a:lnTo>
                  <a:lnTo>
                    <a:pt x="2236470" y="528065"/>
                  </a:lnTo>
                  <a:lnTo>
                    <a:pt x="135636" y="528784"/>
                  </a:lnTo>
                  <a:lnTo>
                    <a:pt x="2242592" y="528827"/>
                  </a:lnTo>
                  <a:lnTo>
                    <a:pt x="2370581" y="401565"/>
                  </a:lnTo>
                  <a:close/>
                </a:path>
                <a:path w="2372360" h="533400">
                  <a:moveTo>
                    <a:pt x="2366757" y="4571"/>
                  </a:moveTo>
                  <a:lnTo>
                    <a:pt x="2363724" y="1523"/>
                  </a:lnTo>
                  <a:lnTo>
                    <a:pt x="2360676" y="4571"/>
                  </a:lnTo>
                  <a:lnTo>
                    <a:pt x="2366757" y="4571"/>
                  </a:lnTo>
                  <a:close/>
                </a:path>
                <a:path w="2372360" h="533400">
                  <a:moveTo>
                    <a:pt x="2372105" y="400049"/>
                  </a:moveTo>
                  <a:lnTo>
                    <a:pt x="2372105" y="4571"/>
                  </a:lnTo>
                  <a:lnTo>
                    <a:pt x="2366757" y="4571"/>
                  </a:lnTo>
                  <a:lnTo>
                    <a:pt x="2370581" y="8381"/>
                  </a:lnTo>
                  <a:lnTo>
                    <a:pt x="2370581" y="401565"/>
                  </a:lnTo>
                  <a:lnTo>
                    <a:pt x="2372105" y="400049"/>
                  </a:lnTo>
                  <a:close/>
                </a:path>
                <a:path w="2372360" h="533400">
                  <a:moveTo>
                    <a:pt x="2370581" y="8381"/>
                  </a:moveTo>
                  <a:lnTo>
                    <a:pt x="2366757" y="4557"/>
                  </a:lnTo>
                  <a:lnTo>
                    <a:pt x="2366757" y="12191"/>
                  </a:lnTo>
                  <a:lnTo>
                    <a:pt x="2370581" y="838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33800" y="4781550"/>
              <a:ext cx="2231898" cy="39319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65697" y="4650486"/>
              <a:ext cx="130301" cy="52425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33800" y="4650486"/>
              <a:ext cx="2362199" cy="13106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729228" y="4645914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6" y="400049"/>
                  </a:moveTo>
                  <a:lnTo>
                    <a:pt x="2372106" y="0"/>
                  </a:lnTo>
                  <a:lnTo>
                    <a:pt x="134112" y="0"/>
                  </a:lnTo>
                  <a:lnTo>
                    <a:pt x="0" y="134112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1064"/>
                  </a:lnTo>
                  <a:lnTo>
                    <a:pt x="16764" y="131064"/>
                  </a:lnTo>
                  <a:lnTo>
                    <a:pt x="135636" y="12192"/>
                  </a:lnTo>
                  <a:lnTo>
                    <a:pt x="135636" y="9906"/>
                  </a:lnTo>
                  <a:lnTo>
                    <a:pt x="139446" y="8382"/>
                  </a:lnTo>
                  <a:lnTo>
                    <a:pt x="139445" y="9906"/>
                  </a:lnTo>
                  <a:lnTo>
                    <a:pt x="2355342" y="9905"/>
                  </a:lnTo>
                  <a:lnTo>
                    <a:pt x="2363724" y="1523"/>
                  </a:lnTo>
                  <a:lnTo>
                    <a:pt x="2370582" y="8381"/>
                  </a:lnTo>
                  <a:lnTo>
                    <a:pt x="2370582" y="401565"/>
                  </a:lnTo>
                  <a:lnTo>
                    <a:pt x="2372106" y="400049"/>
                  </a:lnTo>
                  <a:close/>
                </a:path>
                <a:path w="2372360" h="533400">
                  <a:moveTo>
                    <a:pt x="16764" y="131064"/>
                  </a:moveTo>
                  <a:lnTo>
                    <a:pt x="4572" y="131064"/>
                  </a:lnTo>
                  <a:lnTo>
                    <a:pt x="4572" y="140970"/>
                  </a:lnTo>
                  <a:lnTo>
                    <a:pt x="8382" y="140970"/>
                  </a:lnTo>
                  <a:lnTo>
                    <a:pt x="8382" y="139446"/>
                  </a:lnTo>
                  <a:lnTo>
                    <a:pt x="9905" y="135636"/>
                  </a:lnTo>
                  <a:lnTo>
                    <a:pt x="9905" y="137922"/>
                  </a:lnTo>
                  <a:lnTo>
                    <a:pt x="16764" y="131064"/>
                  </a:lnTo>
                  <a:close/>
                </a:path>
                <a:path w="2372360" h="533400">
                  <a:moveTo>
                    <a:pt x="9905" y="524256"/>
                  </a:moveTo>
                  <a:lnTo>
                    <a:pt x="9905" y="140970"/>
                  </a:lnTo>
                  <a:lnTo>
                    <a:pt x="4572" y="140970"/>
                  </a:lnTo>
                  <a:lnTo>
                    <a:pt x="4572" y="524256"/>
                  </a:lnTo>
                  <a:lnTo>
                    <a:pt x="9905" y="524256"/>
                  </a:lnTo>
                  <a:close/>
                </a:path>
                <a:path w="2372360" h="533400">
                  <a:moveTo>
                    <a:pt x="2233426" y="524255"/>
                  </a:moveTo>
                  <a:lnTo>
                    <a:pt x="4572" y="524256"/>
                  </a:lnTo>
                  <a:lnTo>
                    <a:pt x="9905" y="528828"/>
                  </a:lnTo>
                  <a:lnTo>
                    <a:pt x="9906" y="533400"/>
                  </a:lnTo>
                  <a:lnTo>
                    <a:pt x="2231135" y="533399"/>
                  </a:lnTo>
                  <a:lnTo>
                    <a:pt x="2231135" y="528827"/>
                  </a:lnTo>
                  <a:lnTo>
                    <a:pt x="2232660" y="528827"/>
                  </a:lnTo>
                  <a:lnTo>
                    <a:pt x="2232660" y="525017"/>
                  </a:lnTo>
                  <a:lnTo>
                    <a:pt x="2233426" y="524255"/>
                  </a:lnTo>
                  <a:close/>
                </a:path>
                <a:path w="2372360" h="533400">
                  <a:moveTo>
                    <a:pt x="9906" y="533400"/>
                  </a:moveTo>
                  <a:lnTo>
                    <a:pt x="9905" y="528828"/>
                  </a:lnTo>
                  <a:lnTo>
                    <a:pt x="4572" y="524256"/>
                  </a:lnTo>
                  <a:lnTo>
                    <a:pt x="4572" y="533400"/>
                  </a:lnTo>
                  <a:lnTo>
                    <a:pt x="9906" y="533400"/>
                  </a:lnTo>
                  <a:close/>
                </a:path>
                <a:path w="2372360" h="533400">
                  <a:moveTo>
                    <a:pt x="9905" y="137922"/>
                  </a:moveTo>
                  <a:lnTo>
                    <a:pt x="9905" y="135636"/>
                  </a:lnTo>
                  <a:lnTo>
                    <a:pt x="8382" y="139446"/>
                  </a:lnTo>
                  <a:lnTo>
                    <a:pt x="9905" y="137922"/>
                  </a:lnTo>
                  <a:close/>
                </a:path>
                <a:path w="2372360" h="533400">
                  <a:moveTo>
                    <a:pt x="2234184" y="131063"/>
                  </a:moveTo>
                  <a:lnTo>
                    <a:pt x="16764" y="131064"/>
                  </a:lnTo>
                  <a:lnTo>
                    <a:pt x="8382" y="139446"/>
                  </a:lnTo>
                  <a:lnTo>
                    <a:pt x="8382" y="140970"/>
                  </a:lnTo>
                  <a:lnTo>
                    <a:pt x="2231135" y="140969"/>
                  </a:lnTo>
                  <a:lnTo>
                    <a:pt x="2231135" y="135635"/>
                  </a:lnTo>
                  <a:lnTo>
                    <a:pt x="2232660" y="135635"/>
                  </a:lnTo>
                  <a:lnTo>
                    <a:pt x="2232660" y="132587"/>
                  </a:lnTo>
                  <a:lnTo>
                    <a:pt x="2234184" y="131063"/>
                  </a:lnTo>
                  <a:close/>
                </a:path>
                <a:path w="2372360" h="533400">
                  <a:moveTo>
                    <a:pt x="139446" y="8382"/>
                  </a:moveTo>
                  <a:lnTo>
                    <a:pt x="135636" y="9906"/>
                  </a:lnTo>
                  <a:lnTo>
                    <a:pt x="137921" y="9906"/>
                  </a:lnTo>
                  <a:lnTo>
                    <a:pt x="139446" y="8382"/>
                  </a:lnTo>
                  <a:close/>
                </a:path>
                <a:path w="2372360" h="533400">
                  <a:moveTo>
                    <a:pt x="137921" y="9906"/>
                  </a:moveTo>
                  <a:lnTo>
                    <a:pt x="135636" y="9906"/>
                  </a:lnTo>
                  <a:lnTo>
                    <a:pt x="135636" y="12192"/>
                  </a:lnTo>
                  <a:lnTo>
                    <a:pt x="137921" y="9906"/>
                  </a:lnTo>
                  <a:close/>
                </a:path>
                <a:path w="2372360" h="533400">
                  <a:moveTo>
                    <a:pt x="139445" y="9906"/>
                  </a:moveTo>
                  <a:lnTo>
                    <a:pt x="139446" y="8382"/>
                  </a:lnTo>
                  <a:lnTo>
                    <a:pt x="137921" y="9906"/>
                  </a:lnTo>
                  <a:lnTo>
                    <a:pt x="139445" y="9906"/>
                  </a:lnTo>
                  <a:close/>
                </a:path>
                <a:path w="2372360" h="533400">
                  <a:moveTo>
                    <a:pt x="2241042" y="137921"/>
                  </a:moveTo>
                  <a:lnTo>
                    <a:pt x="2241042" y="135635"/>
                  </a:lnTo>
                  <a:lnTo>
                    <a:pt x="2231135" y="135635"/>
                  </a:lnTo>
                  <a:lnTo>
                    <a:pt x="2231135" y="140969"/>
                  </a:lnTo>
                  <a:lnTo>
                    <a:pt x="2237994" y="140969"/>
                  </a:lnTo>
                  <a:lnTo>
                    <a:pt x="2241042" y="137921"/>
                  </a:lnTo>
                  <a:close/>
                </a:path>
                <a:path w="2372360" h="533400">
                  <a:moveTo>
                    <a:pt x="2241042" y="516684"/>
                  </a:moveTo>
                  <a:lnTo>
                    <a:pt x="2241042" y="137921"/>
                  </a:lnTo>
                  <a:lnTo>
                    <a:pt x="2237994" y="140969"/>
                  </a:lnTo>
                  <a:lnTo>
                    <a:pt x="2231135" y="140969"/>
                  </a:lnTo>
                  <a:lnTo>
                    <a:pt x="2231135" y="524255"/>
                  </a:lnTo>
                  <a:lnTo>
                    <a:pt x="2233426" y="524255"/>
                  </a:lnTo>
                  <a:lnTo>
                    <a:pt x="2241042" y="516684"/>
                  </a:lnTo>
                  <a:close/>
                </a:path>
                <a:path w="2372360" h="533400">
                  <a:moveTo>
                    <a:pt x="2241042" y="530369"/>
                  </a:moveTo>
                  <a:lnTo>
                    <a:pt x="2241042" y="528827"/>
                  </a:lnTo>
                  <a:lnTo>
                    <a:pt x="2231135" y="528827"/>
                  </a:lnTo>
                  <a:lnTo>
                    <a:pt x="2231135" y="533399"/>
                  </a:lnTo>
                  <a:lnTo>
                    <a:pt x="2237994" y="533399"/>
                  </a:lnTo>
                  <a:lnTo>
                    <a:pt x="2241042" y="530369"/>
                  </a:lnTo>
                  <a:close/>
                </a:path>
                <a:path w="2372360" h="533400">
                  <a:moveTo>
                    <a:pt x="2236470" y="131063"/>
                  </a:moveTo>
                  <a:lnTo>
                    <a:pt x="2234184" y="131063"/>
                  </a:lnTo>
                  <a:lnTo>
                    <a:pt x="2232660" y="132587"/>
                  </a:lnTo>
                  <a:lnTo>
                    <a:pt x="2236470" y="131063"/>
                  </a:lnTo>
                  <a:close/>
                </a:path>
                <a:path w="2372360" h="533400">
                  <a:moveTo>
                    <a:pt x="2236470" y="135635"/>
                  </a:moveTo>
                  <a:lnTo>
                    <a:pt x="2236470" y="131063"/>
                  </a:lnTo>
                  <a:lnTo>
                    <a:pt x="2232660" y="132587"/>
                  </a:lnTo>
                  <a:lnTo>
                    <a:pt x="2232660" y="135635"/>
                  </a:lnTo>
                  <a:lnTo>
                    <a:pt x="2236470" y="135635"/>
                  </a:lnTo>
                  <a:close/>
                </a:path>
                <a:path w="2372360" h="533400">
                  <a:moveTo>
                    <a:pt x="2236470" y="524255"/>
                  </a:moveTo>
                  <a:lnTo>
                    <a:pt x="2233426" y="524255"/>
                  </a:lnTo>
                  <a:lnTo>
                    <a:pt x="2232660" y="525017"/>
                  </a:lnTo>
                  <a:lnTo>
                    <a:pt x="2236470" y="524255"/>
                  </a:lnTo>
                  <a:close/>
                </a:path>
                <a:path w="2372360" h="533400">
                  <a:moveTo>
                    <a:pt x="2236470" y="528827"/>
                  </a:moveTo>
                  <a:lnTo>
                    <a:pt x="2236470" y="524255"/>
                  </a:lnTo>
                  <a:lnTo>
                    <a:pt x="2232660" y="525017"/>
                  </a:lnTo>
                  <a:lnTo>
                    <a:pt x="2232660" y="528827"/>
                  </a:lnTo>
                  <a:lnTo>
                    <a:pt x="2236470" y="528827"/>
                  </a:lnTo>
                  <a:close/>
                </a:path>
                <a:path w="2372360" h="533400">
                  <a:moveTo>
                    <a:pt x="2363724" y="394715"/>
                  </a:moveTo>
                  <a:lnTo>
                    <a:pt x="2233426" y="524255"/>
                  </a:lnTo>
                  <a:lnTo>
                    <a:pt x="2236470" y="524255"/>
                  </a:lnTo>
                  <a:lnTo>
                    <a:pt x="2236470" y="528827"/>
                  </a:lnTo>
                  <a:lnTo>
                    <a:pt x="2241042" y="528827"/>
                  </a:lnTo>
                  <a:lnTo>
                    <a:pt x="2241042" y="530369"/>
                  </a:lnTo>
                  <a:lnTo>
                    <a:pt x="2362200" y="409899"/>
                  </a:lnTo>
                  <a:lnTo>
                    <a:pt x="2362200" y="397763"/>
                  </a:lnTo>
                  <a:lnTo>
                    <a:pt x="2363724" y="394715"/>
                  </a:lnTo>
                  <a:close/>
                </a:path>
                <a:path w="2372360" h="533400">
                  <a:moveTo>
                    <a:pt x="2366772" y="12191"/>
                  </a:moveTo>
                  <a:lnTo>
                    <a:pt x="2366772" y="9905"/>
                  </a:lnTo>
                  <a:lnTo>
                    <a:pt x="2355342" y="9905"/>
                  </a:lnTo>
                  <a:lnTo>
                    <a:pt x="2234184" y="131063"/>
                  </a:lnTo>
                  <a:lnTo>
                    <a:pt x="2236470" y="131063"/>
                  </a:lnTo>
                  <a:lnTo>
                    <a:pt x="2236470" y="135635"/>
                  </a:lnTo>
                  <a:lnTo>
                    <a:pt x="2241042" y="135635"/>
                  </a:lnTo>
                  <a:lnTo>
                    <a:pt x="2241042" y="137921"/>
                  </a:lnTo>
                  <a:lnTo>
                    <a:pt x="2366772" y="12191"/>
                  </a:lnTo>
                  <a:close/>
                </a:path>
                <a:path w="2372360" h="533400">
                  <a:moveTo>
                    <a:pt x="2370582" y="8381"/>
                  </a:moveTo>
                  <a:lnTo>
                    <a:pt x="2363724" y="1523"/>
                  </a:lnTo>
                  <a:lnTo>
                    <a:pt x="2355342" y="9905"/>
                  </a:lnTo>
                  <a:lnTo>
                    <a:pt x="2362200" y="9905"/>
                  </a:lnTo>
                  <a:lnTo>
                    <a:pt x="2362200" y="4571"/>
                  </a:lnTo>
                  <a:lnTo>
                    <a:pt x="2366772" y="9905"/>
                  </a:lnTo>
                  <a:lnTo>
                    <a:pt x="2366772" y="12191"/>
                  </a:lnTo>
                  <a:lnTo>
                    <a:pt x="2370582" y="8381"/>
                  </a:lnTo>
                  <a:close/>
                </a:path>
                <a:path w="2372360" h="533400">
                  <a:moveTo>
                    <a:pt x="2366772" y="9905"/>
                  </a:moveTo>
                  <a:lnTo>
                    <a:pt x="2362200" y="4571"/>
                  </a:lnTo>
                  <a:lnTo>
                    <a:pt x="2362200" y="9905"/>
                  </a:lnTo>
                  <a:lnTo>
                    <a:pt x="2366772" y="9905"/>
                  </a:lnTo>
                  <a:close/>
                </a:path>
                <a:path w="2372360" h="533400">
                  <a:moveTo>
                    <a:pt x="2370582" y="401565"/>
                  </a:moveTo>
                  <a:lnTo>
                    <a:pt x="2370582" y="8381"/>
                  </a:lnTo>
                  <a:lnTo>
                    <a:pt x="2362200" y="16763"/>
                  </a:lnTo>
                  <a:lnTo>
                    <a:pt x="2362200" y="396231"/>
                  </a:lnTo>
                  <a:lnTo>
                    <a:pt x="2363724" y="394715"/>
                  </a:lnTo>
                  <a:lnTo>
                    <a:pt x="2363724" y="408384"/>
                  </a:lnTo>
                  <a:lnTo>
                    <a:pt x="2370582" y="401565"/>
                  </a:lnTo>
                  <a:close/>
                </a:path>
                <a:path w="2372360" h="533400">
                  <a:moveTo>
                    <a:pt x="2363724" y="408384"/>
                  </a:moveTo>
                  <a:lnTo>
                    <a:pt x="2363724" y="394715"/>
                  </a:lnTo>
                  <a:lnTo>
                    <a:pt x="2362200" y="397763"/>
                  </a:lnTo>
                  <a:lnTo>
                    <a:pt x="2362200" y="409899"/>
                  </a:lnTo>
                  <a:lnTo>
                    <a:pt x="2363724" y="40838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3800" y="4764786"/>
              <a:ext cx="2231898" cy="76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65697" y="4242054"/>
              <a:ext cx="130302" cy="52349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729227" y="4237482"/>
              <a:ext cx="2372360" cy="532765"/>
            </a:xfrm>
            <a:custGeom>
              <a:avLst/>
              <a:gdLst/>
              <a:ahLst/>
              <a:cxnLst/>
              <a:rect l="l" t="t" r="r" b="b"/>
              <a:pathLst>
                <a:path w="2372360" h="532764">
                  <a:moveTo>
                    <a:pt x="2372105" y="4572"/>
                  </a:moveTo>
                  <a:lnTo>
                    <a:pt x="2372105" y="0"/>
                  </a:lnTo>
                  <a:lnTo>
                    <a:pt x="134112" y="0"/>
                  </a:lnTo>
                  <a:lnTo>
                    <a:pt x="0" y="133350"/>
                  </a:lnTo>
                  <a:lnTo>
                    <a:pt x="0" y="532638"/>
                  </a:lnTo>
                  <a:lnTo>
                    <a:pt x="4572" y="532638"/>
                  </a:lnTo>
                  <a:lnTo>
                    <a:pt x="4572" y="130301"/>
                  </a:lnTo>
                  <a:lnTo>
                    <a:pt x="9905" y="130301"/>
                  </a:lnTo>
                  <a:lnTo>
                    <a:pt x="135636" y="4571"/>
                  </a:lnTo>
                  <a:lnTo>
                    <a:pt x="2359914" y="4572"/>
                  </a:lnTo>
                  <a:lnTo>
                    <a:pt x="2363724" y="762"/>
                  </a:lnTo>
                  <a:lnTo>
                    <a:pt x="2367533" y="4572"/>
                  </a:lnTo>
                  <a:lnTo>
                    <a:pt x="2372105" y="4572"/>
                  </a:lnTo>
                  <a:close/>
                </a:path>
                <a:path w="2372360" h="532764">
                  <a:moveTo>
                    <a:pt x="9905" y="130302"/>
                  </a:moveTo>
                  <a:lnTo>
                    <a:pt x="4572" y="130301"/>
                  </a:lnTo>
                  <a:lnTo>
                    <a:pt x="4572" y="135635"/>
                  </a:lnTo>
                  <a:lnTo>
                    <a:pt x="9905" y="130302"/>
                  </a:lnTo>
                  <a:close/>
                </a:path>
                <a:path w="2372360" h="532764">
                  <a:moveTo>
                    <a:pt x="2242592" y="528066"/>
                  </a:moveTo>
                  <a:lnTo>
                    <a:pt x="4572" y="528066"/>
                  </a:lnTo>
                  <a:lnTo>
                    <a:pt x="4572" y="532638"/>
                  </a:lnTo>
                  <a:lnTo>
                    <a:pt x="2237994" y="532638"/>
                  </a:lnTo>
                  <a:lnTo>
                    <a:pt x="2242592" y="528066"/>
                  </a:lnTo>
                  <a:close/>
                </a:path>
                <a:path w="2372360" h="532764">
                  <a:moveTo>
                    <a:pt x="2370581" y="400803"/>
                  </a:moveTo>
                  <a:lnTo>
                    <a:pt x="2370581" y="7620"/>
                  </a:lnTo>
                  <a:lnTo>
                    <a:pt x="2366758" y="11443"/>
                  </a:lnTo>
                  <a:lnTo>
                    <a:pt x="2366010" y="397763"/>
                  </a:lnTo>
                  <a:lnTo>
                    <a:pt x="2236470" y="527303"/>
                  </a:lnTo>
                  <a:lnTo>
                    <a:pt x="135636" y="528022"/>
                  </a:lnTo>
                  <a:lnTo>
                    <a:pt x="2242592" y="528066"/>
                  </a:lnTo>
                  <a:lnTo>
                    <a:pt x="2370581" y="400803"/>
                  </a:lnTo>
                  <a:close/>
                </a:path>
                <a:path w="2372360" h="532764">
                  <a:moveTo>
                    <a:pt x="2367533" y="4572"/>
                  </a:moveTo>
                  <a:lnTo>
                    <a:pt x="2363724" y="762"/>
                  </a:lnTo>
                  <a:lnTo>
                    <a:pt x="2359914" y="4572"/>
                  </a:lnTo>
                  <a:lnTo>
                    <a:pt x="2367533" y="4572"/>
                  </a:lnTo>
                  <a:close/>
                </a:path>
                <a:path w="2372360" h="532764">
                  <a:moveTo>
                    <a:pt x="2370581" y="7620"/>
                  </a:moveTo>
                  <a:lnTo>
                    <a:pt x="2367533" y="4572"/>
                  </a:lnTo>
                  <a:lnTo>
                    <a:pt x="2366758" y="4572"/>
                  </a:lnTo>
                  <a:lnTo>
                    <a:pt x="2366758" y="11430"/>
                  </a:lnTo>
                  <a:lnTo>
                    <a:pt x="2370581" y="7620"/>
                  </a:lnTo>
                  <a:close/>
                </a:path>
                <a:path w="2372360" h="532764">
                  <a:moveTo>
                    <a:pt x="2372105" y="399288"/>
                  </a:moveTo>
                  <a:lnTo>
                    <a:pt x="2372105" y="4572"/>
                  </a:lnTo>
                  <a:lnTo>
                    <a:pt x="2367533" y="4572"/>
                  </a:lnTo>
                  <a:lnTo>
                    <a:pt x="2370581" y="7620"/>
                  </a:lnTo>
                  <a:lnTo>
                    <a:pt x="2370581" y="400803"/>
                  </a:lnTo>
                  <a:lnTo>
                    <a:pt x="2372105" y="399288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33800" y="4373118"/>
              <a:ext cx="2231898" cy="39243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65697" y="4242054"/>
              <a:ext cx="130301" cy="52349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33800" y="4242054"/>
              <a:ext cx="2362199" cy="13106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729228" y="4237482"/>
              <a:ext cx="2372360" cy="532765"/>
            </a:xfrm>
            <a:custGeom>
              <a:avLst/>
              <a:gdLst/>
              <a:ahLst/>
              <a:cxnLst/>
              <a:rect l="l" t="t" r="r" b="b"/>
              <a:pathLst>
                <a:path w="2372360" h="532764">
                  <a:moveTo>
                    <a:pt x="2372106" y="399287"/>
                  </a:moveTo>
                  <a:lnTo>
                    <a:pt x="2372106" y="0"/>
                  </a:lnTo>
                  <a:lnTo>
                    <a:pt x="134112" y="0"/>
                  </a:lnTo>
                  <a:lnTo>
                    <a:pt x="0" y="133350"/>
                  </a:lnTo>
                  <a:lnTo>
                    <a:pt x="0" y="532638"/>
                  </a:lnTo>
                  <a:lnTo>
                    <a:pt x="4572" y="532638"/>
                  </a:lnTo>
                  <a:lnTo>
                    <a:pt x="4572" y="130302"/>
                  </a:lnTo>
                  <a:lnTo>
                    <a:pt x="16764" y="130302"/>
                  </a:lnTo>
                  <a:lnTo>
                    <a:pt x="135636" y="11430"/>
                  </a:lnTo>
                  <a:lnTo>
                    <a:pt x="135636" y="9144"/>
                  </a:lnTo>
                  <a:lnTo>
                    <a:pt x="139446" y="7619"/>
                  </a:lnTo>
                  <a:lnTo>
                    <a:pt x="139445" y="9144"/>
                  </a:lnTo>
                  <a:lnTo>
                    <a:pt x="2355342" y="9143"/>
                  </a:lnTo>
                  <a:lnTo>
                    <a:pt x="2363724" y="761"/>
                  </a:lnTo>
                  <a:lnTo>
                    <a:pt x="2370582" y="7619"/>
                  </a:lnTo>
                  <a:lnTo>
                    <a:pt x="2370582" y="400803"/>
                  </a:lnTo>
                  <a:lnTo>
                    <a:pt x="2372106" y="399287"/>
                  </a:lnTo>
                  <a:close/>
                </a:path>
                <a:path w="2372360" h="532764">
                  <a:moveTo>
                    <a:pt x="16764" y="130302"/>
                  </a:moveTo>
                  <a:lnTo>
                    <a:pt x="4572" y="130302"/>
                  </a:lnTo>
                  <a:lnTo>
                    <a:pt x="4572" y="140208"/>
                  </a:lnTo>
                  <a:lnTo>
                    <a:pt x="8382" y="140208"/>
                  </a:lnTo>
                  <a:lnTo>
                    <a:pt x="8382" y="138684"/>
                  </a:lnTo>
                  <a:lnTo>
                    <a:pt x="9905" y="135636"/>
                  </a:lnTo>
                  <a:lnTo>
                    <a:pt x="9905" y="137160"/>
                  </a:lnTo>
                  <a:lnTo>
                    <a:pt x="16764" y="130302"/>
                  </a:lnTo>
                  <a:close/>
                </a:path>
                <a:path w="2372360" h="532764">
                  <a:moveTo>
                    <a:pt x="9906" y="523494"/>
                  </a:moveTo>
                  <a:lnTo>
                    <a:pt x="9905" y="140208"/>
                  </a:lnTo>
                  <a:lnTo>
                    <a:pt x="4572" y="140208"/>
                  </a:lnTo>
                  <a:lnTo>
                    <a:pt x="4572" y="523494"/>
                  </a:lnTo>
                  <a:lnTo>
                    <a:pt x="9906" y="523494"/>
                  </a:lnTo>
                  <a:close/>
                </a:path>
                <a:path w="2372360" h="532764">
                  <a:moveTo>
                    <a:pt x="2234184" y="523493"/>
                  </a:moveTo>
                  <a:lnTo>
                    <a:pt x="4572" y="523494"/>
                  </a:lnTo>
                  <a:lnTo>
                    <a:pt x="9906" y="528066"/>
                  </a:lnTo>
                  <a:lnTo>
                    <a:pt x="9905" y="532638"/>
                  </a:lnTo>
                  <a:lnTo>
                    <a:pt x="2231136" y="532637"/>
                  </a:lnTo>
                  <a:lnTo>
                    <a:pt x="2231136" y="528065"/>
                  </a:lnTo>
                  <a:lnTo>
                    <a:pt x="2232660" y="528065"/>
                  </a:lnTo>
                  <a:lnTo>
                    <a:pt x="2232660" y="525017"/>
                  </a:lnTo>
                  <a:lnTo>
                    <a:pt x="2234184" y="523493"/>
                  </a:lnTo>
                  <a:close/>
                </a:path>
                <a:path w="2372360" h="532764">
                  <a:moveTo>
                    <a:pt x="9905" y="532638"/>
                  </a:moveTo>
                  <a:lnTo>
                    <a:pt x="9906" y="528066"/>
                  </a:lnTo>
                  <a:lnTo>
                    <a:pt x="4572" y="523494"/>
                  </a:lnTo>
                  <a:lnTo>
                    <a:pt x="4572" y="532638"/>
                  </a:lnTo>
                  <a:lnTo>
                    <a:pt x="9905" y="532638"/>
                  </a:lnTo>
                  <a:close/>
                </a:path>
                <a:path w="2372360" h="532764">
                  <a:moveTo>
                    <a:pt x="9905" y="137160"/>
                  </a:moveTo>
                  <a:lnTo>
                    <a:pt x="9905" y="135636"/>
                  </a:lnTo>
                  <a:lnTo>
                    <a:pt x="8382" y="138684"/>
                  </a:lnTo>
                  <a:lnTo>
                    <a:pt x="9905" y="137160"/>
                  </a:lnTo>
                  <a:close/>
                </a:path>
                <a:path w="2372360" h="532764">
                  <a:moveTo>
                    <a:pt x="2234184" y="130301"/>
                  </a:moveTo>
                  <a:lnTo>
                    <a:pt x="16764" y="130302"/>
                  </a:lnTo>
                  <a:lnTo>
                    <a:pt x="8382" y="138684"/>
                  </a:lnTo>
                  <a:lnTo>
                    <a:pt x="8382" y="140208"/>
                  </a:lnTo>
                  <a:lnTo>
                    <a:pt x="2231136" y="140207"/>
                  </a:lnTo>
                  <a:lnTo>
                    <a:pt x="2231136" y="135635"/>
                  </a:lnTo>
                  <a:lnTo>
                    <a:pt x="2232660" y="135635"/>
                  </a:lnTo>
                  <a:lnTo>
                    <a:pt x="2232660" y="131825"/>
                  </a:lnTo>
                  <a:lnTo>
                    <a:pt x="2234184" y="130301"/>
                  </a:lnTo>
                  <a:close/>
                </a:path>
                <a:path w="2372360" h="532764">
                  <a:moveTo>
                    <a:pt x="139446" y="7619"/>
                  </a:moveTo>
                  <a:lnTo>
                    <a:pt x="135636" y="9144"/>
                  </a:lnTo>
                  <a:lnTo>
                    <a:pt x="137921" y="9144"/>
                  </a:lnTo>
                  <a:lnTo>
                    <a:pt x="139446" y="7619"/>
                  </a:lnTo>
                  <a:close/>
                </a:path>
                <a:path w="2372360" h="532764">
                  <a:moveTo>
                    <a:pt x="137921" y="9144"/>
                  </a:moveTo>
                  <a:lnTo>
                    <a:pt x="135636" y="9144"/>
                  </a:lnTo>
                  <a:lnTo>
                    <a:pt x="135636" y="11430"/>
                  </a:lnTo>
                  <a:lnTo>
                    <a:pt x="137921" y="9144"/>
                  </a:lnTo>
                  <a:close/>
                </a:path>
                <a:path w="2372360" h="532764">
                  <a:moveTo>
                    <a:pt x="139445" y="9144"/>
                  </a:moveTo>
                  <a:lnTo>
                    <a:pt x="139446" y="7619"/>
                  </a:lnTo>
                  <a:lnTo>
                    <a:pt x="137921" y="9144"/>
                  </a:lnTo>
                  <a:lnTo>
                    <a:pt x="139445" y="9144"/>
                  </a:lnTo>
                  <a:close/>
                </a:path>
                <a:path w="2372360" h="532764">
                  <a:moveTo>
                    <a:pt x="2241042" y="137159"/>
                  </a:moveTo>
                  <a:lnTo>
                    <a:pt x="2241042" y="135635"/>
                  </a:lnTo>
                  <a:lnTo>
                    <a:pt x="2231136" y="135635"/>
                  </a:lnTo>
                  <a:lnTo>
                    <a:pt x="2231136" y="140207"/>
                  </a:lnTo>
                  <a:lnTo>
                    <a:pt x="2237994" y="140207"/>
                  </a:lnTo>
                  <a:lnTo>
                    <a:pt x="2241042" y="137159"/>
                  </a:lnTo>
                  <a:close/>
                </a:path>
                <a:path w="2372360" h="532764">
                  <a:moveTo>
                    <a:pt x="2241042" y="516635"/>
                  </a:moveTo>
                  <a:lnTo>
                    <a:pt x="2241042" y="137159"/>
                  </a:lnTo>
                  <a:lnTo>
                    <a:pt x="2237994" y="140207"/>
                  </a:lnTo>
                  <a:lnTo>
                    <a:pt x="2231136" y="140207"/>
                  </a:lnTo>
                  <a:lnTo>
                    <a:pt x="2231136" y="523493"/>
                  </a:lnTo>
                  <a:lnTo>
                    <a:pt x="2234184" y="523493"/>
                  </a:lnTo>
                  <a:lnTo>
                    <a:pt x="2241042" y="516635"/>
                  </a:lnTo>
                  <a:close/>
                </a:path>
                <a:path w="2372360" h="532764">
                  <a:moveTo>
                    <a:pt x="2241042" y="529607"/>
                  </a:moveTo>
                  <a:lnTo>
                    <a:pt x="2241042" y="528065"/>
                  </a:lnTo>
                  <a:lnTo>
                    <a:pt x="2231136" y="528065"/>
                  </a:lnTo>
                  <a:lnTo>
                    <a:pt x="2231136" y="532637"/>
                  </a:lnTo>
                  <a:lnTo>
                    <a:pt x="2237994" y="532637"/>
                  </a:lnTo>
                  <a:lnTo>
                    <a:pt x="2241042" y="529607"/>
                  </a:lnTo>
                  <a:close/>
                </a:path>
                <a:path w="2372360" h="532764">
                  <a:moveTo>
                    <a:pt x="2236470" y="130301"/>
                  </a:moveTo>
                  <a:lnTo>
                    <a:pt x="2234184" y="130301"/>
                  </a:lnTo>
                  <a:lnTo>
                    <a:pt x="2232660" y="131825"/>
                  </a:lnTo>
                  <a:lnTo>
                    <a:pt x="2236470" y="130301"/>
                  </a:lnTo>
                  <a:close/>
                </a:path>
                <a:path w="2372360" h="532764">
                  <a:moveTo>
                    <a:pt x="2236470" y="135635"/>
                  </a:moveTo>
                  <a:lnTo>
                    <a:pt x="2236470" y="130301"/>
                  </a:lnTo>
                  <a:lnTo>
                    <a:pt x="2232660" y="131825"/>
                  </a:lnTo>
                  <a:lnTo>
                    <a:pt x="2232660" y="135635"/>
                  </a:lnTo>
                  <a:lnTo>
                    <a:pt x="2236470" y="135635"/>
                  </a:lnTo>
                  <a:close/>
                </a:path>
                <a:path w="2372360" h="532764">
                  <a:moveTo>
                    <a:pt x="2236470" y="523493"/>
                  </a:moveTo>
                  <a:lnTo>
                    <a:pt x="2234184" y="523493"/>
                  </a:lnTo>
                  <a:lnTo>
                    <a:pt x="2232660" y="525017"/>
                  </a:lnTo>
                  <a:lnTo>
                    <a:pt x="2236470" y="523493"/>
                  </a:lnTo>
                  <a:close/>
                </a:path>
                <a:path w="2372360" h="532764">
                  <a:moveTo>
                    <a:pt x="2236470" y="528065"/>
                  </a:moveTo>
                  <a:lnTo>
                    <a:pt x="2236470" y="523493"/>
                  </a:lnTo>
                  <a:lnTo>
                    <a:pt x="2232660" y="525017"/>
                  </a:lnTo>
                  <a:lnTo>
                    <a:pt x="2232660" y="528065"/>
                  </a:lnTo>
                  <a:lnTo>
                    <a:pt x="2236470" y="528065"/>
                  </a:lnTo>
                  <a:close/>
                </a:path>
                <a:path w="2372360" h="532764">
                  <a:moveTo>
                    <a:pt x="2366772" y="11429"/>
                  </a:moveTo>
                  <a:lnTo>
                    <a:pt x="2366772" y="9143"/>
                  </a:lnTo>
                  <a:lnTo>
                    <a:pt x="2355342" y="9143"/>
                  </a:lnTo>
                  <a:lnTo>
                    <a:pt x="2234184" y="130301"/>
                  </a:lnTo>
                  <a:lnTo>
                    <a:pt x="2236470" y="130301"/>
                  </a:lnTo>
                  <a:lnTo>
                    <a:pt x="2236470" y="135635"/>
                  </a:lnTo>
                  <a:lnTo>
                    <a:pt x="2241042" y="135635"/>
                  </a:lnTo>
                  <a:lnTo>
                    <a:pt x="2241042" y="137159"/>
                  </a:lnTo>
                  <a:lnTo>
                    <a:pt x="2366772" y="11429"/>
                  </a:lnTo>
                  <a:close/>
                </a:path>
                <a:path w="2372360" h="532764">
                  <a:moveTo>
                    <a:pt x="2363724" y="393953"/>
                  </a:moveTo>
                  <a:lnTo>
                    <a:pt x="2234184" y="523493"/>
                  </a:lnTo>
                  <a:lnTo>
                    <a:pt x="2236470" y="523493"/>
                  </a:lnTo>
                  <a:lnTo>
                    <a:pt x="2236470" y="528065"/>
                  </a:lnTo>
                  <a:lnTo>
                    <a:pt x="2241042" y="528065"/>
                  </a:lnTo>
                  <a:lnTo>
                    <a:pt x="2241042" y="529607"/>
                  </a:lnTo>
                  <a:lnTo>
                    <a:pt x="2362200" y="409137"/>
                  </a:lnTo>
                  <a:lnTo>
                    <a:pt x="2362200" y="397001"/>
                  </a:lnTo>
                  <a:lnTo>
                    <a:pt x="2363724" y="393953"/>
                  </a:lnTo>
                  <a:close/>
                </a:path>
                <a:path w="2372360" h="532764">
                  <a:moveTo>
                    <a:pt x="2370582" y="7619"/>
                  </a:moveTo>
                  <a:lnTo>
                    <a:pt x="2363724" y="761"/>
                  </a:lnTo>
                  <a:lnTo>
                    <a:pt x="2355342" y="9143"/>
                  </a:lnTo>
                  <a:lnTo>
                    <a:pt x="2362200" y="9143"/>
                  </a:lnTo>
                  <a:lnTo>
                    <a:pt x="2362200" y="4571"/>
                  </a:lnTo>
                  <a:lnTo>
                    <a:pt x="2366772" y="9143"/>
                  </a:lnTo>
                  <a:lnTo>
                    <a:pt x="2366772" y="11429"/>
                  </a:lnTo>
                  <a:lnTo>
                    <a:pt x="2370582" y="7619"/>
                  </a:lnTo>
                  <a:close/>
                </a:path>
                <a:path w="2372360" h="532764">
                  <a:moveTo>
                    <a:pt x="2366772" y="9143"/>
                  </a:moveTo>
                  <a:lnTo>
                    <a:pt x="2362200" y="4571"/>
                  </a:lnTo>
                  <a:lnTo>
                    <a:pt x="2362200" y="9143"/>
                  </a:lnTo>
                  <a:lnTo>
                    <a:pt x="2366772" y="9143"/>
                  </a:lnTo>
                  <a:close/>
                </a:path>
                <a:path w="2372360" h="532764">
                  <a:moveTo>
                    <a:pt x="2370582" y="400803"/>
                  </a:moveTo>
                  <a:lnTo>
                    <a:pt x="2370582" y="7619"/>
                  </a:lnTo>
                  <a:lnTo>
                    <a:pt x="2362200" y="16001"/>
                  </a:lnTo>
                  <a:lnTo>
                    <a:pt x="2362200" y="395477"/>
                  </a:lnTo>
                  <a:lnTo>
                    <a:pt x="2363724" y="393953"/>
                  </a:lnTo>
                  <a:lnTo>
                    <a:pt x="2363724" y="407622"/>
                  </a:lnTo>
                  <a:lnTo>
                    <a:pt x="2370582" y="400803"/>
                  </a:lnTo>
                  <a:close/>
                </a:path>
                <a:path w="2372360" h="532764">
                  <a:moveTo>
                    <a:pt x="2363724" y="407622"/>
                  </a:moveTo>
                  <a:lnTo>
                    <a:pt x="2363724" y="393953"/>
                  </a:lnTo>
                  <a:lnTo>
                    <a:pt x="2362200" y="397001"/>
                  </a:lnTo>
                  <a:lnTo>
                    <a:pt x="2362200" y="409137"/>
                  </a:lnTo>
                  <a:lnTo>
                    <a:pt x="2363724" y="407622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3800" y="4347972"/>
              <a:ext cx="2231898" cy="76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65697" y="3825239"/>
              <a:ext cx="130302" cy="52349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729227" y="3819906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5" y="5334"/>
                  </a:moveTo>
                  <a:lnTo>
                    <a:pt x="2372105" y="0"/>
                  </a:lnTo>
                  <a:lnTo>
                    <a:pt x="134112" y="0"/>
                  </a:lnTo>
                  <a:lnTo>
                    <a:pt x="0" y="134112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1063"/>
                  </a:lnTo>
                  <a:lnTo>
                    <a:pt x="9905" y="131063"/>
                  </a:lnTo>
                  <a:lnTo>
                    <a:pt x="135636" y="5334"/>
                  </a:lnTo>
                  <a:lnTo>
                    <a:pt x="2359914" y="5334"/>
                  </a:lnTo>
                  <a:lnTo>
                    <a:pt x="2363724" y="1524"/>
                  </a:lnTo>
                  <a:lnTo>
                    <a:pt x="2367534" y="5334"/>
                  </a:lnTo>
                  <a:lnTo>
                    <a:pt x="2372105" y="5334"/>
                  </a:lnTo>
                  <a:close/>
                </a:path>
                <a:path w="2372360" h="533400">
                  <a:moveTo>
                    <a:pt x="9905" y="131064"/>
                  </a:moveTo>
                  <a:lnTo>
                    <a:pt x="4572" y="131063"/>
                  </a:lnTo>
                  <a:lnTo>
                    <a:pt x="4572" y="136398"/>
                  </a:lnTo>
                  <a:lnTo>
                    <a:pt x="9905" y="131064"/>
                  </a:lnTo>
                  <a:close/>
                </a:path>
                <a:path w="2372360" h="533400">
                  <a:moveTo>
                    <a:pt x="2242592" y="528828"/>
                  </a:moveTo>
                  <a:lnTo>
                    <a:pt x="4572" y="528828"/>
                  </a:lnTo>
                  <a:lnTo>
                    <a:pt x="4572" y="533400"/>
                  </a:lnTo>
                  <a:lnTo>
                    <a:pt x="2237994" y="533400"/>
                  </a:lnTo>
                  <a:lnTo>
                    <a:pt x="2242592" y="528828"/>
                  </a:lnTo>
                  <a:close/>
                </a:path>
                <a:path w="2372360" h="533400">
                  <a:moveTo>
                    <a:pt x="2370581" y="401565"/>
                  </a:moveTo>
                  <a:lnTo>
                    <a:pt x="2370581" y="8382"/>
                  </a:lnTo>
                  <a:lnTo>
                    <a:pt x="2366758" y="12205"/>
                  </a:lnTo>
                  <a:lnTo>
                    <a:pt x="2366010" y="398526"/>
                  </a:lnTo>
                  <a:lnTo>
                    <a:pt x="2236470" y="528066"/>
                  </a:lnTo>
                  <a:lnTo>
                    <a:pt x="135636" y="528784"/>
                  </a:lnTo>
                  <a:lnTo>
                    <a:pt x="2242592" y="528828"/>
                  </a:lnTo>
                  <a:lnTo>
                    <a:pt x="2370581" y="401565"/>
                  </a:lnTo>
                  <a:close/>
                </a:path>
                <a:path w="2372360" h="533400">
                  <a:moveTo>
                    <a:pt x="2367534" y="5334"/>
                  </a:moveTo>
                  <a:lnTo>
                    <a:pt x="2363724" y="1524"/>
                  </a:lnTo>
                  <a:lnTo>
                    <a:pt x="2359914" y="5334"/>
                  </a:lnTo>
                  <a:lnTo>
                    <a:pt x="2367534" y="5334"/>
                  </a:lnTo>
                  <a:close/>
                </a:path>
                <a:path w="2372360" h="533400">
                  <a:moveTo>
                    <a:pt x="2370581" y="8382"/>
                  </a:moveTo>
                  <a:lnTo>
                    <a:pt x="2367534" y="5334"/>
                  </a:lnTo>
                  <a:lnTo>
                    <a:pt x="2366758" y="5334"/>
                  </a:lnTo>
                  <a:lnTo>
                    <a:pt x="2366758" y="12192"/>
                  </a:lnTo>
                  <a:lnTo>
                    <a:pt x="2370581" y="8382"/>
                  </a:lnTo>
                  <a:close/>
                </a:path>
                <a:path w="2372360" h="533400">
                  <a:moveTo>
                    <a:pt x="2372105" y="400050"/>
                  </a:moveTo>
                  <a:lnTo>
                    <a:pt x="2372105" y="5334"/>
                  </a:lnTo>
                  <a:lnTo>
                    <a:pt x="2367534" y="5334"/>
                  </a:lnTo>
                  <a:lnTo>
                    <a:pt x="2370581" y="8382"/>
                  </a:lnTo>
                  <a:lnTo>
                    <a:pt x="2370581" y="401565"/>
                  </a:lnTo>
                  <a:lnTo>
                    <a:pt x="2372105" y="400050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733800" y="3956304"/>
              <a:ext cx="2231898" cy="39243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65697" y="3825239"/>
              <a:ext cx="130301" cy="52349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33800" y="3825239"/>
              <a:ext cx="2362199" cy="13106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729228" y="3819905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6" y="400049"/>
                  </a:moveTo>
                  <a:lnTo>
                    <a:pt x="2372106" y="0"/>
                  </a:lnTo>
                  <a:lnTo>
                    <a:pt x="134112" y="0"/>
                  </a:lnTo>
                  <a:lnTo>
                    <a:pt x="0" y="134112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1064"/>
                  </a:lnTo>
                  <a:lnTo>
                    <a:pt x="16764" y="131064"/>
                  </a:lnTo>
                  <a:lnTo>
                    <a:pt x="135636" y="12192"/>
                  </a:lnTo>
                  <a:lnTo>
                    <a:pt x="135636" y="9906"/>
                  </a:lnTo>
                  <a:lnTo>
                    <a:pt x="139446" y="8382"/>
                  </a:lnTo>
                  <a:lnTo>
                    <a:pt x="139445" y="9906"/>
                  </a:lnTo>
                  <a:lnTo>
                    <a:pt x="2355342" y="9905"/>
                  </a:lnTo>
                  <a:lnTo>
                    <a:pt x="2363724" y="1523"/>
                  </a:lnTo>
                  <a:lnTo>
                    <a:pt x="2370582" y="8381"/>
                  </a:lnTo>
                  <a:lnTo>
                    <a:pt x="2370582" y="401565"/>
                  </a:lnTo>
                  <a:lnTo>
                    <a:pt x="2372106" y="400049"/>
                  </a:lnTo>
                  <a:close/>
                </a:path>
                <a:path w="2372360" h="533400">
                  <a:moveTo>
                    <a:pt x="16764" y="131064"/>
                  </a:moveTo>
                  <a:lnTo>
                    <a:pt x="4572" y="131064"/>
                  </a:lnTo>
                  <a:lnTo>
                    <a:pt x="4572" y="140970"/>
                  </a:lnTo>
                  <a:lnTo>
                    <a:pt x="8382" y="140970"/>
                  </a:lnTo>
                  <a:lnTo>
                    <a:pt x="8382" y="139446"/>
                  </a:lnTo>
                  <a:lnTo>
                    <a:pt x="9905" y="136398"/>
                  </a:lnTo>
                  <a:lnTo>
                    <a:pt x="9905" y="137922"/>
                  </a:lnTo>
                  <a:lnTo>
                    <a:pt x="16764" y="131064"/>
                  </a:lnTo>
                  <a:close/>
                </a:path>
                <a:path w="2372360" h="533400">
                  <a:moveTo>
                    <a:pt x="9906" y="524256"/>
                  </a:moveTo>
                  <a:lnTo>
                    <a:pt x="9905" y="140970"/>
                  </a:lnTo>
                  <a:lnTo>
                    <a:pt x="4572" y="140970"/>
                  </a:lnTo>
                  <a:lnTo>
                    <a:pt x="4572" y="524256"/>
                  </a:lnTo>
                  <a:lnTo>
                    <a:pt x="9906" y="524256"/>
                  </a:lnTo>
                  <a:close/>
                </a:path>
                <a:path w="2372360" h="533400">
                  <a:moveTo>
                    <a:pt x="2234184" y="524255"/>
                  </a:moveTo>
                  <a:lnTo>
                    <a:pt x="4572" y="524256"/>
                  </a:lnTo>
                  <a:lnTo>
                    <a:pt x="9906" y="528828"/>
                  </a:lnTo>
                  <a:lnTo>
                    <a:pt x="9906" y="533400"/>
                  </a:lnTo>
                  <a:lnTo>
                    <a:pt x="2231136" y="533399"/>
                  </a:lnTo>
                  <a:lnTo>
                    <a:pt x="2231136" y="528827"/>
                  </a:lnTo>
                  <a:lnTo>
                    <a:pt x="2232660" y="528827"/>
                  </a:lnTo>
                  <a:lnTo>
                    <a:pt x="2232660" y="525779"/>
                  </a:lnTo>
                  <a:lnTo>
                    <a:pt x="2234184" y="524255"/>
                  </a:lnTo>
                  <a:close/>
                </a:path>
                <a:path w="2372360" h="533400">
                  <a:moveTo>
                    <a:pt x="9906" y="533400"/>
                  </a:moveTo>
                  <a:lnTo>
                    <a:pt x="9906" y="528828"/>
                  </a:lnTo>
                  <a:lnTo>
                    <a:pt x="4572" y="524256"/>
                  </a:lnTo>
                  <a:lnTo>
                    <a:pt x="4572" y="533400"/>
                  </a:lnTo>
                  <a:lnTo>
                    <a:pt x="9906" y="533400"/>
                  </a:lnTo>
                  <a:close/>
                </a:path>
                <a:path w="2372360" h="533400">
                  <a:moveTo>
                    <a:pt x="9905" y="137922"/>
                  </a:moveTo>
                  <a:lnTo>
                    <a:pt x="9905" y="136398"/>
                  </a:lnTo>
                  <a:lnTo>
                    <a:pt x="8382" y="139446"/>
                  </a:lnTo>
                  <a:lnTo>
                    <a:pt x="9905" y="137922"/>
                  </a:lnTo>
                  <a:close/>
                </a:path>
                <a:path w="2372360" h="533400">
                  <a:moveTo>
                    <a:pt x="2234184" y="131063"/>
                  </a:moveTo>
                  <a:lnTo>
                    <a:pt x="16764" y="131064"/>
                  </a:lnTo>
                  <a:lnTo>
                    <a:pt x="8382" y="139446"/>
                  </a:lnTo>
                  <a:lnTo>
                    <a:pt x="8382" y="140970"/>
                  </a:lnTo>
                  <a:lnTo>
                    <a:pt x="2231136" y="140969"/>
                  </a:lnTo>
                  <a:lnTo>
                    <a:pt x="2231136" y="136397"/>
                  </a:lnTo>
                  <a:lnTo>
                    <a:pt x="2232660" y="136397"/>
                  </a:lnTo>
                  <a:lnTo>
                    <a:pt x="2232660" y="132587"/>
                  </a:lnTo>
                  <a:lnTo>
                    <a:pt x="2234184" y="131063"/>
                  </a:lnTo>
                  <a:close/>
                </a:path>
                <a:path w="2372360" h="533400">
                  <a:moveTo>
                    <a:pt x="139446" y="8382"/>
                  </a:moveTo>
                  <a:lnTo>
                    <a:pt x="135636" y="9906"/>
                  </a:lnTo>
                  <a:lnTo>
                    <a:pt x="137921" y="9906"/>
                  </a:lnTo>
                  <a:lnTo>
                    <a:pt x="139446" y="8382"/>
                  </a:lnTo>
                  <a:close/>
                </a:path>
                <a:path w="2372360" h="533400">
                  <a:moveTo>
                    <a:pt x="137921" y="9906"/>
                  </a:moveTo>
                  <a:lnTo>
                    <a:pt x="135636" y="9906"/>
                  </a:lnTo>
                  <a:lnTo>
                    <a:pt x="135636" y="12192"/>
                  </a:lnTo>
                  <a:lnTo>
                    <a:pt x="137921" y="9906"/>
                  </a:lnTo>
                  <a:close/>
                </a:path>
                <a:path w="2372360" h="533400">
                  <a:moveTo>
                    <a:pt x="139445" y="9906"/>
                  </a:moveTo>
                  <a:lnTo>
                    <a:pt x="139446" y="8382"/>
                  </a:lnTo>
                  <a:lnTo>
                    <a:pt x="137921" y="9906"/>
                  </a:lnTo>
                  <a:lnTo>
                    <a:pt x="139445" y="9906"/>
                  </a:lnTo>
                  <a:close/>
                </a:path>
                <a:path w="2372360" h="533400">
                  <a:moveTo>
                    <a:pt x="2241042" y="137921"/>
                  </a:moveTo>
                  <a:lnTo>
                    <a:pt x="2241042" y="136397"/>
                  </a:lnTo>
                  <a:lnTo>
                    <a:pt x="2231136" y="136397"/>
                  </a:lnTo>
                  <a:lnTo>
                    <a:pt x="2231136" y="140969"/>
                  </a:lnTo>
                  <a:lnTo>
                    <a:pt x="2237994" y="140969"/>
                  </a:lnTo>
                  <a:lnTo>
                    <a:pt x="2241042" y="137921"/>
                  </a:lnTo>
                  <a:close/>
                </a:path>
                <a:path w="2372360" h="533400">
                  <a:moveTo>
                    <a:pt x="2241042" y="517397"/>
                  </a:moveTo>
                  <a:lnTo>
                    <a:pt x="2241042" y="137921"/>
                  </a:lnTo>
                  <a:lnTo>
                    <a:pt x="2237994" y="140969"/>
                  </a:lnTo>
                  <a:lnTo>
                    <a:pt x="2231136" y="140969"/>
                  </a:lnTo>
                  <a:lnTo>
                    <a:pt x="2231136" y="524255"/>
                  </a:lnTo>
                  <a:lnTo>
                    <a:pt x="2234184" y="524255"/>
                  </a:lnTo>
                  <a:lnTo>
                    <a:pt x="2241042" y="517397"/>
                  </a:lnTo>
                  <a:close/>
                </a:path>
                <a:path w="2372360" h="533400">
                  <a:moveTo>
                    <a:pt x="2241042" y="530369"/>
                  </a:moveTo>
                  <a:lnTo>
                    <a:pt x="2241042" y="528827"/>
                  </a:lnTo>
                  <a:lnTo>
                    <a:pt x="2231136" y="528827"/>
                  </a:lnTo>
                  <a:lnTo>
                    <a:pt x="2231136" y="533399"/>
                  </a:lnTo>
                  <a:lnTo>
                    <a:pt x="2237994" y="533399"/>
                  </a:lnTo>
                  <a:lnTo>
                    <a:pt x="2241042" y="530369"/>
                  </a:lnTo>
                  <a:close/>
                </a:path>
                <a:path w="2372360" h="533400">
                  <a:moveTo>
                    <a:pt x="2236470" y="131063"/>
                  </a:moveTo>
                  <a:lnTo>
                    <a:pt x="2234184" y="131063"/>
                  </a:lnTo>
                  <a:lnTo>
                    <a:pt x="2232660" y="132587"/>
                  </a:lnTo>
                  <a:lnTo>
                    <a:pt x="2236470" y="131063"/>
                  </a:lnTo>
                  <a:close/>
                </a:path>
                <a:path w="2372360" h="533400">
                  <a:moveTo>
                    <a:pt x="2236470" y="136397"/>
                  </a:moveTo>
                  <a:lnTo>
                    <a:pt x="2236470" y="131063"/>
                  </a:lnTo>
                  <a:lnTo>
                    <a:pt x="2232660" y="132587"/>
                  </a:lnTo>
                  <a:lnTo>
                    <a:pt x="2232660" y="136397"/>
                  </a:lnTo>
                  <a:lnTo>
                    <a:pt x="2236470" y="136397"/>
                  </a:lnTo>
                  <a:close/>
                </a:path>
                <a:path w="2372360" h="533400">
                  <a:moveTo>
                    <a:pt x="2236470" y="524255"/>
                  </a:moveTo>
                  <a:lnTo>
                    <a:pt x="2234184" y="524255"/>
                  </a:lnTo>
                  <a:lnTo>
                    <a:pt x="2232660" y="525779"/>
                  </a:lnTo>
                  <a:lnTo>
                    <a:pt x="2236470" y="524255"/>
                  </a:lnTo>
                  <a:close/>
                </a:path>
                <a:path w="2372360" h="533400">
                  <a:moveTo>
                    <a:pt x="2236470" y="528827"/>
                  </a:moveTo>
                  <a:lnTo>
                    <a:pt x="2236470" y="524255"/>
                  </a:lnTo>
                  <a:lnTo>
                    <a:pt x="2232660" y="525779"/>
                  </a:lnTo>
                  <a:lnTo>
                    <a:pt x="2232660" y="528827"/>
                  </a:lnTo>
                  <a:lnTo>
                    <a:pt x="2236470" y="528827"/>
                  </a:lnTo>
                  <a:close/>
                </a:path>
                <a:path w="2372360" h="533400">
                  <a:moveTo>
                    <a:pt x="2366772" y="12191"/>
                  </a:moveTo>
                  <a:lnTo>
                    <a:pt x="2366772" y="9905"/>
                  </a:lnTo>
                  <a:lnTo>
                    <a:pt x="2355342" y="9905"/>
                  </a:lnTo>
                  <a:lnTo>
                    <a:pt x="2234184" y="131063"/>
                  </a:lnTo>
                  <a:lnTo>
                    <a:pt x="2236470" y="131063"/>
                  </a:lnTo>
                  <a:lnTo>
                    <a:pt x="2236470" y="136397"/>
                  </a:lnTo>
                  <a:lnTo>
                    <a:pt x="2241042" y="136397"/>
                  </a:lnTo>
                  <a:lnTo>
                    <a:pt x="2241042" y="137921"/>
                  </a:lnTo>
                  <a:lnTo>
                    <a:pt x="2366772" y="12191"/>
                  </a:lnTo>
                  <a:close/>
                </a:path>
                <a:path w="2372360" h="533400">
                  <a:moveTo>
                    <a:pt x="2363724" y="394715"/>
                  </a:moveTo>
                  <a:lnTo>
                    <a:pt x="2234184" y="524255"/>
                  </a:lnTo>
                  <a:lnTo>
                    <a:pt x="2236470" y="524255"/>
                  </a:lnTo>
                  <a:lnTo>
                    <a:pt x="2236470" y="528827"/>
                  </a:lnTo>
                  <a:lnTo>
                    <a:pt x="2241042" y="528827"/>
                  </a:lnTo>
                  <a:lnTo>
                    <a:pt x="2241042" y="530369"/>
                  </a:lnTo>
                  <a:lnTo>
                    <a:pt x="2362200" y="409899"/>
                  </a:lnTo>
                  <a:lnTo>
                    <a:pt x="2362200" y="397763"/>
                  </a:lnTo>
                  <a:lnTo>
                    <a:pt x="2363724" y="394715"/>
                  </a:lnTo>
                  <a:close/>
                </a:path>
                <a:path w="2372360" h="533400">
                  <a:moveTo>
                    <a:pt x="2370582" y="8381"/>
                  </a:moveTo>
                  <a:lnTo>
                    <a:pt x="2363724" y="1523"/>
                  </a:lnTo>
                  <a:lnTo>
                    <a:pt x="2355342" y="9905"/>
                  </a:lnTo>
                  <a:lnTo>
                    <a:pt x="2362200" y="9905"/>
                  </a:lnTo>
                  <a:lnTo>
                    <a:pt x="2362200" y="5333"/>
                  </a:lnTo>
                  <a:lnTo>
                    <a:pt x="2366772" y="9905"/>
                  </a:lnTo>
                  <a:lnTo>
                    <a:pt x="2366772" y="12191"/>
                  </a:lnTo>
                  <a:lnTo>
                    <a:pt x="2370582" y="8381"/>
                  </a:lnTo>
                  <a:close/>
                </a:path>
                <a:path w="2372360" h="533400">
                  <a:moveTo>
                    <a:pt x="2366772" y="9905"/>
                  </a:moveTo>
                  <a:lnTo>
                    <a:pt x="2362200" y="5333"/>
                  </a:lnTo>
                  <a:lnTo>
                    <a:pt x="2362200" y="9905"/>
                  </a:lnTo>
                  <a:lnTo>
                    <a:pt x="2366772" y="9905"/>
                  </a:lnTo>
                  <a:close/>
                </a:path>
                <a:path w="2372360" h="533400">
                  <a:moveTo>
                    <a:pt x="2370582" y="401565"/>
                  </a:moveTo>
                  <a:lnTo>
                    <a:pt x="2370582" y="8381"/>
                  </a:lnTo>
                  <a:lnTo>
                    <a:pt x="2362200" y="16763"/>
                  </a:lnTo>
                  <a:lnTo>
                    <a:pt x="2362200" y="396239"/>
                  </a:lnTo>
                  <a:lnTo>
                    <a:pt x="2363724" y="394715"/>
                  </a:lnTo>
                  <a:lnTo>
                    <a:pt x="2363724" y="408384"/>
                  </a:lnTo>
                  <a:lnTo>
                    <a:pt x="2370582" y="401565"/>
                  </a:lnTo>
                  <a:close/>
                </a:path>
                <a:path w="2372360" h="533400">
                  <a:moveTo>
                    <a:pt x="2363724" y="408384"/>
                  </a:moveTo>
                  <a:lnTo>
                    <a:pt x="2363724" y="394715"/>
                  </a:lnTo>
                  <a:lnTo>
                    <a:pt x="2362200" y="397763"/>
                  </a:lnTo>
                  <a:lnTo>
                    <a:pt x="2362200" y="409899"/>
                  </a:lnTo>
                  <a:lnTo>
                    <a:pt x="2363724" y="40838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3800" y="3939539"/>
              <a:ext cx="2231898" cy="76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65697" y="3416046"/>
              <a:ext cx="130301" cy="52425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729227" y="3411474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5" y="4572"/>
                  </a:moveTo>
                  <a:lnTo>
                    <a:pt x="2372105" y="0"/>
                  </a:lnTo>
                  <a:lnTo>
                    <a:pt x="134112" y="0"/>
                  </a:lnTo>
                  <a:lnTo>
                    <a:pt x="0" y="133350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1063"/>
                  </a:lnTo>
                  <a:lnTo>
                    <a:pt x="9144" y="131063"/>
                  </a:lnTo>
                  <a:lnTo>
                    <a:pt x="135636" y="4572"/>
                  </a:lnTo>
                  <a:lnTo>
                    <a:pt x="2360676" y="4572"/>
                  </a:lnTo>
                  <a:lnTo>
                    <a:pt x="2363724" y="1524"/>
                  </a:lnTo>
                  <a:lnTo>
                    <a:pt x="2367153" y="4572"/>
                  </a:lnTo>
                  <a:lnTo>
                    <a:pt x="2372105" y="4572"/>
                  </a:lnTo>
                  <a:close/>
                </a:path>
                <a:path w="2372360" h="533400">
                  <a:moveTo>
                    <a:pt x="9144" y="131063"/>
                  </a:moveTo>
                  <a:lnTo>
                    <a:pt x="4572" y="131063"/>
                  </a:lnTo>
                  <a:lnTo>
                    <a:pt x="4572" y="135636"/>
                  </a:lnTo>
                  <a:lnTo>
                    <a:pt x="9144" y="131063"/>
                  </a:lnTo>
                  <a:close/>
                </a:path>
                <a:path w="2372360" h="533400">
                  <a:moveTo>
                    <a:pt x="2242566" y="528828"/>
                  </a:moveTo>
                  <a:lnTo>
                    <a:pt x="4572" y="528828"/>
                  </a:lnTo>
                  <a:lnTo>
                    <a:pt x="4572" y="533400"/>
                  </a:lnTo>
                  <a:lnTo>
                    <a:pt x="2237994" y="533400"/>
                  </a:lnTo>
                  <a:lnTo>
                    <a:pt x="2242566" y="528828"/>
                  </a:lnTo>
                  <a:close/>
                </a:path>
                <a:path w="2372360" h="533400">
                  <a:moveTo>
                    <a:pt x="2370581" y="400812"/>
                  </a:moveTo>
                  <a:lnTo>
                    <a:pt x="2370581" y="7620"/>
                  </a:lnTo>
                  <a:lnTo>
                    <a:pt x="2366758" y="11443"/>
                  </a:lnTo>
                  <a:lnTo>
                    <a:pt x="2366010" y="398525"/>
                  </a:lnTo>
                  <a:lnTo>
                    <a:pt x="2236470" y="528065"/>
                  </a:lnTo>
                  <a:lnTo>
                    <a:pt x="135636" y="528784"/>
                  </a:lnTo>
                  <a:lnTo>
                    <a:pt x="2242566" y="528828"/>
                  </a:lnTo>
                  <a:lnTo>
                    <a:pt x="2370581" y="400812"/>
                  </a:lnTo>
                  <a:close/>
                </a:path>
                <a:path w="2372360" h="533400">
                  <a:moveTo>
                    <a:pt x="2367153" y="4572"/>
                  </a:moveTo>
                  <a:lnTo>
                    <a:pt x="2363724" y="1524"/>
                  </a:lnTo>
                  <a:lnTo>
                    <a:pt x="2360676" y="4572"/>
                  </a:lnTo>
                  <a:lnTo>
                    <a:pt x="2367153" y="4572"/>
                  </a:lnTo>
                  <a:close/>
                </a:path>
                <a:path w="2372360" h="533400">
                  <a:moveTo>
                    <a:pt x="2370581" y="7620"/>
                  </a:moveTo>
                  <a:lnTo>
                    <a:pt x="2367153" y="4572"/>
                  </a:lnTo>
                  <a:lnTo>
                    <a:pt x="2366758" y="4572"/>
                  </a:lnTo>
                  <a:lnTo>
                    <a:pt x="2366758" y="11430"/>
                  </a:lnTo>
                  <a:lnTo>
                    <a:pt x="2370581" y="7620"/>
                  </a:lnTo>
                  <a:close/>
                </a:path>
                <a:path w="2372360" h="533400">
                  <a:moveTo>
                    <a:pt x="2372105" y="399288"/>
                  </a:moveTo>
                  <a:lnTo>
                    <a:pt x="2372105" y="4572"/>
                  </a:lnTo>
                  <a:lnTo>
                    <a:pt x="2367153" y="4572"/>
                  </a:lnTo>
                  <a:lnTo>
                    <a:pt x="2370581" y="7620"/>
                  </a:lnTo>
                  <a:lnTo>
                    <a:pt x="2370581" y="400812"/>
                  </a:lnTo>
                  <a:lnTo>
                    <a:pt x="2372105" y="399288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733800" y="3547110"/>
              <a:ext cx="2231898" cy="39319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965697" y="3416046"/>
              <a:ext cx="130301" cy="52425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33800" y="3416046"/>
              <a:ext cx="2362199" cy="131063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729228" y="3411474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6" y="399287"/>
                  </a:moveTo>
                  <a:lnTo>
                    <a:pt x="2372106" y="0"/>
                  </a:lnTo>
                  <a:lnTo>
                    <a:pt x="134112" y="0"/>
                  </a:lnTo>
                  <a:lnTo>
                    <a:pt x="0" y="133350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1064"/>
                  </a:lnTo>
                  <a:lnTo>
                    <a:pt x="16001" y="131064"/>
                  </a:lnTo>
                  <a:lnTo>
                    <a:pt x="135636" y="11430"/>
                  </a:lnTo>
                  <a:lnTo>
                    <a:pt x="135636" y="9144"/>
                  </a:lnTo>
                  <a:lnTo>
                    <a:pt x="139446" y="7619"/>
                  </a:lnTo>
                  <a:lnTo>
                    <a:pt x="139445" y="9144"/>
                  </a:lnTo>
                  <a:lnTo>
                    <a:pt x="2356104" y="9143"/>
                  </a:lnTo>
                  <a:lnTo>
                    <a:pt x="2363724" y="1523"/>
                  </a:lnTo>
                  <a:lnTo>
                    <a:pt x="2370582" y="7619"/>
                  </a:lnTo>
                  <a:lnTo>
                    <a:pt x="2370582" y="400811"/>
                  </a:lnTo>
                  <a:lnTo>
                    <a:pt x="2372106" y="399287"/>
                  </a:lnTo>
                  <a:close/>
                </a:path>
                <a:path w="2372360" h="533400">
                  <a:moveTo>
                    <a:pt x="16001" y="131064"/>
                  </a:moveTo>
                  <a:lnTo>
                    <a:pt x="4572" y="131064"/>
                  </a:lnTo>
                  <a:lnTo>
                    <a:pt x="4572" y="140208"/>
                  </a:lnTo>
                  <a:lnTo>
                    <a:pt x="8382" y="140208"/>
                  </a:lnTo>
                  <a:lnTo>
                    <a:pt x="8382" y="138684"/>
                  </a:lnTo>
                  <a:lnTo>
                    <a:pt x="9905" y="135636"/>
                  </a:lnTo>
                  <a:lnTo>
                    <a:pt x="9905" y="137160"/>
                  </a:lnTo>
                  <a:lnTo>
                    <a:pt x="16001" y="131064"/>
                  </a:lnTo>
                  <a:close/>
                </a:path>
                <a:path w="2372360" h="533400">
                  <a:moveTo>
                    <a:pt x="9906" y="523494"/>
                  </a:moveTo>
                  <a:lnTo>
                    <a:pt x="9905" y="140208"/>
                  </a:lnTo>
                  <a:lnTo>
                    <a:pt x="4572" y="140208"/>
                  </a:lnTo>
                  <a:lnTo>
                    <a:pt x="4572" y="523494"/>
                  </a:lnTo>
                  <a:lnTo>
                    <a:pt x="9906" y="523494"/>
                  </a:lnTo>
                  <a:close/>
                </a:path>
                <a:path w="2372360" h="533400">
                  <a:moveTo>
                    <a:pt x="2234184" y="523493"/>
                  </a:moveTo>
                  <a:lnTo>
                    <a:pt x="4572" y="523494"/>
                  </a:lnTo>
                  <a:lnTo>
                    <a:pt x="9906" y="528828"/>
                  </a:lnTo>
                  <a:lnTo>
                    <a:pt x="9905" y="533400"/>
                  </a:lnTo>
                  <a:lnTo>
                    <a:pt x="2231135" y="533399"/>
                  </a:lnTo>
                  <a:lnTo>
                    <a:pt x="2231135" y="528827"/>
                  </a:lnTo>
                  <a:lnTo>
                    <a:pt x="2232660" y="528827"/>
                  </a:lnTo>
                  <a:lnTo>
                    <a:pt x="2232660" y="525017"/>
                  </a:lnTo>
                  <a:lnTo>
                    <a:pt x="2234184" y="523493"/>
                  </a:lnTo>
                  <a:close/>
                </a:path>
                <a:path w="2372360" h="533400">
                  <a:moveTo>
                    <a:pt x="9905" y="533400"/>
                  </a:moveTo>
                  <a:lnTo>
                    <a:pt x="9906" y="528828"/>
                  </a:lnTo>
                  <a:lnTo>
                    <a:pt x="4572" y="523494"/>
                  </a:lnTo>
                  <a:lnTo>
                    <a:pt x="4572" y="533400"/>
                  </a:lnTo>
                  <a:lnTo>
                    <a:pt x="9905" y="533400"/>
                  </a:lnTo>
                  <a:close/>
                </a:path>
                <a:path w="2372360" h="533400">
                  <a:moveTo>
                    <a:pt x="9905" y="137160"/>
                  </a:moveTo>
                  <a:lnTo>
                    <a:pt x="9905" y="135636"/>
                  </a:lnTo>
                  <a:lnTo>
                    <a:pt x="8382" y="138684"/>
                  </a:lnTo>
                  <a:lnTo>
                    <a:pt x="9905" y="137160"/>
                  </a:lnTo>
                  <a:close/>
                </a:path>
                <a:path w="2372360" h="533400">
                  <a:moveTo>
                    <a:pt x="2234184" y="131063"/>
                  </a:moveTo>
                  <a:lnTo>
                    <a:pt x="16001" y="131064"/>
                  </a:lnTo>
                  <a:lnTo>
                    <a:pt x="8382" y="138684"/>
                  </a:lnTo>
                  <a:lnTo>
                    <a:pt x="8382" y="140208"/>
                  </a:lnTo>
                  <a:lnTo>
                    <a:pt x="2231135" y="140207"/>
                  </a:lnTo>
                  <a:lnTo>
                    <a:pt x="2231135" y="135635"/>
                  </a:lnTo>
                  <a:lnTo>
                    <a:pt x="2232660" y="135635"/>
                  </a:lnTo>
                  <a:lnTo>
                    <a:pt x="2232660" y="132587"/>
                  </a:lnTo>
                  <a:lnTo>
                    <a:pt x="2234184" y="131063"/>
                  </a:lnTo>
                  <a:close/>
                </a:path>
                <a:path w="2372360" h="533400">
                  <a:moveTo>
                    <a:pt x="139446" y="7619"/>
                  </a:moveTo>
                  <a:lnTo>
                    <a:pt x="135636" y="9144"/>
                  </a:lnTo>
                  <a:lnTo>
                    <a:pt x="137921" y="9144"/>
                  </a:lnTo>
                  <a:lnTo>
                    <a:pt x="139446" y="7619"/>
                  </a:lnTo>
                  <a:close/>
                </a:path>
                <a:path w="2372360" h="533400">
                  <a:moveTo>
                    <a:pt x="137921" y="9144"/>
                  </a:moveTo>
                  <a:lnTo>
                    <a:pt x="135636" y="9144"/>
                  </a:lnTo>
                  <a:lnTo>
                    <a:pt x="135636" y="11430"/>
                  </a:lnTo>
                  <a:lnTo>
                    <a:pt x="137921" y="9144"/>
                  </a:lnTo>
                  <a:close/>
                </a:path>
                <a:path w="2372360" h="533400">
                  <a:moveTo>
                    <a:pt x="139445" y="9144"/>
                  </a:moveTo>
                  <a:lnTo>
                    <a:pt x="139446" y="7619"/>
                  </a:lnTo>
                  <a:lnTo>
                    <a:pt x="137921" y="9144"/>
                  </a:lnTo>
                  <a:lnTo>
                    <a:pt x="139445" y="9144"/>
                  </a:lnTo>
                  <a:close/>
                </a:path>
                <a:path w="2372360" h="533400">
                  <a:moveTo>
                    <a:pt x="2241042" y="137159"/>
                  </a:moveTo>
                  <a:lnTo>
                    <a:pt x="2241042" y="135635"/>
                  </a:lnTo>
                  <a:lnTo>
                    <a:pt x="2231135" y="135635"/>
                  </a:lnTo>
                  <a:lnTo>
                    <a:pt x="2231135" y="140207"/>
                  </a:lnTo>
                  <a:lnTo>
                    <a:pt x="2237994" y="140207"/>
                  </a:lnTo>
                  <a:lnTo>
                    <a:pt x="2241042" y="137159"/>
                  </a:lnTo>
                  <a:close/>
                </a:path>
                <a:path w="2372360" h="533400">
                  <a:moveTo>
                    <a:pt x="2241042" y="516635"/>
                  </a:moveTo>
                  <a:lnTo>
                    <a:pt x="2241042" y="137159"/>
                  </a:lnTo>
                  <a:lnTo>
                    <a:pt x="2237994" y="140207"/>
                  </a:lnTo>
                  <a:lnTo>
                    <a:pt x="2231135" y="140207"/>
                  </a:lnTo>
                  <a:lnTo>
                    <a:pt x="2231135" y="523493"/>
                  </a:lnTo>
                  <a:lnTo>
                    <a:pt x="2234184" y="523493"/>
                  </a:lnTo>
                  <a:lnTo>
                    <a:pt x="2241042" y="516635"/>
                  </a:lnTo>
                  <a:close/>
                </a:path>
                <a:path w="2372360" h="533400">
                  <a:moveTo>
                    <a:pt x="2241042" y="530351"/>
                  </a:moveTo>
                  <a:lnTo>
                    <a:pt x="2241042" y="528827"/>
                  </a:lnTo>
                  <a:lnTo>
                    <a:pt x="2231135" y="528827"/>
                  </a:lnTo>
                  <a:lnTo>
                    <a:pt x="2231135" y="533399"/>
                  </a:lnTo>
                  <a:lnTo>
                    <a:pt x="2237994" y="533399"/>
                  </a:lnTo>
                  <a:lnTo>
                    <a:pt x="2241042" y="530351"/>
                  </a:lnTo>
                  <a:close/>
                </a:path>
                <a:path w="2372360" h="533400">
                  <a:moveTo>
                    <a:pt x="2236470" y="131063"/>
                  </a:moveTo>
                  <a:lnTo>
                    <a:pt x="2234184" y="131063"/>
                  </a:lnTo>
                  <a:lnTo>
                    <a:pt x="2232660" y="132587"/>
                  </a:lnTo>
                  <a:lnTo>
                    <a:pt x="2236470" y="131063"/>
                  </a:lnTo>
                  <a:close/>
                </a:path>
                <a:path w="2372360" h="533400">
                  <a:moveTo>
                    <a:pt x="2236470" y="135635"/>
                  </a:moveTo>
                  <a:lnTo>
                    <a:pt x="2236470" y="131063"/>
                  </a:lnTo>
                  <a:lnTo>
                    <a:pt x="2232660" y="132587"/>
                  </a:lnTo>
                  <a:lnTo>
                    <a:pt x="2232660" y="135635"/>
                  </a:lnTo>
                  <a:lnTo>
                    <a:pt x="2236470" y="135635"/>
                  </a:lnTo>
                  <a:close/>
                </a:path>
                <a:path w="2372360" h="533400">
                  <a:moveTo>
                    <a:pt x="2236470" y="523493"/>
                  </a:moveTo>
                  <a:lnTo>
                    <a:pt x="2234184" y="523493"/>
                  </a:lnTo>
                  <a:lnTo>
                    <a:pt x="2232660" y="525017"/>
                  </a:lnTo>
                  <a:lnTo>
                    <a:pt x="2236470" y="523493"/>
                  </a:lnTo>
                  <a:close/>
                </a:path>
                <a:path w="2372360" h="533400">
                  <a:moveTo>
                    <a:pt x="2236470" y="528827"/>
                  </a:moveTo>
                  <a:lnTo>
                    <a:pt x="2236470" y="523493"/>
                  </a:lnTo>
                  <a:lnTo>
                    <a:pt x="2232660" y="525017"/>
                  </a:lnTo>
                  <a:lnTo>
                    <a:pt x="2232660" y="528827"/>
                  </a:lnTo>
                  <a:lnTo>
                    <a:pt x="2236470" y="528827"/>
                  </a:lnTo>
                  <a:close/>
                </a:path>
                <a:path w="2372360" h="533400">
                  <a:moveTo>
                    <a:pt x="2366772" y="11429"/>
                  </a:moveTo>
                  <a:lnTo>
                    <a:pt x="2366772" y="9143"/>
                  </a:lnTo>
                  <a:lnTo>
                    <a:pt x="2356104" y="9143"/>
                  </a:lnTo>
                  <a:lnTo>
                    <a:pt x="2234184" y="131063"/>
                  </a:lnTo>
                  <a:lnTo>
                    <a:pt x="2236470" y="131063"/>
                  </a:lnTo>
                  <a:lnTo>
                    <a:pt x="2236470" y="135635"/>
                  </a:lnTo>
                  <a:lnTo>
                    <a:pt x="2241042" y="135635"/>
                  </a:lnTo>
                  <a:lnTo>
                    <a:pt x="2241042" y="137159"/>
                  </a:lnTo>
                  <a:lnTo>
                    <a:pt x="2366772" y="11429"/>
                  </a:lnTo>
                  <a:close/>
                </a:path>
                <a:path w="2372360" h="533400">
                  <a:moveTo>
                    <a:pt x="2363724" y="393953"/>
                  </a:moveTo>
                  <a:lnTo>
                    <a:pt x="2234184" y="523493"/>
                  </a:lnTo>
                  <a:lnTo>
                    <a:pt x="2236470" y="523493"/>
                  </a:lnTo>
                  <a:lnTo>
                    <a:pt x="2236470" y="528827"/>
                  </a:lnTo>
                  <a:lnTo>
                    <a:pt x="2241042" y="528827"/>
                  </a:lnTo>
                  <a:lnTo>
                    <a:pt x="2241042" y="530351"/>
                  </a:lnTo>
                  <a:lnTo>
                    <a:pt x="2362200" y="409193"/>
                  </a:lnTo>
                  <a:lnTo>
                    <a:pt x="2362200" y="397763"/>
                  </a:lnTo>
                  <a:lnTo>
                    <a:pt x="2363724" y="393953"/>
                  </a:lnTo>
                  <a:close/>
                </a:path>
                <a:path w="2372360" h="533400">
                  <a:moveTo>
                    <a:pt x="2370582" y="7619"/>
                  </a:moveTo>
                  <a:lnTo>
                    <a:pt x="2363724" y="1523"/>
                  </a:lnTo>
                  <a:lnTo>
                    <a:pt x="2356104" y="9143"/>
                  </a:lnTo>
                  <a:lnTo>
                    <a:pt x="2362200" y="9143"/>
                  </a:lnTo>
                  <a:lnTo>
                    <a:pt x="2362200" y="4571"/>
                  </a:lnTo>
                  <a:lnTo>
                    <a:pt x="2366772" y="9143"/>
                  </a:lnTo>
                  <a:lnTo>
                    <a:pt x="2366772" y="11429"/>
                  </a:lnTo>
                  <a:lnTo>
                    <a:pt x="2370582" y="7619"/>
                  </a:lnTo>
                  <a:close/>
                </a:path>
                <a:path w="2372360" h="533400">
                  <a:moveTo>
                    <a:pt x="2366772" y="9143"/>
                  </a:moveTo>
                  <a:lnTo>
                    <a:pt x="2362200" y="4571"/>
                  </a:lnTo>
                  <a:lnTo>
                    <a:pt x="2362200" y="9143"/>
                  </a:lnTo>
                  <a:lnTo>
                    <a:pt x="2366772" y="9143"/>
                  </a:lnTo>
                  <a:close/>
                </a:path>
                <a:path w="2372360" h="533400">
                  <a:moveTo>
                    <a:pt x="2370582" y="400811"/>
                  </a:moveTo>
                  <a:lnTo>
                    <a:pt x="2370582" y="7619"/>
                  </a:lnTo>
                  <a:lnTo>
                    <a:pt x="2362200" y="16001"/>
                  </a:lnTo>
                  <a:lnTo>
                    <a:pt x="2362200" y="395477"/>
                  </a:lnTo>
                  <a:lnTo>
                    <a:pt x="2363724" y="393953"/>
                  </a:lnTo>
                  <a:lnTo>
                    <a:pt x="2363724" y="407669"/>
                  </a:lnTo>
                  <a:lnTo>
                    <a:pt x="2370582" y="400811"/>
                  </a:lnTo>
                  <a:close/>
                </a:path>
                <a:path w="2372360" h="533400">
                  <a:moveTo>
                    <a:pt x="2363724" y="407669"/>
                  </a:moveTo>
                  <a:lnTo>
                    <a:pt x="2363724" y="393953"/>
                  </a:lnTo>
                  <a:lnTo>
                    <a:pt x="2362200" y="397763"/>
                  </a:lnTo>
                  <a:lnTo>
                    <a:pt x="2362200" y="409193"/>
                  </a:lnTo>
                  <a:lnTo>
                    <a:pt x="2363724" y="407669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3800" y="3514344"/>
              <a:ext cx="2231898" cy="76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65697" y="2991612"/>
              <a:ext cx="130301" cy="523494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3729227" y="2986277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5" y="5334"/>
                  </a:moveTo>
                  <a:lnTo>
                    <a:pt x="2372105" y="0"/>
                  </a:lnTo>
                  <a:lnTo>
                    <a:pt x="134112" y="0"/>
                  </a:lnTo>
                  <a:lnTo>
                    <a:pt x="0" y="134112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1063"/>
                  </a:lnTo>
                  <a:lnTo>
                    <a:pt x="9144" y="131063"/>
                  </a:lnTo>
                  <a:lnTo>
                    <a:pt x="134874" y="5334"/>
                  </a:lnTo>
                  <a:lnTo>
                    <a:pt x="2359914" y="5334"/>
                  </a:lnTo>
                  <a:lnTo>
                    <a:pt x="2363724" y="1524"/>
                  </a:lnTo>
                  <a:lnTo>
                    <a:pt x="2367534" y="5334"/>
                  </a:lnTo>
                  <a:lnTo>
                    <a:pt x="2372105" y="5334"/>
                  </a:lnTo>
                  <a:close/>
                </a:path>
                <a:path w="2372360" h="533400">
                  <a:moveTo>
                    <a:pt x="9144" y="131063"/>
                  </a:moveTo>
                  <a:lnTo>
                    <a:pt x="4572" y="131063"/>
                  </a:lnTo>
                  <a:lnTo>
                    <a:pt x="4572" y="135636"/>
                  </a:lnTo>
                  <a:lnTo>
                    <a:pt x="9144" y="131063"/>
                  </a:lnTo>
                  <a:close/>
                </a:path>
                <a:path w="2372360" h="533400">
                  <a:moveTo>
                    <a:pt x="2242592" y="528828"/>
                  </a:moveTo>
                  <a:lnTo>
                    <a:pt x="4572" y="528828"/>
                  </a:lnTo>
                  <a:lnTo>
                    <a:pt x="4572" y="533400"/>
                  </a:lnTo>
                  <a:lnTo>
                    <a:pt x="2237994" y="533400"/>
                  </a:lnTo>
                  <a:lnTo>
                    <a:pt x="2242592" y="528828"/>
                  </a:lnTo>
                  <a:close/>
                </a:path>
                <a:path w="2372360" h="533400">
                  <a:moveTo>
                    <a:pt x="2370581" y="401565"/>
                  </a:moveTo>
                  <a:lnTo>
                    <a:pt x="2370581" y="8382"/>
                  </a:lnTo>
                  <a:lnTo>
                    <a:pt x="2366758" y="12205"/>
                  </a:lnTo>
                  <a:lnTo>
                    <a:pt x="2366010" y="398526"/>
                  </a:lnTo>
                  <a:lnTo>
                    <a:pt x="2236470" y="528066"/>
                  </a:lnTo>
                  <a:lnTo>
                    <a:pt x="134874" y="528785"/>
                  </a:lnTo>
                  <a:lnTo>
                    <a:pt x="2242592" y="528828"/>
                  </a:lnTo>
                  <a:lnTo>
                    <a:pt x="2370581" y="401565"/>
                  </a:lnTo>
                  <a:close/>
                </a:path>
                <a:path w="2372360" h="533400">
                  <a:moveTo>
                    <a:pt x="2367534" y="5334"/>
                  </a:moveTo>
                  <a:lnTo>
                    <a:pt x="2363724" y="1524"/>
                  </a:lnTo>
                  <a:lnTo>
                    <a:pt x="2359914" y="5334"/>
                  </a:lnTo>
                  <a:lnTo>
                    <a:pt x="2367534" y="5334"/>
                  </a:lnTo>
                  <a:close/>
                </a:path>
                <a:path w="2372360" h="533400">
                  <a:moveTo>
                    <a:pt x="2370581" y="8382"/>
                  </a:moveTo>
                  <a:lnTo>
                    <a:pt x="2367534" y="5334"/>
                  </a:lnTo>
                  <a:lnTo>
                    <a:pt x="2366758" y="5334"/>
                  </a:lnTo>
                  <a:lnTo>
                    <a:pt x="2366758" y="12192"/>
                  </a:lnTo>
                  <a:lnTo>
                    <a:pt x="2370581" y="8382"/>
                  </a:lnTo>
                  <a:close/>
                </a:path>
                <a:path w="2372360" h="533400">
                  <a:moveTo>
                    <a:pt x="2372105" y="400050"/>
                  </a:moveTo>
                  <a:lnTo>
                    <a:pt x="2372105" y="5334"/>
                  </a:lnTo>
                  <a:lnTo>
                    <a:pt x="2367534" y="5334"/>
                  </a:lnTo>
                  <a:lnTo>
                    <a:pt x="2370581" y="8382"/>
                  </a:lnTo>
                  <a:lnTo>
                    <a:pt x="2370581" y="401565"/>
                  </a:lnTo>
                  <a:lnTo>
                    <a:pt x="2372105" y="400050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733800" y="3121914"/>
              <a:ext cx="2231898" cy="39319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65697" y="2991612"/>
              <a:ext cx="130301" cy="523493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33800" y="2991612"/>
              <a:ext cx="2362200" cy="130301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3729228" y="2986278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6" y="400049"/>
                  </a:moveTo>
                  <a:lnTo>
                    <a:pt x="2372106" y="0"/>
                  </a:lnTo>
                  <a:lnTo>
                    <a:pt x="134112" y="0"/>
                  </a:lnTo>
                  <a:lnTo>
                    <a:pt x="0" y="134112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1064"/>
                  </a:lnTo>
                  <a:lnTo>
                    <a:pt x="16764" y="131064"/>
                  </a:lnTo>
                  <a:lnTo>
                    <a:pt x="135636" y="12192"/>
                  </a:lnTo>
                  <a:lnTo>
                    <a:pt x="135636" y="9906"/>
                  </a:lnTo>
                  <a:lnTo>
                    <a:pt x="139446" y="8382"/>
                  </a:lnTo>
                  <a:lnTo>
                    <a:pt x="139445" y="9906"/>
                  </a:lnTo>
                  <a:lnTo>
                    <a:pt x="2355342" y="9905"/>
                  </a:lnTo>
                  <a:lnTo>
                    <a:pt x="2363724" y="1523"/>
                  </a:lnTo>
                  <a:lnTo>
                    <a:pt x="2370582" y="8381"/>
                  </a:lnTo>
                  <a:lnTo>
                    <a:pt x="2370582" y="401565"/>
                  </a:lnTo>
                  <a:lnTo>
                    <a:pt x="2372106" y="400049"/>
                  </a:lnTo>
                  <a:close/>
                </a:path>
                <a:path w="2372360" h="533400">
                  <a:moveTo>
                    <a:pt x="16764" y="131064"/>
                  </a:moveTo>
                  <a:lnTo>
                    <a:pt x="4572" y="131064"/>
                  </a:lnTo>
                  <a:lnTo>
                    <a:pt x="4572" y="140970"/>
                  </a:lnTo>
                  <a:lnTo>
                    <a:pt x="8382" y="140970"/>
                  </a:lnTo>
                  <a:lnTo>
                    <a:pt x="8382" y="139446"/>
                  </a:lnTo>
                  <a:lnTo>
                    <a:pt x="9905" y="135636"/>
                  </a:lnTo>
                  <a:lnTo>
                    <a:pt x="9905" y="137922"/>
                  </a:lnTo>
                  <a:lnTo>
                    <a:pt x="16764" y="131064"/>
                  </a:lnTo>
                  <a:close/>
                </a:path>
                <a:path w="2372360" h="533400">
                  <a:moveTo>
                    <a:pt x="9905" y="524256"/>
                  </a:moveTo>
                  <a:lnTo>
                    <a:pt x="9905" y="140970"/>
                  </a:lnTo>
                  <a:lnTo>
                    <a:pt x="4572" y="140970"/>
                  </a:lnTo>
                  <a:lnTo>
                    <a:pt x="4572" y="524256"/>
                  </a:lnTo>
                  <a:lnTo>
                    <a:pt x="9905" y="524256"/>
                  </a:lnTo>
                  <a:close/>
                </a:path>
                <a:path w="2372360" h="533400">
                  <a:moveTo>
                    <a:pt x="2234184" y="524255"/>
                  </a:moveTo>
                  <a:lnTo>
                    <a:pt x="4572" y="524256"/>
                  </a:lnTo>
                  <a:lnTo>
                    <a:pt x="9905" y="528828"/>
                  </a:lnTo>
                  <a:lnTo>
                    <a:pt x="9906" y="533400"/>
                  </a:lnTo>
                  <a:lnTo>
                    <a:pt x="2231135" y="533399"/>
                  </a:lnTo>
                  <a:lnTo>
                    <a:pt x="2231135" y="528827"/>
                  </a:lnTo>
                  <a:lnTo>
                    <a:pt x="2232660" y="528827"/>
                  </a:lnTo>
                  <a:lnTo>
                    <a:pt x="2232660" y="525779"/>
                  </a:lnTo>
                  <a:lnTo>
                    <a:pt x="2234184" y="524255"/>
                  </a:lnTo>
                  <a:close/>
                </a:path>
                <a:path w="2372360" h="533400">
                  <a:moveTo>
                    <a:pt x="9906" y="533400"/>
                  </a:moveTo>
                  <a:lnTo>
                    <a:pt x="9905" y="528828"/>
                  </a:lnTo>
                  <a:lnTo>
                    <a:pt x="4572" y="524256"/>
                  </a:lnTo>
                  <a:lnTo>
                    <a:pt x="4572" y="533400"/>
                  </a:lnTo>
                  <a:lnTo>
                    <a:pt x="9906" y="533400"/>
                  </a:lnTo>
                  <a:close/>
                </a:path>
                <a:path w="2372360" h="533400">
                  <a:moveTo>
                    <a:pt x="9905" y="137922"/>
                  </a:moveTo>
                  <a:lnTo>
                    <a:pt x="9905" y="135636"/>
                  </a:lnTo>
                  <a:lnTo>
                    <a:pt x="8382" y="139446"/>
                  </a:lnTo>
                  <a:lnTo>
                    <a:pt x="9905" y="137922"/>
                  </a:lnTo>
                  <a:close/>
                </a:path>
                <a:path w="2372360" h="533400">
                  <a:moveTo>
                    <a:pt x="2234184" y="131063"/>
                  </a:moveTo>
                  <a:lnTo>
                    <a:pt x="16764" y="131064"/>
                  </a:lnTo>
                  <a:lnTo>
                    <a:pt x="8382" y="139446"/>
                  </a:lnTo>
                  <a:lnTo>
                    <a:pt x="8382" y="140970"/>
                  </a:lnTo>
                  <a:lnTo>
                    <a:pt x="2231135" y="140969"/>
                  </a:lnTo>
                  <a:lnTo>
                    <a:pt x="2231135" y="135635"/>
                  </a:lnTo>
                  <a:lnTo>
                    <a:pt x="2232660" y="135635"/>
                  </a:lnTo>
                  <a:lnTo>
                    <a:pt x="2232660" y="132587"/>
                  </a:lnTo>
                  <a:lnTo>
                    <a:pt x="2234184" y="131063"/>
                  </a:lnTo>
                  <a:close/>
                </a:path>
                <a:path w="2372360" h="533400">
                  <a:moveTo>
                    <a:pt x="139446" y="8382"/>
                  </a:moveTo>
                  <a:lnTo>
                    <a:pt x="135636" y="9906"/>
                  </a:lnTo>
                  <a:lnTo>
                    <a:pt x="137921" y="9906"/>
                  </a:lnTo>
                  <a:lnTo>
                    <a:pt x="139446" y="8382"/>
                  </a:lnTo>
                  <a:close/>
                </a:path>
                <a:path w="2372360" h="533400">
                  <a:moveTo>
                    <a:pt x="137921" y="9906"/>
                  </a:moveTo>
                  <a:lnTo>
                    <a:pt x="135636" y="9906"/>
                  </a:lnTo>
                  <a:lnTo>
                    <a:pt x="135636" y="12192"/>
                  </a:lnTo>
                  <a:lnTo>
                    <a:pt x="137921" y="9906"/>
                  </a:lnTo>
                  <a:close/>
                </a:path>
                <a:path w="2372360" h="533400">
                  <a:moveTo>
                    <a:pt x="139445" y="9906"/>
                  </a:moveTo>
                  <a:lnTo>
                    <a:pt x="139446" y="8382"/>
                  </a:lnTo>
                  <a:lnTo>
                    <a:pt x="137921" y="9906"/>
                  </a:lnTo>
                  <a:lnTo>
                    <a:pt x="139445" y="9906"/>
                  </a:lnTo>
                  <a:close/>
                </a:path>
                <a:path w="2372360" h="533400">
                  <a:moveTo>
                    <a:pt x="2241042" y="137921"/>
                  </a:moveTo>
                  <a:lnTo>
                    <a:pt x="2241042" y="135635"/>
                  </a:lnTo>
                  <a:lnTo>
                    <a:pt x="2231135" y="135635"/>
                  </a:lnTo>
                  <a:lnTo>
                    <a:pt x="2231135" y="140969"/>
                  </a:lnTo>
                  <a:lnTo>
                    <a:pt x="2237994" y="140969"/>
                  </a:lnTo>
                  <a:lnTo>
                    <a:pt x="2241042" y="137921"/>
                  </a:lnTo>
                  <a:close/>
                </a:path>
                <a:path w="2372360" h="533400">
                  <a:moveTo>
                    <a:pt x="2241042" y="517397"/>
                  </a:moveTo>
                  <a:lnTo>
                    <a:pt x="2241042" y="137921"/>
                  </a:lnTo>
                  <a:lnTo>
                    <a:pt x="2237994" y="140969"/>
                  </a:lnTo>
                  <a:lnTo>
                    <a:pt x="2231135" y="140969"/>
                  </a:lnTo>
                  <a:lnTo>
                    <a:pt x="2231135" y="524255"/>
                  </a:lnTo>
                  <a:lnTo>
                    <a:pt x="2234184" y="524255"/>
                  </a:lnTo>
                  <a:lnTo>
                    <a:pt x="2241042" y="517397"/>
                  </a:lnTo>
                  <a:close/>
                </a:path>
                <a:path w="2372360" h="533400">
                  <a:moveTo>
                    <a:pt x="2241042" y="530369"/>
                  </a:moveTo>
                  <a:lnTo>
                    <a:pt x="2241042" y="528827"/>
                  </a:lnTo>
                  <a:lnTo>
                    <a:pt x="2231135" y="528827"/>
                  </a:lnTo>
                  <a:lnTo>
                    <a:pt x="2231135" y="533399"/>
                  </a:lnTo>
                  <a:lnTo>
                    <a:pt x="2237994" y="533399"/>
                  </a:lnTo>
                  <a:lnTo>
                    <a:pt x="2241042" y="530369"/>
                  </a:lnTo>
                  <a:close/>
                </a:path>
                <a:path w="2372360" h="533400">
                  <a:moveTo>
                    <a:pt x="2236470" y="131063"/>
                  </a:moveTo>
                  <a:lnTo>
                    <a:pt x="2234184" y="131063"/>
                  </a:lnTo>
                  <a:lnTo>
                    <a:pt x="2232660" y="132587"/>
                  </a:lnTo>
                  <a:lnTo>
                    <a:pt x="2236470" y="131063"/>
                  </a:lnTo>
                  <a:close/>
                </a:path>
                <a:path w="2372360" h="533400">
                  <a:moveTo>
                    <a:pt x="2236470" y="135635"/>
                  </a:moveTo>
                  <a:lnTo>
                    <a:pt x="2236470" y="131063"/>
                  </a:lnTo>
                  <a:lnTo>
                    <a:pt x="2232660" y="132587"/>
                  </a:lnTo>
                  <a:lnTo>
                    <a:pt x="2232660" y="135635"/>
                  </a:lnTo>
                  <a:lnTo>
                    <a:pt x="2236470" y="135635"/>
                  </a:lnTo>
                  <a:close/>
                </a:path>
                <a:path w="2372360" h="533400">
                  <a:moveTo>
                    <a:pt x="2236470" y="524255"/>
                  </a:moveTo>
                  <a:lnTo>
                    <a:pt x="2234184" y="524255"/>
                  </a:lnTo>
                  <a:lnTo>
                    <a:pt x="2232660" y="525779"/>
                  </a:lnTo>
                  <a:lnTo>
                    <a:pt x="2236470" y="524255"/>
                  </a:lnTo>
                  <a:close/>
                </a:path>
                <a:path w="2372360" h="533400">
                  <a:moveTo>
                    <a:pt x="2236470" y="528827"/>
                  </a:moveTo>
                  <a:lnTo>
                    <a:pt x="2236470" y="524255"/>
                  </a:lnTo>
                  <a:lnTo>
                    <a:pt x="2232660" y="525779"/>
                  </a:lnTo>
                  <a:lnTo>
                    <a:pt x="2232660" y="528827"/>
                  </a:lnTo>
                  <a:lnTo>
                    <a:pt x="2236470" y="528827"/>
                  </a:lnTo>
                  <a:close/>
                </a:path>
                <a:path w="2372360" h="533400">
                  <a:moveTo>
                    <a:pt x="2366772" y="12191"/>
                  </a:moveTo>
                  <a:lnTo>
                    <a:pt x="2366772" y="9905"/>
                  </a:lnTo>
                  <a:lnTo>
                    <a:pt x="2355342" y="9905"/>
                  </a:lnTo>
                  <a:lnTo>
                    <a:pt x="2234184" y="131063"/>
                  </a:lnTo>
                  <a:lnTo>
                    <a:pt x="2236470" y="131063"/>
                  </a:lnTo>
                  <a:lnTo>
                    <a:pt x="2236470" y="135635"/>
                  </a:lnTo>
                  <a:lnTo>
                    <a:pt x="2241042" y="135635"/>
                  </a:lnTo>
                  <a:lnTo>
                    <a:pt x="2241042" y="137921"/>
                  </a:lnTo>
                  <a:lnTo>
                    <a:pt x="2366772" y="12191"/>
                  </a:lnTo>
                  <a:close/>
                </a:path>
                <a:path w="2372360" h="533400">
                  <a:moveTo>
                    <a:pt x="2363724" y="394715"/>
                  </a:moveTo>
                  <a:lnTo>
                    <a:pt x="2234184" y="524255"/>
                  </a:lnTo>
                  <a:lnTo>
                    <a:pt x="2236470" y="524255"/>
                  </a:lnTo>
                  <a:lnTo>
                    <a:pt x="2236470" y="528827"/>
                  </a:lnTo>
                  <a:lnTo>
                    <a:pt x="2241042" y="528827"/>
                  </a:lnTo>
                  <a:lnTo>
                    <a:pt x="2241042" y="530369"/>
                  </a:lnTo>
                  <a:lnTo>
                    <a:pt x="2362200" y="409899"/>
                  </a:lnTo>
                  <a:lnTo>
                    <a:pt x="2362200" y="397763"/>
                  </a:lnTo>
                  <a:lnTo>
                    <a:pt x="2363724" y="394715"/>
                  </a:lnTo>
                  <a:close/>
                </a:path>
                <a:path w="2372360" h="533400">
                  <a:moveTo>
                    <a:pt x="2370582" y="8381"/>
                  </a:moveTo>
                  <a:lnTo>
                    <a:pt x="2363724" y="1523"/>
                  </a:lnTo>
                  <a:lnTo>
                    <a:pt x="2355342" y="9905"/>
                  </a:lnTo>
                  <a:lnTo>
                    <a:pt x="2362200" y="9905"/>
                  </a:lnTo>
                  <a:lnTo>
                    <a:pt x="2362200" y="5333"/>
                  </a:lnTo>
                  <a:lnTo>
                    <a:pt x="2366772" y="9905"/>
                  </a:lnTo>
                  <a:lnTo>
                    <a:pt x="2366772" y="12191"/>
                  </a:lnTo>
                  <a:lnTo>
                    <a:pt x="2370582" y="8381"/>
                  </a:lnTo>
                  <a:close/>
                </a:path>
                <a:path w="2372360" h="533400">
                  <a:moveTo>
                    <a:pt x="2366772" y="9905"/>
                  </a:moveTo>
                  <a:lnTo>
                    <a:pt x="2362200" y="5333"/>
                  </a:lnTo>
                  <a:lnTo>
                    <a:pt x="2362200" y="9905"/>
                  </a:lnTo>
                  <a:lnTo>
                    <a:pt x="2366772" y="9905"/>
                  </a:lnTo>
                  <a:close/>
                </a:path>
                <a:path w="2372360" h="533400">
                  <a:moveTo>
                    <a:pt x="2370582" y="401565"/>
                  </a:moveTo>
                  <a:lnTo>
                    <a:pt x="2370582" y="8381"/>
                  </a:lnTo>
                  <a:lnTo>
                    <a:pt x="2362200" y="16763"/>
                  </a:lnTo>
                  <a:lnTo>
                    <a:pt x="2362200" y="396239"/>
                  </a:lnTo>
                  <a:lnTo>
                    <a:pt x="2363724" y="394715"/>
                  </a:lnTo>
                  <a:lnTo>
                    <a:pt x="2363724" y="408384"/>
                  </a:lnTo>
                  <a:lnTo>
                    <a:pt x="2370582" y="401565"/>
                  </a:lnTo>
                  <a:close/>
                </a:path>
                <a:path w="2372360" h="533400">
                  <a:moveTo>
                    <a:pt x="2363724" y="408384"/>
                  </a:moveTo>
                  <a:lnTo>
                    <a:pt x="2363724" y="394715"/>
                  </a:lnTo>
                  <a:lnTo>
                    <a:pt x="2362200" y="397763"/>
                  </a:lnTo>
                  <a:lnTo>
                    <a:pt x="2362200" y="409899"/>
                  </a:lnTo>
                  <a:lnTo>
                    <a:pt x="2363724" y="40838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3800" y="3105150"/>
              <a:ext cx="2231898" cy="761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65697" y="2582418"/>
              <a:ext cx="130301" cy="52349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3729227" y="2577845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5" y="4572"/>
                  </a:moveTo>
                  <a:lnTo>
                    <a:pt x="2372105" y="0"/>
                  </a:lnTo>
                  <a:lnTo>
                    <a:pt x="134112" y="0"/>
                  </a:lnTo>
                  <a:lnTo>
                    <a:pt x="0" y="133350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1063"/>
                  </a:lnTo>
                  <a:lnTo>
                    <a:pt x="9144" y="131063"/>
                  </a:lnTo>
                  <a:lnTo>
                    <a:pt x="135636" y="4572"/>
                  </a:lnTo>
                  <a:lnTo>
                    <a:pt x="2360658" y="4572"/>
                  </a:lnTo>
                  <a:lnTo>
                    <a:pt x="2363724" y="1524"/>
                  </a:lnTo>
                  <a:lnTo>
                    <a:pt x="2367153" y="4572"/>
                  </a:lnTo>
                  <a:lnTo>
                    <a:pt x="2372105" y="4572"/>
                  </a:lnTo>
                  <a:close/>
                </a:path>
                <a:path w="2372360" h="533400">
                  <a:moveTo>
                    <a:pt x="9144" y="131063"/>
                  </a:moveTo>
                  <a:lnTo>
                    <a:pt x="4572" y="131063"/>
                  </a:lnTo>
                  <a:lnTo>
                    <a:pt x="4572" y="135636"/>
                  </a:lnTo>
                  <a:lnTo>
                    <a:pt x="9144" y="131063"/>
                  </a:lnTo>
                  <a:close/>
                </a:path>
                <a:path w="2372360" h="533400">
                  <a:moveTo>
                    <a:pt x="2243328" y="528066"/>
                  </a:moveTo>
                  <a:lnTo>
                    <a:pt x="4572" y="528066"/>
                  </a:lnTo>
                  <a:lnTo>
                    <a:pt x="4572" y="533400"/>
                  </a:lnTo>
                  <a:lnTo>
                    <a:pt x="2237994" y="533400"/>
                  </a:lnTo>
                  <a:lnTo>
                    <a:pt x="2243328" y="528066"/>
                  </a:lnTo>
                  <a:close/>
                </a:path>
                <a:path w="2372360" h="533400">
                  <a:moveTo>
                    <a:pt x="2370581" y="400812"/>
                  </a:moveTo>
                  <a:lnTo>
                    <a:pt x="2370581" y="7620"/>
                  </a:lnTo>
                  <a:lnTo>
                    <a:pt x="2366758" y="11443"/>
                  </a:lnTo>
                  <a:lnTo>
                    <a:pt x="2366010" y="398526"/>
                  </a:lnTo>
                  <a:lnTo>
                    <a:pt x="2237232" y="527304"/>
                  </a:lnTo>
                  <a:lnTo>
                    <a:pt x="135636" y="528022"/>
                  </a:lnTo>
                  <a:lnTo>
                    <a:pt x="2243328" y="528066"/>
                  </a:lnTo>
                  <a:lnTo>
                    <a:pt x="2370581" y="400812"/>
                  </a:lnTo>
                  <a:close/>
                </a:path>
                <a:path w="2372360" h="533400">
                  <a:moveTo>
                    <a:pt x="2367153" y="4572"/>
                  </a:moveTo>
                  <a:lnTo>
                    <a:pt x="2363724" y="1524"/>
                  </a:lnTo>
                  <a:lnTo>
                    <a:pt x="2360658" y="4572"/>
                  </a:lnTo>
                  <a:lnTo>
                    <a:pt x="2367153" y="4572"/>
                  </a:lnTo>
                  <a:close/>
                </a:path>
                <a:path w="2372360" h="533400">
                  <a:moveTo>
                    <a:pt x="2370581" y="7620"/>
                  </a:moveTo>
                  <a:lnTo>
                    <a:pt x="2367153" y="4572"/>
                  </a:lnTo>
                  <a:lnTo>
                    <a:pt x="2366758" y="4572"/>
                  </a:lnTo>
                  <a:lnTo>
                    <a:pt x="2366758" y="11430"/>
                  </a:lnTo>
                  <a:lnTo>
                    <a:pt x="2370581" y="7620"/>
                  </a:lnTo>
                  <a:close/>
                </a:path>
                <a:path w="2372360" h="533400">
                  <a:moveTo>
                    <a:pt x="2372105" y="399288"/>
                  </a:moveTo>
                  <a:lnTo>
                    <a:pt x="2372105" y="4572"/>
                  </a:lnTo>
                  <a:lnTo>
                    <a:pt x="2367153" y="4572"/>
                  </a:lnTo>
                  <a:lnTo>
                    <a:pt x="2370581" y="7620"/>
                  </a:lnTo>
                  <a:lnTo>
                    <a:pt x="2370581" y="400812"/>
                  </a:lnTo>
                  <a:lnTo>
                    <a:pt x="2372105" y="399288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733800" y="2713482"/>
              <a:ext cx="2231898" cy="39242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965697" y="2582418"/>
              <a:ext cx="130301" cy="523493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33800" y="2582418"/>
              <a:ext cx="2362200" cy="131063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729228" y="2577846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6" y="399287"/>
                  </a:moveTo>
                  <a:lnTo>
                    <a:pt x="2372106" y="0"/>
                  </a:lnTo>
                  <a:lnTo>
                    <a:pt x="134112" y="0"/>
                  </a:lnTo>
                  <a:lnTo>
                    <a:pt x="0" y="133350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1064"/>
                  </a:lnTo>
                  <a:lnTo>
                    <a:pt x="16001" y="131064"/>
                  </a:lnTo>
                  <a:lnTo>
                    <a:pt x="135636" y="11430"/>
                  </a:lnTo>
                  <a:lnTo>
                    <a:pt x="135636" y="9144"/>
                  </a:lnTo>
                  <a:lnTo>
                    <a:pt x="139446" y="7619"/>
                  </a:lnTo>
                  <a:lnTo>
                    <a:pt x="139445" y="9144"/>
                  </a:lnTo>
                  <a:lnTo>
                    <a:pt x="2356059" y="9143"/>
                  </a:lnTo>
                  <a:lnTo>
                    <a:pt x="2363724" y="1523"/>
                  </a:lnTo>
                  <a:lnTo>
                    <a:pt x="2370582" y="7619"/>
                  </a:lnTo>
                  <a:lnTo>
                    <a:pt x="2370582" y="400811"/>
                  </a:lnTo>
                  <a:lnTo>
                    <a:pt x="2372106" y="399287"/>
                  </a:lnTo>
                  <a:close/>
                </a:path>
                <a:path w="2372360" h="533400">
                  <a:moveTo>
                    <a:pt x="16001" y="131064"/>
                  </a:moveTo>
                  <a:lnTo>
                    <a:pt x="4572" y="131064"/>
                  </a:lnTo>
                  <a:lnTo>
                    <a:pt x="4572" y="140208"/>
                  </a:lnTo>
                  <a:lnTo>
                    <a:pt x="8382" y="140208"/>
                  </a:lnTo>
                  <a:lnTo>
                    <a:pt x="8382" y="138684"/>
                  </a:lnTo>
                  <a:lnTo>
                    <a:pt x="9905" y="135636"/>
                  </a:lnTo>
                  <a:lnTo>
                    <a:pt x="9905" y="137160"/>
                  </a:lnTo>
                  <a:lnTo>
                    <a:pt x="16001" y="131064"/>
                  </a:lnTo>
                  <a:close/>
                </a:path>
                <a:path w="2372360" h="533400">
                  <a:moveTo>
                    <a:pt x="9906" y="523494"/>
                  </a:moveTo>
                  <a:lnTo>
                    <a:pt x="9905" y="140208"/>
                  </a:lnTo>
                  <a:lnTo>
                    <a:pt x="4572" y="140208"/>
                  </a:lnTo>
                  <a:lnTo>
                    <a:pt x="4572" y="523494"/>
                  </a:lnTo>
                  <a:lnTo>
                    <a:pt x="9906" y="523494"/>
                  </a:lnTo>
                  <a:close/>
                </a:path>
                <a:path w="2372360" h="533400">
                  <a:moveTo>
                    <a:pt x="2234184" y="523493"/>
                  </a:moveTo>
                  <a:lnTo>
                    <a:pt x="4572" y="523494"/>
                  </a:lnTo>
                  <a:lnTo>
                    <a:pt x="9906" y="528066"/>
                  </a:lnTo>
                  <a:lnTo>
                    <a:pt x="9905" y="533400"/>
                  </a:lnTo>
                  <a:lnTo>
                    <a:pt x="2231136" y="533399"/>
                  </a:lnTo>
                  <a:lnTo>
                    <a:pt x="2231136" y="528065"/>
                  </a:lnTo>
                  <a:lnTo>
                    <a:pt x="2232660" y="528065"/>
                  </a:lnTo>
                  <a:lnTo>
                    <a:pt x="2232660" y="525017"/>
                  </a:lnTo>
                  <a:lnTo>
                    <a:pt x="2234184" y="523493"/>
                  </a:lnTo>
                  <a:close/>
                </a:path>
                <a:path w="2372360" h="533400">
                  <a:moveTo>
                    <a:pt x="9905" y="533400"/>
                  </a:moveTo>
                  <a:lnTo>
                    <a:pt x="9906" y="528066"/>
                  </a:lnTo>
                  <a:lnTo>
                    <a:pt x="4572" y="523494"/>
                  </a:lnTo>
                  <a:lnTo>
                    <a:pt x="4572" y="533400"/>
                  </a:lnTo>
                  <a:lnTo>
                    <a:pt x="9905" y="533400"/>
                  </a:lnTo>
                  <a:close/>
                </a:path>
                <a:path w="2372360" h="533400">
                  <a:moveTo>
                    <a:pt x="9905" y="137160"/>
                  </a:moveTo>
                  <a:lnTo>
                    <a:pt x="9905" y="135636"/>
                  </a:lnTo>
                  <a:lnTo>
                    <a:pt x="8382" y="138684"/>
                  </a:lnTo>
                  <a:lnTo>
                    <a:pt x="9905" y="137160"/>
                  </a:lnTo>
                  <a:close/>
                </a:path>
                <a:path w="2372360" h="533400">
                  <a:moveTo>
                    <a:pt x="2233426" y="131063"/>
                  </a:moveTo>
                  <a:lnTo>
                    <a:pt x="16001" y="131064"/>
                  </a:lnTo>
                  <a:lnTo>
                    <a:pt x="8382" y="138684"/>
                  </a:lnTo>
                  <a:lnTo>
                    <a:pt x="8382" y="140208"/>
                  </a:lnTo>
                  <a:lnTo>
                    <a:pt x="2231136" y="140207"/>
                  </a:lnTo>
                  <a:lnTo>
                    <a:pt x="2231136" y="135635"/>
                  </a:lnTo>
                  <a:lnTo>
                    <a:pt x="2232660" y="135635"/>
                  </a:lnTo>
                  <a:lnTo>
                    <a:pt x="2232660" y="131825"/>
                  </a:lnTo>
                  <a:lnTo>
                    <a:pt x="2233426" y="131063"/>
                  </a:lnTo>
                  <a:close/>
                </a:path>
                <a:path w="2372360" h="533400">
                  <a:moveTo>
                    <a:pt x="139446" y="7619"/>
                  </a:moveTo>
                  <a:lnTo>
                    <a:pt x="135636" y="9144"/>
                  </a:lnTo>
                  <a:lnTo>
                    <a:pt x="137921" y="9144"/>
                  </a:lnTo>
                  <a:lnTo>
                    <a:pt x="139446" y="7619"/>
                  </a:lnTo>
                  <a:close/>
                </a:path>
                <a:path w="2372360" h="533400">
                  <a:moveTo>
                    <a:pt x="137921" y="9144"/>
                  </a:moveTo>
                  <a:lnTo>
                    <a:pt x="135636" y="9144"/>
                  </a:lnTo>
                  <a:lnTo>
                    <a:pt x="135636" y="11430"/>
                  </a:lnTo>
                  <a:lnTo>
                    <a:pt x="137921" y="9144"/>
                  </a:lnTo>
                  <a:close/>
                </a:path>
                <a:path w="2372360" h="533400">
                  <a:moveTo>
                    <a:pt x="139445" y="9144"/>
                  </a:moveTo>
                  <a:lnTo>
                    <a:pt x="139446" y="7619"/>
                  </a:lnTo>
                  <a:lnTo>
                    <a:pt x="137921" y="9144"/>
                  </a:lnTo>
                  <a:lnTo>
                    <a:pt x="139445" y="9144"/>
                  </a:lnTo>
                  <a:close/>
                </a:path>
                <a:path w="2372360" h="533400">
                  <a:moveTo>
                    <a:pt x="2241042" y="137159"/>
                  </a:moveTo>
                  <a:lnTo>
                    <a:pt x="2241042" y="135635"/>
                  </a:lnTo>
                  <a:lnTo>
                    <a:pt x="2231136" y="135635"/>
                  </a:lnTo>
                  <a:lnTo>
                    <a:pt x="2231136" y="140207"/>
                  </a:lnTo>
                  <a:lnTo>
                    <a:pt x="2237994" y="140207"/>
                  </a:lnTo>
                  <a:lnTo>
                    <a:pt x="2241042" y="137159"/>
                  </a:lnTo>
                  <a:close/>
                </a:path>
                <a:path w="2372360" h="533400">
                  <a:moveTo>
                    <a:pt x="2241042" y="516635"/>
                  </a:moveTo>
                  <a:lnTo>
                    <a:pt x="2241042" y="137159"/>
                  </a:lnTo>
                  <a:lnTo>
                    <a:pt x="2237994" y="140207"/>
                  </a:lnTo>
                  <a:lnTo>
                    <a:pt x="2231136" y="140207"/>
                  </a:lnTo>
                  <a:lnTo>
                    <a:pt x="2231136" y="523493"/>
                  </a:lnTo>
                  <a:lnTo>
                    <a:pt x="2234184" y="523493"/>
                  </a:lnTo>
                  <a:lnTo>
                    <a:pt x="2241042" y="516635"/>
                  </a:lnTo>
                  <a:close/>
                </a:path>
                <a:path w="2372360" h="533400">
                  <a:moveTo>
                    <a:pt x="2241042" y="530351"/>
                  </a:moveTo>
                  <a:lnTo>
                    <a:pt x="2241042" y="528065"/>
                  </a:lnTo>
                  <a:lnTo>
                    <a:pt x="2231136" y="528065"/>
                  </a:lnTo>
                  <a:lnTo>
                    <a:pt x="2231136" y="533399"/>
                  </a:lnTo>
                  <a:lnTo>
                    <a:pt x="2237994" y="533399"/>
                  </a:lnTo>
                  <a:lnTo>
                    <a:pt x="2241042" y="530351"/>
                  </a:lnTo>
                  <a:close/>
                </a:path>
                <a:path w="2372360" h="533400">
                  <a:moveTo>
                    <a:pt x="2236470" y="131063"/>
                  </a:moveTo>
                  <a:lnTo>
                    <a:pt x="2233426" y="131063"/>
                  </a:lnTo>
                  <a:lnTo>
                    <a:pt x="2232660" y="131825"/>
                  </a:lnTo>
                  <a:lnTo>
                    <a:pt x="2236470" y="131063"/>
                  </a:lnTo>
                  <a:close/>
                </a:path>
                <a:path w="2372360" h="533400">
                  <a:moveTo>
                    <a:pt x="2236470" y="135635"/>
                  </a:moveTo>
                  <a:lnTo>
                    <a:pt x="2236470" y="131063"/>
                  </a:lnTo>
                  <a:lnTo>
                    <a:pt x="2232660" y="131825"/>
                  </a:lnTo>
                  <a:lnTo>
                    <a:pt x="2232660" y="135635"/>
                  </a:lnTo>
                  <a:lnTo>
                    <a:pt x="2236470" y="135635"/>
                  </a:lnTo>
                  <a:close/>
                </a:path>
                <a:path w="2372360" h="533400">
                  <a:moveTo>
                    <a:pt x="2236470" y="523493"/>
                  </a:moveTo>
                  <a:lnTo>
                    <a:pt x="2234184" y="523493"/>
                  </a:lnTo>
                  <a:lnTo>
                    <a:pt x="2232660" y="525017"/>
                  </a:lnTo>
                  <a:lnTo>
                    <a:pt x="2236470" y="523493"/>
                  </a:lnTo>
                  <a:close/>
                </a:path>
                <a:path w="2372360" h="533400">
                  <a:moveTo>
                    <a:pt x="2236470" y="528065"/>
                  </a:moveTo>
                  <a:lnTo>
                    <a:pt x="2236470" y="523493"/>
                  </a:lnTo>
                  <a:lnTo>
                    <a:pt x="2232660" y="525017"/>
                  </a:lnTo>
                  <a:lnTo>
                    <a:pt x="2232660" y="528065"/>
                  </a:lnTo>
                  <a:lnTo>
                    <a:pt x="2236470" y="528065"/>
                  </a:lnTo>
                  <a:close/>
                </a:path>
                <a:path w="2372360" h="533400">
                  <a:moveTo>
                    <a:pt x="2366772" y="11429"/>
                  </a:moveTo>
                  <a:lnTo>
                    <a:pt x="2366772" y="9143"/>
                  </a:lnTo>
                  <a:lnTo>
                    <a:pt x="2356059" y="9143"/>
                  </a:lnTo>
                  <a:lnTo>
                    <a:pt x="2233426" y="131063"/>
                  </a:lnTo>
                  <a:lnTo>
                    <a:pt x="2236470" y="131063"/>
                  </a:lnTo>
                  <a:lnTo>
                    <a:pt x="2236470" y="135635"/>
                  </a:lnTo>
                  <a:lnTo>
                    <a:pt x="2241042" y="135635"/>
                  </a:lnTo>
                  <a:lnTo>
                    <a:pt x="2241042" y="137159"/>
                  </a:lnTo>
                  <a:lnTo>
                    <a:pt x="2366772" y="11429"/>
                  </a:lnTo>
                  <a:close/>
                </a:path>
                <a:path w="2372360" h="533400">
                  <a:moveTo>
                    <a:pt x="2363724" y="393953"/>
                  </a:moveTo>
                  <a:lnTo>
                    <a:pt x="2234184" y="523493"/>
                  </a:lnTo>
                  <a:lnTo>
                    <a:pt x="2236470" y="523493"/>
                  </a:lnTo>
                  <a:lnTo>
                    <a:pt x="2236470" y="528065"/>
                  </a:lnTo>
                  <a:lnTo>
                    <a:pt x="2241042" y="528065"/>
                  </a:lnTo>
                  <a:lnTo>
                    <a:pt x="2241042" y="530351"/>
                  </a:lnTo>
                  <a:lnTo>
                    <a:pt x="2362200" y="409193"/>
                  </a:lnTo>
                  <a:lnTo>
                    <a:pt x="2362200" y="397763"/>
                  </a:lnTo>
                  <a:lnTo>
                    <a:pt x="2363724" y="393953"/>
                  </a:lnTo>
                  <a:close/>
                </a:path>
                <a:path w="2372360" h="533400">
                  <a:moveTo>
                    <a:pt x="2370582" y="7619"/>
                  </a:moveTo>
                  <a:lnTo>
                    <a:pt x="2363724" y="1523"/>
                  </a:lnTo>
                  <a:lnTo>
                    <a:pt x="2356059" y="9143"/>
                  </a:lnTo>
                  <a:lnTo>
                    <a:pt x="2362200" y="9143"/>
                  </a:lnTo>
                  <a:lnTo>
                    <a:pt x="2362200" y="4571"/>
                  </a:lnTo>
                  <a:lnTo>
                    <a:pt x="2366772" y="9143"/>
                  </a:lnTo>
                  <a:lnTo>
                    <a:pt x="2366772" y="11429"/>
                  </a:lnTo>
                  <a:lnTo>
                    <a:pt x="2370582" y="7619"/>
                  </a:lnTo>
                  <a:close/>
                </a:path>
                <a:path w="2372360" h="533400">
                  <a:moveTo>
                    <a:pt x="2366772" y="9143"/>
                  </a:moveTo>
                  <a:lnTo>
                    <a:pt x="2362200" y="4571"/>
                  </a:lnTo>
                  <a:lnTo>
                    <a:pt x="2362200" y="9143"/>
                  </a:lnTo>
                  <a:lnTo>
                    <a:pt x="2366772" y="9143"/>
                  </a:lnTo>
                  <a:close/>
                </a:path>
                <a:path w="2372360" h="533400">
                  <a:moveTo>
                    <a:pt x="2370582" y="400811"/>
                  </a:moveTo>
                  <a:lnTo>
                    <a:pt x="2370582" y="7619"/>
                  </a:lnTo>
                  <a:lnTo>
                    <a:pt x="2362200" y="16001"/>
                  </a:lnTo>
                  <a:lnTo>
                    <a:pt x="2362200" y="395477"/>
                  </a:lnTo>
                  <a:lnTo>
                    <a:pt x="2363724" y="393953"/>
                  </a:lnTo>
                  <a:lnTo>
                    <a:pt x="2363724" y="407669"/>
                  </a:lnTo>
                  <a:lnTo>
                    <a:pt x="2370582" y="400811"/>
                  </a:lnTo>
                  <a:close/>
                </a:path>
                <a:path w="2372360" h="533400">
                  <a:moveTo>
                    <a:pt x="2363724" y="407669"/>
                  </a:moveTo>
                  <a:lnTo>
                    <a:pt x="2363724" y="393953"/>
                  </a:lnTo>
                  <a:lnTo>
                    <a:pt x="2362200" y="397763"/>
                  </a:lnTo>
                  <a:lnTo>
                    <a:pt x="2362200" y="409193"/>
                  </a:lnTo>
                  <a:lnTo>
                    <a:pt x="2363724" y="407669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3800" y="2712720"/>
              <a:ext cx="2231898" cy="762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65697" y="2189226"/>
              <a:ext cx="130301" cy="524255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3729227" y="2184654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5" y="4572"/>
                  </a:moveTo>
                  <a:lnTo>
                    <a:pt x="2372105" y="0"/>
                  </a:lnTo>
                  <a:lnTo>
                    <a:pt x="134112" y="0"/>
                  </a:lnTo>
                  <a:lnTo>
                    <a:pt x="0" y="134112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1063"/>
                  </a:lnTo>
                  <a:lnTo>
                    <a:pt x="9143" y="131063"/>
                  </a:lnTo>
                  <a:lnTo>
                    <a:pt x="135636" y="4572"/>
                  </a:lnTo>
                  <a:lnTo>
                    <a:pt x="2360676" y="4572"/>
                  </a:lnTo>
                  <a:lnTo>
                    <a:pt x="2363724" y="1524"/>
                  </a:lnTo>
                  <a:lnTo>
                    <a:pt x="2366757" y="4557"/>
                  </a:lnTo>
                  <a:lnTo>
                    <a:pt x="2372105" y="4572"/>
                  </a:lnTo>
                  <a:close/>
                </a:path>
                <a:path w="2372360" h="533400">
                  <a:moveTo>
                    <a:pt x="9143" y="131063"/>
                  </a:moveTo>
                  <a:lnTo>
                    <a:pt x="4572" y="131063"/>
                  </a:lnTo>
                  <a:lnTo>
                    <a:pt x="4572" y="135636"/>
                  </a:lnTo>
                  <a:lnTo>
                    <a:pt x="9143" y="131063"/>
                  </a:lnTo>
                  <a:close/>
                </a:path>
                <a:path w="2372360" h="533400">
                  <a:moveTo>
                    <a:pt x="2242592" y="528828"/>
                  </a:moveTo>
                  <a:lnTo>
                    <a:pt x="4572" y="528828"/>
                  </a:lnTo>
                  <a:lnTo>
                    <a:pt x="4572" y="533400"/>
                  </a:lnTo>
                  <a:lnTo>
                    <a:pt x="2237994" y="533400"/>
                  </a:lnTo>
                  <a:lnTo>
                    <a:pt x="2242592" y="528828"/>
                  </a:lnTo>
                  <a:close/>
                </a:path>
                <a:path w="2372360" h="533400">
                  <a:moveTo>
                    <a:pt x="2370581" y="401565"/>
                  </a:moveTo>
                  <a:lnTo>
                    <a:pt x="2370581" y="8382"/>
                  </a:lnTo>
                  <a:lnTo>
                    <a:pt x="2366757" y="12206"/>
                  </a:lnTo>
                  <a:lnTo>
                    <a:pt x="2366010" y="398526"/>
                  </a:lnTo>
                  <a:lnTo>
                    <a:pt x="2236470" y="528066"/>
                  </a:lnTo>
                  <a:lnTo>
                    <a:pt x="135636" y="528784"/>
                  </a:lnTo>
                  <a:lnTo>
                    <a:pt x="2242592" y="528828"/>
                  </a:lnTo>
                  <a:lnTo>
                    <a:pt x="2370581" y="401565"/>
                  </a:lnTo>
                  <a:close/>
                </a:path>
                <a:path w="2372360" h="533400">
                  <a:moveTo>
                    <a:pt x="2366757" y="4572"/>
                  </a:moveTo>
                  <a:lnTo>
                    <a:pt x="2363724" y="1524"/>
                  </a:lnTo>
                  <a:lnTo>
                    <a:pt x="2360676" y="4572"/>
                  </a:lnTo>
                  <a:lnTo>
                    <a:pt x="2366757" y="4572"/>
                  </a:lnTo>
                  <a:close/>
                </a:path>
                <a:path w="2372360" h="533400">
                  <a:moveTo>
                    <a:pt x="2372105" y="400050"/>
                  </a:moveTo>
                  <a:lnTo>
                    <a:pt x="2372105" y="4572"/>
                  </a:lnTo>
                  <a:lnTo>
                    <a:pt x="2366757" y="4572"/>
                  </a:lnTo>
                  <a:lnTo>
                    <a:pt x="2370581" y="8382"/>
                  </a:lnTo>
                  <a:lnTo>
                    <a:pt x="2370581" y="401565"/>
                  </a:lnTo>
                  <a:lnTo>
                    <a:pt x="2372105" y="400050"/>
                  </a:lnTo>
                  <a:close/>
                </a:path>
                <a:path w="2372360" h="533400">
                  <a:moveTo>
                    <a:pt x="2370581" y="8382"/>
                  </a:moveTo>
                  <a:lnTo>
                    <a:pt x="2366757" y="4557"/>
                  </a:lnTo>
                  <a:lnTo>
                    <a:pt x="2366757" y="12192"/>
                  </a:lnTo>
                  <a:lnTo>
                    <a:pt x="2370581" y="8382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733800" y="2320290"/>
              <a:ext cx="2231898" cy="393192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65697" y="2189226"/>
              <a:ext cx="130301" cy="52425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33800" y="2189226"/>
              <a:ext cx="2362200" cy="131063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3729228" y="2184654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6" y="400049"/>
                  </a:moveTo>
                  <a:lnTo>
                    <a:pt x="2372106" y="0"/>
                  </a:lnTo>
                  <a:lnTo>
                    <a:pt x="134112" y="0"/>
                  </a:lnTo>
                  <a:lnTo>
                    <a:pt x="0" y="134112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1064"/>
                  </a:lnTo>
                  <a:lnTo>
                    <a:pt x="16764" y="131064"/>
                  </a:lnTo>
                  <a:lnTo>
                    <a:pt x="135636" y="12192"/>
                  </a:lnTo>
                  <a:lnTo>
                    <a:pt x="135636" y="9906"/>
                  </a:lnTo>
                  <a:lnTo>
                    <a:pt x="139446" y="8382"/>
                  </a:lnTo>
                  <a:lnTo>
                    <a:pt x="139445" y="9906"/>
                  </a:lnTo>
                  <a:lnTo>
                    <a:pt x="2355342" y="9905"/>
                  </a:lnTo>
                  <a:lnTo>
                    <a:pt x="2363724" y="1523"/>
                  </a:lnTo>
                  <a:lnTo>
                    <a:pt x="2370582" y="8381"/>
                  </a:lnTo>
                  <a:lnTo>
                    <a:pt x="2370582" y="401565"/>
                  </a:lnTo>
                  <a:lnTo>
                    <a:pt x="2372106" y="400049"/>
                  </a:lnTo>
                  <a:close/>
                </a:path>
                <a:path w="2372360" h="533400">
                  <a:moveTo>
                    <a:pt x="16764" y="131064"/>
                  </a:moveTo>
                  <a:lnTo>
                    <a:pt x="4572" y="131064"/>
                  </a:lnTo>
                  <a:lnTo>
                    <a:pt x="4572" y="140970"/>
                  </a:lnTo>
                  <a:lnTo>
                    <a:pt x="8382" y="140970"/>
                  </a:lnTo>
                  <a:lnTo>
                    <a:pt x="8382" y="139446"/>
                  </a:lnTo>
                  <a:lnTo>
                    <a:pt x="9905" y="135636"/>
                  </a:lnTo>
                  <a:lnTo>
                    <a:pt x="9905" y="137922"/>
                  </a:lnTo>
                  <a:lnTo>
                    <a:pt x="16764" y="131064"/>
                  </a:lnTo>
                  <a:close/>
                </a:path>
                <a:path w="2372360" h="533400">
                  <a:moveTo>
                    <a:pt x="9905" y="524256"/>
                  </a:moveTo>
                  <a:lnTo>
                    <a:pt x="9905" y="140970"/>
                  </a:lnTo>
                  <a:lnTo>
                    <a:pt x="4572" y="140970"/>
                  </a:lnTo>
                  <a:lnTo>
                    <a:pt x="4572" y="524256"/>
                  </a:lnTo>
                  <a:lnTo>
                    <a:pt x="9905" y="524256"/>
                  </a:lnTo>
                  <a:close/>
                </a:path>
                <a:path w="2372360" h="533400">
                  <a:moveTo>
                    <a:pt x="2233426" y="524255"/>
                  </a:moveTo>
                  <a:lnTo>
                    <a:pt x="4572" y="524256"/>
                  </a:lnTo>
                  <a:lnTo>
                    <a:pt x="9905" y="528828"/>
                  </a:lnTo>
                  <a:lnTo>
                    <a:pt x="9906" y="533400"/>
                  </a:lnTo>
                  <a:lnTo>
                    <a:pt x="2231135" y="533399"/>
                  </a:lnTo>
                  <a:lnTo>
                    <a:pt x="2231135" y="528827"/>
                  </a:lnTo>
                  <a:lnTo>
                    <a:pt x="2232660" y="528827"/>
                  </a:lnTo>
                  <a:lnTo>
                    <a:pt x="2232660" y="525017"/>
                  </a:lnTo>
                  <a:lnTo>
                    <a:pt x="2233426" y="524255"/>
                  </a:lnTo>
                  <a:close/>
                </a:path>
                <a:path w="2372360" h="533400">
                  <a:moveTo>
                    <a:pt x="9906" y="533400"/>
                  </a:moveTo>
                  <a:lnTo>
                    <a:pt x="9905" y="528828"/>
                  </a:lnTo>
                  <a:lnTo>
                    <a:pt x="4572" y="524256"/>
                  </a:lnTo>
                  <a:lnTo>
                    <a:pt x="4572" y="533400"/>
                  </a:lnTo>
                  <a:lnTo>
                    <a:pt x="9906" y="533400"/>
                  </a:lnTo>
                  <a:close/>
                </a:path>
                <a:path w="2372360" h="533400">
                  <a:moveTo>
                    <a:pt x="9905" y="137922"/>
                  </a:moveTo>
                  <a:lnTo>
                    <a:pt x="9905" y="135636"/>
                  </a:lnTo>
                  <a:lnTo>
                    <a:pt x="8382" y="139446"/>
                  </a:lnTo>
                  <a:lnTo>
                    <a:pt x="9905" y="137922"/>
                  </a:lnTo>
                  <a:close/>
                </a:path>
                <a:path w="2372360" h="533400">
                  <a:moveTo>
                    <a:pt x="2234184" y="131063"/>
                  </a:moveTo>
                  <a:lnTo>
                    <a:pt x="16764" y="131064"/>
                  </a:lnTo>
                  <a:lnTo>
                    <a:pt x="8382" y="139446"/>
                  </a:lnTo>
                  <a:lnTo>
                    <a:pt x="8382" y="140970"/>
                  </a:lnTo>
                  <a:lnTo>
                    <a:pt x="2231135" y="140969"/>
                  </a:lnTo>
                  <a:lnTo>
                    <a:pt x="2231135" y="135635"/>
                  </a:lnTo>
                  <a:lnTo>
                    <a:pt x="2232660" y="135635"/>
                  </a:lnTo>
                  <a:lnTo>
                    <a:pt x="2232660" y="132587"/>
                  </a:lnTo>
                  <a:lnTo>
                    <a:pt x="2234184" y="131063"/>
                  </a:lnTo>
                  <a:close/>
                </a:path>
                <a:path w="2372360" h="533400">
                  <a:moveTo>
                    <a:pt x="139446" y="8382"/>
                  </a:moveTo>
                  <a:lnTo>
                    <a:pt x="135636" y="9906"/>
                  </a:lnTo>
                  <a:lnTo>
                    <a:pt x="137921" y="9906"/>
                  </a:lnTo>
                  <a:lnTo>
                    <a:pt x="139446" y="8382"/>
                  </a:lnTo>
                  <a:close/>
                </a:path>
                <a:path w="2372360" h="533400">
                  <a:moveTo>
                    <a:pt x="137921" y="9906"/>
                  </a:moveTo>
                  <a:lnTo>
                    <a:pt x="135636" y="9906"/>
                  </a:lnTo>
                  <a:lnTo>
                    <a:pt x="135636" y="12192"/>
                  </a:lnTo>
                  <a:lnTo>
                    <a:pt x="137921" y="9906"/>
                  </a:lnTo>
                  <a:close/>
                </a:path>
                <a:path w="2372360" h="533400">
                  <a:moveTo>
                    <a:pt x="139445" y="9906"/>
                  </a:moveTo>
                  <a:lnTo>
                    <a:pt x="139446" y="8382"/>
                  </a:lnTo>
                  <a:lnTo>
                    <a:pt x="137921" y="9906"/>
                  </a:lnTo>
                  <a:lnTo>
                    <a:pt x="139445" y="9906"/>
                  </a:lnTo>
                  <a:close/>
                </a:path>
                <a:path w="2372360" h="533400">
                  <a:moveTo>
                    <a:pt x="2241042" y="137921"/>
                  </a:moveTo>
                  <a:lnTo>
                    <a:pt x="2241042" y="135635"/>
                  </a:lnTo>
                  <a:lnTo>
                    <a:pt x="2231135" y="135635"/>
                  </a:lnTo>
                  <a:lnTo>
                    <a:pt x="2231135" y="140969"/>
                  </a:lnTo>
                  <a:lnTo>
                    <a:pt x="2237994" y="140969"/>
                  </a:lnTo>
                  <a:lnTo>
                    <a:pt x="2241042" y="137921"/>
                  </a:lnTo>
                  <a:close/>
                </a:path>
                <a:path w="2372360" h="533400">
                  <a:moveTo>
                    <a:pt x="2241042" y="516684"/>
                  </a:moveTo>
                  <a:lnTo>
                    <a:pt x="2241042" y="137921"/>
                  </a:lnTo>
                  <a:lnTo>
                    <a:pt x="2237994" y="140969"/>
                  </a:lnTo>
                  <a:lnTo>
                    <a:pt x="2231135" y="140969"/>
                  </a:lnTo>
                  <a:lnTo>
                    <a:pt x="2231135" y="524255"/>
                  </a:lnTo>
                  <a:lnTo>
                    <a:pt x="2233426" y="524255"/>
                  </a:lnTo>
                  <a:lnTo>
                    <a:pt x="2241042" y="516684"/>
                  </a:lnTo>
                  <a:close/>
                </a:path>
                <a:path w="2372360" h="533400">
                  <a:moveTo>
                    <a:pt x="2241042" y="530369"/>
                  </a:moveTo>
                  <a:lnTo>
                    <a:pt x="2241042" y="528827"/>
                  </a:lnTo>
                  <a:lnTo>
                    <a:pt x="2231135" y="528827"/>
                  </a:lnTo>
                  <a:lnTo>
                    <a:pt x="2231135" y="533399"/>
                  </a:lnTo>
                  <a:lnTo>
                    <a:pt x="2237994" y="533399"/>
                  </a:lnTo>
                  <a:lnTo>
                    <a:pt x="2241042" y="530369"/>
                  </a:lnTo>
                  <a:close/>
                </a:path>
                <a:path w="2372360" h="533400">
                  <a:moveTo>
                    <a:pt x="2236470" y="131063"/>
                  </a:moveTo>
                  <a:lnTo>
                    <a:pt x="2234184" y="131063"/>
                  </a:lnTo>
                  <a:lnTo>
                    <a:pt x="2232660" y="132587"/>
                  </a:lnTo>
                  <a:lnTo>
                    <a:pt x="2236470" y="131063"/>
                  </a:lnTo>
                  <a:close/>
                </a:path>
                <a:path w="2372360" h="533400">
                  <a:moveTo>
                    <a:pt x="2236470" y="135635"/>
                  </a:moveTo>
                  <a:lnTo>
                    <a:pt x="2236470" y="131063"/>
                  </a:lnTo>
                  <a:lnTo>
                    <a:pt x="2232660" y="132587"/>
                  </a:lnTo>
                  <a:lnTo>
                    <a:pt x="2232660" y="135635"/>
                  </a:lnTo>
                  <a:lnTo>
                    <a:pt x="2236470" y="135635"/>
                  </a:lnTo>
                  <a:close/>
                </a:path>
                <a:path w="2372360" h="533400">
                  <a:moveTo>
                    <a:pt x="2236470" y="524255"/>
                  </a:moveTo>
                  <a:lnTo>
                    <a:pt x="2233426" y="524255"/>
                  </a:lnTo>
                  <a:lnTo>
                    <a:pt x="2232660" y="525017"/>
                  </a:lnTo>
                  <a:lnTo>
                    <a:pt x="2236470" y="524255"/>
                  </a:lnTo>
                  <a:close/>
                </a:path>
                <a:path w="2372360" h="533400">
                  <a:moveTo>
                    <a:pt x="2236470" y="528827"/>
                  </a:moveTo>
                  <a:lnTo>
                    <a:pt x="2236470" y="524255"/>
                  </a:lnTo>
                  <a:lnTo>
                    <a:pt x="2232660" y="525017"/>
                  </a:lnTo>
                  <a:lnTo>
                    <a:pt x="2232660" y="528827"/>
                  </a:lnTo>
                  <a:lnTo>
                    <a:pt x="2236470" y="528827"/>
                  </a:lnTo>
                  <a:close/>
                </a:path>
                <a:path w="2372360" h="533400">
                  <a:moveTo>
                    <a:pt x="2363724" y="394715"/>
                  </a:moveTo>
                  <a:lnTo>
                    <a:pt x="2233426" y="524255"/>
                  </a:lnTo>
                  <a:lnTo>
                    <a:pt x="2236470" y="524255"/>
                  </a:lnTo>
                  <a:lnTo>
                    <a:pt x="2236470" y="528827"/>
                  </a:lnTo>
                  <a:lnTo>
                    <a:pt x="2241042" y="528827"/>
                  </a:lnTo>
                  <a:lnTo>
                    <a:pt x="2241042" y="530369"/>
                  </a:lnTo>
                  <a:lnTo>
                    <a:pt x="2362200" y="409899"/>
                  </a:lnTo>
                  <a:lnTo>
                    <a:pt x="2362200" y="397763"/>
                  </a:lnTo>
                  <a:lnTo>
                    <a:pt x="2363724" y="394715"/>
                  </a:lnTo>
                  <a:close/>
                </a:path>
                <a:path w="2372360" h="533400">
                  <a:moveTo>
                    <a:pt x="2366772" y="12191"/>
                  </a:moveTo>
                  <a:lnTo>
                    <a:pt x="2366772" y="9905"/>
                  </a:lnTo>
                  <a:lnTo>
                    <a:pt x="2355342" y="9905"/>
                  </a:lnTo>
                  <a:lnTo>
                    <a:pt x="2234184" y="131063"/>
                  </a:lnTo>
                  <a:lnTo>
                    <a:pt x="2236470" y="131063"/>
                  </a:lnTo>
                  <a:lnTo>
                    <a:pt x="2236470" y="135635"/>
                  </a:lnTo>
                  <a:lnTo>
                    <a:pt x="2241042" y="135635"/>
                  </a:lnTo>
                  <a:lnTo>
                    <a:pt x="2241042" y="137921"/>
                  </a:lnTo>
                  <a:lnTo>
                    <a:pt x="2366772" y="12191"/>
                  </a:lnTo>
                  <a:close/>
                </a:path>
                <a:path w="2372360" h="533400">
                  <a:moveTo>
                    <a:pt x="2370582" y="8381"/>
                  </a:moveTo>
                  <a:lnTo>
                    <a:pt x="2363724" y="1523"/>
                  </a:lnTo>
                  <a:lnTo>
                    <a:pt x="2355342" y="9905"/>
                  </a:lnTo>
                  <a:lnTo>
                    <a:pt x="2362200" y="9905"/>
                  </a:lnTo>
                  <a:lnTo>
                    <a:pt x="2362200" y="4571"/>
                  </a:lnTo>
                  <a:lnTo>
                    <a:pt x="2366772" y="9905"/>
                  </a:lnTo>
                  <a:lnTo>
                    <a:pt x="2366772" y="12191"/>
                  </a:lnTo>
                  <a:lnTo>
                    <a:pt x="2370582" y="8381"/>
                  </a:lnTo>
                  <a:close/>
                </a:path>
                <a:path w="2372360" h="533400">
                  <a:moveTo>
                    <a:pt x="2366772" y="9905"/>
                  </a:moveTo>
                  <a:lnTo>
                    <a:pt x="2362200" y="4571"/>
                  </a:lnTo>
                  <a:lnTo>
                    <a:pt x="2362200" y="9905"/>
                  </a:lnTo>
                  <a:lnTo>
                    <a:pt x="2366772" y="9905"/>
                  </a:lnTo>
                  <a:close/>
                </a:path>
                <a:path w="2372360" h="533400">
                  <a:moveTo>
                    <a:pt x="2370582" y="401565"/>
                  </a:moveTo>
                  <a:lnTo>
                    <a:pt x="2370582" y="8381"/>
                  </a:lnTo>
                  <a:lnTo>
                    <a:pt x="2362200" y="16763"/>
                  </a:lnTo>
                  <a:lnTo>
                    <a:pt x="2362200" y="396231"/>
                  </a:lnTo>
                  <a:lnTo>
                    <a:pt x="2363724" y="394715"/>
                  </a:lnTo>
                  <a:lnTo>
                    <a:pt x="2363724" y="408384"/>
                  </a:lnTo>
                  <a:lnTo>
                    <a:pt x="2370582" y="401565"/>
                  </a:lnTo>
                  <a:close/>
                </a:path>
                <a:path w="2372360" h="533400">
                  <a:moveTo>
                    <a:pt x="2363724" y="408384"/>
                  </a:moveTo>
                  <a:lnTo>
                    <a:pt x="2363724" y="394715"/>
                  </a:lnTo>
                  <a:lnTo>
                    <a:pt x="2362200" y="397763"/>
                  </a:lnTo>
                  <a:lnTo>
                    <a:pt x="2362200" y="409899"/>
                  </a:lnTo>
                  <a:lnTo>
                    <a:pt x="2363724" y="40838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226314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95" dirty="0"/>
              <a:t> </a:t>
            </a:r>
            <a:r>
              <a:rPr dirty="0"/>
              <a:t>Cloud</a:t>
            </a:r>
            <a:r>
              <a:rPr spc="-90" dirty="0"/>
              <a:t> </a:t>
            </a:r>
            <a:r>
              <a:rPr spc="-10" dirty="0"/>
              <a:t>Stack</a:t>
            </a:r>
          </a:p>
        </p:txBody>
      </p:sp>
      <p:sp>
        <p:nvSpPr>
          <p:cNvPr id="69" name="object 6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67" name="object 67"/>
          <p:cNvSpPr txBox="1"/>
          <p:nvPr/>
        </p:nvSpPr>
        <p:spPr>
          <a:xfrm>
            <a:off x="3916934" y="2247849"/>
            <a:ext cx="1865630" cy="3712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297180" marR="289560" algn="ctr">
              <a:lnSpc>
                <a:spcPct val="131500"/>
              </a:lnSpc>
              <a:spcBef>
                <a:spcPts val="3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Applications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Runtime</a:t>
            </a:r>
            <a:endParaRPr sz="2000">
              <a:latin typeface="Calibri"/>
              <a:cs typeface="Calibri"/>
            </a:endParaRPr>
          </a:p>
          <a:p>
            <a:pPr marL="12700" marR="5080" indent="-635" algn="ctr">
              <a:lnSpc>
                <a:spcPct val="135100"/>
              </a:lnSpc>
              <a:spcBef>
                <a:spcPts val="10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Middleware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Operating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 Virtualization Servers</a:t>
            </a:r>
            <a:endParaRPr sz="2000">
              <a:latin typeface="Calibri"/>
              <a:cs typeface="Calibri"/>
            </a:endParaRPr>
          </a:p>
          <a:p>
            <a:pPr marL="329565" marR="321945" algn="ctr">
              <a:lnSpc>
                <a:spcPct val="134300"/>
              </a:lnSpc>
              <a:spcBef>
                <a:spcPts val="114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 Networking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48227" y="1988057"/>
            <a:ext cx="5877560" cy="4535805"/>
          </a:xfrm>
          <a:custGeom>
            <a:avLst/>
            <a:gdLst/>
            <a:ahLst/>
            <a:cxnLst/>
            <a:rect l="l" t="t" r="r" b="b"/>
            <a:pathLst>
              <a:path w="5877559" h="4535805">
                <a:moveTo>
                  <a:pt x="5877306" y="4533138"/>
                </a:moveTo>
                <a:lnTo>
                  <a:pt x="5877306" y="2285"/>
                </a:lnTo>
                <a:lnTo>
                  <a:pt x="5875020" y="0"/>
                </a:lnTo>
                <a:lnTo>
                  <a:pt x="2285" y="0"/>
                </a:lnTo>
                <a:lnTo>
                  <a:pt x="0" y="2286"/>
                </a:lnTo>
                <a:lnTo>
                  <a:pt x="0" y="4533138"/>
                </a:lnTo>
                <a:lnTo>
                  <a:pt x="2286" y="4535424"/>
                </a:lnTo>
                <a:lnTo>
                  <a:pt x="4572" y="4535424"/>
                </a:lnTo>
                <a:lnTo>
                  <a:pt x="4572" y="9906"/>
                </a:lnTo>
                <a:lnTo>
                  <a:pt x="9905" y="4572"/>
                </a:lnTo>
                <a:lnTo>
                  <a:pt x="9905" y="9906"/>
                </a:lnTo>
                <a:lnTo>
                  <a:pt x="5867400" y="9905"/>
                </a:lnTo>
                <a:lnTo>
                  <a:pt x="5867400" y="4571"/>
                </a:lnTo>
                <a:lnTo>
                  <a:pt x="5871972" y="9905"/>
                </a:lnTo>
                <a:lnTo>
                  <a:pt x="5871972" y="4535424"/>
                </a:lnTo>
                <a:lnTo>
                  <a:pt x="5875020" y="4535424"/>
                </a:lnTo>
                <a:lnTo>
                  <a:pt x="5877306" y="4533138"/>
                </a:lnTo>
                <a:close/>
              </a:path>
              <a:path w="5877559" h="4535805">
                <a:moveTo>
                  <a:pt x="9905" y="9906"/>
                </a:moveTo>
                <a:lnTo>
                  <a:pt x="9905" y="4572"/>
                </a:lnTo>
                <a:lnTo>
                  <a:pt x="4572" y="9906"/>
                </a:lnTo>
                <a:lnTo>
                  <a:pt x="9905" y="9906"/>
                </a:lnTo>
                <a:close/>
              </a:path>
              <a:path w="5877559" h="4535805">
                <a:moveTo>
                  <a:pt x="9905" y="4526280"/>
                </a:moveTo>
                <a:lnTo>
                  <a:pt x="9905" y="9906"/>
                </a:lnTo>
                <a:lnTo>
                  <a:pt x="4572" y="9906"/>
                </a:lnTo>
                <a:lnTo>
                  <a:pt x="4572" y="4526280"/>
                </a:lnTo>
                <a:lnTo>
                  <a:pt x="9905" y="4526280"/>
                </a:lnTo>
                <a:close/>
              </a:path>
              <a:path w="5877559" h="4535805">
                <a:moveTo>
                  <a:pt x="5871972" y="4526280"/>
                </a:moveTo>
                <a:lnTo>
                  <a:pt x="4572" y="4526280"/>
                </a:lnTo>
                <a:lnTo>
                  <a:pt x="9905" y="4530852"/>
                </a:lnTo>
                <a:lnTo>
                  <a:pt x="9905" y="4535424"/>
                </a:lnTo>
                <a:lnTo>
                  <a:pt x="5867400" y="4535424"/>
                </a:lnTo>
                <a:lnTo>
                  <a:pt x="5867400" y="4530852"/>
                </a:lnTo>
                <a:lnTo>
                  <a:pt x="5871972" y="4526280"/>
                </a:lnTo>
                <a:close/>
              </a:path>
              <a:path w="5877559" h="4535805">
                <a:moveTo>
                  <a:pt x="9905" y="4535424"/>
                </a:moveTo>
                <a:lnTo>
                  <a:pt x="9905" y="4530852"/>
                </a:lnTo>
                <a:lnTo>
                  <a:pt x="4572" y="4526280"/>
                </a:lnTo>
                <a:lnTo>
                  <a:pt x="4572" y="4535424"/>
                </a:lnTo>
                <a:lnTo>
                  <a:pt x="9905" y="4535424"/>
                </a:lnTo>
                <a:close/>
              </a:path>
              <a:path w="5877559" h="4535805">
                <a:moveTo>
                  <a:pt x="5871972" y="9905"/>
                </a:moveTo>
                <a:lnTo>
                  <a:pt x="5867400" y="4571"/>
                </a:lnTo>
                <a:lnTo>
                  <a:pt x="5867400" y="9905"/>
                </a:lnTo>
                <a:lnTo>
                  <a:pt x="5871972" y="9905"/>
                </a:lnTo>
                <a:close/>
              </a:path>
              <a:path w="5877559" h="4535805">
                <a:moveTo>
                  <a:pt x="5871972" y="4526280"/>
                </a:moveTo>
                <a:lnTo>
                  <a:pt x="5871972" y="9905"/>
                </a:lnTo>
                <a:lnTo>
                  <a:pt x="5867400" y="9905"/>
                </a:lnTo>
                <a:lnTo>
                  <a:pt x="5867400" y="4526280"/>
                </a:lnTo>
                <a:lnTo>
                  <a:pt x="5871972" y="4526280"/>
                </a:lnTo>
                <a:close/>
              </a:path>
              <a:path w="5877559" h="4535805">
                <a:moveTo>
                  <a:pt x="5871972" y="4535424"/>
                </a:moveTo>
                <a:lnTo>
                  <a:pt x="5871972" y="4526280"/>
                </a:lnTo>
                <a:lnTo>
                  <a:pt x="5867400" y="4530852"/>
                </a:lnTo>
                <a:lnTo>
                  <a:pt x="5867400" y="4535424"/>
                </a:lnTo>
                <a:lnTo>
                  <a:pt x="5871972" y="453542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282321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Applications</a:t>
            </a:r>
          </a:p>
        </p:txBody>
      </p:sp>
      <p:sp>
        <p:nvSpPr>
          <p:cNvPr id="74" name="object 7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3431540" y="2014982"/>
            <a:ext cx="560006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Cloud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applications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can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range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from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Web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applications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to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scientific</a:t>
            </a:r>
            <a:r>
              <a:rPr sz="32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computational</a:t>
            </a:r>
            <a:r>
              <a:rPr sz="32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7E7E7E"/>
                </a:solidFill>
                <a:latin typeface="Arial MT"/>
                <a:cs typeface="Arial MT"/>
              </a:rPr>
              <a:t>jobs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38427" y="3210305"/>
            <a:ext cx="1305560" cy="2104390"/>
            <a:chOff x="1138427" y="3210305"/>
            <a:chExt cx="1305560" cy="21043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5308854"/>
              <a:ext cx="1223772" cy="7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5022342"/>
              <a:ext cx="71628" cy="2872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38428" y="5017770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5" y="4571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7"/>
                  </a:lnTo>
                  <a:lnTo>
                    <a:pt x="9144" y="71627"/>
                  </a:lnTo>
                  <a:lnTo>
                    <a:pt x="76200" y="4571"/>
                  </a:lnTo>
                  <a:lnTo>
                    <a:pt x="1293876" y="4571"/>
                  </a:lnTo>
                  <a:lnTo>
                    <a:pt x="1296924" y="1523"/>
                  </a:lnTo>
                  <a:lnTo>
                    <a:pt x="1300352" y="4571"/>
                  </a:lnTo>
                  <a:lnTo>
                    <a:pt x="1305305" y="4571"/>
                  </a:lnTo>
                  <a:close/>
                </a:path>
                <a:path w="1305560" h="296545">
                  <a:moveTo>
                    <a:pt x="9144" y="71627"/>
                  </a:moveTo>
                  <a:lnTo>
                    <a:pt x="4571" y="71627"/>
                  </a:lnTo>
                  <a:lnTo>
                    <a:pt x="4571" y="76200"/>
                  </a:lnTo>
                  <a:lnTo>
                    <a:pt x="9144" y="71627"/>
                  </a:lnTo>
                  <a:close/>
                </a:path>
                <a:path w="1305560" h="296545">
                  <a:moveTo>
                    <a:pt x="1235202" y="291845"/>
                  </a:moveTo>
                  <a:lnTo>
                    <a:pt x="4571" y="291845"/>
                  </a:lnTo>
                  <a:lnTo>
                    <a:pt x="4571" y="296418"/>
                  </a:lnTo>
                  <a:lnTo>
                    <a:pt x="1230629" y="296417"/>
                  </a:lnTo>
                  <a:lnTo>
                    <a:pt x="1235202" y="291845"/>
                  </a:lnTo>
                  <a:close/>
                </a:path>
                <a:path w="1305560" h="296545">
                  <a:moveTo>
                    <a:pt x="1303781" y="223265"/>
                  </a:moveTo>
                  <a:lnTo>
                    <a:pt x="1303781" y="7619"/>
                  </a:lnTo>
                  <a:lnTo>
                    <a:pt x="1299947" y="11454"/>
                  </a:lnTo>
                  <a:lnTo>
                    <a:pt x="1299209" y="220979"/>
                  </a:lnTo>
                  <a:lnTo>
                    <a:pt x="1229105" y="291083"/>
                  </a:lnTo>
                  <a:lnTo>
                    <a:pt x="76199" y="291804"/>
                  </a:lnTo>
                  <a:lnTo>
                    <a:pt x="1235202" y="291845"/>
                  </a:lnTo>
                  <a:lnTo>
                    <a:pt x="1303781" y="223265"/>
                  </a:lnTo>
                  <a:close/>
                </a:path>
                <a:path w="1305560" h="296545">
                  <a:moveTo>
                    <a:pt x="1300352" y="4571"/>
                  </a:moveTo>
                  <a:lnTo>
                    <a:pt x="1296924" y="1523"/>
                  </a:lnTo>
                  <a:lnTo>
                    <a:pt x="1293876" y="4571"/>
                  </a:lnTo>
                  <a:lnTo>
                    <a:pt x="1300352" y="4571"/>
                  </a:lnTo>
                  <a:close/>
                </a:path>
                <a:path w="1305560" h="296545">
                  <a:moveTo>
                    <a:pt x="1303781" y="7619"/>
                  </a:moveTo>
                  <a:lnTo>
                    <a:pt x="1300352" y="4571"/>
                  </a:lnTo>
                  <a:lnTo>
                    <a:pt x="1299947" y="4571"/>
                  </a:lnTo>
                  <a:lnTo>
                    <a:pt x="1299947" y="11430"/>
                  </a:lnTo>
                  <a:lnTo>
                    <a:pt x="1303781" y="7619"/>
                  </a:lnTo>
                  <a:close/>
                </a:path>
                <a:path w="1305560" h="296545">
                  <a:moveTo>
                    <a:pt x="1305305" y="221741"/>
                  </a:moveTo>
                  <a:lnTo>
                    <a:pt x="1305305" y="4571"/>
                  </a:lnTo>
                  <a:lnTo>
                    <a:pt x="1300352" y="4571"/>
                  </a:lnTo>
                  <a:lnTo>
                    <a:pt x="1303781" y="7619"/>
                  </a:lnTo>
                  <a:lnTo>
                    <a:pt x="1303781" y="223265"/>
                  </a:lnTo>
                  <a:lnTo>
                    <a:pt x="1305305" y="22174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2999" y="5093970"/>
              <a:ext cx="1223772" cy="2156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5022342"/>
              <a:ext cx="71627" cy="2872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5022342"/>
              <a:ext cx="1295400" cy="7162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38427" y="5017770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9304" y="9143"/>
                  </a:lnTo>
                  <a:lnTo>
                    <a:pt x="1296924" y="1523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60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60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6545">
                  <a:moveTo>
                    <a:pt x="1226803" y="287274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03" y="287274"/>
                  </a:lnTo>
                  <a:close/>
                </a:path>
                <a:path w="1305560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60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60" h="296545">
                  <a:moveTo>
                    <a:pt x="1226803" y="71644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44"/>
                  </a:lnTo>
                  <a:close/>
                </a:path>
                <a:path w="1305560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60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60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60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60" h="296545">
                  <a:moveTo>
                    <a:pt x="1232916" y="281096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803" y="287273"/>
                  </a:lnTo>
                  <a:lnTo>
                    <a:pt x="1232916" y="281096"/>
                  </a:lnTo>
                  <a:close/>
                </a:path>
                <a:path w="1305560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60" h="296545">
                  <a:moveTo>
                    <a:pt x="1228344" y="71627"/>
                  </a:moveTo>
                  <a:lnTo>
                    <a:pt x="1226803" y="71644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60" h="296545">
                  <a:moveTo>
                    <a:pt x="1228344" y="287273"/>
                  </a:moveTo>
                  <a:lnTo>
                    <a:pt x="1226803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9304" y="9143"/>
                  </a:lnTo>
                  <a:lnTo>
                    <a:pt x="1226803" y="71644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60" h="296545">
                  <a:moveTo>
                    <a:pt x="1296924" y="216407"/>
                  </a:moveTo>
                  <a:lnTo>
                    <a:pt x="1226803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296924" y="1523"/>
                  </a:lnTo>
                  <a:lnTo>
                    <a:pt x="1289304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48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5084826"/>
              <a:ext cx="1223772" cy="76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798313"/>
              <a:ext cx="71628" cy="28727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38428" y="47929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5" y="5334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80"/>
                  </a:lnTo>
                  <a:lnTo>
                    <a:pt x="4571" y="297180"/>
                  </a:lnTo>
                  <a:lnTo>
                    <a:pt x="4571" y="72389"/>
                  </a:lnTo>
                  <a:lnTo>
                    <a:pt x="9144" y="72389"/>
                  </a:lnTo>
                  <a:lnTo>
                    <a:pt x="76200" y="5334"/>
                  </a:lnTo>
                  <a:lnTo>
                    <a:pt x="1293114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5" y="5334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1" y="72389"/>
                  </a:lnTo>
                  <a:lnTo>
                    <a:pt x="4571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1" y="292608"/>
                  </a:moveTo>
                  <a:lnTo>
                    <a:pt x="4571" y="292608"/>
                  </a:lnTo>
                  <a:lnTo>
                    <a:pt x="4571" y="297180"/>
                  </a:lnTo>
                  <a:lnTo>
                    <a:pt x="1230629" y="297179"/>
                  </a:lnTo>
                  <a:lnTo>
                    <a:pt x="1235201" y="292608"/>
                  </a:lnTo>
                  <a:close/>
                </a:path>
                <a:path w="1305560" h="297179">
                  <a:moveTo>
                    <a:pt x="1303781" y="224027"/>
                  </a:moveTo>
                  <a:lnTo>
                    <a:pt x="1303781" y="8382"/>
                  </a:lnTo>
                  <a:lnTo>
                    <a:pt x="1299947" y="12216"/>
                  </a:lnTo>
                  <a:lnTo>
                    <a:pt x="1299209" y="220980"/>
                  </a:lnTo>
                  <a:lnTo>
                    <a:pt x="1228343" y="291845"/>
                  </a:lnTo>
                  <a:lnTo>
                    <a:pt x="76200" y="292566"/>
                  </a:lnTo>
                  <a:lnTo>
                    <a:pt x="1235201" y="292608"/>
                  </a:lnTo>
                  <a:lnTo>
                    <a:pt x="1303781" y="224027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4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1" y="8382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1" y="8382"/>
                  </a:lnTo>
                  <a:close/>
                </a:path>
                <a:path w="1305560" h="297179">
                  <a:moveTo>
                    <a:pt x="1305305" y="222503"/>
                  </a:moveTo>
                  <a:lnTo>
                    <a:pt x="1305305" y="5334"/>
                  </a:lnTo>
                  <a:lnTo>
                    <a:pt x="1300734" y="5334"/>
                  </a:lnTo>
                  <a:lnTo>
                    <a:pt x="1303781" y="8381"/>
                  </a:lnTo>
                  <a:lnTo>
                    <a:pt x="1303781" y="224027"/>
                  </a:lnTo>
                  <a:lnTo>
                    <a:pt x="1305305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4869942"/>
              <a:ext cx="1223772" cy="21564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4798313"/>
              <a:ext cx="71627" cy="2872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798313"/>
              <a:ext cx="1295400" cy="7162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138427" y="47929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851654"/>
              <a:ext cx="1223772" cy="76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565141"/>
              <a:ext cx="71628" cy="28727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138428" y="4560570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4571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7"/>
                  </a:lnTo>
                  <a:lnTo>
                    <a:pt x="9144" y="71627"/>
                  </a:lnTo>
                  <a:lnTo>
                    <a:pt x="76200" y="4571"/>
                  </a:lnTo>
                  <a:lnTo>
                    <a:pt x="1293876" y="4571"/>
                  </a:lnTo>
                  <a:lnTo>
                    <a:pt x="1296924" y="1523"/>
                  </a:lnTo>
                  <a:lnTo>
                    <a:pt x="1300352" y="4571"/>
                  </a:lnTo>
                  <a:lnTo>
                    <a:pt x="1305306" y="4571"/>
                  </a:lnTo>
                  <a:close/>
                </a:path>
                <a:path w="1305560" h="296545">
                  <a:moveTo>
                    <a:pt x="9144" y="71627"/>
                  </a:moveTo>
                  <a:lnTo>
                    <a:pt x="4571" y="71627"/>
                  </a:lnTo>
                  <a:lnTo>
                    <a:pt x="4571" y="76200"/>
                  </a:lnTo>
                  <a:lnTo>
                    <a:pt x="9144" y="71627"/>
                  </a:lnTo>
                  <a:close/>
                </a:path>
                <a:path w="1305560" h="296545">
                  <a:moveTo>
                    <a:pt x="1235202" y="291845"/>
                  </a:moveTo>
                  <a:lnTo>
                    <a:pt x="4571" y="291845"/>
                  </a:lnTo>
                  <a:lnTo>
                    <a:pt x="4571" y="296418"/>
                  </a:lnTo>
                  <a:lnTo>
                    <a:pt x="1230629" y="296417"/>
                  </a:lnTo>
                  <a:lnTo>
                    <a:pt x="1235202" y="291845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9947" y="11454"/>
                  </a:lnTo>
                  <a:lnTo>
                    <a:pt x="1299210" y="220979"/>
                  </a:lnTo>
                  <a:lnTo>
                    <a:pt x="1229105" y="291083"/>
                  </a:lnTo>
                  <a:lnTo>
                    <a:pt x="76199" y="291804"/>
                  </a:lnTo>
                  <a:lnTo>
                    <a:pt x="1235202" y="291845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300352" y="4571"/>
                  </a:moveTo>
                  <a:lnTo>
                    <a:pt x="1296924" y="1523"/>
                  </a:lnTo>
                  <a:lnTo>
                    <a:pt x="1293876" y="4571"/>
                  </a:lnTo>
                  <a:lnTo>
                    <a:pt x="1300352" y="4571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300352" y="4571"/>
                  </a:lnTo>
                  <a:lnTo>
                    <a:pt x="1299947" y="4571"/>
                  </a:lnTo>
                  <a:lnTo>
                    <a:pt x="1299947" y="11430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305306" y="221741"/>
                  </a:moveTo>
                  <a:lnTo>
                    <a:pt x="1305306" y="4571"/>
                  </a:lnTo>
                  <a:lnTo>
                    <a:pt x="1300352" y="4571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2999" y="4636770"/>
              <a:ext cx="1223772" cy="21564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4565141"/>
              <a:ext cx="71627" cy="28727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565141"/>
              <a:ext cx="1295400" cy="7162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138427" y="4560570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9304" y="9143"/>
                  </a:lnTo>
                  <a:lnTo>
                    <a:pt x="1296924" y="1523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60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60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6545">
                  <a:moveTo>
                    <a:pt x="1226803" y="287274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03" y="287274"/>
                  </a:lnTo>
                  <a:close/>
                </a:path>
                <a:path w="1305560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60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60" h="296545">
                  <a:moveTo>
                    <a:pt x="1226803" y="71644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44"/>
                  </a:lnTo>
                  <a:close/>
                </a:path>
                <a:path w="1305560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60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60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60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60" h="296545">
                  <a:moveTo>
                    <a:pt x="1232916" y="281096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803" y="287273"/>
                  </a:lnTo>
                  <a:lnTo>
                    <a:pt x="1232916" y="281096"/>
                  </a:lnTo>
                  <a:close/>
                </a:path>
                <a:path w="1305560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60" h="296545">
                  <a:moveTo>
                    <a:pt x="1228344" y="71627"/>
                  </a:moveTo>
                  <a:lnTo>
                    <a:pt x="1226803" y="71644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60" h="296545">
                  <a:moveTo>
                    <a:pt x="1228344" y="287273"/>
                  </a:moveTo>
                  <a:lnTo>
                    <a:pt x="1226803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9304" y="9143"/>
                  </a:lnTo>
                  <a:lnTo>
                    <a:pt x="1226803" y="71644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60" h="296545">
                  <a:moveTo>
                    <a:pt x="1296924" y="216407"/>
                  </a:moveTo>
                  <a:lnTo>
                    <a:pt x="1226803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296924" y="1523"/>
                  </a:lnTo>
                  <a:lnTo>
                    <a:pt x="1289304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48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627626"/>
              <a:ext cx="1223772" cy="76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341113"/>
              <a:ext cx="71628" cy="28727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138428" y="43357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5334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80"/>
                  </a:lnTo>
                  <a:lnTo>
                    <a:pt x="4571" y="297180"/>
                  </a:lnTo>
                  <a:lnTo>
                    <a:pt x="4571" y="72389"/>
                  </a:lnTo>
                  <a:lnTo>
                    <a:pt x="9144" y="72389"/>
                  </a:lnTo>
                  <a:lnTo>
                    <a:pt x="76200" y="5334"/>
                  </a:lnTo>
                  <a:lnTo>
                    <a:pt x="1293113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6" y="5334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1" y="72389"/>
                  </a:lnTo>
                  <a:lnTo>
                    <a:pt x="4571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2" y="292608"/>
                  </a:moveTo>
                  <a:lnTo>
                    <a:pt x="4571" y="292608"/>
                  </a:lnTo>
                  <a:lnTo>
                    <a:pt x="4571" y="297180"/>
                  </a:lnTo>
                  <a:lnTo>
                    <a:pt x="1230630" y="297179"/>
                  </a:lnTo>
                  <a:lnTo>
                    <a:pt x="1235202" y="292608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7" y="12216"/>
                  </a:lnTo>
                  <a:lnTo>
                    <a:pt x="1299210" y="220980"/>
                  </a:lnTo>
                  <a:lnTo>
                    <a:pt x="1228344" y="291845"/>
                  </a:lnTo>
                  <a:lnTo>
                    <a:pt x="76200" y="292566"/>
                  </a:lnTo>
                  <a:lnTo>
                    <a:pt x="1235202" y="292608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3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5334"/>
                  </a:lnTo>
                  <a:lnTo>
                    <a:pt x="1300734" y="5334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4412741"/>
              <a:ext cx="1223772" cy="21564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4341113"/>
              <a:ext cx="71627" cy="28727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341113"/>
              <a:ext cx="1295400" cy="7162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138427" y="43357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399026"/>
              <a:ext cx="1223772" cy="76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112513"/>
              <a:ext cx="71627" cy="28727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138428" y="41071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5334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2389"/>
                  </a:lnTo>
                  <a:lnTo>
                    <a:pt x="9144" y="72389"/>
                  </a:lnTo>
                  <a:lnTo>
                    <a:pt x="76200" y="5334"/>
                  </a:lnTo>
                  <a:lnTo>
                    <a:pt x="1293113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6" y="5334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1" y="72389"/>
                  </a:lnTo>
                  <a:lnTo>
                    <a:pt x="4571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1" y="292608"/>
                  </a:moveTo>
                  <a:lnTo>
                    <a:pt x="4571" y="292608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201" y="292608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7" y="12216"/>
                  </a:lnTo>
                  <a:lnTo>
                    <a:pt x="1299210" y="220980"/>
                  </a:lnTo>
                  <a:lnTo>
                    <a:pt x="1228344" y="291846"/>
                  </a:lnTo>
                  <a:lnTo>
                    <a:pt x="76200" y="292566"/>
                  </a:lnTo>
                  <a:lnTo>
                    <a:pt x="1235201" y="292608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3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5334"/>
                  </a:lnTo>
                  <a:lnTo>
                    <a:pt x="1300734" y="5334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4184141"/>
              <a:ext cx="1223772" cy="21564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4112513"/>
              <a:ext cx="71627" cy="28727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112513"/>
              <a:ext cx="1295400" cy="7162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138427" y="41071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174236"/>
              <a:ext cx="1223772" cy="76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887724"/>
              <a:ext cx="71627" cy="287274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138428" y="388315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4572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1627"/>
                  </a:lnTo>
                  <a:lnTo>
                    <a:pt x="9905" y="71627"/>
                  </a:lnTo>
                  <a:lnTo>
                    <a:pt x="76962" y="4572"/>
                  </a:lnTo>
                  <a:lnTo>
                    <a:pt x="1293875" y="4572"/>
                  </a:lnTo>
                  <a:lnTo>
                    <a:pt x="1296924" y="1523"/>
                  </a:lnTo>
                  <a:lnTo>
                    <a:pt x="1299945" y="4545"/>
                  </a:lnTo>
                  <a:lnTo>
                    <a:pt x="1305306" y="4572"/>
                  </a:lnTo>
                  <a:close/>
                </a:path>
                <a:path w="1305560" h="297179">
                  <a:moveTo>
                    <a:pt x="9905" y="71628"/>
                  </a:moveTo>
                  <a:lnTo>
                    <a:pt x="4571" y="71627"/>
                  </a:lnTo>
                  <a:lnTo>
                    <a:pt x="4571" y="76962"/>
                  </a:lnTo>
                  <a:lnTo>
                    <a:pt x="9905" y="71628"/>
                  </a:lnTo>
                  <a:close/>
                </a:path>
                <a:path w="1305560" h="297179">
                  <a:moveTo>
                    <a:pt x="1235963" y="291846"/>
                  </a:moveTo>
                  <a:lnTo>
                    <a:pt x="4571" y="291846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963" y="291846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5" y="12218"/>
                  </a:lnTo>
                  <a:lnTo>
                    <a:pt x="1299210" y="220980"/>
                  </a:lnTo>
                  <a:lnTo>
                    <a:pt x="1229106" y="291084"/>
                  </a:lnTo>
                  <a:lnTo>
                    <a:pt x="76962" y="291804"/>
                  </a:lnTo>
                  <a:lnTo>
                    <a:pt x="1235963" y="291846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9945" y="4572"/>
                  </a:moveTo>
                  <a:lnTo>
                    <a:pt x="1299210" y="3809"/>
                  </a:lnTo>
                  <a:lnTo>
                    <a:pt x="1296924" y="1523"/>
                  </a:lnTo>
                  <a:lnTo>
                    <a:pt x="1293875" y="4572"/>
                  </a:lnTo>
                  <a:lnTo>
                    <a:pt x="1299945" y="4572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4572"/>
                  </a:lnTo>
                  <a:lnTo>
                    <a:pt x="1299945" y="4572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9945" y="4545"/>
                  </a:lnTo>
                  <a:lnTo>
                    <a:pt x="1299945" y="12192"/>
                  </a:lnTo>
                  <a:lnTo>
                    <a:pt x="1303782" y="838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2999" y="3960114"/>
              <a:ext cx="1223772" cy="21488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66772" y="3887724"/>
              <a:ext cx="71627" cy="28727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887724"/>
              <a:ext cx="1295400" cy="7238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138427" y="3883152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1627"/>
                  </a:lnTo>
                  <a:lnTo>
                    <a:pt x="16764" y="71627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764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5" y="76962"/>
                  </a:lnTo>
                  <a:lnTo>
                    <a:pt x="9905" y="78486"/>
                  </a:lnTo>
                  <a:lnTo>
                    <a:pt x="16764" y="71627"/>
                  </a:lnTo>
                  <a:close/>
                </a:path>
                <a:path w="1305560" h="297179">
                  <a:moveTo>
                    <a:pt x="9905" y="287273"/>
                  </a:moveTo>
                  <a:lnTo>
                    <a:pt x="9905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5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5" y="291845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5" y="291845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5" y="78486"/>
                  </a:moveTo>
                  <a:lnTo>
                    <a:pt x="9905" y="76962"/>
                  </a:lnTo>
                  <a:lnTo>
                    <a:pt x="8382" y="80009"/>
                  </a:lnTo>
                  <a:lnTo>
                    <a:pt x="9905" y="78486"/>
                  </a:lnTo>
                  <a:close/>
                </a:path>
                <a:path w="1305560" h="297179">
                  <a:moveTo>
                    <a:pt x="1226820" y="71628"/>
                  </a:moveTo>
                  <a:lnTo>
                    <a:pt x="16764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820" y="71628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1627"/>
                  </a:moveTo>
                  <a:lnTo>
                    <a:pt x="1226820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820" y="71628"/>
                  </a:lnTo>
                  <a:lnTo>
                    <a:pt x="1228344" y="71627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4571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4571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3941826"/>
              <a:ext cx="1223772" cy="76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655314"/>
              <a:ext cx="71627" cy="28727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138428" y="36499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5334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2389"/>
                  </a:lnTo>
                  <a:lnTo>
                    <a:pt x="9144" y="72389"/>
                  </a:lnTo>
                  <a:lnTo>
                    <a:pt x="76200" y="5334"/>
                  </a:lnTo>
                  <a:lnTo>
                    <a:pt x="1293113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6" y="5334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1" y="72389"/>
                  </a:lnTo>
                  <a:lnTo>
                    <a:pt x="4571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1" y="292608"/>
                  </a:moveTo>
                  <a:lnTo>
                    <a:pt x="4571" y="292608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201" y="292608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7" y="12216"/>
                  </a:lnTo>
                  <a:lnTo>
                    <a:pt x="1299210" y="220980"/>
                  </a:lnTo>
                  <a:lnTo>
                    <a:pt x="1228344" y="291846"/>
                  </a:lnTo>
                  <a:lnTo>
                    <a:pt x="76200" y="292566"/>
                  </a:lnTo>
                  <a:lnTo>
                    <a:pt x="1235201" y="292608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3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5334"/>
                  </a:lnTo>
                  <a:lnTo>
                    <a:pt x="1300734" y="5334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3726942"/>
              <a:ext cx="1223772" cy="21564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3655314"/>
              <a:ext cx="71627" cy="28727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655314"/>
              <a:ext cx="1295400" cy="71627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138427" y="36499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3717036"/>
              <a:ext cx="1223772" cy="761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430524"/>
              <a:ext cx="71627" cy="287274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138428" y="342595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4572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1627"/>
                  </a:lnTo>
                  <a:lnTo>
                    <a:pt x="9905" y="71627"/>
                  </a:lnTo>
                  <a:lnTo>
                    <a:pt x="76962" y="4572"/>
                  </a:lnTo>
                  <a:lnTo>
                    <a:pt x="1293876" y="4572"/>
                  </a:lnTo>
                  <a:lnTo>
                    <a:pt x="1296924" y="1523"/>
                  </a:lnTo>
                  <a:lnTo>
                    <a:pt x="1299945" y="4545"/>
                  </a:lnTo>
                  <a:lnTo>
                    <a:pt x="1305306" y="4572"/>
                  </a:lnTo>
                  <a:close/>
                </a:path>
                <a:path w="1305560" h="297179">
                  <a:moveTo>
                    <a:pt x="9905" y="71628"/>
                  </a:moveTo>
                  <a:lnTo>
                    <a:pt x="4571" y="71627"/>
                  </a:lnTo>
                  <a:lnTo>
                    <a:pt x="4571" y="76962"/>
                  </a:lnTo>
                  <a:lnTo>
                    <a:pt x="9905" y="71628"/>
                  </a:lnTo>
                  <a:close/>
                </a:path>
                <a:path w="1305560" h="297179">
                  <a:moveTo>
                    <a:pt x="1235963" y="291846"/>
                  </a:moveTo>
                  <a:lnTo>
                    <a:pt x="4571" y="291846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963" y="291846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5" y="12218"/>
                  </a:lnTo>
                  <a:lnTo>
                    <a:pt x="1299210" y="220980"/>
                  </a:lnTo>
                  <a:lnTo>
                    <a:pt x="1229106" y="291084"/>
                  </a:lnTo>
                  <a:lnTo>
                    <a:pt x="76962" y="291804"/>
                  </a:lnTo>
                  <a:lnTo>
                    <a:pt x="1235963" y="291846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9945" y="4572"/>
                  </a:moveTo>
                  <a:lnTo>
                    <a:pt x="1299210" y="3810"/>
                  </a:lnTo>
                  <a:lnTo>
                    <a:pt x="1296924" y="1523"/>
                  </a:lnTo>
                  <a:lnTo>
                    <a:pt x="1293876" y="4572"/>
                  </a:lnTo>
                  <a:lnTo>
                    <a:pt x="1299945" y="4572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4572"/>
                  </a:lnTo>
                  <a:lnTo>
                    <a:pt x="1299945" y="4572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9945" y="4545"/>
                  </a:lnTo>
                  <a:lnTo>
                    <a:pt x="1299945" y="12191"/>
                  </a:lnTo>
                  <a:lnTo>
                    <a:pt x="1303782" y="838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2999" y="3502914"/>
              <a:ext cx="1223772" cy="21488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66772" y="3430524"/>
              <a:ext cx="71627" cy="28727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430524"/>
              <a:ext cx="1295400" cy="72389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138427" y="3425952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1627"/>
                  </a:lnTo>
                  <a:lnTo>
                    <a:pt x="16764" y="71627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764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5" y="76962"/>
                  </a:lnTo>
                  <a:lnTo>
                    <a:pt x="9905" y="78486"/>
                  </a:lnTo>
                  <a:lnTo>
                    <a:pt x="16764" y="71627"/>
                  </a:lnTo>
                  <a:close/>
                </a:path>
                <a:path w="1305560" h="297179">
                  <a:moveTo>
                    <a:pt x="9905" y="287273"/>
                  </a:moveTo>
                  <a:lnTo>
                    <a:pt x="9905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5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5" y="291845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5" y="291845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5" y="78486"/>
                  </a:moveTo>
                  <a:lnTo>
                    <a:pt x="9905" y="76962"/>
                  </a:lnTo>
                  <a:lnTo>
                    <a:pt x="8382" y="80009"/>
                  </a:lnTo>
                  <a:lnTo>
                    <a:pt x="9905" y="78486"/>
                  </a:lnTo>
                  <a:close/>
                </a:path>
                <a:path w="1305560" h="297179">
                  <a:moveTo>
                    <a:pt x="1226820" y="71628"/>
                  </a:moveTo>
                  <a:lnTo>
                    <a:pt x="16764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820" y="71628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1627"/>
                  </a:moveTo>
                  <a:lnTo>
                    <a:pt x="1226820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820" y="71628"/>
                  </a:lnTo>
                  <a:lnTo>
                    <a:pt x="1228344" y="71627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4571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4571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3502152"/>
              <a:ext cx="1223772" cy="762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215640"/>
              <a:ext cx="71627" cy="28727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138428" y="3210305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533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6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2389"/>
                  </a:lnTo>
                  <a:lnTo>
                    <a:pt x="9143" y="72389"/>
                  </a:lnTo>
                  <a:lnTo>
                    <a:pt x="76200" y="5333"/>
                  </a:lnTo>
                  <a:lnTo>
                    <a:pt x="1293114" y="5333"/>
                  </a:lnTo>
                  <a:lnTo>
                    <a:pt x="1296924" y="1523"/>
                  </a:lnTo>
                  <a:lnTo>
                    <a:pt x="1300734" y="5333"/>
                  </a:lnTo>
                  <a:lnTo>
                    <a:pt x="1305306" y="5333"/>
                  </a:lnTo>
                  <a:close/>
                </a:path>
                <a:path w="1305560" h="297179">
                  <a:moveTo>
                    <a:pt x="9143" y="72389"/>
                  </a:moveTo>
                  <a:lnTo>
                    <a:pt x="4571" y="72389"/>
                  </a:lnTo>
                  <a:lnTo>
                    <a:pt x="4571" y="76961"/>
                  </a:lnTo>
                  <a:lnTo>
                    <a:pt x="9143" y="72389"/>
                  </a:lnTo>
                  <a:close/>
                </a:path>
                <a:path w="1305560" h="297179">
                  <a:moveTo>
                    <a:pt x="1235202" y="292607"/>
                  </a:moveTo>
                  <a:lnTo>
                    <a:pt x="4571" y="292607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202" y="292607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7" y="12216"/>
                  </a:lnTo>
                  <a:lnTo>
                    <a:pt x="1299210" y="220979"/>
                  </a:lnTo>
                  <a:lnTo>
                    <a:pt x="1228344" y="291846"/>
                  </a:lnTo>
                  <a:lnTo>
                    <a:pt x="76200" y="292566"/>
                  </a:lnTo>
                  <a:lnTo>
                    <a:pt x="1235202" y="292607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300734" y="5333"/>
                  </a:moveTo>
                  <a:lnTo>
                    <a:pt x="1296924" y="1523"/>
                  </a:lnTo>
                  <a:lnTo>
                    <a:pt x="1293114" y="5333"/>
                  </a:lnTo>
                  <a:lnTo>
                    <a:pt x="1300734" y="5333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300734" y="5333"/>
                  </a:lnTo>
                  <a:lnTo>
                    <a:pt x="1299947" y="5333"/>
                  </a:lnTo>
                  <a:lnTo>
                    <a:pt x="1299947" y="12192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5333"/>
                  </a:lnTo>
                  <a:lnTo>
                    <a:pt x="1300734" y="533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2999" y="3287268"/>
              <a:ext cx="1223772" cy="215646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3215640"/>
              <a:ext cx="71627" cy="287274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215640"/>
              <a:ext cx="1295400" cy="71627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1138427" y="3210306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281938" y="3234486"/>
            <a:ext cx="946150" cy="204787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54940" marR="147955" algn="ctr">
              <a:lnSpc>
                <a:spcPct val="147200"/>
              </a:lnSpc>
              <a:spcBef>
                <a:spcPts val="30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Applications 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Runtime Middleware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Operating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System</a:t>
            </a:r>
            <a:endParaRPr sz="1000">
              <a:latin typeface="Calibri"/>
              <a:cs typeface="Calibri"/>
            </a:endParaRPr>
          </a:p>
          <a:p>
            <a:pPr marL="127635" marR="121285" algn="ctr">
              <a:lnSpc>
                <a:spcPct val="149000"/>
              </a:lnSpc>
              <a:spcBef>
                <a:spcPts val="10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Virtualization Servers Storage Networking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685800" y="1978914"/>
            <a:ext cx="2672080" cy="4499610"/>
            <a:chOff x="685800" y="1978914"/>
            <a:chExt cx="2672080" cy="4499610"/>
          </a:xfrm>
        </p:grpSpPr>
        <p:sp>
          <p:nvSpPr>
            <p:cNvPr id="71" name="object 71"/>
            <p:cNvSpPr/>
            <p:nvPr/>
          </p:nvSpPr>
          <p:spPr>
            <a:xfrm>
              <a:off x="2433828" y="1978913"/>
              <a:ext cx="923925" cy="4499610"/>
            </a:xfrm>
            <a:custGeom>
              <a:avLst/>
              <a:gdLst/>
              <a:ahLst/>
              <a:cxnLst/>
              <a:rect l="l" t="t" r="r" b="b"/>
              <a:pathLst>
                <a:path w="923925" h="4499610">
                  <a:moveTo>
                    <a:pt x="25146" y="1323594"/>
                  </a:moveTo>
                  <a:lnTo>
                    <a:pt x="16764" y="1318260"/>
                  </a:lnTo>
                  <a:lnTo>
                    <a:pt x="762" y="1341882"/>
                  </a:lnTo>
                  <a:lnTo>
                    <a:pt x="4419" y="1344218"/>
                  </a:lnTo>
                  <a:lnTo>
                    <a:pt x="0" y="1345692"/>
                  </a:lnTo>
                  <a:lnTo>
                    <a:pt x="8382" y="1373124"/>
                  </a:lnTo>
                  <a:lnTo>
                    <a:pt x="17526" y="1370076"/>
                  </a:lnTo>
                  <a:lnTo>
                    <a:pt x="10096" y="1345806"/>
                  </a:lnTo>
                  <a:lnTo>
                    <a:pt x="25146" y="1323594"/>
                  </a:lnTo>
                  <a:close/>
                </a:path>
                <a:path w="923925" h="4499610">
                  <a:moveTo>
                    <a:pt x="28194" y="1406652"/>
                  </a:moveTo>
                  <a:lnTo>
                    <a:pt x="19812" y="1379220"/>
                  </a:lnTo>
                  <a:lnTo>
                    <a:pt x="10668" y="1382268"/>
                  </a:lnTo>
                  <a:lnTo>
                    <a:pt x="19050" y="1409700"/>
                  </a:lnTo>
                  <a:lnTo>
                    <a:pt x="28194" y="1406652"/>
                  </a:lnTo>
                  <a:close/>
                </a:path>
                <a:path w="923925" h="4499610">
                  <a:moveTo>
                    <a:pt x="38862" y="1443228"/>
                  </a:moveTo>
                  <a:lnTo>
                    <a:pt x="30480" y="1415796"/>
                  </a:lnTo>
                  <a:lnTo>
                    <a:pt x="21336" y="1418844"/>
                  </a:lnTo>
                  <a:lnTo>
                    <a:pt x="29718" y="1446276"/>
                  </a:lnTo>
                  <a:lnTo>
                    <a:pt x="38862" y="1443228"/>
                  </a:lnTo>
                  <a:close/>
                </a:path>
                <a:path w="923925" h="4499610">
                  <a:moveTo>
                    <a:pt x="46482" y="1291590"/>
                  </a:moveTo>
                  <a:lnTo>
                    <a:pt x="38862" y="1286256"/>
                  </a:lnTo>
                  <a:lnTo>
                    <a:pt x="22098" y="1309878"/>
                  </a:lnTo>
                  <a:lnTo>
                    <a:pt x="30480" y="1315212"/>
                  </a:lnTo>
                  <a:lnTo>
                    <a:pt x="46482" y="1291590"/>
                  </a:lnTo>
                  <a:close/>
                </a:path>
                <a:path w="923925" h="4499610">
                  <a:moveTo>
                    <a:pt x="49530" y="1479804"/>
                  </a:moveTo>
                  <a:lnTo>
                    <a:pt x="41148" y="1452372"/>
                  </a:lnTo>
                  <a:lnTo>
                    <a:pt x="32004" y="1455420"/>
                  </a:lnTo>
                  <a:lnTo>
                    <a:pt x="40386" y="1482852"/>
                  </a:lnTo>
                  <a:lnTo>
                    <a:pt x="49530" y="1479804"/>
                  </a:lnTo>
                  <a:close/>
                </a:path>
                <a:path w="923925" h="4499610">
                  <a:moveTo>
                    <a:pt x="60198" y="1516380"/>
                  </a:moveTo>
                  <a:lnTo>
                    <a:pt x="51816" y="1488948"/>
                  </a:lnTo>
                  <a:lnTo>
                    <a:pt x="42672" y="1491996"/>
                  </a:lnTo>
                  <a:lnTo>
                    <a:pt x="51054" y="1519428"/>
                  </a:lnTo>
                  <a:lnTo>
                    <a:pt x="60198" y="1516380"/>
                  </a:lnTo>
                  <a:close/>
                </a:path>
                <a:path w="923925" h="4499610">
                  <a:moveTo>
                    <a:pt x="67818" y="1260348"/>
                  </a:moveTo>
                  <a:lnTo>
                    <a:pt x="60198" y="1255014"/>
                  </a:lnTo>
                  <a:lnTo>
                    <a:pt x="44196" y="1278636"/>
                  </a:lnTo>
                  <a:lnTo>
                    <a:pt x="51816" y="1283970"/>
                  </a:lnTo>
                  <a:lnTo>
                    <a:pt x="67818" y="1260348"/>
                  </a:lnTo>
                  <a:close/>
                </a:path>
                <a:path w="923925" h="4499610">
                  <a:moveTo>
                    <a:pt x="70866" y="1552956"/>
                  </a:moveTo>
                  <a:lnTo>
                    <a:pt x="62484" y="1525524"/>
                  </a:lnTo>
                  <a:lnTo>
                    <a:pt x="53340" y="1528572"/>
                  </a:lnTo>
                  <a:lnTo>
                    <a:pt x="61722" y="1556004"/>
                  </a:lnTo>
                  <a:lnTo>
                    <a:pt x="70866" y="1552956"/>
                  </a:lnTo>
                  <a:close/>
                </a:path>
                <a:path w="923925" h="4499610">
                  <a:moveTo>
                    <a:pt x="80772" y="1589532"/>
                  </a:moveTo>
                  <a:lnTo>
                    <a:pt x="73152" y="1562100"/>
                  </a:lnTo>
                  <a:lnTo>
                    <a:pt x="64008" y="1565148"/>
                  </a:lnTo>
                  <a:lnTo>
                    <a:pt x="71628" y="1592580"/>
                  </a:lnTo>
                  <a:lnTo>
                    <a:pt x="80772" y="1589532"/>
                  </a:lnTo>
                  <a:close/>
                </a:path>
                <a:path w="923925" h="4499610">
                  <a:moveTo>
                    <a:pt x="89154" y="1229106"/>
                  </a:moveTo>
                  <a:lnTo>
                    <a:pt x="81534" y="1223772"/>
                  </a:lnTo>
                  <a:lnTo>
                    <a:pt x="65532" y="1247394"/>
                  </a:lnTo>
                  <a:lnTo>
                    <a:pt x="73152" y="1252728"/>
                  </a:lnTo>
                  <a:lnTo>
                    <a:pt x="89154" y="1229106"/>
                  </a:lnTo>
                  <a:close/>
                </a:path>
                <a:path w="923925" h="4499610">
                  <a:moveTo>
                    <a:pt x="91440" y="1626108"/>
                  </a:moveTo>
                  <a:lnTo>
                    <a:pt x="83820" y="1598676"/>
                  </a:lnTo>
                  <a:lnTo>
                    <a:pt x="74676" y="1601724"/>
                  </a:lnTo>
                  <a:lnTo>
                    <a:pt x="82296" y="1629156"/>
                  </a:lnTo>
                  <a:lnTo>
                    <a:pt x="91440" y="1626108"/>
                  </a:lnTo>
                  <a:close/>
                </a:path>
                <a:path w="923925" h="4499610">
                  <a:moveTo>
                    <a:pt x="102108" y="1662684"/>
                  </a:moveTo>
                  <a:lnTo>
                    <a:pt x="94488" y="1635252"/>
                  </a:lnTo>
                  <a:lnTo>
                    <a:pt x="85344" y="1638300"/>
                  </a:lnTo>
                  <a:lnTo>
                    <a:pt x="92964" y="1665732"/>
                  </a:lnTo>
                  <a:lnTo>
                    <a:pt x="102108" y="1662684"/>
                  </a:lnTo>
                  <a:close/>
                </a:path>
                <a:path w="923925" h="4499610">
                  <a:moveTo>
                    <a:pt x="110490" y="1197102"/>
                  </a:moveTo>
                  <a:lnTo>
                    <a:pt x="102870" y="1191768"/>
                  </a:lnTo>
                  <a:lnTo>
                    <a:pt x="86868" y="1215390"/>
                  </a:lnTo>
                  <a:lnTo>
                    <a:pt x="94488" y="1220724"/>
                  </a:lnTo>
                  <a:lnTo>
                    <a:pt x="110490" y="1197102"/>
                  </a:lnTo>
                  <a:close/>
                </a:path>
                <a:path w="923925" h="4499610">
                  <a:moveTo>
                    <a:pt x="112776" y="1700022"/>
                  </a:moveTo>
                  <a:lnTo>
                    <a:pt x="105156" y="1671828"/>
                  </a:lnTo>
                  <a:lnTo>
                    <a:pt x="96012" y="1674876"/>
                  </a:lnTo>
                  <a:lnTo>
                    <a:pt x="103632" y="1702308"/>
                  </a:lnTo>
                  <a:lnTo>
                    <a:pt x="112776" y="1700022"/>
                  </a:lnTo>
                  <a:close/>
                </a:path>
                <a:path w="923925" h="4499610">
                  <a:moveTo>
                    <a:pt x="123444" y="1736598"/>
                  </a:moveTo>
                  <a:lnTo>
                    <a:pt x="115824" y="1709166"/>
                  </a:lnTo>
                  <a:lnTo>
                    <a:pt x="106680" y="1711452"/>
                  </a:lnTo>
                  <a:lnTo>
                    <a:pt x="114300" y="1738884"/>
                  </a:lnTo>
                  <a:lnTo>
                    <a:pt x="123444" y="1736598"/>
                  </a:lnTo>
                  <a:close/>
                </a:path>
                <a:path w="923925" h="4499610">
                  <a:moveTo>
                    <a:pt x="132588" y="1165860"/>
                  </a:moveTo>
                  <a:lnTo>
                    <a:pt x="124206" y="1160526"/>
                  </a:lnTo>
                  <a:lnTo>
                    <a:pt x="108204" y="1184148"/>
                  </a:lnTo>
                  <a:lnTo>
                    <a:pt x="115824" y="1189482"/>
                  </a:lnTo>
                  <a:lnTo>
                    <a:pt x="132588" y="1165860"/>
                  </a:lnTo>
                  <a:close/>
                </a:path>
                <a:path w="923925" h="4499610">
                  <a:moveTo>
                    <a:pt x="134112" y="1773174"/>
                  </a:moveTo>
                  <a:lnTo>
                    <a:pt x="126492" y="1745742"/>
                  </a:lnTo>
                  <a:lnTo>
                    <a:pt x="117348" y="1748028"/>
                  </a:lnTo>
                  <a:lnTo>
                    <a:pt x="124968" y="1775460"/>
                  </a:lnTo>
                  <a:lnTo>
                    <a:pt x="134112" y="1773174"/>
                  </a:lnTo>
                  <a:close/>
                </a:path>
                <a:path w="923925" h="4499610">
                  <a:moveTo>
                    <a:pt x="144780" y="1809750"/>
                  </a:moveTo>
                  <a:lnTo>
                    <a:pt x="137160" y="1782318"/>
                  </a:lnTo>
                  <a:lnTo>
                    <a:pt x="128016" y="1784604"/>
                  </a:lnTo>
                  <a:lnTo>
                    <a:pt x="135636" y="1812036"/>
                  </a:lnTo>
                  <a:lnTo>
                    <a:pt x="144780" y="1809750"/>
                  </a:lnTo>
                  <a:close/>
                </a:path>
                <a:path w="923925" h="4499610">
                  <a:moveTo>
                    <a:pt x="153924" y="1134618"/>
                  </a:moveTo>
                  <a:lnTo>
                    <a:pt x="145542" y="1129284"/>
                  </a:lnTo>
                  <a:lnTo>
                    <a:pt x="129540" y="1152906"/>
                  </a:lnTo>
                  <a:lnTo>
                    <a:pt x="137922" y="1158240"/>
                  </a:lnTo>
                  <a:lnTo>
                    <a:pt x="153924" y="1134618"/>
                  </a:lnTo>
                  <a:close/>
                </a:path>
                <a:path w="923925" h="4499610">
                  <a:moveTo>
                    <a:pt x="155448" y="1846326"/>
                  </a:moveTo>
                  <a:lnTo>
                    <a:pt x="147066" y="1818894"/>
                  </a:lnTo>
                  <a:lnTo>
                    <a:pt x="137922" y="1821180"/>
                  </a:lnTo>
                  <a:lnTo>
                    <a:pt x="146304" y="1848612"/>
                  </a:lnTo>
                  <a:lnTo>
                    <a:pt x="155448" y="1846326"/>
                  </a:lnTo>
                  <a:close/>
                </a:path>
                <a:path w="923925" h="4499610">
                  <a:moveTo>
                    <a:pt x="166116" y="1882902"/>
                  </a:moveTo>
                  <a:lnTo>
                    <a:pt x="157734" y="1855470"/>
                  </a:lnTo>
                  <a:lnTo>
                    <a:pt x="148590" y="1857756"/>
                  </a:lnTo>
                  <a:lnTo>
                    <a:pt x="156972" y="1885188"/>
                  </a:lnTo>
                  <a:lnTo>
                    <a:pt x="166116" y="1882902"/>
                  </a:lnTo>
                  <a:close/>
                </a:path>
                <a:path w="923925" h="4499610">
                  <a:moveTo>
                    <a:pt x="175260" y="1102614"/>
                  </a:moveTo>
                  <a:lnTo>
                    <a:pt x="167640" y="1097280"/>
                  </a:lnTo>
                  <a:lnTo>
                    <a:pt x="150876" y="1120902"/>
                  </a:lnTo>
                  <a:lnTo>
                    <a:pt x="159258" y="1126236"/>
                  </a:lnTo>
                  <a:lnTo>
                    <a:pt x="175260" y="1102614"/>
                  </a:lnTo>
                  <a:close/>
                </a:path>
                <a:path w="923925" h="4499610">
                  <a:moveTo>
                    <a:pt x="176784" y="1919478"/>
                  </a:moveTo>
                  <a:lnTo>
                    <a:pt x="168402" y="1892046"/>
                  </a:lnTo>
                  <a:lnTo>
                    <a:pt x="159258" y="1894332"/>
                  </a:lnTo>
                  <a:lnTo>
                    <a:pt x="167640" y="1921764"/>
                  </a:lnTo>
                  <a:lnTo>
                    <a:pt x="176784" y="1919478"/>
                  </a:lnTo>
                  <a:close/>
                </a:path>
                <a:path w="923925" h="4499610">
                  <a:moveTo>
                    <a:pt x="187452" y="1956054"/>
                  </a:moveTo>
                  <a:lnTo>
                    <a:pt x="179070" y="1928622"/>
                  </a:lnTo>
                  <a:lnTo>
                    <a:pt x="169926" y="1930908"/>
                  </a:lnTo>
                  <a:lnTo>
                    <a:pt x="178308" y="1958340"/>
                  </a:lnTo>
                  <a:lnTo>
                    <a:pt x="187452" y="1956054"/>
                  </a:lnTo>
                  <a:close/>
                </a:path>
                <a:path w="923925" h="4499610">
                  <a:moveTo>
                    <a:pt x="196596" y="1071372"/>
                  </a:moveTo>
                  <a:lnTo>
                    <a:pt x="188976" y="1066038"/>
                  </a:lnTo>
                  <a:lnTo>
                    <a:pt x="172974" y="1089660"/>
                  </a:lnTo>
                  <a:lnTo>
                    <a:pt x="180594" y="1094994"/>
                  </a:lnTo>
                  <a:lnTo>
                    <a:pt x="196596" y="1071372"/>
                  </a:lnTo>
                  <a:close/>
                </a:path>
                <a:path w="923925" h="4499610">
                  <a:moveTo>
                    <a:pt x="198120" y="1992630"/>
                  </a:moveTo>
                  <a:lnTo>
                    <a:pt x="189738" y="1965198"/>
                  </a:lnTo>
                  <a:lnTo>
                    <a:pt x="180594" y="1967484"/>
                  </a:lnTo>
                  <a:lnTo>
                    <a:pt x="188976" y="1994916"/>
                  </a:lnTo>
                  <a:lnTo>
                    <a:pt x="198120" y="1992630"/>
                  </a:lnTo>
                  <a:close/>
                </a:path>
                <a:path w="923925" h="4499610">
                  <a:moveTo>
                    <a:pt x="208026" y="2029206"/>
                  </a:moveTo>
                  <a:lnTo>
                    <a:pt x="200406" y="2001774"/>
                  </a:lnTo>
                  <a:lnTo>
                    <a:pt x="191262" y="2004060"/>
                  </a:lnTo>
                  <a:lnTo>
                    <a:pt x="198882" y="2031492"/>
                  </a:lnTo>
                  <a:lnTo>
                    <a:pt x="208026" y="2029206"/>
                  </a:lnTo>
                  <a:close/>
                </a:path>
                <a:path w="923925" h="4499610">
                  <a:moveTo>
                    <a:pt x="217932" y="1040130"/>
                  </a:moveTo>
                  <a:lnTo>
                    <a:pt x="210312" y="1034796"/>
                  </a:lnTo>
                  <a:lnTo>
                    <a:pt x="194310" y="1058418"/>
                  </a:lnTo>
                  <a:lnTo>
                    <a:pt x="201930" y="1063752"/>
                  </a:lnTo>
                  <a:lnTo>
                    <a:pt x="217932" y="1040130"/>
                  </a:lnTo>
                  <a:close/>
                </a:path>
                <a:path w="923925" h="4499610">
                  <a:moveTo>
                    <a:pt x="218694" y="2065782"/>
                  </a:moveTo>
                  <a:lnTo>
                    <a:pt x="211074" y="2038350"/>
                  </a:lnTo>
                  <a:lnTo>
                    <a:pt x="201930" y="2040636"/>
                  </a:lnTo>
                  <a:lnTo>
                    <a:pt x="209550" y="2068068"/>
                  </a:lnTo>
                  <a:lnTo>
                    <a:pt x="218694" y="2065782"/>
                  </a:lnTo>
                  <a:close/>
                </a:path>
                <a:path w="923925" h="4499610">
                  <a:moveTo>
                    <a:pt x="229362" y="2102358"/>
                  </a:moveTo>
                  <a:lnTo>
                    <a:pt x="221742" y="2074926"/>
                  </a:lnTo>
                  <a:lnTo>
                    <a:pt x="212598" y="2077212"/>
                  </a:lnTo>
                  <a:lnTo>
                    <a:pt x="220218" y="2104644"/>
                  </a:lnTo>
                  <a:lnTo>
                    <a:pt x="229362" y="2102358"/>
                  </a:lnTo>
                  <a:close/>
                </a:path>
                <a:path w="923925" h="4499610">
                  <a:moveTo>
                    <a:pt x="239268" y="1008126"/>
                  </a:moveTo>
                  <a:lnTo>
                    <a:pt x="231648" y="1002792"/>
                  </a:lnTo>
                  <a:lnTo>
                    <a:pt x="215646" y="1026414"/>
                  </a:lnTo>
                  <a:lnTo>
                    <a:pt x="223266" y="1031748"/>
                  </a:lnTo>
                  <a:lnTo>
                    <a:pt x="239268" y="1008126"/>
                  </a:lnTo>
                  <a:close/>
                </a:path>
                <a:path w="923925" h="4499610">
                  <a:moveTo>
                    <a:pt x="240030" y="2138934"/>
                  </a:moveTo>
                  <a:lnTo>
                    <a:pt x="232410" y="2111502"/>
                  </a:lnTo>
                  <a:lnTo>
                    <a:pt x="223266" y="2113788"/>
                  </a:lnTo>
                  <a:lnTo>
                    <a:pt x="230886" y="2141220"/>
                  </a:lnTo>
                  <a:lnTo>
                    <a:pt x="240030" y="2138934"/>
                  </a:lnTo>
                  <a:close/>
                </a:path>
                <a:path w="923925" h="4499610">
                  <a:moveTo>
                    <a:pt x="250698" y="2175510"/>
                  </a:moveTo>
                  <a:lnTo>
                    <a:pt x="243078" y="2148078"/>
                  </a:lnTo>
                  <a:lnTo>
                    <a:pt x="233934" y="2150364"/>
                  </a:lnTo>
                  <a:lnTo>
                    <a:pt x="241554" y="2177796"/>
                  </a:lnTo>
                  <a:lnTo>
                    <a:pt x="250698" y="2175510"/>
                  </a:lnTo>
                  <a:close/>
                </a:path>
                <a:path w="923925" h="4499610">
                  <a:moveTo>
                    <a:pt x="261366" y="2212086"/>
                  </a:moveTo>
                  <a:lnTo>
                    <a:pt x="253746" y="2184654"/>
                  </a:lnTo>
                  <a:lnTo>
                    <a:pt x="244602" y="2186940"/>
                  </a:lnTo>
                  <a:lnTo>
                    <a:pt x="252222" y="2214372"/>
                  </a:lnTo>
                  <a:lnTo>
                    <a:pt x="261366" y="2212086"/>
                  </a:lnTo>
                  <a:close/>
                </a:path>
                <a:path w="923925" h="4499610">
                  <a:moveTo>
                    <a:pt x="261366" y="976884"/>
                  </a:moveTo>
                  <a:lnTo>
                    <a:pt x="252984" y="971550"/>
                  </a:lnTo>
                  <a:lnTo>
                    <a:pt x="236982" y="995172"/>
                  </a:lnTo>
                  <a:lnTo>
                    <a:pt x="244602" y="1000506"/>
                  </a:lnTo>
                  <a:lnTo>
                    <a:pt x="261366" y="976884"/>
                  </a:lnTo>
                  <a:close/>
                </a:path>
                <a:path w="923925" h="4499610">
                  <a:moveTo>
                    <a:pt x="272034" y="2248662"/>
                  </a:moveTo>
                  <a:lnTo>
                    <a:pt x="264414" y="2221230"/>
                  </a:lnTo>
                  <a:lnTo>
                    <a:pt x="255270" y="2223516"/>
                  </a:lnTo>
                  <a:lnTo>
                    <a:pt x="262890" y="2250948"/>
                  </a:lnTo>
                  <a:lnTo>
                    <a:pt x="272034" y="2248662"/>
                  </a:lnTo>
                  <a:close/>
                </a:path>
                <a:path w="923925" h="4499610">
                  <a:moveTo>
                    <a:pt x="282702" y="2285238"/>
                  </a:moveTo>
                  <a:lnTo>
                    <a:pt x="275082" y="2257806"/>
                  </a:lnTo>
                  <a:lnTo>
                    <a:pt x="265938" y="2260092"/>
                  </a:lnTo>
                  <a:lnTo>
                    <a:pt x="273558" y="2287524"/>
                  </a:lnTo>
                  <a:lnTo>
                    <a:pt x="282702" y="2285238"/>
                  </a:lnTo>
                  <a:close/>
                </a:path>
                <a:path w="923925" h="4499610">
                  <a:moveTo>
                    <a:pt x="282702" y="945642"/>
                  </a:moveTo>
                  <a:lnTo>
                    <a:pt x="274320" y="940308"/>
                  </a:lnTo>
                  <a:lnTo>
                    <a:pt x="258318" y="963930"/>
                  </a:lnTo>
                  <a:lnTo>
                    <a:pt x="266700" y="969264"/>
                  </a:lnTo>
                  <a:lnTo>
                    <a:pt x="282702" y="945642"/>
                  </a:lnTo>
                  <a:close/>
                </a:path>
                <a:path w="923925" h="4499610">
                  <a:moveTo>
                    <a:pt x="293370" y="2321814"/>
                  </a:moveTo>
                  <a:lnTo>
                    <a:pt x="284988" y="2294382"/>
                  </a:lnTo>
                  <a:lnTo>
                    <a:pt x="275844" y="2296668"/>
                  </a:lnTo>
                  <a:lnTo>
                    <a:pt x="284226" y="2324100"/>
                  </a:lnTo>
                  <a:lnTo>
                    <a:pt x="293370" y="2321814"/>
                  </a:lnTo>
                  <a:close/>
                </a:path>
                <a:path w="923925" h="4499610">
                  <a:moveTo>
                    <a:pt x="304038" y="2358390"/>
                  </a:moveTo>
                  <a:lnTo>
                    <a:pt x="295656" y="2330958"/>
                  </a:lnTo>
                  <a:lnTo>
                    <a:pt x="286512" y="2333244"/>
                  </a:lnTo>
                  <a:lnTo>
                    <a:pt x="294894" y="2360676"/>
                  </a:lnTo>
                  <a:lnTo>
                    <a:pt x="304038" y="2358390"/>
                  </a:lnTo>
                  <a:close/>
                </a:path>
                <a:path w="923925" h="4499610">
                  <a:moveTo>
                    <a:pt x="304038" y="913638"/>
                  </a:moveTo>
                  <a:lnTo>
                    <a:pt x="296418" y="908304"/>
                  </a:lnTo>
                  <a:lnTo>
                    <a:pt x="279654" y="931926"/>
                  </a:lnTo>
                  <a:lnTo>
                    <a:pt x="288036" y="937260"/>
                  </a:lnTo>
                  <a:lnTo>
                    <a:pt x="304038" y="913638"/>
                  </a:lnTo>
                  <a:close/>
                </a:path>
                <a:path w="923925" h="4499610">
                  <a:moveTo>
                    <a:pt x="314706" y="2394966"/>
                  </a:moveTo>
                  <a:lnTo>
                    <a:pt x="306324" y="2367534"/>
                  </a:lnTo>
                  <a:lnTo>
                    <a:pt x="297180" y="2369820"/>
                  </a:lnTo>
                  <a:lnTo>
                    <a:pt x="305562" y="2397252"/>
                  </a:lnTo>
                  <a:lnTo>
                    <a:pt x="314706" y="2394966"/>
                  </a:lnTo>
                  <a:close/>
                </a:path>
                <a:path w="923925" h="4499610">
                  <a:moveTo>
                    <a:pt x="325374" y="2431542"/>
                  </a:moveTo>
                  <a:lnTo>
                    <a:pt x="316992" y="2404110"/>
                  </a:lnTo>
                  <a:lnTo>
                    <a:pt x="307848" y="2406396"/>
                  </a:lnTo>
                  <a:lnTo>
                    <a:pt x="316230" y="2433828"/>
                  </a:lnTo>
                  <a:lnTo>
                    <a:pt x="325374" y="2431542"/>
                  </a:lnTo>
                  <a:close/>
                </a:path>
                <a:path w="923925" h="4499610">
                  <a:moveTo>
                    <a:pt x="325374" y="882396"/>
                  </a:moveTo>
                  <a:lnTo>
                    <a:pt x="317754" y="877062"/>
                  </a:lnTo>
                  <a:lnTo>
                    <a:pt x="301752" y="900684"/>
                  </a:lnTo>
                  <a:lnTo>
                    <a:pt x="309372" y="906018"/>
                  </a:lnTo>
                  <a:lnTo>
                    <a:pt x="325374" y="882396"/>
                  </a:lnTo>
                  <a:close/>
                </a:path>
                <a:path w="923925" h="4499610">
                  <a:moveTo>
                    <a:pt x="336042" y="2468118"/>
                  </a:moveTo>
                  <a:lnTo>
                    <a:pt x="327660" y="2440686"/>
                  </a:lnTo>
                  <a:lnTo>
                    <a:pt x="318516" y="2442972"/>
                  </a:lnTo>
                  <a:lnTo>
                    <a:pt x="326898" y="2470404"/>
                  </a:lnTo>
                  <a:lnTo>
                    <a:pt x="336042" y="2468118"/>
                  </a:lnTo>
                  <a:close/>
                </a:path>
                <a:path w="923925" h="4499610">
                  <a:moveTo>
                    <a:pt x="345948" y="2504694"/>
                  </a:moveTo>
                  <a:lnTo>
                    <a:pt x="338328" y="2477262"/>
                  </a:lnTo>
                  <a:lnTo>
                    <a:pt x="329184" y="2479548"/>
                  </a:lnTo>
                  <a:lnTo>
                    <a:pt x="336804" y="2506980"/>
                  </a:lnTo>
                  <a:lnTo>
                    <a:pt x="345948" y="2504694"/>
                  </a:lnTo>
                  <a:close/>
                </a:path>
                <a:path w="923925" h="4499610">
                  <a:moveTo>
                    <a:pt x="346710" y="851154"/>
                  </a:moveTo>
                  <a:lnTo>
                    <a:pt x="339090" y="845820"/>
                  </a:lnTo>
                  <a:lnTo>
                    <a:pt x="323088" y="869442"/>
                  </a:lnTo>
                  <a:lnTo>
                    <a:pt x="330708" y="874776"/>
                  </a:lnTo>
                  <a:lnTo>
                    <a:pt x="346710" y="851154"/>
                  </a:lnTo>
                  <a:close/>
                </a:path>
                <a:path w="923925" h="4499610">
                  <a:moveTo>
                    <a:pt x="356616" y="2541270"/>
                  </a:moveTo>
                  <a:lnTo>
                    <a:pt x="348996" y="2513838"/>
                  </a:lnTo>
                  <a:lnTo>
                    <a:pt x="339852" y="2516886"/>
                  </a:lnTo>
                  <a:lnTo>
                    <a:pt x="347472" y="2544318"/>
                  </a:lnTo>
                  <a:lnTo>
                    <a:pt x="356616" y="2541270"/>
                  </a:lnTo>
                  <a:close/>
                </a:path>
                <a:path w="923925" h="4499610">
                  <a:moveTo>
                    <a:pt x="367284" y="2577846"/>
                  </a:moveTo>
                  <a:lnTo>
                    <a:pt x="359664" y="2550414"/>
                  </a:lnTo>
                  <a:lnTo>
                    <a:pt x="350520" y="2553462"/>
                  </a:lnTo>
                  <a:lnTo>
                    <a:pt x="358140" y="2580894"/>
                  </a:lnTo>
                  <a:lnTo>
                    <a:pt x="367284" y="2577846"/>
                  </a:lnTo>
                  <a:close/>
                </a:path>
                <a:path w="923925" h="4499610">
                  <a:moveTo>
                    <a:pt x="368046" y="819912"/>
                  </a:moveTo>
                  <a:lnTo>
                    <a:pt x="360426" y="813816"/>
                  </a:lnTo>
                  <a:lnTo>
                    <a:pt x="344424" y="837438"/>
                  </a:lnTo>
                  <a:lnTo>
                    <a:pt x="352044" y="843534"/>
                  </a:lnTo>
                  <a:lnTo>
                    <a:pt x="368046" y="819912"/>
                  </a:lnTo>
                  <a:close/>
                </a:path>
                <a:path w="923925" h="4499610">
                  <a:moveTo>
                    <a:pt x="377952" y="2614422"/>
                  </a:moveTo>
                  <a:lnTo>
                    <a:pt x="370332" y="2586990"/>
                  </a:lnTo>
                  <a:lnTo>
                    <a:pt x="361188" y="2590038"/>
                  </a:lnTo>
                  <a:lnTo>
                    <a:pt x="368808" y="2617470"/>
                  </a:lnTo>
                  <a:lnTo>
                    <a:pt x="377952" y="2614422"/>
                  </a:lnTo>
                  <a:close/>
                </a:path>
                <a:path w="923925" h="4499610">
                  <a:moveTo>
                    <a:pt x="388620" y="2650998"/>
                  </a:moveTo>
                  <a:lnTo>
                    <a:pt x="381000" y="2623566"/>
                  </a:lnTo>
                  <a:lnTo>
                    <a:pt x="371856" y="2626614"/>
                  </a:lnTo>
                  <a:lnTo>
                    <a:pt x="379476" y="2654046"/>
                  </a:lnTo>
                  <a:lnTo>
                    <a:pt x="388620" y="2650998"/>
                  </a:lnTo>
                  <a:close/>
                </a:path>
                <a:path w="923925" h="4499610">
                  <a:moveTo>
                    <a:pt x="389382" y="787908"/>
                  </a:moveTo>
                  <a:lnTo>
                    <a:pt x="381762" y="782574"/>
                  </a:lnTo>
                  <a:lnTo>
                    <a:pt x="365760" y="806196"/>
                  </a:lnTo>
                  <a:lnTo>
                    <a:pt x="373380" y="811530"/>
                  </a:lnTo>
                  <a:lnTo>
                    <a:pt x="389382" y="787908"/>
                  </a:lnTo>
                  <a:close/>
                </a:path>
                <a:path w="923925" h="4499610">
                  <a:moveTo>
                    <a:pt x="399288" y="2687574"/>
                  </a:moveTo>
                  <a:lnTo>
                    <a:pt x="391668" y="2660142"/>
                  </a:lnTo>
                  <a:lnTo>
                    <a:pt x="382524" y="2663190"/>
                  </a:lnTo>
                  <a:lnTo>
                    <a:pt x="390144" y="2690622"/>
                  </a:lnTo>
                  <a:lnTo>
                    <a:pt x="399288" y="2687574"/>
                  </a:lnTo>
                  <a:close/>
                </a:path>
                <a:path w="923925" h="4499610">
                  <a:moveTo>
                    <a:pt x="409956" y="2724150"/>
                  </a:moveTo>
                  <a:lnTo>
                    <a:pt x="402336" y="2696718"/>
                  </a:lnTo>
                  <a:lnTo>
                    <a:pt x="393192" y="2699766"/>
                  </a:lnTo>
                  <a:lnTo>
                    <a:pt x="400812" y="2727198"/>
                  </a:lnTo>
                  <a:lnTo>
                    <a:pt x="409956" y="2724150"/>
                  </a:lnTo>
                  <a:close/>
                </a:path>
                <a:path w="923925" h="4499610">
                  <a:moveTo>
                    <a:pt x="411480" y="756666"/>
                  </a:moveTo>
                  <a:lnTo>
                    <a:pt x="403098" y="751332"/>
                  </a:lnTo>
                  <a:lnTo>
                    <a:pt x="387096" y="774954"/>
                  </a:lnTo>
                  <a:lnTo>
                    <a:pt x="395478" y="780288"/>
                  </a:lnTo>
                  <a:lnTo>
                    <a:pt x="411480" y="756666"/>
                  </a:lnTo>
                  <a:close/>
                </a:path>
                <a:path w="923925" h="4499610">
                  <a:moveTo>
                    <a:pt x="420624" y="2760726"/>
                  </a:moveTo>
                  <a:lnTo>
                    <a:pt x="412242" y="2733294"/>
                  </a:lnTo>
                  <a:lnTo>
                    <a:pt x="403098" y="2736342"/>
                  </a:lnTo>
                  <a:lnTo>
                    <a:pt x="411480" y="2763774"/>
                  </a:lnTo>
                  <a:lnTo>
                    <a:pt x="420624" y="2760726"/>
                  </a:lnTo>
                  <a:close/>
                </a:path>
                <a:path w="923925" h="4499610">
                  <a:moveTo>
                    <a:pt x="431292" y="2797302"/>
                  </a:moveTo>
                  <a:lnTo>
                    <a:pt x="422910" y="2769870"/>
                  </a:lnTo>
                  <a:lnTo>
                    <a:pt x="413766" y="2772918"/>
                  </a:lnTo>
                  <a:lnTo>
                    <a:pt x="422148" y="2800350"/>
                  </a:lnTo>
                  <a:lnTo>
                    <a:pt x="431292" y="2797302"/>
                  </a:lnTo>
                  <a:close/>
                </a:path>
                <a:path w="923925" h="4499610">
                  <a:moveTo>
                    <a:pt x="432816" y="725424"/>
                  </a:moveTo>
                  <a:lnTo>
                    <a:pt x="424434" y="720090"/>
                  </a:lnTo>
                  <a:lnTo>
                    <a:pt x="408432" y="743712"/>
                  </a:lnTo>
                  <a:lnTo>
                    <a:pt x="416814" y="749046"/>
                  </a:lnTo>
                  <a:lnTo>
                    <a:pt x="432816" y="725424"/>
                  </a:lnTo>
                  <a:close/>
                </a:path>
                <a:path w="923925" h="4499610">
                  <a:moveTo>
                    <a:pt x="441960" y="2833878"/>
                  </a:moveTo>
                  <a:lnTo>
                    <a:pt x="433578" y="2806446"/>
                  </a:lnTo>
                  <a:lnTo>
                    <a:pt x="424434" y="2809494"/>
                  </a:lnTo>
                  <a:lnTo>
                    <a:pt x="432816" y="2836926"/>
                  </a:lnTo>
                  <a:lnTo>
                    <a:pt x="441960" y="2833878"/>
                  </a:lnTo>
                  <a:close/>
                </a:path>
                <a:path w="923925" h="4499610">
                  <a:moveTo>
                    <a:pt x="452628" y="2870454"/>
                  </a:moveTo>
                  <a:lnTo>
                    <a:pt x="444246" y="2843022"/>
                  </a:lnTo>
                  <a:lnTo>
                    <a:pt x="435102" y="2846070"/>
                  </a:lnTo>
                  <a:lnTo>
                    <a:pt x="443484" y="2873502"/>
                  </a:lnTo>
                  <a:lnTo>
                    <a:pt x="452628" y="2870454"/>
                  </a:lnTo>
                  <a:close/>
                </a:path>
                <a:path w="923925" h="4499610">
                  <a:moveTo>
                    <a:pt x="454152" y="693420"/>
                  </a:moveTo>
                  <a:lnTo>
                    <a:pt x="446532" y="688086"/>
                  </a:lnTo>
                  <a:lnTo>
                    <a:pt x="430530" y="711708"/>
                  </a:lnTo>
                  <a:lnTo>
                    <a:pt x="438150" y="717042"/>
                  </a:lnTo>
                  <a:lnTo>
                    <a:pt x="454152" y="693420"/>
                  </a:lnTo>
                  <a:close/>
                </a:path>
                <a:path w="923925" h="4499610">
                  <a:moveTo>
                    <a:pt x="463296" y="2907030"/>
                  </a:moveTo>
                  <a:lnTo>
                    <a:pt x="454914" y="2879598"/>
                  </a:lnTo>
                  <a:lnTo>
                    <a:pt x="445770" y="2882646"/>
                  </a:lnTo>
                  <a:lnTo>
                    <a:pt x="454152" y="2910078"/>
                  </a:lnTo>
                  <a:lnTo>
                    <a:pt x="463296" y="2907030"/>
                  </a:lnTo>
                  <a:close/>
                </a:path>
                <a:path w="923925" h="4499610">
                  <a:moveTo>
                    <a:pt x="473964" y="2943606"/>
                  </a:moveTo>
                  <a:lnTo>
                    <a:pt x="465582" y="2916174"/>
                  </a:lnTo>
                  <a:lnTo>
                    <a:pt x="456438" y="2919222"/>
                  </a:lnTo>
                  <a:lnTo>
                    <a:pt x="464820" y="2946654"/>
                  </a:lnTo>
                  <a:lnTo>
                    <a:pt x="473964" y="2943606"/>
                  </a:lnTo>
                  <a:close/>
                </a:path>
                <a:path w="923925" h="4499610">
                  <a:moveTo>
                    <a:pt x="475488" y="662178"/>
                  </a:moveTo>
                  <a:lnTo>
                    <a:pt x="467868" y="656844"/>
                  </a:lnTo>
                  <a:lnTo>
                    <a:pt x="451866" y="680466"/>
                  </a:lnTo>
                  <a:lnTo>
                    <a:pt x="459486" y="685800"/>
                  </a:lnTo>
                  <a:lnTo>
                    <a:pt x="475488" y="662178"/>
                  </a:lnTo>
                  <a:close/>
                </a:path>
                <a:path w="923925" h="4499610">
                  <a:moveTo>
                    <a:pt x="483870" y="2980182"/>
                  </a:moveTo>
                  <a:lnTo>
                    <a:pt x="476250" y="2952750"/>
                  </a:lnTo>
                  <a:lnTo>
                    <a:pt x="467106" y="2955798"/>
                  </a:lnTo>
                  <a:lnTo>
                    <a:pt x="474726" y="2983230"/>
                  </a:lnTo>
                  <a:lnTo>
                    <a:pt x="483870" y="2980182"/>
                  </a:lnTo>
                  <a:close/>
                </a:path>
                <a:path w="923925" h="4499610">
                  <a:moveTo>
                    <a:pt x="494538" y="3016758"/>
                  </a:moveTo>
                  <a:lnTo>
                    <a:pt x="486918" y="2989326"/>
                  </a:lnTo>
                  <a:lnTo>
                    <a:pt x="477774" y="2992374"/>
                  </a:lnTo>
                  <a:lnTo>
                    <a:pt x="485394" y="3019806"/>
                  </a:lnTo>
                  <a:lnTo>
                    <a:pt x="494538" y="3016758"/>
                  </a:lnTo>
                  <a:close/>
                </a:path>
                <a:path w="923925" h="4499610">
                  <a:moveTo>
                    <a:pt x="496824" y="630936"/>
                  </a:moveTo>
                  <a:lnTo>
                    <a:pt x="489204" y="625602"/>
                  </a:lnTo>
                  <a:lnTo>
                    <a:pt x="473202" y="649224"/>
                  </a:lnTo>
                  <a:lnTo>
                    <a:pt x="480822" y="654558"/>
                  </a:lnTo>
                  <a:lnTo>
                    <a:pt x="496824" y="630936"/>
                  </a:lnTo>
                  <a:close/>
                </a:path>
                <a:path w="923925" h="4499610">
                  <a:moveTo>
                    <a:pt x="505206" y="3053334"/>
                  </a:moveTo>
                  <a:lnTo>
                    <a:pt x="497586" y="3025902"/>
                  </a:lnTo>
                  <a:lnTo>
                    <a:pt x="488442" y="3028950"/>
                  </a:lnTo>
                  <a:lnTo>
                    <a:pt x="496062" y="3056382"/>
                  </a:lnTo>
                  <a:lnTo>
                    <a:pt x="505206" y="3053334"/>
                  </a:lnTo>
                  <a:close/>
                </a:path>
                <a:path w="923925" h="4499610">
                  <a:moveTo>
                    <a:pt x="515874" y="3089910"/>
                  </a:moveTo>
                  <a:lnTo>
                    <a:pt x="508254" y="3062478"/>
                  </a:lnTo>
                  <a:lnTo>
                    <a:pt x="499110" y="3065526"/>
                  </a:lnTo>
                  <a:lnTo>
                    <a:pt x="506730" y="3092958"/>
                  </a:lnTo>
                  <a:lnTo>
                    <a:pt x="515874" y="3089910"/>
                  </a:lnTo>
                  <a:close/>
                </a:path>
                <a:path w="923925" h="4499610">
                  <a:moveTo>
                    <a:pt x="518160" y="598932"/>
                  </a:moveTo>
                  <a:lnTo>
                    <a:pt x="510540" y="593598"/>
                  </a:lnTo>
                  <a:lnTo>
                    <a:pt x="494538" y="617220"/>
                  </a:lnTo>
                  <a:lnTo>
                    <a:pt x="502158" y="622554"/>
                  </a:lnTo>
                  <a:lnTo>
                    <a:pt x="518160" y="598932"/>
                  </a:lnTo>
                  <a:close/>
                </a:path>
                <a:path w="923925" h="4499610">
                  <a:moveTo>
                    <a:pt x="526542" y="3126486"/>
                  </a:moveTo>
                  <a:lnTo>
                    <a:pt x="518922" y="3099054"/>
                  </a:lnTo>
                  <a:lnTo>
                    <a:pt x="509778" y="3102102"/>
                  </a:lnTo>
                  <a:lnTo>
                    <a:pt x="517398" y="3129534"/>
                  </a:lnTo>
                  <a:lnTo>
                    <a:pt x="526542" y="3126486"/>
                  </a:lnTo>
                  <a:close/>
                </a:path>
                <a:path w="923925" h="4499610">
                  <a:moveTo>
                    <a:pt x="537210" y="3163062"/>
                  </a:moveTo>
                  <a:lnTo>
                    <a:pt x="529590" y="3135630"/>
                  </a:lnTo>
                  <a:lnTo>
                    <a:pt x="520446" y="3138678"/>
                  </a:lnTo>
                  <a:lnTo>
                    <a:pt x="528066" y="3166110"/>
                  </a:lnTo>
                  <a:lnTo>
                    <a:pt x="537210" y="3163062"/>
                  </a:lnTo>
                  <a:close/>
                </a:path>
                <a:path w="923925" h="4499610">
                  <a:moveTo>
                    <a:pt x="540258" y="567690"/>
                  </a:moveTo>
                  <a:lnTo>
                    <a:pt x="531876" y="562356"/>
                  </a:lnTo>
                  <a:lnTo>
                    <a:pt x="515874" y="585978"/>
                  </a:lnTo>
                  <a:lnTo>
                    <a:pt x="523494" y="591312"/>
                  </a:lnTo>
                  <a:lnTo>
                    <a:pt x="540258" y="567690"/>
                  </a:lnTo>
                  <a:close/>
                </a:path>
                <a:path w="923925" h="4499610">
                  <a:moveTo>
                    <a:pt x="547878" y="3199638"/>
                  </a:moveTo>
                  <a:lnTo>
                    <a:pt x="540258" y="3172206"/>
                  </a:lnTo>
                  <a:lnTo>
                    <a:pt x="531114" y="3175254"/>
                  </a:lnTo>
                  <a:lnTo>
                    <a:pt x="538734" y="3202686"/>
                  </a:lnTo>
                  <a:lnTo>
                    <a:pt x="547878" y="3199638"/>
                  </a:lnTo>
                  <a:close/>
                </a:path>
                <a:path w="923925" h="4499610">
                  <a:moveTo>
                    <a:pt x="558546" y="3236214"/>
                  </a:moveTo>
                  <a:lnTo>
                    <a:pt x="550164" y="3208782"/>
                  </a:lnTo>
                  <a:lnTo>
                    <a:pt x="541020" y="3211830"/>
                  </a:lnTo>
                  <a:lnTo>
                    <a:pt x="549402" y="3239262"/>
                  </a:lnTo>
                  <a:lnTo>
                    <a:pt x="558546" y="3236214"/>
                  </a:lnTo>
                  <a:close/>
                </a:path>
                <a:path w="923925" h="4499610">
                  <a:moveTo>
                    <a:pt x="561594" y="536448"/>
                  </a:moveTo>
                  <a:lnTo>
                    <a:pt x="553212" y="531114"/>
                  </a:lnTo>
                  <a:lnTo>
                    <a:pt x="537210" y="554736"/>
                  </a:lnTo>
                  <a:lnTo>
                    <a:pt x="545592" y="560070"/>
                  </a:lnTo>
                  <a:lnTo>
                    <a:pt x="561594" y="536448"/>
                  </a:lnTo>
                  <a:close/>
                </a:path>
                <a:path w="923925" h="4499610">
                  <a:moveTo>
                    <a:pt x="569214" y="3272790"/>
                  </a:moveTo>
                  <a:lnTo>
                    <a:pt x="560832" y="3245358"/>
                  </a:lnTo>
                  <a:lnTo>
                    <a:pt x="551688" y="3248406"/>
                  </a:lnTo>
                  <a:lnTo>
                    <a:pt x="560070" y="3275838"/>
                  </a:lnTo>
                  <a:lnTo>
                    <a:pt x="569214" y="3272790"/>
                  </a:lnTo>
                  <a:close/>
                </a:path>
                <a:path w="923925" h="4499610">
                  <a:moveTo>
                    <a:pt x="579882" y="3310128"/>
                  </a:moveTo>
                  <a:lnTo>
                    <a:pt x="571500" y="3281934"/>
                  </a:lnTo>
                  <a:lnTo>
                    <a:pt x="562356" y="3284982"/>
                  </a:lnTo>
                  <a:lnTo>
                    <a:pt x="570738" y="3312414"/>
                  </a:lnTo>
                  <a:lnTo>
                    <a:pt x="579882" y="3310128"/>
                  </a:lnTo>
                  <a:close/>
                </a:path>
                <a:path w="923925" h="4499610">
                  <a:moveTo>
                    <a:pt x="582930" y="504444"/>
                  </a:moveTo>
                  <a:lnTo>
                    <a:pt x="575310" y="499110"/>
                  </a:lnTo>
                  <a:lnTo>
                    <a:pt x="558546" y="522732"/>
                  </a:lnTo>
                  <a:lnTo>
                    <a:pt x="566928" y="528066"/>
                  </a:lnTo>
                  <a:lnTo>
                    <a:pt x="582930" y="504444"/>
                  </a:lnTo>
                  <a:close/>
                </a:path>
                <a:path w="923925" h="4499610">
                  <a:moveTo>
                    <a:pt x="590550" y="3346704"/>
                  </a:moveTo>
                  <a:lnTo>
                    <a:pt x="582168" y="3319272"/>
                  </a:lnTo>
                  <a:lnTo>
                    <a:pt x="573024" y="3321558"/>
                  </a:lnTo>
                  <a:lnTo>
                    <a:pt x="581406" y="3348990"/>
                  </a:lnTo>
                  <a:lnTo>
                    <a:pt x="590550" y="3346704"/>
                  </a:lnTo>
                  <a:close/>
                </a:path>
                <a:path w="923925" h="4499610">
                  <a:moveTo>
                    <a:pt x="601218" y="3383280"/>
                  </a:moveTo>
                  <a:lnTo>
                    <a:pt x="592836" y="3355848"/>
                  </a:lnTo>
                  <a:lnTo>
                    <a:pt x="583692" y="3358134"/>
                  </a:lnTo>
                  <a:lnTo>
                    <a:pt x="592074" y="3385566"/>
                  </a:lnTo>
                  <a:lnTo>
                    <a:pt x="601218" y="3383280"/>
                  </a:lnTo>
                  <a:close/>
                </a:path>
                <a:path w="923925" h="4499610">
                  <a:moveTo>
                    <a:pt x="604266" y="473202"/>
                  </a:moveTo>
                  <a:lnTo>
                    <a:pt x="596646" y="467868"/>
                  </a:lnTo>
                  <a:lnTo>
                    <a:pt x="580644" y="491490"/>
                  </a:lnTo>
                  <a:lnTo>
                    <a:pt x="588264" y="496824"/>
                  </a:lnTo>
                  <a:lnTo>
                    <a:pt x="604266" y="473202"/>
                  </a:lnTo>
                  <a:close/>
                </a:path>
                <a:path w="923925" h="4499610">
                  <a:moveTo>
                    <a:pt x="611886" y="3419856"/>
                  </a:moveTo>
                  <a:lnTo>
                    <a:pt x="603504" y="3392424"/>
                  </a:lnTo>
                  <a:lnTo>
                    <a:pt x="594360" y="3394710"/>
                  </a:lnTo>
                  <a:lnTo>
                    <a:pt x="602742" y="3422142"/>
                  </a:lnTo>
                  <a:lnTo>
                    <a:pt x="611886" y="3419856"/>
                  </a:lnTo>
                  <a:close/>
                </a:path>
                <a:path w="923925" h="4499610">
                  <a:moveTo>
                    <a:pt x="621792" y="3456432"/>
                  </a:moveTo>
                  <a:lnTo>
                    <a:pt x="614172" y="3429000"/>
                  </a:lnTo>
                  <a:lnTo>
                    <a:pt x="605028" y="3431286"/>
                  </a:lnTo>
                  <a:lnTo>
                    <a:pt x="612648" y="3458718"/>
                  </a:lnTo>
                  <a:lnTo>
                    <a:pt x="621792" y="3456432"/>
                  </a:lnTo>
                  <a:close/>
                </a:path>
                <a:path w="923925" h="4499610">
                  <a:moveTo>
                    <a:pt x="625602" y="441960"/>
                  </a:moveTo>
                  <a:lnTo>
                    <a:pt x="617982" y="436626"/>
                  </a:lnTo>
                  <a:lnTo>
                    <a:pt x="601980" y="460248"/>
                  </a:lnTo>
                  <a:lnTo>
                    <a:pt x="609600" y="465582"/>
                  </a:lnTo>
                  <a:lnTo>
                    <a:pt x="625602" y="441960"/>
                  </a:lnTo>
                  <a:close/>
                </a:path>
                <a:path w="923925" h="4499610">
                  <a:moveTo>
                    <a:pt x="632460" y="3493008"/>
                  </a:moveTo>
                  <a:lnTo>
                    <a:pt x="624840" y="3465576"/>
                  </a:lnTo>
                  <a:lnTo>
                    <a:pt x="615696" y="3467862"/>
                  </a:lnTo>
                  <a:lnTo>
                    <a:pt x="623316" y="3495294"/>
                  </a:lnTo>
                  <a:lnTo>
                    <a:pt x="632460" y="3493008"/>
                  </a:lnTo>
                  <a:close/>
                </a:path>
                <a:path w="923925" h="4499610">
                  <a:moveTo>
                    <a:pt x="643128" y="3529584"/>
                  </a:moveTo>
                  <a:lnTo>
                    <a:pt x="635508" y="3502152"/>
                  </a:lnTo>
                  <a:lnTo>
                    <a:pt x="626364" y="3504438"/>
                  </a:lnTo>
                  <a:lnTo>
                    <a:pt x="633984" y="3531870"/>
                  </a:lnTo>
                  <a:lnTo>
                    <a:pt x="643128" y="3529584"/>
                  </a:lnTo>
                  <a:close/>
                </a:path>
                <a:path w="923925" h="4499610">
                  <a:moveTo>
                    <a:pt x="646938" y="409956"/>
                  </a:moveTo>
                  <a:lnTo>
                    <a:pt x="639318" y="404622"/>
                  </a:lnTo>
                  <a:lnTo>
                    <a:pt x="623316" y="428244"/>
                  </a:lnTo>
                  <a:lnTo>
                    <a:pt x="630936" y="433578"/>
                  </a:lnTo>
                  <a:lnTo>
                    <a:pt x="646938" y="409956"/>
                  </a:lnTo>
                  <a:close/>
                </a:path>
                <a:path w="923925" h="4499610">
                  <a:moveTo>
                    <a:pt x="653796" y="3566160"/>
                  </a:moveTo>
                  <a:lnTo>
                    <a:pt x="646176" y="3538728"/>
                  </a:lnTo>
                  <a:lnTo>
                    <a:pt x="637032" y="3541014"/>
                  </a:lnTo>
                  <a:lnTo>
                    <a:pt x="644652" y="3568446"/>
                  </a:lnTo>
                  <a:lnTo>
                    <a:pt x="653796" y="3566160"/>
                  </a:lnTo>
                  <a:close/>
                </a:path>
                <a:path w="923925" h="4499610">
                  <a:moveTo>
                    <a:pt x="664464" y="3602736"/>
                  </a:moveTo>
                  <a:lnTo>
                    <a:pt x="656844" y="3575304"/>
                  </a:lnTo>
                  <a:lnTo>
                    <a:pt x="647700" y="3577590"/>
                  </a:lnTo>
                  <a:lnTo>
                    <a:pt x="655320" y="3605022"/>
                  </a:lnTo>
                  <a:lnTo>
                    <a:pt x="664464" y="3602736"/>
                  </a:lnTo>
                  <a:close/>
                </a:path>
                <a:path w="923925" h="4499610">
                  <a:moveTo>
                    <a:pt x="669036" y="378714"/>
                  </a:moveTo>
                  <a:lnTo>
                    <a:pt x="660654" y="373380"/>
                  </a:lnTo>
                  <a:lnTo>
                    <a:pt x="644652" y="397002"/>
                  </a:lnTo>
                  <a:lnTo>
                    <a:pt x="652272" y="402336"/>
                  </a:lnTo>
                  <a:lnTo>
                    <a:pt x="669036" y="378714"/>
                  </a:lnTo>
                  <a:close/>
                </a:path>
                <a:path w="923925" h="4499610">
                  <a:moveTo>
                    <a:pt x="675132" y="3639312"/>
                  </a:moveTo>
                  <a:lnTo>
                    <a:pt x="667512" y="3611880"/>
                  </a:lnTo>
                  <a:lnTo>
                    <a:pt x="658368" y="3614166"/>
                  </a:lnTo>
                  <a:lnTo>
                    <a:pt x="665988" y="3641598"/>
                  </a:lnTo>
                  <a:lnTo>
                    <a:pt x="675132" y="3639312"/>
                  </a:lnTo>
                  <a:close/>
                </a:path>
                <a:path w="923925" h="4499610">
                  <a:moveTo>
                    <a:pt x="685800" y="3675888"/>
                  </a:moveTo>
                  <a:lnTo>
                    <a:pt x="678180" y="3648456"/>
                  </a:lnTo>
                  <a:lnTo>
                    <a:pt x="669036" y="3650742"/>
                  </a:lnTo>
                  <a:lnTo>
                    <a:pt x="676656" y="3678174"/>
                  </a:lnTo>
                  <a:lnTo>
                    <a:pt x="685800" y="3675888"/>
                  </a:lnTo>
                  <a:close/>
                </a:path>
                <a:path w="923925" h="4499610">
                  <a:moveTo>
                    <a:pt x="690372" y="347472"/>
                  </a:moveTo>
                  <a:lnTo>
                    <a:pt x="681990" y="342138"/>
                  </a:lnTo>
                  <a:lnTo>
                    <a:pt x="665988" y="365760"/>
                  </a:lnTo>
                  <a:lnTo>
                    <a:pt x="674370" y="371094"/>
                  </a:lnTo>
                  <a:lnTo>
                    <a:pt x="690372" y="347472"/>
                  </a:lnTo>
                  <a:close/>
                </a:path>
                <a:path w="923925" h="4499610">
                  <a:moveTo>
                    <a:pt x="696468" y="3712464"/>
                  </a:moveTo>
                  <a:lnTo>
                    <a:pt x="688086" y="3685032"/>
                  </a:lnTo>
                  <a:lnTo>
                    <a:pt x="678942" y="3687318"/>
                  </a:lnTo>
                  <a:lnTo>
                    <a:pt x="687324" y="3714750"/>
                  </a:lnTo>
                  <a:lnTo>
                    <a:pt x="696468" y="3712464"/>
                  </a:lnTo>
                  <a:close/>
                </a:path>
                <a:path w="923925" h="4499610">
                  <a:moveTo>
                    <a:pt x="707136" y="3749040"/>
                  </a:moveTo>
                  <a:lnTo>
                    <a:pt x="698754" y="3721608"/>
                  </a:lnTo>
                  <a:lnTo>
                    <a:pt x="689610" y="3723894"/>
                  </a:lnTo>
                  <a:lnTo>
                    <a:pt x="697992" y="3751326"/>
                  </a:lnTo>
                  <a:lnTo>
                    <a:pt x="707136" y="3749040"/>
                  </a:lnTo>
                  <a:close/>
                </a:path>
                <a:path w="923925" h="4499610">
                  <a:moveTo>
                    <a:pt x="711708" y="315468"/>
                  </a:moveTo>
                  <a:lnTo>
                    <a:pt x="704088" y="310134"/>
                  </a:lnTo>
                  <a:lnTo>
                    <a:pt x="687324" y="333756"/>
                  </a:lnTo>
                  <a:lnTo>
                    <a:pt x="695706" y="339090"/>
                  </a:lnTo>
                  <a:lnTo>
                    <a:pt x="711708" y="315468"/>
                  </a:lnTo>
                  <a:close/>
                </a:path>
                <a:path w="923925" h="4499610">
                  <a:moveTo>
                    <a:pt x="717804" y="3785616"/>
                  </a:moveTo>
                  <a:lnTo>
                    <a:pt x="709422" y="3758184"/>
                  </a:lnTo>
                  <a:lnTo>
                    <a:pt x="700278" y="3760470"/>
                  </a:lnTo>
                  <a:lnTo>
                    <a:pt x="708660" y="3787902"/>
                  </a:lnTo>
                  <a:lnTo>
                    <a:pt x="717804" y="3785616"/>
                  </a:lnTo>
                  <a:close/>
                </a:path>
                <a:path w="923925" h="4499610">
                  <a:moveTo>
                    <a:pt x="728472" y="3822192"/>
                  </a:moveTo>
                  <a:lnTo>
                    <a:pt x="720090" y="3794760"/>
                  </a:lnTo>
                  <a:lnTo>
                    <a:pt x="710946" y="3797046"/>
                  </a:lnTo>
                  <a:lnTo>
                    <a:pt x="719328" y="3824478"/>
                  </a:lnTo>
                  <a:lnTo>
                    <a:pt x="728472" y="3822192"/>
                  </a:lnTo>
                  <a:close/>
                </a:path>
                <a:path w="923925" h="4499610">
                  <a:moveTo>
                    <a:pt x="733044" y="284226"/>
                  </a:moveTo>
                  <a:lnTo>
                    <a:pt x="725424" y="278892"/>
                  </a:lnTo>
                  <a:lnTo>
                    <a:pt x="709422" y="302514"/>
                  </a:lnTo>
                  <a:lnTo>
                    <a:pt x="717042" y="307848"/>
                  </a:lnTo>
                  <a:lnTo>
                    <a:pt x="733044" y="284226"/>
                  </a:lnTo>
                  <a:close/>
                </a:path>
                <a:path w="923925" h="4499610">
                  <a:moveTo>
                    <a:pt x="739140" y="3858768"/>
                  </a:moveTo>
                  <a:lnTo>
                    <a:pt x="730758" y="3831336"/>
                  </a:lnTo>
                  <a:lnTo>
                    <a:pt x="721614" y="3833622"/>
                  </a:lnTo>
                  <a:lnTo>
                    <a:pt x="729996" y="3861054"/>
                  </a:lnTo>
                  <a:lnTo>
                    <a:pt x="739140" y="3858768"/>
                  </a:lnTo>
                  <a:close/>
                </a:path>
                <a:path w="923925" h="4499610">
                  <a:moveTo>
                    <a:pt x="749046" y="3895344"/>
                  </a:moveTo>
                  <a:lnTo>
                    <a:pt x="741426" y="3867912"/>
                  </a:lnTo>
                  <a:lnTo>
                    <a:pt x="732282" y="3870198"/>
                  </a:lnTo>
                  <a:lnTo>
                    <a:pt x="739902" y="3897630"/>
                  </a:lnTo>
                  <a:lnTo>
                    <a:pt x="749046" y="3895344"/>
                  </a:lnTo>
                  <a:close/>
                </a:path>
                <a:path w="923925" h="4499610">
                  <a:moveTo>
                    <a:pt x="754380" y="252984"/>
                  </a:moveTo>
                  <a:lnTo>
                    <a:pt x="746760" y="247650"/>
                  </a:lnTo>
                  <a:lnTo>
                    <a:pt x="730758" y="271272"/>
                  </a:lnTo>
                  <a:lnTo>
                    <a:pt x="738378" y="276606"/>
                  </a:lnTo>
                  <a:lnTo>
                    <a:pt x="754380" y="252984"/>
                  </a:lnTo>
                  <a:close/>
                </a:path>
                <a:path w="923925" h="4499610">
                  <a:moveTo>
                    <a:pt x="759714" y="3931920"/>
                  </a:moveTo>
                  <a:lnTo>
                    <a:pt x="752094" y="3904488"/>
                  </a:lnTo>
                  <a:lnTo>
                    <a:pt x="742950" y="3906774"/>
                  </a:lnTo>
                  <a:lnTo>
                    <a:pt x="750570" y="3934206"/>
                  </a:lnTo>
                  <a:lnTo>
                    <a:pt x="759714" y="3931920"/>
                  </a:lnTo>
                  <a:close/>
                </a:path>
                <a:path w="923925" h="4499610">
                  <a:moveTo>
                    <a:pt x="770382" y="3968496"/>
                  </a:moveTo>
                  <a:lnTo>
                    <a:pt x="762762" y="3941064"/>
                  </a:lnTo>
                  <a:lnTo>
                    <a:pt x="753618" y="3943350"/>
                  </a:lnTo>
                  <a:lnTo>
                    <a:pt x="761238" y="3970782"/>
                  </a:lnTo>
                  <a:lnTo>
                    <a:pt x="770382" y="3968496"/>
                  </a:lnTo>
                  <a:close/>
                </a:path>
                <a:path w="923925" h="4499610">
                  <a:moveTo>
                    <a:pt x="775716" y="221742"/>
                  </a:moveTo>
                  <a:lnTo>
                    <a:pt x="768096" y="215646"/>
                  </a:lnTo>
                  <a:lnTo>
                    <a:pt x="752094" y="239268"/>
                  </a:lnTo>
                  <a:lnTo>
                    <a:pt x="759714" y="245364"/>
                  </a:lnTo>
                  <a:lnTo>
                    <a:pt x="775716" y="221742"/>
                  </a:lnTo>
                  <a:close/>
                </a:path>
                <a:path w="923925" h="4499610">
                  <a:moveTo>
                    <a:pt x="781050" y="4005072"/>
                  </a:moveTo>
                  <a:lnTo>
                    <a:pt x="773430" y="3977640"/>
                  </a:lnTo>
                  <a:lnTo>
                    <a:pt x="764286" y="3979926"/>
                  </a:lnTo>
                  <a:lnTo>
                    <a:pt x="771906" y="4007358"/>
                  </a:lnTo>
                  <a:lnTo>
                    <a:pt x="781050" y="4005072"/>
                  </a:lnTo>
                  <a:close/>
                </a:path>
                <a:path w="923925" h="4499610">
                  <a:moveTo>
                    <a:pt x="791718" y="4041648"/>
                  </a:moveTo>
                  <a:lnTo>
                    <a:pt x="784098" y="4014216"/>
                  </a:lnTo>
                  <a:lnTo>
                    <a:pt x="774954" y="4016502"/>
                  </a:lnTo>
                  <a:lnTo>
                    <a:pt x="782574" y="4043934"/>
                  </a:lnTo>
                  <a:lnTo>
                    <a:pt x="791718" y="4041648"/>
                  </a:lnTo>
                  <a:close/>
                </a:path>
                <a:path w="923925" h="4499610">
                  <a:moveTo>
                    <a:pt x="797814" y="189738"/>
                  </a:moveTo>
                  <a:lnTo>
                    <a:pt x="789432" y="184404"/>
                  </a:lnTo>
                  <a:lnTo>
                    <a:pt x="773430" y="208026"/>
                  </a:lnTo>
                  <a:lnTo>
                    <a:pt x="781050" y="213360"/>
                  </a:lnTo>
                  <a:lnTo>
                    <a:pt x="797814" y="189738"/>
                  </a:lnTo>
                  <a:close/>
                </a:path>
                <a:path w="923925" h="4499610">
                  <a:moveTo>
                    <a:pt x="802386" y="4078224"/>
                  </a:moveTo>
                  <a:lnTo>
                    <a:pt x="794766" y="4050792"/>
                  </a:lnTo>
                  <a:lnTo>
                    <a:pt x="785622" y="4053078"/>
                  </a:lnTo>
                  <a:lnTo>
                    <a:pt x="793242" y="4080510"/>
                  </a:lnTo>
                  <a:lnTo>
                    <a:pt x="802386" y="4078224"/>
                  </a:lnTo>
                  <a:close/>
                </a:path>
                <a:path w="923925" h="4499610">
                  <a:moveTo>
                    <a:pt x="813054" y="4114800"/>
                  </a:moveTo>
                  <a:lnTo>
                    <a:pt x="805434" y="4087368"/>
                  </a:lnTo>
                  <a:lnTo>
                    <a:pt x="796290" y="4089654"/>
                  </a:lnTo>
                  <a:lnTo>
                    <a:pt x="803910" y="4117086"/>
                  </a:lnTo>
                  <a:lnTo>
                    <a:pt x="813054" y="4114800"/>
                  </a:lnTo>
                  <a:close/>
                </a:path>
                <a:path w="923925" h="4499610">
                  <a:moveTo>
                    <a:pt x="819150" y="158496"/>
                  </a:moveTo>
                  <a:lnTo>
                    <a:pt x="810768" y="153162"/>
                  </a:lnTo>
                  <a:lnTo>
                    <a:pt x="794766" y="176784"/>
                  </a:lnTo>
                  <a:lnTo>
                    <a:pt x="803148" y="182118"/>
                  </a:lnTo>
                  <a:lnTo>
                    <a:pt x="819150" y="158496"/>
                  </a:lnTo>
                  <a:close/>
                </a:path>
                <a:path w="923925" h="4499610">
                  <a:moveTo>
                    <a:pt x="823722" y="4151376"/>
                  </a:moveTo>
                  <a:lnTo>
                    <a:pt x="816102" y="4123944"/>
                  </a:lnTo>
                  <a:lnTo>
                    <a:pt x="806958" y="4126992"/>
                  </a:lnTo>
                  <a:lnTo>
                    <a:pt x="814578" y="4154424"/>
                  </a:lnTo>
                  <a:lnTo>
                    <a:pt x="823722" y="4151376"/>
                  </a:lnTo>
                  <a:close/>
                </a:path>
                <a:path w="923925" h="4499610">
                  <a:moveTo>
                    <a:pt x="834390" y="4187952"/>
                  </a:moveTo>
                  <a:lnTo>
                    <a:pt x="826008" y="4160520"/>
                  </a:lnTo>
                  <a:lnTo>
                    <a:pt x="816864" y="4163568"/>
                  </a:lnTo>
                  <a:lnTo>
                    <a:pt x="825246" y="4191000"/>
                  </a:lnTo>
                  <a:lnTo>
                    <a:pt x="834390" y="4187952"/>
                  </a:lnTo>
                  <a:close/>
                </a:path>
                <a:path w="923925" h="4499610">
                  <a:moveTo>
                    <a:pt x="840486" y="127254"/>
                  </a:moveTo>
                  <a:lnTo>
                    <a:pt x="832866" y="121920"/>
                  </a:lnTo>
                  <a:lnTo>
                    <a:pt x="816102" y="145542"/>
                  </a:lnTo>
                  <a:lnTo>
                    <a:pt x="824484" y="150876"/>
                  </a:lnTo>
                  <a:lnTo>
                    <a:pt x="840486" y="127254"/>
                  </a:lnTo>
                  <a:close/>
                </a:path>
                <a:path w="923925" h="4499610">
                  <a:moveTo>
                    <a:pt x="845058" y="4224528"/>
                  </a:moveTo>
                  <a:lnTo>
                    <a:pt x="836676" y="4197096"/>
                  </a:lnTo>
                  <a:lnTo>
                    <a:pt x="827532" y="4200144"/>
                  </a:lnTo>
                  <a:lnTo>
                    <a:pt x="835914" y="4227576"/>
                  </a:lnTo>
                  <a:lnTo>
                    <a:pt x="845058" y="4224528"/>
                  </a:lnTo>
                  <a:close/>
                </a:path>
                <a:path w="923925" h="4499610">
                  <a:moveTo>
                    <a:pt x="855726" y="4261104"/>
                  </a:moveTo>
                  <a:lnTo>
                    <a:pt x="847344" y="4233672"/>
                  </a:lnTo>
                  <a:lnTo>
                    <a:pt x="838200" y="4236720"/>
                  </a:lnTo>
                  <a:lnTo>
                    <a:pt x="846582" y="4264152"/>
                  </a:lnTo>
                  <a:lnTo>
                    <a:pt x="855726" y="4261104"/>
                  </a:lnTo>
                  <a:close/>
                </a:path>
                <a:path w="923925" h="4499610">
                  <a:moveTo>
                    <a:pt x="861822" y="95250"/>
                  </a:moveTo>
                  <a:lnTo>
                    <a:pt x="854202" y="89916"/>
                  </a:lnTo>
                  <a:lnTo>
                    <a:pt x="838200" y="113538"/>
                  </a:lnTo>
                  <a:lnTo>
                    <a:pt x="845820" y="118872"/>
                  </a:lnTo>
                  <a:lnTo>
                    <a:pt x="861822" y="95250"/>
                  </a:lnTo>
                  <a:close/>
                </a:path>
                <a:path w="923925" h="4499610">
                  <a:moveTo>
                    <a:pt x="866394" y="4297680"/>
                  </a:moveTo>
                  <a:lnTo>
                    <a:pt x="858012" y="4270248"/>
                  </a:lnTo>
                  <a:lnTo>
                    <a:pt x="848868" y="4273296"/>
                  </a:lnTo>
                  <a:lnTo>
                    <a:pt x="857250" y="4300728"/>
                  </a:lnTo>
                  <a:lnTo>
                    <a:pt x="866394" y="4297680"/>
                  </a:lnTo>
                  <a:close/>
                </a:path>
                <a:path w="923925" h="4499610">
                  <a:moveTo>
                    <a:pt x="877062" y="4334256"/>
                  </a:moveTo>
                  <a:lnTo>
                    <a:pt x="868680" y="4306824"/>
                  </a:lnTo>
                  <a:lnTo>
                    <a:pt x="859536" y="4309872"/>
                  </a:lnTo>
                  <a:lnTo>
                    <a:pt x="867918" y="4337304"/>
                  </a:lnTo>
                  <a:lnTo>
                    <a:pt x="877062" y="4334256"/>
                  </a:lnTo>
                  <a:close/>
                </a:path>
                <a:path w="923925" h="4499610">
                  <a:moveTo>
                    <a:pt x="883158" y="64008"/>
                  </a:moveTo>
                  <a:lnTo>
                    <a:pt x="875538" y="58674"/>
                  </a:lnTo>
                  <a:lnTo>
                    <a:pt x="859536" y="82296"/>
                  </a:lnTo>
                  <a:lnTo>
                    <a:pt x="867156" y="87630"/>
                  </a:lnTo>
                  <a:lnTo>
                    <a:pt x="883158" y="64008"/>
                  </a:lnTo>
                  <a:close/>
                </a:path>
                <a:path w="923925" h="4499610">
                  <a:moveTo>
                    <a:pt x="886968" y="4370832"/>
                  </a:moveTo>
                  <a:lnTo>
                    <a:pt x="879348" y="4343400"/>
                  </a:lnTo>
                  <a:lnTo>
                    <a:pt x="870204" y="4346448"/>
                  </a:lnTo>
                  <a:lnTo>
                    <a:pt x="877824" y="4373880"/>
                  </a:lnTo>
                  <a:lnTo>
                    <a:pt x="886968" y="4370832"/>
                  </a:lnTo>
                  <a:close/>
                </a:path>
                <a:path w="923925" h="4499610">
                  <a:moveTo>
                    <a:pt x="897636" y="4407408"/>
                  </a:moveTo>
                  <a:lnTo>
                    <a:pt x="890016" y="4379976"/>
                  </a:lnTo>
                  <a:lnTo>
                    <a:pt x="880872" y="4383024"/>
                  </a:lnTo>
                  <a:lnTo>
                    <a:pt x="888492" y="4410456"/>
                  </a:lnTo>
                  <a:lnTo>
                    <a:pt x="897636" y="4407408"/>
                  </a:lnTo>
                  <a:close/>
                </a:path>
                <a:path w="923925" h="4499610">
                  <a:moveTo>
                    <a:pt x="904494" y="32766"/>
                  </a:moveTo>
                  <a:lnTo>
                    <a:pt x="896874" y="27432"/>
                  </a:lnTo>
                  <a:lnTo>
                    <a:pt x="880872" y="51054"/>
                  </a:lnTo>
                  <a:lnTo>
                    <a:pt x="888492" y="56388"/>
                  </a:lnTo>
                  <a:lnTo>
                    <a:pt x="904494" y="32766"/>
                  </a:lnTo>
                  <a:close/>
                </a:path>
                <a:path w="923925" h="4499610">
                  <a:moveTo>
                    <a:pt x="908304" y="4443984"/>
                  </a:moveTo>
                  <a:lnTo>
                    <a:pt x="900684" y="4416552"/>
                  </a:lnTo>
                  <a:lnTo>
                    <a:pt x="891540" y="4419600"/>
                  </a:lnTo>
                  <a:lnTo>
                    <a:pt x="899160" y="4447032"/>
                  </a:lnTo>
                  <a:lnTo>
                    <a:pt x="908304" y="4443984"/>
                  </a:lnTo>
                  <a:close/>
                </a:path>
                <a:path w="923925" h="4499610">
                  <a:moveTo>
                    <a:pt x="918972" y="4480560"/>
                  </a:moveTo>
                  <a:lnTo>
                    <a:pt x="911352" y="4453128"/>
                  </a:lnTo>
                  <a:lnTo>
                    <a:pt x="902208" y="4456176"/>
                  </a:lnTo>
                  <a:lnTo>
                    <a:pt x="909828" y="4483608"/>
                  </a:lnTo>
                  <a:lnTo>
                    <a:pt x="918972" y="4480560"/>
                  </a:lnTo>
                  <a:close/>
                </a:path>
                <a:path w="923925" h="4499610">
                  <a:moveTo>
                    <a:pt x="923544" y="4497324"/>
                  </a:moveTo>
                  <a:lnTo>
                    <a:pt x="922020" y="4489704"/>
                  </a:lnTo>
                  <a:lnTo>
                    <a:pt x="912876" y="4492752"/>
                  </a:lnTo>
                  <a:lnTo>
                    <a:pt x="914400" y="4499610"/>
                  </a:lnTo>
                  <a:lnTo>
                    <a:pt x="923544" y="4497324"/>
                  </a:lnTo>
                  <a:close/>
                </a:path>
                <a:path w="923925" h="4499610">
                  <a:moveTo>
                    <a:pt x="923544" y="5334"/>
                  </a:moveTo>
                  <a:lnTo>
                    <a:pt x="915162" y="0"/>
                  </a:lnTo>
                  <a:lnTo>
                    <a:pt x="902208" y="19050"/>
                  </a:lnTo>
                  <a:lnTo>
                    <a:pt x="909828" y="24384"/>
                  </a:lnTo>
                  <a:lnTo>
                    <a:pt x="923544" y="533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85800" y="3290316"/>
              <a:ext cx="381000" cy="215265"/>
            </a:xfrm>
            <a:custGeom>
              <a:avLst/>
              <a:gdLst/>
              <a:ahLst/>
              <a:cxnLst/>
              <a:rect l="l" t="t" r="r" b="b"/>
              <a:pathLst>
                <a:path w="381000" h="215264">
                  <a:moveTo>
                    <a:pt x="381000" y="107441"/>
                  </a:moveTo>
                  <a:lnTo>
                    <a:pt x="273558" y="0"/>
                  </a:lnTo>
                  <a:lnTo>
                    <a:pt x="273558" y="53339"/>
                  </a:lnTo>
                  <a:lnTo>
                    <a:pt x="0" y="53339"/>
                  </a:lnTo>
                  <a:lnTo>
                    <a:pt x="0" y="161543"/>
                  </a:lnTo>
                  <a:lnTo>
                    <a:pt x="273558" y="161543"/>
                  </a:lnTo>
                  <a:lnTo>
                    <a:pt x="273558" y="214883"/>
                  </a:lnTo>
                  <a:lnTo>
                    <a:pt x="381000" y="107441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48227" y="1988057"/>
            <a:ext cx="5877560" cy="4535805"/>
          </a:xfrm>
          <a:custGeom>
            <a:avLst/>
            <a:gdLst/>
            <a:ahLst/>
            <a:cxnLst/>
            <a:rect l="l" t="t" r="r" b="b"/>
            <a:pathLst>
              <a:path w="5877559" h="4535805">
                <a:moveTo>
                  <a:pt x="5877306" y="4533138"/>
                </a:moveTo>
                <a:lnTo>
                  <a:pt x="5877306" y="2285"/>
                </a:lnTo>
                <a:lnTo>
                  <a:pt x="5875020" y="0"/>
                </a:lnTo>
                <a:lnTo>
                  <a:pt x="2285" y="0"/>
                </a:lnTo>
                <a:lnTo>
                  <a:pt x="0" y="2286"/>
                </a:lnTo>
                <a:lnTo>
                  <a:pt x="0" y="4533138"/>
                </a:lnTo>
                <a:lnTo>
                  <a:pt x="2286" y="4535424"/>
                </a:lnTo>
                <a:lnTo>
                  <a:pt x="4572" y="4535424"/>
                </a:lnTo>
                <a:lnTo>
                  <a:pt x="4572" y="9906"/>
                </a:lnTo>
                <a:lnTo>
                  <a:pt x="9905" y="4572"/>
                </a:lnTo>
                <a:lnTo>
                  <a:pt x="9905" y="9906"/>
                </a:lnTo>
                <a:lnTo>
                  <a:pt x="5867400" y="9905"/>
                </a:lnTo>
                <a:lnTo>
                  <a:pt x="5867400" y="4571"/>
                </a:lnTo>
                <a:lnTo>
                  <a:pt x="5871972" y="9905"/>
                </a:lnTo>
                <a:lnTo>
                  <a:pt x="5871972" y="4535424"/>
                </a:lnTo>
                <a:lnTo>
                  <a:pt x="5875020" y="4535424"/>
                </a:lnTo>
                <a:lnTo>
                  <a:pt x="5877306" y="4533138"/>
                </a:lnTo>
                <a:close/>
              </a:path>
              <a:path w="5877559" h="4535805">
                <a:moveTo>
                  <a:pt x="9905" y="9906"/>
                </a:moveTo>
                <a:lnTo>
                  <a:pt x="9905" y="4572"/>
                </a:lnTo>
                <a:lnTo>
                  <a:pt x="4572" y="9906"/>
                </a:lnTo>
                <a:lnTo>
                  <a:pt x="9905" y="9906"/>
                </a:lnTo>
                <a:close/>
              </a:path>
              <a:path w="5877559" h="4535805">
                <a:moveTo>
                  <a:pt x="9905" y="4526280"/>
                </a:moveTo>
                <a:lnTo>
                  <a:pt x="9905" y="9906"/>
                </a:lnTo>
                <a:lnTo>
                  <a:pt x="4572" y="9906"/>
                </a:lnTo>
                <a:lnTo>
                  <a:pt x="4572" y="4526280"/>
                </a:lnTo>
                <a:lnTo>
                  <a:pt x="9905" y="4526280"/>
                </a:lnTo>
                <a:close/>
              </a:path>
              <a:path w="5877559" h="4535805">
                <a:moveTo>
                  <a:pt x="5871972" y="4526280"/>
                </a:moveTo>
                <a:lnTo>
                  <a:pt x="4572" y="4526280"/>
                </a:lnTo>
                <a:lnTo>
                  <a:pt x="9905" y="4530852"/>
                </a:lnTo>
                <a:lnTo>
                  <a:pt x="9905" y="4535424"/>
                </a:lnTo>
                <a:lnTo>
                  <a:pt x="5867400" y="4535424"/>
                </a:lnTo>
                <a:lnTo>
                  <a:pt x="5867400" y="4530852"/>
                </a:lnTo>
                <a:lnTo>
                  <a:pt x="5871972" y="4526280"/>
                </a:lnTo>
                <a:close/>
              </a:path>
              <a:path w="5877559" h="4535805">
                <a:moveTo>
                  <a:pt x="9905" y="4535424"/>
                </a:moveTo>
                <a:lnTo>
                  <a:pt x="9905" y="4530852"/>
                </a:lnTo>
                <a:lnTo>
                  <a:pt x="4572" y="4526280"/>
                </a:lnTo>
                <a:lnTo>
                  <a:pt x="4572" y="4535424"/>
                </a:lnTo>
                <a:lnTo>
                  <a:pt x="9905" y="4535424"/>
                </a:lnTo>
                <a:close/>
              </a:path>
              <a:path w="5877559" h="4535805">
                <a:moveTo>
                  <a:pt x="5871972" y="9905"/>
                </a:moveTo>
                <a:lnTo>
                  <a:pt x="5867400" y="4571"/>
                </a:lnTo>
                <a:lnTo>
                  <a:pt x="5867400" y="9905"/>
                </a:lnTo>
                <a:lnTo>
                  <a:pt x="5871972" y="9905"/>
                </a:lnTo>
                <a:close/>
              </a:path>
              <a:path w="5877559" h="4535805">
                <a:moveTo>
                  <a:pt x="5871972" y="4526280"/>
                </a:moveTo>
                <a:lnTo>
                  <a:pt x="5871972" y="9905"/>
                </a:lnTo>
                <a:lnTo>
                  <a:pt x="5867400" y="9905"/>
                </a:lnTo>
                <a:lnTo>
                  <a:pt x="5867400" y="4526280"/>
                </a:lnTo>
                <a:lnTo>
                  <a:pt x="5871972" y="4526280"/>
                </a:lnTo>
                <a:close/>
              </a:path>
              <a:path w="5877559" h="4535805">
                <a:moveTo>
                  <a:pt x="5871972" y="4535424"/>
                </a:moveTo>
                <a:lnTo>
                  <a:pt x="5871972" y="4526280"/>
                </a:lnTo>
                <a:lnTo>
                  <a:pt x="5867400" y="4530852"/>
                </a:lnTo>
                <a:lnTo>
                  <a:pt x="5867400" y="4535424"/>
                </a:lnTo>
                <a:lnTo>
                  <a:pt x="5871972" y="453542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25950" y="939800"/>
            <a:ext cx="12058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Data</a:t>
            </a:r>
          </a:p>
        </p:txBody>
      </p:sp>
      <p:sp>
        <p:nvSpPr>
          <p:cNvPr id="74" name="object 7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3431540" y="1917141"/>
            <a:ext cx="4790440" cy="324421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865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Data</a:t>
            </a:r>
            <a:r>
              <a:rPr sz="32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Management</a:t>
            </a:r>
            <a:endParaRPr sz="3200">
              <a:latin typeface="Arial MT"/>
              <a:cs typeface="Arial MT"/>
            </a:endParaRPr>
          </a:p>
          <a:p>
            <a:pPr marL="354330" marR="300355" indent="-342265" algn="just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New</a:t>
            </a:r>
            <a:r>
              <a:rPr sz="32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generation</a:t>
            </a:r>
            <a:r>
              <a:rPr sz="32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cloud- 	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specific</a:t>
            </a:r>
            <a:r>
              <a:rPr sz="32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databases</a:t>
            </a:r>
            <a:r>
              <a:rPr sz="3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and 	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management</a:t>
            </a:r>
            <a:r>
              <a:rPr sz="32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systems</a:t>
            </a:r>
            <a:endParaRPr sz="3200">
              <a:latin typeface="Arial MT"/>
              <a:cs typeface="Arial MT"/>
            </a:endParaRPr>
          </a:p>
          <a:p>
            <a:pPr marL="354330" marR="5080" indent="-342265" algn="just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E.g.,</a:t>
            </a:r>
            <a:r>
              <a:rPr sz="3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Hbase,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Cassandra, 	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Hive,</a:t>
            </a:r>
            <a:r>
              <a:rPr sz="32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Pig</a:t>
            </a:r>
            <a:r>
              <a:rPr sz="32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7E7E7E"/>
                </a:solidFill>
                <a:latin typeface="Arial MT"/>
                <a:cs typeface="Arial MT"/>
              </a:rPr>
              <a:t>etc.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38427" y="3210305"/>
            <a:ext cx="1305560" cy="2104390"/>
            <a:chOff x="1138427" y="3210305"/>
            <a:chExt cx="1305560" cy="21043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5308854"/>
              <a:ext cx="1223772" cy="7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5022342"/>
              <a:ext cx="71628" cy="2872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38428" y="5017770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5" y="4571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7"/>
                  </a:lnTo>
                  <a:lnTo>
                    <a:pt x="9144" y="71627"/>
                  </a:lnTo>
                  <a:lnTo>
                    <a:pt x="76200" y="4571"/>
                  </a:lnTo>
                  <a:lnTo>
                    <a:pt x="1293876" y="4571"/>
                  </a:lnTo>
                  <a:lnTo>
                    <a:pt x="1296924" y="1523"/>
                  </a:lnTo>
                  <a:lnTo>
                    <a:pt x="1300352" y="4571"/>
                  </a:lnTo>
                  <a:lnTo>
                    <a:pt x="1305305" y="4571"/>
                  </a:lnTo>
                  <a:close/>
                </a:path>
                <a:path w="1305560" h="296545">
                  <a:moveTo>
                    <a:pt x="9144" y="71627"/>
                  </a:moveTo>
                  <a:lnTo>
                    <a:pt x="4571" y="71627"/>
                  </a:lnTo>
                  <a:lnTo>
                    <a:pt x="4571" y="76200"/>
                  </a:lnTo>
                  <a:lnTo>
                    <a:pt x="9144" y="71627"/>
                  </a:lnTo>
                  <a:close/>
                </a:path>
                <a:path w="1305560" h="296545">
                  <a:moveTo>
                    <a:pt x="1235202" y="291845"/>
                  </a:moveTo>
                  <a:lnTo>
                    <a:pt x="4571" y="291845"/>
                  </a:lnTo>
                  <a:lnTo>
                    <a:pt x="4571" y="296418"/>
                  </a:lnTo>
                  <a:lnTo>
                    <a:pt x="1230629" y="296417"/>
                  </a:lnTo>
                  <a:lnTo>
                    <a:pt x="1235202" y="291845"/>
                  </a:lnTo>
                  <a:close/>
                </a:path>
                <a:path w="1305560" h="296545">
                  <a:moveTo>
                    <a:pt x="1303781" y="223265"/>
                  </a:moveTo>
                  <a:lnTo>
                    <a:pt x="1303781" y="7619"/>
                  </a:lnTo>
                  <a:lnTo>
                    <a:pt x="1299947" y="11454"/>
                  </a:lnTo>
                  <a:lnTo>
                    <a:pt x="1299209" y="220979"/>
                  </a:lnTo>
                  <a:lnTo>
                    <a:pt x="1229105" y="291083"/>
                  </a:lnTo>
                  <a:lnTo>
                    <a:pt x="76199" y="291804"/>
                  </a:lnTo>
                  <a:lnTo>
                    <a:pt x="1235202" y="291845"/>
                  </a:lnTo>
                  <a:lnTo>
                    <a:pt x="1303781" y="223265"/>
                  </a:lnTo>
                  <a:close/>
                </a:path>
                <a:path w="1305560" h="296545">
                  <a:moveTo>
                    <a:pt x="1300352" y="4571"/>
                  </a:moveTo>
                  <a:lnTo>
                    <a:pt x="1296924" y="1523"/>
                  </a:lnTo>
                  <a:lnTo>
                    <a:pt x="1293876" y="4571"/>
                  </a:lnTo>
                  <a:lnTo>
                    <a:pt x="1300352" y="4571"/>
                  </a:lnTo>
                  <a:close/>
                </a:path>
                <a:path w="1305560" h="296545">
                  <a:moveTo>
                    <a:pt x="1303781" y="7619"/>
                  </a:moveTo>
                  <a:lnTo>
                    <a:pt x="1300352" y="4571"/>
                  </a:lnTo>
                  <a:lnTo>
                    <a:pt x="1299947" y="4571"/>
                  </a:lnTo>
                  <a:lnTo>
                    <a:pt x="1299947" y="11430"/>
                  </a:lnTo>
                  <a:lnTo>
                    <a:pt x="1303781" y="7619"/>
                  </a:lnTo>
                  <a:close/>
                </a:path>
                <a:path w="1305560" h="296545">
                  <a:moveTo>
                    <a:pt x="1305305" y="221741"/>
                  </a:moveTo>
                  <a:lnTo>
                    <a:pt x="1305305" y="4571"/>
                  </a:lnTo>
                  <a:lnTo>
                    <a:pt x="1300352" y="4571"/>
                  </a:lnTo>
                  <a:lnTo>
                    <a:pt x="1303781" y="7619"/>
                  </a:lnTo>
                  <a:lnTo>
                    <a:pt x="1303781" y="223265"/>
                  </a:lnTo>
                  <a:lnTo>
                    <a:pt x="1305305" y="22174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2999" y="5093970"/>
              <a:ext cx="1223772" cy="2156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5022342"/>
              <a:ext cx="71627" cy="2872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5022342"/>
              <a:ext cx="1295400" cy="7162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38427" y="5017770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9304" y="9143"/>
                  </a:lnTo>
                  <a:lnTo>
                    <a:pt x="1296924" y="1523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60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60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6545">
                  <a:moveTo>
                    <a:pt x="1226803" y="287274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03" y="287274"/>
                  </a:lnTo>
                  <a:close/>
                </a:path>
                <a:path w="1305560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60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60" h="296545">
                  <a:moveTo>
                    <a:pt x="1226803" y="71644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44"/>
                  </a:lnTo>
                  <a:close/>
                </a:path>
                <a:path w="1305560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60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60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60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60" h="296545">
                  <a:moveTo>
                    <a:pt x="1232916" y="281096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803" y="287273"/>
                  </a:lnTo>
                  <a:lnTo>
                    <a:pt x="1232916" y="281096"/>
                  </a:lnTo>
                  <a:close/>
                </a:path>
                <a:path w="1305560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60" h="296545">
                  <a:moveTo>
                    <a:pt x="1228344" y="71627"/>
                  </a:moveTo>
                  <a:lnTo>
                    <a:pt x="1226803" y="71644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60" h="296545">
                  <a:moveTo>
                    <a:pt x="1228344" y="287273"/>
                  </a:moveTo>
                  <a:lnTo>
                    <a:pt x="1226803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9304" y="9143"/>
                  </a:lnTo>
                  <a:lnTo>
                    <a:pt x="1226803" y="71644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60" h="296545">
                  <a:moveTo>
                    <a:pt x="1296924" y="216407"/>
                  </a:moveTo>
                  <a:lnTo>
                    <a:pt x="1226803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296924" y="1523"/>
                  </a:lnTo>
                  <a:lnTo>
                    <a:pt x="1289304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48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5084826"/>
              <a:ext cx="1223772" cy="76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798313"/>
              <a:ext cx="71628" cy="28727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38428" y="47929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5" y="5334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80"/>
                  </a:lnTo>
                  <a:lnTo>
                    <a:pt x="4571" y="297180"/>
                  </a:lnTo>
                  <a:lnTo>
                    <a:pt x="4571" y="72389"/>
                  </a:lnTo>
                  <a:lnTo>
                    <a:pt x="9144" y="72389"/>
                  </a:lnTo>
                  <a:lnTo>
                    <a:pt x="76200" y="5334"/>
                  </a:lnTo>
                  <a:lnTo>
                    <a:pt x="1293114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5" y="5334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1" y="72389"/>
                  </a:lnTo>
                  <a:lnTo>
                    <a:pt x="4571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1" y="292608"/>
                  </a:moveTo>
                  <a:lnTo>
                    <a:pt x="4571" y="292608"/>
                  </a:lnTo>
                  <a:lnTo>
                    <a:pt x="4571" y="297180"/>
                  </a:lnTo>
                  <a:lnTo>
                    <a:pt x="1230629" y="297179"/>
                  </a:lnTo>
                  <a:lnTo>
                    <a:pt x="1235201" y="292608"/>
                  </a:lnTo>
                  <a:close/>
                </a:path>
                <a:path w="1305560" h="297179">
                  <a:moveTo>
                    <a:pt x="1303781" y="224027"/>
                  </a:moveTo>
                  <a:lnTo>
                    <a:pt x="1303781" y="8382"/>
                  </a:lnTo>
                  <a:lnTo>
                    <a:pt x="1299947" y="12216"/>
                  </a:lnTo>
                  <a:lnTo>
                    <a:pt x="1299209" y="220980"/>
                  </a:lnTo>
                  <a:lnTo>
                    <a:pt x="1228343" y="291845"/>
                  </a:lnTo>
                  <a:lnTo>
                    <a:pt x="76200" y="292566"/>
                  </a:lnTo>
                  <a:lnTo>
                    <a:pt x="1235201" y="292608"/>
                  </a:lnTo>
                  <a:lnTo>
                    <a:pt x="1303781" y="224027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4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1" y="8382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1" y="8382"/>
                  </a:lnTo>
                  <a:close/>
                </a:path>
                <a:path w="1305560" h="297179">
                  <a:moveTo>
                    <a:pt x="1305305" y="222503"/>
                  </a:moveTo>
                  <a:lnTo>
                    <a:pt x="1305305" y="5334"/>
                  </a:lnTo>
                  <a:lnTo>
                    <a:pt x="1300734" y="5334"/>
                  </a:lnTo>
                  <a:lnTo>
                    <a:pt x="1303781" y="8381"/>
                  </a:lnTo>
                  <a:lnTo>
                    <a:pt x="1303781" y="224027"/>
                  </a:lnTo>
                  <a:lnTo>
                    <a:pt x="1305305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4869942"/>
              <a:ext cx="1223772" cy="21564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4798313"/>
              <a:ext cx="71627" cy="2872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798313"/>
              <a:ext cx="1295400" cy="7162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138427" y="47929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851654"/>
              <a:ext cx="1223772" cy="76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565141"/>
              <a:ext cx="71628" cy="28727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138428" y="4560570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4571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7"/>
                  </a:lnTo>
                  <a:lnTo>
                    <a:pt x="9144" y="71627"/>
                  </a:lnTo>
                  <a:lnTo>
                    <a:pt x="76200" y="4571"/>
                  </a:lnTo>
                  <a:lnTo>
                    <a:pt x="1293876" y="4571"/>
                  </a:lnTo>
                  <a:lnTo>
                    <a:pt x="1296924" y="1523"/>
                  </a:lnTo>
                  <a:lnTo>
                    <a:pt x="1300352" y="4571"/>
                  </a:lnTo>
                  <a:lnTo>
                    <a:pt x="1305306" y="4571"/>
                  </a:lnTo>
                  <a:close/>
                </a:path>
                <a:path w="1305560" h="296545">
                  <a:moveTo>
                    <a:pt x="9144" y="71627"/>
                  </a:moveTo>
                  <a:lnTo>
                    <a:pt x="4571" y="71627"/>
                  </a:lnTo>
                  <a:lnTo>
                    <a:pt x="4571" y="76200"/>
                  </a:lnTo>
                  <a:lnTo>
                    <a:pt x="9144" y="71627"/>
                  </a:lnTo>
                  <a:close/>
                </a:path>
                <a:path w="1305560" h="296545">
                  <a:moveTo>
                    <a:pt x="1235202" y="291845"/>
                  </a:moveTo>
                  <a:lnTo>
                    <a:pt x="4571" y="291845"/>
                  </a:lnTo>
                  <a:lnTo>
                    <a:pt x="4571" y="296418"/>
                  </a:lnTo>
                  <a:lnTo>
                    <a:pt x="1230629" y="296417"/>
                  </a:lnTo>
                  <a:lnTo>
                    <a:pt x="1235202" y="291845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9947" y="11454"/>
                  </a:lnTo>
                  <a:lnTo>
                    <a:pt x="1299210" y="220979"/>
                  </a:lnTo>
                  <a:lnTo>
                    <a:pt x="1229105" y="291083"/>
                  </a:lnTo>
                  <a:lnTo>
                    <a:pt x="76199" y="291804"/>
                  </a:lnTo>
                  <a:lnTo>
                    <a:pt x="1235202" y="291845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300352" y="4571"/>
                  </a:moveTo>
                  <a:lnTo>
                    <a:pt x="1296924" y="1523"/>
                  </a:lnTo>
                  <a:lnTo>
                    <a:pt x="1293876" y="4571"/>
                  </a:lnTo>
                  <a:lnTo>
                    <a:pt x="1300352" y="4571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300352" y="4571"/>
                  </a:lnTo>
                  <a:lnTo>
                    <a:pt x="1299947" y="4571"/>
                  </a:lnTo>
                  <a:lnTo>
                    <a:pt x="1299947" y="11430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305306" y="221741"/>
                  </a:moveTo>
                  <a:lnTo>
                    <a:pt x="1305306" y="4571"/>
                  </a:lnTo>
                  <a:lnTo>
                    <a:pt x="1300352" y="4571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2999" y="4636770"/>
              <a:ext cx="1223772" cy="21564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4565141"/>
              <a:ext cx="71627" cy="28727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565141"/>
              <a:ext cx="1295400" cy="7162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138427" y="4560570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9304" y="9143"/>
                  </a:lnTo>
                  <a:lnTo>
                    <a:pt x="1296924" y="1523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60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60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6545">
                  <a:moveTo>
                    <a:pt x="1226803" y="287274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03" y="287274"/>
                  </a:lnTo>
                  <a:close/>
                </a:path>
                <a:path w="1305560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60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60" h="296545">
                  <a:moveTo>
                    <a:pt x="1226803" y="71644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44"/>
                  </a:lnTo>
                  <a:close/>
                </a:path>
                <a:path w="1305560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60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60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60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60" h="296545">
                  <a:moveTo>
                    <a:pt x="1232916" y="281096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803" y="287273"/>
                  </a:lnTo>
                  <a:lnTo>
                    <a:pt x="1232916" y="281096"/>
                  </a:lnTo>
                  <a:close/>
                </a:path>
                <a:path w="1305560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60" h="296545">
                  <a:moveTo>
                    <a:pt x="1228344" y="71627"/>
                  </a:moveTo>
                  <a:lnTo>
                    <a:pt x="1226803" y="71644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60" h="296545">
                  <a:moveTo>
                    <a:pt x="1228344" y="287273"/>
                  </a:moveTo>
                  <a:lnTo>
                    <a:pt x="1226803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9304" y="9143"/>
                  </a:lnTo>
                  <a:lnTo>
                    <a:pt x="1226803" y="71644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60" h="296545">
                  <a:moveTo>
                    <a:pt x="1296924" y="216407"/>
                  </a:moveTo>
                  <a:lnTo>
                    <a:pt x="1226803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296924" y="1523"/>
                  </a:lnTo>
                  <a:lnTo>
                    <a:pt x="1289304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48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627626"/>
              <a:ext cx="1223772" cy="76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341113"/>
              <a:ext cx="71628" cy="28727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138428" y="43357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5334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80"/>
                  </a:lnTo>
                  <a:lnTo>
                    <a:pt x="4571" y="297180"/>
                  </a:lnTo>
                  <a:lnTo>
                    <a:pt x="4571" y="72389"/>
                  </a:lnTo>
                  <a:lnTo>
                    <a:pt x="9144" y="72389"/>
                  </a:lnTo>
                  <a:lnTo>
                    <a:pt x="76200" y="5334"/>
                  </a:lnTo>
                  <a:lnTo>
                    <a:pt x="1293113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6" y="5334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1" y="72389"/>
                  </a:lnTo>
                  <a:lnTo>
                    <a:pt x="4571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2" y="292608"/>
                  </a:moveTo>
                  <a:lnTo>
                    <a:pt x="4571" y="292608"/>
                  </a:lnTo>
                  <a:lnTo>
                    <a:pt x="4571" y="297180"/>
                  </a:lnTo>
                  <a:lnTo>
                    <a:pt x="1230630" y="297179"/>
                  </a:lnTo>
                  <a:lnTo>
                    <a:pt x="1235202" y="292608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7" y="12216"/>
                  </a:lnTo>
                  <a:lnTo>
                    <a:pt x="1299210" y="220980"/>
                  </a:lnTo>
                  <a:lnTo>
                    <a:pt x="1228344" y="291845"/>
                  </a:lnTo>
                  <a:lnTo>
                    <a:pt x="76200" y="292566"/>
                  </a:lnTo>
                  <a:lnTo>
                    <a:pt x="1235202" y="292608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3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5334"/>
                  </a:lnTo>
                  <a:lnTo>
                    <a:pt x="1300734" y="5334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4412741"/>
              <a:ext cx="1223772" cy="21564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4341113"/>
              <a:ext cx="71627" cy="28727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341113"/>
              <a:ext cx="1295400" cy="7162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138427" y="43357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399026"/>
              <a:ext cx="1223772" cy="76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112513"/>
              <a:ext cx="71627" cy="28727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138428" y="41071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5334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2389"/>
                  </a:lnTo>
                  <a:lnTo>
                    <a:pt x="9144" y="72389"/>
                  </a:lnTo>
                  <a:lnTo>
                    <a:pt x="76200" y="5334"/>
                  </a:lnTo>
                  <a:lnTo>
                    <a:pt x="1293113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6" y="5334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1" y="72389"/>
                  </a:lnTo>
                  <a:lnTo>
                    <a:pt x="4571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1" y="292608"/>
                  </a:moveTo>
                  <a:lnTo>
                    <a:pt x="4571" y="292608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201" y="292608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7" y="12216"/>
                  </a:lnTo>
                  <a:lnTo>
                    <a:pt x="1299210" y="220980"/>
                  </a:lnTo>
                  <a:lnTo>
                    <a:pt x="1228344" y="291846"/>
                  </a:lnTo>
                  <a:lnTo>
                    <a:pt x="76200" y="292566"/>
                  </a:lnTo>
                  <a:lnTo>
                    <a:pt x="1235201" y="292608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3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5334"/>
                  </a:lnTo>
                  <a:lnTo>
                    <a:pt x="1300734" y="5334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4184141"/>
              <a:ext cx="1223772" cy="21564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4112513"/>
              <a:ext cx="71627" cy="28727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112513"/>
              <a:ext cx="1295400" cy="7162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138427" y="41071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174236"/>
              <a:ext cx="1223772" cy="76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887724"/>
              <a:ext cx="71627" cy="287274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138428" y="388315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4572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1627"/>
                  </a:lnTo>
                  <a:lnTo>
                    <a:pt x="9905" y="71627"/>
                  </a:lnTo>
                  <a:lnTo>
                    <a:pt x="76962" y="4572"/>
                  </a:lnTo>
                  <a:lnTo>
                    <a:pt x="1293875" y="4572"/>
                  </a:lnTo>
                  <a:lnTo>
                    <a:pt x="1296924" y="1523"/>
                  </a:lnTo>
                  <a:lnTo>
                    <a:pt x="1299945" y="4545"/>
                  </a:lnTo>
                  <a:lnTo>
                    <a:pt x="1305306" y="4572"/>
                  </a:lnTo>
                  <a:close/>
                </a:path>
                <a:path w="1305560" h="297179">
                  <a:moveTo>
                    <a:pt x="9905" y="71628"/>
                  </a:moveTo>
                  <a:lnTo>
                    <a:pt x="4571" y="71627"/>
                  </a:lnTo>
                  <a:lnTo>
                    <a:pt x="4571" y="76962"/>
                  </a:lnTo>
                  <a:lnTo>
                    <a:pt x="9905" y="71628"/>
                  </a:lnTo>
                  <a:close/>
                </a:path>
                <a:path w="1305560" h="297179">
                  <a:moveTo>
                    <a:pt x="1235963" y="291846"/>
                  </a:moveTo>
                  <a:lnTo>
                    <a:pt x="4571" y="291846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963" y="291846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5" y="12218"/>
                  </a:lnTo>
                  <a:lnTo>
                    <a:pt x="1299210" y="220980"/>
                  </a:lnTo>
                  <a:lnTo>
                    <a:pt x="1229106" y="291084"/>
                  </a:lnTo>
                  <a:lnTo>
                    <a:pt x="76962" y="291804"/>
                  </a:lnTo>
                  <a:lnTo>
                    <a:pt x="1235963" y="291846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9945" y="4572"/>
                  </a:moveTo>
                  <a:lnTo>
                    <a:pt x="1299210" y="3809"/>
                  </a:lnTo>
                  <a:lnTo>
                    <a:pt x="1296924" y="1523"/>
                  </a:lnTo>
                  <a:lnTo>
                    <a:pt x="1293875" y="4572"/>
                  </a:lnTo>
                  <a:lnTo>
                    <a:pt x="1299945" y="4572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4572"/>
                  </a:lnTo>
                  <a:lnTo>
                    <a:pt x="1299945" y="4572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9945" y="4545"/>
                  </a:lnTo>
                  <a:lnTo>
                    <a:pt x="1299945" y="12192"/>
                  </a:lnTo>
                  <a:lnTo>
                    <a:pt x="1303782" y="838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2999" y="3960114"/>
              <a:ext cx="1223772" cy="21488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66772" y="3887724"/>
              <a:ext cx="71627" cy="28727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887724"/>
              <a:ext cx="1295400" cy="7238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138427" y="3883152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1627"/>
                  </a:lnTo>
                  <a:lnTo>
                    <a:pt x="16764" y="71627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764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5" y="76962"/>
                  </a:lnTo>
                  <a:lnTo>
                    <a:pt x="9905" y="78486"/>
                  </a:lnTo>
                  <a:lnTo>
                    <a:pt x="16764" y="71627"/>
                  </a:lnTo>
                  <a:close/>
                </a:path>
                <a:path w="1305560" h="297179">
                  <a:moveTo>
                    <a:pt x="9905" y="287273"/>
                  </a:moveTo>
                  <a:lnTo>
                    <a:pt x="9905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5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5" y="291845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5" y="291845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5" y="78486"/>
                  </a:moveTo>
                  <a:lnTo>
                    <a:pt x="9905" y="76962"/>
                  </a:lnTo>
                  <a:lnTo>
                    <a:pt x="8382" y="80009"/>
                  </a:lnTo>
                  <a:lnTo>
                    <a:pt x="9905" y="78486"/>
                  </a:lnTo>
                  <a:close/>
                </a:path>
                <a:path w="1305560" h="297179">
                  <a:moveTo>
                    <a:pt x="1226820" y="71628"/>
                  </a:moveTo>
                  <a:lnTo>
                    <a:pt x="16764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820" y="71628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1627"/>
                  </a:moveTo>
                  <a:lnTo>
                    <a:pt x="1226820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820" y="71628"/>
                  </a:lnTo>
                  <a:lnTo>
                    <a:pt x="1228344" y="71627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4571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4571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3941826"/>
              <a:ext cx="1223772" cy="76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655314"/>
              <a:ext cx="71627" cy="28727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138428" y="36499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5334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2389"/>
                  </a:lnTo>
                  <a:lnTo>
                    <a:pt x="9144" y="72389"/>
                  </a:lnTo>
                  <a:lnTo>
                    <a:pt x="76200" y="5334"/>
                  </a:lnTo>
                  <a:lnTo>
                    <a:pt x="1293113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6" y="5334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1" y="72389"/>
                  </a:lnTo>
                  <a:lnTo>
                    <a:pt x="4571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1" y="292608"/>
                  </a:moveTo>
                  <a:lnTo>
                    <a:pt x="4571" y="292608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201" y="292608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7" y="12216"/>
                  </a:lnTo>
                  <a:lnTo>
                    <a:pt x="1299210" y="220980"/>
                  </a:lnTo>
                  <a:lnTo>
                    <a:pt x="1228344" y="291846"/>
                  </a:lnTo>
                  <a:lnTo>
                    <a:pt x="76200" y="292566"/>
                  </a:lnTo>
                  <a:lnTo>
                    <a:pt x="1235201" y="292608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3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5334"/>
                  </a:lnTo>
                  <a:lnTo>
                    <a:pt x="1300734" y="5334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3726942"/>
              <a:ext cx="1223772" cy="21564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3655314"/>
              <a:ext cx="71627" cy="28727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655314"/>
              <a:ext cx="1295400" cy="71627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138427" y="36499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3717036"/>
              <a:ext cx="1223772" cy="761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430524"/>
              <a:ext cx="71627" cy="287274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138428" y="342595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4572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1627"/>
                  </a:lnTo>
                  <a:lnTo>
                    <a:pt x="9905" y="71627"/>
                  </a:lnTo>
                  <a:lnTo>
                    <a:pt x="76962" y="4572"/>
                  </a:lnTo>
                  <a:lnTo>
                    <a:pt x="1293876" y="4572"/>
                  </a:lnTo>
                  <a:lnTo>
                    <a:pt x="1296924" y="1523"/>
                  </a:lnTo>
                  <a:lnTo>
                    <a:pt x="1299945" y="4545"/>
                  </a:lnTo>
                  <a:lnTo>
                    <a:pt x="1305306" y="4572"/>
                  </a:lnTo>
                  <a:close/>
                </a:path>
                <a:path w="1305560" h="297179">
                  <a:moveTo>
                    <a:pt x="9905" y="71628"/>
                  </a:moveTo>
                  <a:lnTo>
                    <a:pt x="4571" y="71627"/>
                  </a:lnTo>
                  <a:lnTo>
                    <a:pt x="4571" y="76962"/>
                  </a:lnTo>
                  <a:lnTo>
                    <a:pt x="9905" y="71628"/>
                  </a:lnTo>
                  <a:close/>
                </a:path>
                <a:path w="1305560" h="297179">
                  <a:moveTo>
                    <a:pt x="1235963" y="291846"/>
                  </a:moveTo>
                  <a:lnTo>
                    <a:pt x="4571" y="291846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963" y="291846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5" y="12218"/>
                  </a:lnTo>
                  <a:lnTo>
                    <a:pt x="1299210" y="220980"/>
                  </a:lnTo>
                  <a:lnTo>
                    <a:pt x="1229106" y="291084"/>
                  </a:lnTo>
                  <a:lnTo>
                    <a:pt x="76962" y="291804"/>
                  </a:lnTo>
                  <a:lnTo>
                    <a:pt x="1235963" y="291846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9945" y="4572"/>
                  </a:moveTo>
                  <a:lnTo>
                    <a:pt x="1299210" y="3810"/>
                  </a:lnTo>
                  <a:lnTo>
                    <a:pt x="1296924" y="1523"/>
                  </a:lnTo>
                  <a:lnTo>
                    <a:pt x="1293876" y="4572"/>
                  </a:lnTo>
                  <a:lnTo>
                    <a:pt x="1299945" y="4572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4572"/>
                  </a:lnTo>
                  <a:lnTo>
                    <a:pt x="1299945" y="4572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9945" y="4545"/>
                  </a:lnTo>
                  <a:lnTo>
                    <a:pt x="1299945" y="12191"/>
                  </a:lnTo>
                  <a:lnTo>
                    <a:pt x="1303782" y="838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2999" y="3502914"/>
              <a:ext cx="1223772" cy="21488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66772" y="3430524"/>
              <a:ext cx="71627" cy="28727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430524"/>
              <a:ext cx="1295400" cy="72389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138427" y="3425952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1627"/>
                  </a:lnTo>
                  <a:lnTo>
                    <a:pt x="16764" y="71627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764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5" y="76962"/>
                  </a:lnTo>
                  <a:lnTo>
                    <a:pt x="9905" y="78486"/>
                  </a:lnTo>
                  <a:lnTo>
                    <a:pt x="16764" y="71627"/>
                  </a:lnTo>
                  <a:close/>
                </a:path>
                <a:path w="1305560" h="297179">
                  <a:moveTo>
                    <a:pt x="9905" y="287273"/>
                  </a:moveTo>
                  <a:lnTo>
                    <a:pt x="9905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5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5" y="291845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5" y="291845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5" y="78486"/>
                  </a:moveTo>
                  <a:lnTo>
                    <a:pt x="9905" y="76962"/>
                  </a:lnTo>
                  <a:lnTo>
                    <a:pt x="8382" y="80009"/>
                  </a:lnTo>
                  <a:lnTo>
                    <a:pt x="9905" y="78486"/>
                  </a:lnTo>
                  <a:close/>
                </a:path>
                <a:path w="1305560" h="297179">
                  <a:moveTo>
                    <a:pt x="1226820" y="71628"/>
                  </a:moveTo>
                  <a:lnTo>
                    <a:pt x="16764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820" y="71628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1627"/>
                  </a:moveTo>
                  <a:lnTo>
                    <a:pt x="1226820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820" y="71628"/>
                  </a:lnTo>
                  <a:lnTo>
                    <a:pt x="1228344" y="71627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4571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4571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3502152"/>
              <a:ext cx="1223772" cy="762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215640"/>
              <a:ext cx="71627" cy="28727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138428" y="3210305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533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6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2389"/>
                  </a:lnTo>
                  <a:lnTo>
                    <a:pt x="9143" y="72389"/>
                  </a:lnTo>
                  <a:lnTo>
                    <a:pt x="76200" y="5333"/>
                  </a:lnTo>
                  <a:lnTo>
                    <a:pt x="1293114" y="5333"/>
                  </a:lnTo>
                  <a:lnTo>
                    <a:pt x="1296924" y="1523"/>
                  </a:lnTo>
                  <a:lnTo>
                    <a:pt x="1300734" y="5333"/>
                  </a:lnTo>
                  <a:lnTo>
                    <a:pt x="1305306" y="5333"/>
                  </a:lnTo>
                  <a:close/>
                </a:path>
                <a:path w="1305560" h="297179">
                  <a:moveTo>
                    <a:pt x="9143" y="72389"/>
                  </a:moveTo>
                  <a:lnTo>
                    <a:pt x="4571" y="72389"/>
                  </a:lnTo>
                  <a:lnTo>
                    <a:pt x="4571" y="76961"/>
                  </a:lnTo>
                  <a:lnTo>
                    <a:pt x="9143" y="72389"/>
                  </a:lnTo>
                  <a:close/>
                </a:path>
                <a:path w="1305560" h="297179">
                  <a:moveTo>
                    <a:pt x="1235202" y="292607"/>
                  </a:moveTo>
                  <a:lnTo>
                    <a:pt x="4571" y="292607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202" y="292607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7" y="12216"/>
                  </a:lnTo>
                  <a:lnTo>
                    <a:pt x="1299210" y="220979"/>
                  </a:lnTo>
                  <a:lnTo>
                    <a:pt x="1228344" y="291846"/>
                  </a:lnTo>
                  <a:lnTo>
                    <a:pt x="76200" y="292566"/>
                  </a:lnTo>
                  <a:lnTo>
                    <a:pt x="1235202" y="292607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300734" y="5333"/>
                  </a:moveTo>
                  <a:lnTo>
                    <a:pt x="1296924" y="1523"/>
                  </a:lnTo>
                  <a:lnTo>
                    <a:pt x="1293114" y="5333"/>
                  </a:lnTo>
                  <a:lnTo>
                    <a:pt x="1300734" y="5333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300734" y="5333"/>
                  </a:lnTo>
                  <a:lnTo>
                    <a:pt x="1299947" y="5333"/>
                  </a:lnTo>
                  <a:lnTo>
                    <a:pt x="1299947" y="12192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5333"/>
                  </a:lnTo>
                  <a:lnTo>
                    <a:pt x="1300734" y="533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2999" y="3287268"/>
              <a:ext cx="1223772" cy="215646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3215640"/>
              <a:ext cx="71627" cy="287274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215640"/>
              <a:ext cx="1295400" cy="71627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1138427" y="3210306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281938" y="3234486"/>
            <a:ext cx="946150" cy="204787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54940" marR="147955" algn="ctr">
              <a:lnSpc>
                <a:spcPct val="147200"/>
              </a:lnSpc>
              <a:spcBef>
                <a:spcPts val="30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Applications 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Runtime Middleware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Operating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System</a:t>
            </a:r>
            <a:endParaRPr sz="1000">
              <a:latin typeface="Calibri"/>
              <a:cs typeface="Calibri"/>
            </a:endParaRPr>
          </a:p>
          <a:p>
            <a:pPr marL="127635" marR="121285" algn="ctr">
              <a:lnSpc>
                <a:spcPct val="149000"/>
              </a:lnSpc>
              <a:spcBef>
                <a:spcPts val="10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Virtualization Servers Storage Networking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685800" y="1978914"/>
            <a:ext cx="2672080" cy="4498975"/>
            <a:chOff x="685800" y="1978914"/>
            <a:chExt cx="2672080" cy="4498975"/>
          </a:xfrm>
        </p:grpSpPr>
        <p:sp>
          <p:nvSpPr>
            <p:cNvPr id="71" name="object 71"/>
            <p:cNvSpPr/>
            <p:nvPr/>
          </p:nvSpPr>
          <p:spPr>
            <a:xfrm>
              <a:off x="2434590" y="1978913"/>
              <a:ext cx="923290" cy="4498975"/>
            </a:xfrm>
            <a:custGeom>
              <a:avLst/>
              <a:gdLst/>
              <a:ahLst/>
              <a:cxnLst/>
              <a:rect l="l" t="t" r="r" b="b"/>
              <a:pathLst>
                <a:path w="923289" h="4498975">
                  <a:moveTo>
                    <a:pt x="22860" y="1537716"/>
                  </a:moveTo>
                  <a:lnTo>
                    <a:pt x="14478" y="1532382"/>
                  </a:lnTo>
                  <a:lnTo>
                    <a:pt x="0" y="1557528"/>
                  </a:lnTo>
                  <a:lnTo>
                    <a:pt x="4191" y="1559814"/>
                  </a:lnTo>
                  <a:lnTo>
                    <a:pt x="0" y="1561338"/>
                  </a:lnTo>
                  <a:lnTo>
                    <a:pt x="8382" y="1588008"/>
                  </a:lnTo>
                  <a:lnTo>
                    <a:pt x="17526" y="1585722"/>
                  </a:lnTo>
                  <a:lnTo>
                    <a:pt x="9194" y="1560741"/>
                  </a:lnTo>
                  <a:lnTo>
                    <a:pt x="22860" y="1537716"/>
                  </a:lnTo>
                  <a:close/>
                </a:path>
                <a:path w="923289" h="4498975">
                  <a:moveTo>
                    <a:pt x="28194" y="1621536"/>
                  </a:moveTo>
                  <a:lnTo>
                    <a:pt x="19812" y="1594866"/>
                  </a:lnTo>
                  <a:lnTo>
                    <a:pt x="10668" y="1597152"/>
                  </a:lnTo>
                  <a:lnTo>
                    <a:pt x="19050" y="1624584"/>
                  </a:lnTo>
                  <a:lnTo>
                    <a:pt x="28194" y="1621536"/>
                  </a:lnTo>
                  <a:close/>
                </a:path>
                <a:path w="923289" h="4498975">
                  <a:moveTo>
                    <a:pt x="39624" y="1658112"/>
                  </a:moveTo>
                  <a:lnTo>
                    <a:pt x="31242" y="1630680"/>
                  </a:lnTo>
                  <a:lnTo>
                    <a:pt x="22098" y="1633728"/>
                  </a:lnTo>
                  <a:lnTo>
                    <a:pt x="30480" y="1661160"/>
                  </a:lnTo>
                  <a:lnTo>
                    <a:pt x="39624" y="1658112"/>
                  </a:lnTo>
                  <a:close/>
                </a:path>
                <a:path w="923289" h="4498975">
                  <a:moveTo>
                    <a:pt x="41910" y="1504188"/>
                  </a:moveTo>
                  <a:lnTo>
                    <a:pt x="33528" y="1499616"/>
                  </a:lnTo>
                  <a:lnTo>
                    <a:pt x="19050" y="1524000"/>
                  </a:lnTo>
                  <a:lnTo>
                    <a:pt x="27432" y="1529334"/>
                  </a:lnTo>
                  <a:lnTo>
                    <a:pt x="41910" y="1504188"/>
                  </a:lnTo>
                  <a:close/>
                </a:path>
                <a:path w="923289" h="4498975">
                  <a:moveTo>
                    <a:pt x="51054" y="1694688"/>
                  </a:moveTo>
                  <a:lnTo>
                    <a:pt x="42672" y="1667256"/>
                  </a:lnTo>
                  <a:lnTo>
                    <a:pt x="33528" y="1670304"/>
                  </a:lnTo>
                  <a:lnTo>
                    <a:pt x="41910" y="1697736"/>
                  </a:lnTo>
                  <a:lnTo>
                    <a:pt x="51054" y="1694688"/>
                  </a:lnTo>
                  <a:close/>
                </a:path>
                <a:path w="923289" h="4498975">
                  <a:moveTo>
                    <a:pt x="60960" y="1471422"/>
                  </a:moveTo>
                  <a:lnTo>
                    <a:pt x="53340" y="1466850"/>
                  </a:lnTo>
                  <a:lnTo>
                    <a:pt x="38862" y="1491234"/>
                  </a:lnTo>
                  <a:lnTo>
                    <a:pt x="46482" y="1496568"/>
                  </a:lnTo>
                  <a:lnTo>
                    <a:pt x="60960" y="1471422"/>
                  </a:lnTo>
                  <a:close/>
                </a:path>
                <a:path w="923289" h="4498975">
                  <a:moveTo>
                    <a:pt x="62484" y="1731264"/>
                  </a:moveTo>
                  <a:lnTo>
                    <a:pt x="54102" y="1703832"/>
                  </a:lnTo>
                  <a:lnTo>
                    <a:pt x="44958" y="1706880"/>
                  </a:lnTo>
                  <a:lnTo>
                    <a:pt x="53340" y="1733550"/>
                  </a:lnTo>
                  <a:lnTo>
                    <a:pt x="62484" y="1731264"/>
                  </a:lnTo>
                  <a:close/>
                </a:path>
                <a:path w="923289" h="4498975">
                  <a:moveTo>
                    <a:pt x="73914" y="1767078"/>
                  </a:moveTo>
                  <a:lnTo>
                    <a:pt x="65532" y="1740408"/>
                  </a:lnTo>
                  <a:lnTo>
                    <a:pt x="56388" y="1742694"/>
                  </a:lnTo>
                  <a:lnTo>
                    <a:pt x="64770" y="1770126"/>
                  </a:lnTo>
                  <a:lnTo>
                    <a:pt x="73914" y="1767078"/>
                  </a:lnTo>
                  <a:close/>
                </a:path>
                <a:path w="923289" h="4498975">
                  <a:moveTo>
                    <a:pt x="80772" y="1438656"/>
                  </a:moveTo>
                  <a:lnTo>
                    <a:pt x="72390" y="1434084"/>
                  </a:lnTo>
                  <a:lnTo>
                    <a:pt x="57912" y="1458468"/>
                  </a:lnTo>
                  <a:lnTo>
                    <a:pt x="66294" y="1463802"/>
                  </a:lnTo>
                  <a:lnTo>
                    <a:pt x="80772" y="1438656"/>
                  </a:lnTo>
                  <a:close/>
                </a:path>
                <a:path w="923289" h="4498975">
                  <a:moveTo>
                    <a:pt x="85344" y="1803654"/>
                  </a:moveTo>
                  <a:lnTo>
                    <a:pt x="76962" y="1776222"/>
                  </a:lnTo>
                  <a:lnTo>
                    <a:pt x="67818" y="1779270"/>
                  </a:lnTo>
                  <a:lnTo>
                    <a:pt x="76200" y="1806702"/>
                  </a:lnTo>
                  <a:lnTo>
                    <a:pt x="85344" y="1803654"/>
                  </a:lnTo>
                  <a:close/>
                </a:path>
                <a:path w="923289" h="4498975">
                  <a:moveTo>
                    <a:pt x="96774" y="1840230"/>
                  </a:moveTo>
                  <a:lnTo>
                    <a:pt x="87630" y="1812798"/>
                  </a:lnTo>
                  <a:lnTo>
                    <a:pt x="78486" y="1815846"/>
                  </a:lnTo>
                  <a:lnTo>
                    <a:pt x="87630" y="1843278"/>
                  </a:lnTo>
                  <a:lnTo>
                    <a:pt x="96774" y="1840230"/>
                  </a:lnTo>
                  <a:close/>
                </a:path>
                <a:path w="923289" h="4498975">
                  <a:moveTo>
                    <a:pt x="99822" y="1405890"/>
                  </a:moveTo>
                  <a:lnTo>
                    <a:pt x="91440" y="1401318"/>
                  </a:lnTo>
                  <a:lnTo>
                    <a:pt x="76962" y="1425702"/>
                  </a:lnTo>
                  <a:lnTo>
                    <a:pt x="85344" y="1430274"/>
                  </a:lnTo>
                  <a:lnTo>
                    <a:pt x="99822" y="1405890"/>
                  </a:lnTo>
                  <a:close/>
                </a:path>
                <a:path w="923289" h="4498975">
                  <a:moveTo>
                    <a:pt x="107442" y="1876806"/>
                  </a:moveTo>
                  <a:lnTo>
                    <a:pt x="99060" y="1849374"/>
                  </a:lnTo>
                  <a:lnTo>
                    <a:pt x="89916" y="1852422"/>
                  </a:lnTo>
                  <a:lnTo>
                    <a:pt x="98298" y="1879092"/>
                  </a:lnTo>
                  <a:lnTo>
                    <a:pt x="107442" y="1876806"/>
                  </a:lnTo>
                  <a:close/>
                </a:path>
                <a:path w="923289" h="4498975">
                  <a:moveTo>
                    <a:pt x="118872" y="1912620"/>
                  </a:moveTo>
                  <a:lnTo>
                    <a:pt x="110490" y="1885950"/>
                  </a:lnTo>
                  <a:lnTo>
                    <a:pt x="101346" y="1888236"/>
                  </a:lnTo>
                  <a:lnTo>
                    <a:pt x="109728" y="1915668"/>
                  </a:lnTo>
                  <a:lnTo>
                    <a:pt x="118872" y="1912620"/>
                  </a:lnTo>
                  <a:close/>
                </a:path>
                <a:path w="923289" h="4498975">
                  <a:moveTo>
                    <a:pt x="118872" y="1373124"/>
                  </a:moveTo>
                  <a:lnTo>
                    <a:pt x="111252" y="1368552"/>
                  </a:lnTo>
                  <a:lnTo>
                    <a:pt x="96774" y="1392936"/>
                  </a:lnTo>
                  <a:lnTo>
                    <a:pt x="104394" y="1397508"/>
                  </a:lnTo>
                  <a:lnTo>
                    <a:pt x="118872" y="1373124"/>
                  </a:lnTo>
                  <a:close/>
                </a:path>
                <a:path w="923289" h="4498975">
                  <a:moveTo>
                    <a:pt x="130302" y="1949196"/>
                  </a:moveTo>
                  <a:lnTo>
                    <a:pt x="121920" y="1921764"/>
                  </a:lnTo>
                  <a:lnTo>
                    <a:pt x="112776" y="1924812"/>
                  </a:lnTo>
                  <a:lnTo>
                    <a:pt x="121158" y="1952244"/>
                  </a:lnTo>
                  <a:lnTo>
                    <a:pt x="130302" y="1949196"/>
                  </a:lnTo>
                  <a:close/>
                </a:path>
                <a:path w="923289" h="4498975">
                  <a:moveTo>
                    <a:pt x="138684" y="1340358"/>
                  </a:moveTo>
                  <a:lnTo>
                    <a:pt x="130302" y="1335786"/>
                  </a:lnTo>
                  <a:lnTo>
                    <a:pt x="115824" y="1360170"/>
                  </a:lnTo>
                  <a:lnTo>
                    <a:pt x="124206" y="1364742"/>
                  </a:lnTo>
                  <a:lnTo>
                    <a:pt x="138684" y="1340358"/>
                  </a:lnTo>
                  <a:close/>
                </a:path>
                <a:path w="923289" h="4498975">
                  <a:moveTo>
                    <a:pt x="141732" y="1985772"/>
                  </a:moveTo>
                  <a:lnTo>
                    <a:pt x="133350" y="1958340"/>
                  </a:lnTo>
                  <a:lnTo>
                    <a:pt x="124206" y="1961388"/>
                  </a:lnTo>
                  <a:lnTo>
                    <a:pt x="132588" y="1988820"/>
                  </a:lnTo>
                  <a:lnTo>
                    <a:pt x="141732" y="1985772"/>
                  </a:lnTo>
                  <a:close/>
                </a:path>
                <a:path w="923289" h="4498975">
                  <a:moveTo>
                    <a:pt x="153162" y="2022348"/>
                  </a:moveTo>
                  <a:lnTo>
                    <a:pt x="144780" y="1994916"/>
                  </a:lnTo>
                  <a:lnTo>
                    <a:pt x="135636" y="1997202"/>
                  </a:lnTo>
                  <a:lnTo>
                    <a:pt x="144018" y="2024634"/>
                  </a:lnTo>
                  <a:lnTo>
                    <a:pt x="153162" y="2022348"/>
                  </a:lnTo>
                  <a:close/>
                </a:path>
                <a:path w="923289" h="4498975">
                  <a:moveTo>
                    <a:pt x="157734" y="1307592"/>
                  </a:moveTo>
                  <a:lnTo>
                    <a:pt x="149352" y="1302258"/>
                  </a:lnTo>
                  <a:lnTo>
                    <a:pt x="134874" y="1327404"/>
                  </a:lnTo>
                  <a:lnTo>
                    <a:pt x="143256" y="1331976"/>
                  </a:lnTo>
                  <a:lnTo>
                    <a:pt x="157734" y="1307592"/>
                  </a:lnTo>
                  <a:close/>
                </a:path>
                <a:path w="923289" h="4498975">
                  <a:moveTo>
                    <a:pt x="164592" y="2058162"/>
                  </a:moveTo>
                  <a:lnTo>
                    <a:pt x="156210" y="2031492"/>
                  </a:lnTo>
                  <a:lnTo>
                    <a:pt x="147066" y="2033778"/>
                  </a:lnTo>
                  <a:lnTo>
                    <a:pt x="155448" y="2061210"/>
                  </a:lnTo>
                  <a:lnTo>
                    <a:pt x="164592" y="2058162"/>
                  </a:lnTo>
                  <a:close/>
                </a:path>
                <a:path w="923289" h="4498975">
                  <a:moveTo>
                    <a:pt x="176022" y="2094738"/>
                  </a:moveTo>
                  <a:lnTo>
                    <a:pt x="166878" y="2067306"/>
                  </a:lnTo>
                  <a:lnTo>
                    <a:pt x="157734" y="2070354"/>
                  </a:lnTo>
                  <a:lnTo>
                    <a:pt x="166878" y="2097786"/>
                  </a:lnTo>
                  <a:lnTo>
                    <a:pt x="176022" y="2094738"/>
                  </a:lnTo>
                  <a:close/>
                </a:path>
                <a:path w="923289" h="4498975">
                  <a:moveTo>
                    <a:pt x="176784" y="1274826"/>
                  </a:moveTo>
                  <a:lnTo>
                    <a:pt x="169164" y="1269492"/>
                  </a:lnTo>
                  <a:lnTo>
                    <a:pt x="154686" y="1294638"/>
                  </a:lnTo>
                  <a:lnTo>
                    <a:pt x="162306" y="1299210"/>
                  </a:lnTo>
                  <a:lnTo>
                    <a:pt x="176784" y="1274826"/>
                  </a:lnTo>
                  <a:close/>
                </a:path>
                <a:path w="923289" h="4498975">
                  <a:moveTo>
                    <a:pt x="186690" y="2131314"/>
                  </a:moveTo>
                  <a:lnTo>
                    <a:pt x="178308" y="2103882"/>
                  </a:lnTo>
                  <a:lnTo>
                    <a:pt x="169164" y="2106930"/>
                  </a:lnTo>
                  <a:lnTo>
                    <a:pt x="177546" y="2134362"/>
                  </a:lnTo>
                  <a:lnTo>
                    <a:pt x="186690" y="2131314"/>
                  </a:lnTo>
                  <a:close/>
                </a:path>
                <a:path w="923289" h="4498975">
                  <a:moveTo>
                    <a:pt x="196596" y="1242060"/>
                  </a:moveTo>
                  <a:lnTo>
                    <a:pt x="188214" y="1236726"/>
                  </a:lnTo>
                  <a:lnTo>
                    <a:pt x="173736" y="1261872"/>
                  </a:lnTo>
                  <a:lnTo>
                    <a:pt x="182118" y="1266444"/>
                  </a:lnTo>
                  <a:lnTo>
                    <a:pt x="196596" y="1242060"/>
                  </a:lnTo>
                  <a:close/>
                </a:path>
                <a:path w="923289" h="4498975">
                  <a:moveTo>
                    <a:pt x="198120" y="2167890"/>
                  </a:moveTo>
                  <a:lnTo>
                    <a:pt x="189738" y="2140458"/>
                  </a:lnTo>
                  <a:lnTo>
                    <a:pt x="180594" y="2142744"/>
                  </a:lnTo>
                  <a:lnTo>
                    <a:pt x="188976" y="2170176"/>
                  </a:lnTo>
                  <a:lnTo>
                    <a:pt x="198120" y="2167890"/>
                  </a:lnTo>
                  <a:close/>
                </a:path>
                <a:path w="923289" h="4498975">
                  <a:moveTo>
                    <a:pt x="209550" y="2203704"/>
                  </a:moveTo>
                  <a:lnTo>
                    <a:pt x="201168" y="2176272"/>
                  </a:lnTo>
                  <a:lnTo>
                    <a:pt x="192024" y="2179320"/>
                  </a:lnTo>
                  <a:lnTo>
                    <a:pt x="200406" y="2206752"/>
                  </a:lnTo>
                  <a:lnTo>
                    <a:pt x="209550" y="2203704"/>
                  </a:lnTo>
                  <a:close/>
                </a:path>
                <a:path w="923289" h="4498975">
                  <a:moveTo>
                    <a:pt x="215646" y="1208532"/>
                  </a:moveTo>
                  <a:lnTo>
                    <a:pt x="207264" y="1203960"/>
                  </a:lnTo>
                  <a:lnTo>
                    <a:pt x="192786" y="1228344"/>
                  </a:lnTo>
                  <a:lnTo>
                    <a:pt x="201168" y="1233678"/>
                  </a:lnTo>
                  <a:lnTo>
                    <a:pt x="215646" y="1208532"/>
                  </a:lnTo>
                  <a:close/>
                </a:path>
                <a:path w="923289" h="4498975">
                  <a:moveTo>
                    <a:pt x="220980" y="2240280"/>
                  </a:moveTo>
                  <a:lnTo>
                    <a:pt x="212598" y="2212848"/>
                  </a:lnTo>
                  <a:lnTo>
                    <a:pt x="203454" y="2215896"/>
                  </a:lnTo>
                  <a:lnTo>
                    <a:pt x="211836" y="2243328"/>
                  </a:lnTo>
                  <a:lnTo>
                    <a:pt x="220980" y="2240280"/>
                  </a:lnTo>
                  <a:close/>
                </a:path>
                <a:path w="923289" h="4498975">
                  <a:moveTo>
                    <a:pt x="232410" y="2276856"/>
                  </a:moveTo>
                  <a:lnTo>
                    <a:pt x="224028" y="2249424"/>
                  </a:lnTo>
                  <a:lnTo>
                    <a:pt x="214884" y="2252472"/>
                  </a:lnTo>
                  <a:lnTo>
                    <a:pt x="223266" y="2279904"/>
                  </a:lnTo>
                  <a:lnTo>
                    <a:pt x="232410" y="2276856"/>
                  </a:lnTo>
                  <a:close/>
                </a:path>
                <a:path w="923289" h="4498975">
                  <a:moveTo>
                    <a:pt x="234696" y="1175766"/>
                  </a:moveTo>
                  <a:lnTo>
                    <a:pt x="227076" y="1171194"/>
                  </a:lnTo>
                  <a:lnTo>
                    <a:pt x="212598" y="1195578"/>
                  </a:lnTo>
                  <a:lnTo>
                    <a:pt x="220218" y="1200912"/>
                  </a:lnTo>
                  <a:lnTo>
                    <a:pt x="234696" y="1175766"/>
                  </a:lnTo>
                  <a:close/>
                </a:path>
                <a:path w="923289" h="4498975">
                  <a:moveTo>
                    <a:pt x="243840" y="2313432"/>
                  </a:moveTo>
                  <a:lnTo>
                    <a:pt x="235458" y="2286000"/>
                  </a:lnTo>
                  <a:lnTo>
                    <a:pt x="226314" y="2288286"/>
                  </a:lnTo>
                  <a:lnTo>
                    <a:pt x="234696" y="2315718"/>
                  </a:lnTo>
                  <a:lnTo>
                    <a:pt x="243840" y="2313432"/>
                  </a:lnTo>
                  <a:close/>
                </a:path>
                <a:path w="923289" h="4498975">
                  <a:moveTo>
                    <a:pt x="254508" y="1143000"/>
                  </a:moveTo>
                  <a:lnTo>
                    <a:pt x="246126" y="1138428"/>
                  </a:lnTo>
                  <a:lnTo>
                    <a:pt x="231648" y="1162812"/>
                  </a:lnTo>
                  <a:lnTo>
                    <a:pt x="240030" y="1168146"/>
                  </a:lnTo>
                  <a:lnTo>
                    <a:pt x="254508" y="1143000"/>
                  </a:lnTo>
                  <a:close/>
                </a:path>
                <a:path w="923289" h="4498975">
                  <a:moveTo>
                    <a:pt x="255270" y="2349246"/>
                  </a:moveTo>
                  <a:lnTo>
                    <a:pt x="246126" y="2321814"/>
                  </a:lnTo>
                  <a:lnTo>
                    <a:pt x="236982" y="2324862"/>
                  </a:lnTo>
                  <a:lnTo>
                    <a:pt x="246126" y="2352294"/>
                  </a:lnTo>
                  <a:lnTo>
                    <a:pt x="255270" y="2349246"/>
                  </a:lnTo>
                  <a:close/>
                </a:path>
                <a:path w="923289" h="4498975">
                  <a:moveTo>
                    <a:pt x="265938" y="2385822"/>
                  </a:moveTo>
                  <a:lnTo>
                    <a:pt x="257556" y="2358390"/>
                  </a:lnTo>
                  <a:lnTo>
                    <a:pt x="248412" y="2361438"/>
                  </a:lnTo>
                  <a:lnTo>
                    <a:pt x="256794" y="2388870"/>
                  </a:lnTo>
                  <a:lnTo>
                    <a:pt x="265938" y="2385822"/>
                  </a:lnTo>
                  <a:close/>
                </a:path>
                <a:path w="923289" h="4498975">
                  <a:moveTo>
                    <a:pt x="273558" y="1110234"/>
                  </a:moveTo>
                  <a:lnTo>
                    <a:pt x="265176" y="1105662"/>
                  </a:lnTo>
                  <a:lnTo>
                    <a:pt x="250698" y="1130046"/>
                  </a:lnTo>
                  <a:lnTo>
                    <a:pt x="259080" y="1134618"/>
                  </a:lnTo>
                  <a:lnTo>
                    <a:pt x="273558" y="1110234"/>
                  </a:lnTo>
                  <a:close/>
                </a:path>
                <a:path w="923289" h="4498975">
                  <a:moveTo>
                    <a:pt x="277368" y="2422398"/>
                  </a:moveTo>
                  <a:lnTo>
                    <a:pt x="268986" y="2394966"/>
                  </a:lnTo>
                  <a:lnTo>
                    <a:pt x="259842" y="2398014"/>
                  </a:lnTo>
                  <a:lnTo>
                    <a:pt x="268224" y="2424684"/>
                  </a:lnTo>
                  <a:lnTo>
                    <a:pt x="277368" y="2422398"/>
                  </a:lnTo>
                  <a:close/>
                </a:path>
                <a:path w="923289" h="4498975">
                  <a:moveTo>
                    <a:pt x="288798" y="2458212"/>
                  </a:moveTo>
                  <a:lnTo>
                    <a:pt x="280416" y="2431542"/>
                  </a:lnTo>
                  <a:lnTo>
                    <a:pt x="271272" y="2433828"/>
                  </a:lnTo>
                  <a:lnTo>
                    <a:pt x="279654" y="2461260"/>
                  </a:lnTo>
                  <a:lnTo>
                    <a:pt x="288798" y="2458212"/>
                  </a:lnTo>
                  <a:close/>
                </a:path>
                <a:path w="923289" h="4498975">
                  <a:moveTo>
                    <a:pt x="292608" y="1077468"/>
                  </a:moveTo>
                  <a:lnTo>
                    <a:pt x="284988" y="1072896"/>
                  </a:lnTo>
                  <a:lnTo>
                    <a:pt x="270510" y="1097280"/>
                  </a:lnTo>
                  <a:lnTo>
                    <a:pt x="278130" y="1101852"/>
                  </a:lnTo>
                  <a:lnTo>
                    <a:pt x="292608" y="1077468"/>
                  </a:lnTo>
                  <a:close/>
                </a:path>
                <a:path w="923289" h="4498975">
                  <a:moveTo>
                    <a:pt x="300228" y="2494788"/>
                  </a:moveTo>
                  <a:lnTo>
                    <a:pt x="291846" y="2467356"/>
                  </a:lnTo>
                  <a:lnTo>
                    <a:pt x="282702" y="2470404"/>
                  </a:lnTo>
                  <a:lnTo>
                    <a:pt x="291084" y="2497836"/>
                  </a:lnTo>
                  <a:lnTo>
                    <a:pt x="300228" y="2494788"/>
                  </a:lnTo>
                  <a:close/>
                </a:path>
                <a:path w="923289" h="4498975">
                  <a:moveTo>
                    <a:pt x="311658" y="2531364"/>
                  </a:moveTo>
                  <a:lnTo>
                    <a:pt x="303276" y="2503932"/>
                  </a:lnTo>
                  <a:lnTo>
                    <a:pt x="294132" y="2506980"/>
                  </a:lnTo>
                  <a:lnTo>
                    <a:pt x="302514" y="2534412"/>
                  </a:lnTo>
                  <a:lnTo>
                    <a:pt x="311658" y="2531364"/>
                  </a:lnTo>
                  <a:close/>
                </a:path>
                <a:path w="923289" h="4498975">
                  <a:moveTo>
                    <a:pt x="312420" y="1044702"/>
                  </a:moveTo>
                  <a:lnTo>
                    <a:pt x="304038" y="1040130"/>
                  </a:lnTo>
                  <a:lnTo>
                    <a:pt x="289560" y="1064514"/>
                  </a:lnTo>
                  <a:lnTo>
                    <a:pt x="297942" y="1069086"/>
                  </a:lnTo>
                  <a:lnTo>
                    <a:pt x="312420" y="1044702"/>
                  </a:lnTo>
                  <a:close/>
                </a:path>
                <a:path w="923289" h="4498975">
                  <a:moveTo>
                    <a:pt x="323088" y="2567940"/>
                  </a:moveTo>
                  <a:lnTo>
                    <a:pt x="314706" y="2540508"/>
                  </a:lnTo>
                  <a:lnTo>
                    <a:pt x="305562" y="2543556"/>
                  </a:lnTo>
                  <a:lnTo>
                    <a:pt x="313944" y="2570226"/>
                  </a:lnTo>
                  <a:lnTo>
                    <a:pt x="323088" y="2567940"/>
                  </a:lnTo>
                  <a:close/>
                </a:path>
                <a:path w="923289" h="4498975">
                  <a:moveTo>
                    <a:pt x="331470" y="1011936"/>
                  </a:moveTo>
                  <a:lnTo>
                    <a:pt x="323088" y="1006602"/>
                  </a:lnTo>
                  <a:lnTo>
                    <a:pt x="308610" y="1031748"/>
                  </a:lnTo>
                  <a:lnTo>
                    <a:pt x="316992" y="1036320"/>
                  </a:lnTo>
                  <a:lnTo>
                    <a:pt x="331470" y="1011936"/>
                  </a:lnTo>
                  <a:close/>
                </a:path>
                <a:path w="923289" h="4498975">
                  <a:moveTo>
                    <a:pt x="334518" y="2603754"/>
                  </a:moveTo>
                  <a:lnTo>
                    <a:pt x="325374" y="2577084"/>
                  </a:lnTo>
                  <a:lnTo>
                    <a:pt x="316230" y="2579370"/>
                  </a:lnTo>
                  <a:lnTo>
                    <a:pt x="325374" y="2606802"/>
                  </a:lnTo>
                  <a:lnTo>
                    <a:pt x="334518" y="2603754"/>
                  </a:lnTo>
                  <a:close/>
                </a:path>
                <a:path w="923289" h="4498975">
                  <a:moveTo>
                    <a:pt x="345186" y="2640330"/>
                  </a:moveTo>
                  <a:lnTo>
                    <a:pt x="336804" y="2612898"/>
                  </a:lnTo>
                  <a:lnTo>
                    <a:pt x="327660" y="2615946"/>
                  </a:lnTo>
                  <a:lnTo>
                    <a:pt x="336042" y="2643378"/>
                  </a:lnTo>
                  <a:lnTo>
                    <a:pt x="345186" y="2640330"/>
                  </a:lnTo>
                  <a:close/>
                </a:path>
                <a:path w="923289" h="4498975">
                  <a:moveTo>
                    <a:pt x="350520" y="979170"/>
                  </a:moveTo>
                  <a:lnTo>
                    <a:pt x="342900" y="973836"/>
                  </a:lnTo>
                  <a:lnTo>
                    <a:pt x="328422" y="998982"/>
                  </a:lnTo>
                  <a:lnTo>
                    <a:pt x="336042" y="1003554"/>
                  </a:lnTo>
                  <a:lnTo>
                    <a:pt x="350520" y="979170"/>
                  </a:lnTo>
                  <a:close/>
                </a:path>
                <a:path w="923289" h="4498975">
                  <a:moveTo>
                    <a:pt x="356616" y="2676906"/>
                  </a:moveTo>
                  <a:lnTo>
                    <a:pt x="348234" y="2649474"/>
                  </a:lnTo>
                  <a:lnTo>
                    <a:pt x="339090" y="2652522"/>
                  </a:lnTo>
                  <a:lnTo>
                    <a:pt x="347472" y="2679954"/>
                  </a:lnTo>
                  <a:lnTo>
                    <a:pt x="356616" y="2676906"/>
                  </a:lnTo>
                  <a:close/>
                </a:path>
                <a:path w="923289" h="4498975">
                  <a:moveTo>
                    <a:pt x="368046" y="2713482"/>
                  </a:moveTo>
                  <a:lnTo>
                    <a:pt x="359664" y="2686050"/>
                  </a:lnTo>
                  <a:lnTo>
                    <a:pt x="350520" y="2689098"/>
                  </a:lnTo>
                  <a:lnTo>
                    <a:pt x="358902" y="2715768"/>
                  </a:lnTo>
                  <a:lnTo>
                    <a:pt x="368046" y="2713482"/>
                  </a:lnTo>
                  <a:close/>
                </a:path>
                <a:path w="923289" h="4498975">
                  <a:moveTo>
                    <a:pt x="370332" y="946404"/>
                  </a:moveTo>
                  <a:lnTo>
                    <a:pt x="361950" y="941070"/>
                  </a:lnTo>
                  <a:lnTo>
                    <a:pt x="347472" y="966216"/>
                  </a:lnTo>
                  <a:lnTo>
                    <a:pt x="355854" y="970788"/>
                  </a:lnTo>
                  <a:lnTo>
                    <a:pt x="370332" y="946404"/>
                  </a:lnTo>
                  <a:close/>
                </a:path>
                <a:path w="923289" h="4498975">
                  <a:moveTo>
                    <a:pt x="379476" y="2749296"/>
                  </a:moveTo>
                  <a:lnTo>
                    <a:pt x="371094" y="2722626"/>
                  </a:lnTo>
                  <a:lnTo>
                    <a:pt x="361950" y="2724912"/>
                  </a:lnTo>
                  <a:lnTo>
                    <a:pt x="370332" y="2752344"/>
                  </a:lnTo>
                  <a:lnTo>
                    <a:pt x="379476" y="2749296"/>
                  </a:lnTo>
                  <a:close/>
                </a:path>
                <a:path w="923289" h="4498975">
                  <a:moveTo>
                    <a:pt x="389382" y="912876"/>
                  </a:moveTo>
                  <a:lnTo>
                    <a:pt x="381000" y="908304"/>
                  </a:lnTo>
                  <a:lnTo>
                    <a:pt x="366522" y="932688"/>
                  </a:lnTo>
                  <a:lnTo>
                    <a:pt x="374904" y="938022"/>
                  </a:lnTo>
                  <a:lnTo>
                    <a:pt x="389382" y="912876"/>
                  </a:lnTo>
                  <a:close/>
                </a:path>
                <a:path w="923289" h="4498975">
                  <a:moveTo>
                    <a:pt x="390906" y="2785872"/>
                  </a:moveTo>
                  <a:lnTo>
                    <a:pt x="382524" y="2758440"/>
                  </a:lnTo>
                  <a:lnTo>
                    <a:pt x="373380" y="2761488"/>
                  </a:lnTo>
                  <a:lnTo>
                    <a:pt x="381762" y="2788920"/>
                  </a:lnTo>
                  <a:lnTo>
                    <a:pt x="390906" y="2785872"/>
                  </a:lnTo>
                  <a:close/>
                </a:path>
                <a:path w="923289" h="4498975">
                  <a:moveTo>
                    <a:pt x="402336" y="2822448"/>
                  </a:moveTo>
                  <a:lnTo>
                    <a:pt x="393192" y="2795016"/>
                  </a:lnTo>
                  <a:lnTo>
                    <a:pt x="384810" y="2798064"/>
                  </a:lnTo>
                  <a:lnTo>
                    <a:pt x="393192" y="2825496"/>
                  </a:lnTo>
                  <a:lnTo>
                    <a:pt x="402336" y="2822448"/>
                  </a:lnTo>
                  <a:close/>
                </a:path>
                <a:path w="923289" h="4498975">
                  <a:moveTo>
                    <a:pt x="408432" y="880110"/>
                  </a:moveTo>
                  <a:lnTo>
                    <a:pt x="400050" y="875538"/>
                  </a:lnTo>
                  <a:lnTo>
                    <a:pt x="385572" y="899922"/>
                  </a:lnTo>
                  <a:lnTo>
                    <a:pt x="393954" y="905256"/>
                  </a:lnTo>
                  <a:lnTo>
                    <a:pt x="408432" y="880110"/>
                  </a:lnTo>
                  <a:close/>
                </a:path>
                <a:path w="923289" h="4498975">
                  <a:moveTo>
                    <a:pt x="413004" y="2859024"/>
                  </a:moveTo>
                  <a:lnTo>
                    <a:pt x="404622" y="2831592"/>
                  </a:lnTo>
                  <a:lnTo>
                    <a:pt x="395478" y="2834640"/>
                  </a:lnTo>
                  <a:lnTo>
                    <a:pt x="404622" y="2861310"/>
                  </a:lnTo>
                  <a:lnTo>
                    <a:pt x="413004" y="2859024"/>
                  </a:lnTo>
                  <a:close/>
                </a:path>
                <a:path w="923289" h="4498975">
                  <a:moveTo>
                    <a:pt x="424434" y="2894838"/>
                  </a:moveTo>
                  <a:lnTo>
                    <a:pt x="416052" y="2868168"/>
                  </a:lnTo>
                  <a:lnTo>
                    <a:pt x="406908" y="2870454"/>
                  </a:lnTo>
                  <a:lnTo>
                    <a:pt x="415290" y="2897886"/>
                  </a:lnTo>
                  <a:lnTo>
                    <a:pt x="424434" y="2894838"/>
                  </a:lnTo>
                  <a:close/>
                </a:path>
                <a:path w="923289" h="4498975">
                  <a:moveTo>
                    <a:pt x="428244" y="847344"/>
                  </a:moveTo>
                  <a:lnTo>
                    <a:pt x="419862" y="842772"/>
                  </a:lnTo>
                  <a:lnTo>
                    <a:pt x="405384" y="867156"/>
                  </a:lnTo>
                  <a:lnTo>
                    <a:pt x="413766" y="871728"/>
                  </a:lnTo>
                  <a:lnTo>
                    <a:pt x="428244" y="847344"/>
                  </a:lnTo>
                  <a:close/>
                </a:path>
                <a:path w="923289" h="4498975">
                  <a:moveTo>
                    <a:pt x="435864" y="2931414"/>
                  </a:moveTo>
                  <a:lnTo>
                    <a:pt x="427482" y="2903982"/>
                  </a:lnTo>
                  <a:lnTo>
                    <a:pt x="418338" y="2907030"/>
                  </a:lnTo>
                  <a:lnTo>
                    <a:pt x="426720" y="2934462"/>
                  </a:lnTo>
                  <a:lnTo>
                    <a:pt x="435864" y="2931414"/>
                  </a:lnTo>
                  <a:close/>
                </a:path>
                <a:path w="923289" h="4498975">
                  <a:moveTo>
                    <a:pt x="447294" y="2967990"/>
                  </a:moveTo>
                  <a:lnTo>
                    <a:pt x="438912" y="2940558"/>
                  </a:lnTo>
                  <a:lnTo>
                    <a:pt x="429768" y="2943606"/>
                  </a:lnTo>
                  <a:lnTo>
                    <a:pt x="438150" y="2971038"/>
                  </a:lnTo>
                  <a:lnTo>
                    <a:pt x="447294" y="2967990"/>
                  </a:lnTo>
                  <a:close/>
                </a:path>
                <a:path w="923289" h="4498975">
                  <a:moveTo>
                    <a:pt x="447294" y="814578"/>
                  </a:moveTo>
                  <a:lnTo>
                    <a:pt x="438912" y="810006"/>
                  </a:lnTo>
                  <a:lnTo>
                    <a:pt x="424434" y="834390"/>
                  </a:lnTo>
                  <a:lnTo>
                    <a:pt x="432816" y="838962"/>
                  </a:lnTo>
                  <a:lnTo>
                    <a:pt x="447294" y="814578"/>
                  </a:lnTo>
                  <a:close/>
                </a:path>
                <a:path w="923289" h="4498975">
                  <a:moveTo>
                    <a:pt x="458724" y="3004566"/>
                  </a:moveTo>
                  <a:lnTo>
                    <a:pt x="450342" y="2977134"/>
                  </a:lnTo>
                  <a:lnTo>
                    <a:pt x="441198" y="2980182"/>
                  </a:lnTo>
                  <a:lnTo>
                    <a:pt x="449580" y="3006852"/>
                  </a:lnTo>
                  <a:lnTo>
                    <a:pt x="458724" y="3004566"/>
                  </a:lnTo>
                  <a:close/>
                </a:path>
                <a:path w="923289" h="4498975">
                  <a:moveTo>
                    <a:pt x="466344" y="781812"/>
                  </a:moveTo>
                  <a:lnTo>
                    <a:pt x="457962" y="777240"/>
                  </a:lnTo>
                  <a:lnTo>
                    <a:pt x="443484" y="801624"/>
                  </a:lnTo>
                  <a:lnTo>
                    <a:pt x="451866" y="806196"/>
                  </a:lnTo>
                  <a:lnTo>
                    <a:pt x="466344" y="781812"/>
                  </a:lnTo>
                  <a:close/>
                </a:path>
                <a:path w="923289" h="4498975">
                  <a:moveTo>
                    <a:pt x="470154" y="3040380"/>
                  </a:moveTo>
                  <a:lnTo>
                    <a:pt x="461772" y="3013710"/>
                  </a:lnTo>
                  <a:lnTo>
                    <a:pt x="452628" y="3015996"/>
                  </a:lnTo>
                  <a:lnTo>
                    <a:pt x="461010" y="3043428"/>
                  </a:lnTo>
                  <a:lnTo>
                    <a:pt x="470154" y="3040380"/>
                  </a:lnTo>
                  <a:close/>
                </a:path>
                <a:path w="923289" h="4498975">
                  <a:moveTo>
                    <a:pt x="481584" y="3076956"/>
                  </a:moveTo>
                  <a:lnTo>
                    <a:pt x="472440" y="3049524"/>
                  </a:lnTo>
                  <a:lnTo>
                    <a:pt x="464058" y="3052572"/>
                  </a:lnTo>
                  <a:lnTo>
                    <a:pt x="472440" y="3080004"/>
                  </a:lnTo>
                  <a:lnTo>
                    <a:pt x="481584" y="3076956"/>
                  </a:lnTo>
                  <a:close/>
                </a:path>
                <a:path w="923289" h="4498975">
                  <a:moveTo>
                    <a:pt x="486156" y="749046"/>
                  </a:moveTo>
                  <a:lnTo>
                    <a:pt x="477774" y="743712"/>
                  </a:lnTo>
                  <a:lnTo>
                    <a:pt x="463296" y="768858"/>
                  </a:lnTo>
                  <a:lnTo>
                    <a:pt x="471678" y="773430"/>
                  </a:lnTo>
                  <a:lnTo>
                    <a:pt x="486156" y="749046"/>
                  </a:lnTo>
                  <a:close/>
                </a:path>
                <a:path w="923289" h="4498975">
                  <a:moveTo>
                    <a:pt x="492252" y="3113532"/>
                  </a:moveTo>
                  <a:lnTo>
                    <a:pt x="483870" y="3086100"/>
                  </a:lnTo>
                  <a:lnTo>
                    <a:pt x="474726" y="3089148"/>
                  </a:lnTo>
                  <a:lnTo>
                    <a:pt x="483870" y="3116580"/>
                  </a:lnTo>
                  <a:lnTo>
                    <a:pt x="492252" y="3113532"/>
                  </a:lnTo>
                  <a:close/>
                </a:path>
                <a:path w="923289" h="4498975">
                  <a:moveTo>
                    <a:pt x="503682" y="3150108"/>
                  </a:moveTo>
                  <a:lnTo>
                    <a:pt x="495300" y="3122676"/>
                  </a:lnTo>
                  <a:lnTo>
                    <a:pt x="486156" y="3125724"/>
                  </a:lnTo>
                  <a:lnTo>
                    <a:pt x="494538" y="3152394"/>
                  </a:lnTo>
                  <a:lnTo>
                    <a:pt x="503682" y="3150108"/>
                  </a:lnTo>
                  <a:close/>
                </a:path>
                <a:path w="923289" h="4498975">
                  <a:moveTo>
                    <a:pt x="505206" y="716280"/>
                  </a:moveTo>
                  <a:lnTo>
                    <a:pt x="496824" y="710946"/>
                  </a:lnTo>
                  <a:lnTo>
                    <a:pt x="482346" y="736092"/>
                  </a:lnTo>
                  <a:lnTo>
                    <a:pt x="490728" y="740664"/>
                  </a:lnTo>
                  <a:lnTo>
                    <a:pt x="505206" y="716280"/>
                  </a:lnTo>
                  <a:close/>
                </a:path>
                <a:path w="923289" h="4498975">
                  <a:moveTo>
                    <a:pt x="515112" y="3185922"/>
                  </a:moveTo>
                  <a:lnTo>
                    <a:pt x="506730" y="3159252"/>
                  </a:lnTo>
                  <a:lnTo>
                    <a:pt x="497586" y="3161538"/>
                  </a:lnTo>
                  <a:lnTo>
                    <a:pt x="505968" y="3188970"/>
                  </a:lnTo>
                  <a:lnTo>
                    <a:pt x="515112" y="3185922"/>
                  </a:lnTo>
                  <a:close/>
                </a:path>
                <a:path w="923289" h="4498975">
                  <a:moveTo>
                    <a:pt x="524256" y="683514"/>
                  </a:moveTo>
                  <a:lnTo>
                    <a:pt x="515874" y="678180"/>
                  </a:lnTo>
                  <a:lnTo>
                    <a:pt x="501396" y="703326"/>
                  </a:lnTo>
                  <a:lnTo>
                    <a:pt x="509778" y="707898"/>
                  </a:lnTo>
                  <a:lnTo>
                    <a:pt x="524256" y="683514"/>
                  </a:lnTo>
                  <a:close/>
                </a:path>
                <a:path w="923289" h="4498975">
                  <a:moveTo>
                    <a:pt x="526542" y="3222498"/>
                  </a:moveTo>
                  <a:lnTo>
                    <a:pt x="518160" y="3195066"/>
                  </a:lnTo>
                  <a:lnTo>
                    <a:pt x="509016" y="3198114"/>
                  </a:lnTo>
                  <a:lnTo>
                    <a:pt x="517398" y="3225546"/>
                  </a:lnTo>
                  <a:lnTo>
                    <a:pt x="526542" y="3222498"/>
                  </a:lnTo>
                  <a:close/>
                </a:path>
                <a:path w="923289" h="4498975">
                  <a:moveTo>
                    <a:pt x="537972" y="3259074"/>
                  </a:moveTo>
                  <a:lnTo>
                    <a:pt x="529590" y="3231642"/>
                  </a:lnTo>
                  <a:lnTo>
                    <a:pt x="520446" y="3234690"/>
                  </a:lnTo>
                  <a:lnTo>
                    <a:pt x="528828" y="3262122"/>
                  </a:lnTo>
                  <a:lnTo>
                    <a:pt x="537972" y="3259074"/>
                  </a:lnTo>
                  <a:close/>
                </a:path>
                <a:path w="923289" h="4498975">
                  <a:moveTo>
                    <a:pt x="544068" y="649986"/>
                  </a:moveTo>
                  <a:lnTo>
                    <a:pt x="535686" y="645414"/>
                  </a:lnTo>
                  <a:lnTo>
                    <a:pt x="521208" y="669798"/>
                  </a:lnTo>
                  <a:lnTo>
                    <a:pt x="529590" y="675132"/>
                  </a:lnTo>
                  <a:lnTo>
                    <a:pt x="544068" y="649986"/>
                  </a:lnTo>
                  <a:close/>
                </a:path>
                <a:path w="923289" h="4498975">
                  <a:moveTo>
                    <a:pt x="549402" y="3295650"/>
                  </a:moveTo>
                  <a:lnTo>
                    <a:pt x="541020" y="3268218"/>
                  </a:lnTo>
                  <a:lnTo>
                    <a:pt x="531876" y="3270504"/>
                  </a:lnTo>
                  <a:lnTo>
                    <a:pt x="540258" y="3297936"/>
                  </a:lnTo>
                  <a:lnTo>
                    <a:pt x="549402" y="3295650"/>
                  </a:lnTo>
                  <a:close/>
                </a:path>
                <a:path w="923289" h="4498975">
                  <a:moveTo>
                    <a:pt x="560832" y="3331464"/>
                  </a:moveTo>
                  <a:lnTo>
                    <a:pt x="551688" y="3304794"/>
                  </a:lnTo>
                  <a:lnTo>
                    <a:pt x="543306" y="3307080"/>
                  </a:lnTo>
                  <a:lnTo>
                    <a:pt x="551688" y="3334512"/>
                  </a:lnTo>
                  <a:lnTo>
                    <a:pt x="560832" y="3331464"/>
                  </a:lnTo>
                  <a:close/>
                </a:path>
                <a:path w="923289" h="4498975">
                  <a:moveTo>
                    <a:pt x="563118" y="617220"/>
                  </a:moveTo>
                  <a:lnTo>
                    <a:pt x="554736" y="612648"/>
                  </a:lnTo>
                  <a:lnTo>
                    <a:pt x="540258" y="637032"/>
                  </a:lnTo>
                  <a:lnTo>
                    <a:pt x="548640" y="642366"/>
                  </a:lnTo>
                  <a:lnTo>
                    <a:pt x="563118" y="617220"/>
                  </a:lnTo>
                  <a:close/>
                </a:path>
                <a:path w="923289" h="4498975">
                  <a:moveTo>
                    <a:pt x="571500" y="3368040"/>
                  </a:moveTo>
                  <a:lnTo>
                    <a:pt x="563118" y="3340608"/>
                  </a:lnTo>
                  <a:lnTo>
                    <a:pt x="553974" y="3343656"/>
                  </a:lnTo>
                  <a:lnTo>
                    <a:pt x="563118" y="3371088"/>
                  </a:lnTo>
                  <a:lnTo>
                    <a:pt x="571500" y="3368040"/>
                  </a:lnTo>
                  <a:close/>
                </a:path>
                <a:path w="923289" h="4498975">
                  <a:moveTo>
                    <a:pt x="582168" y="584454"/>
                  </a:moveTo>
                  <a:lnTo>
                    <a:pt x="573786" y="579882"/>
                  </a:lnTo>
                  <a:lnTo>
                    <a:pt x="559308" y="604266"/>
                  </a:lnTo>
                  <a:lnTo>
                    <a:pt x="567690" y="609600"/>
                  </a:lnTo>
                  <a:lnTo>
                    <a:pt x="582168" y="584454"/>
                  </a:lnTo>
                  <a:close/>
                </a:path>
                <a:path w="923289" h="4498975">
                  <a:moveTo>
                    <a:pt x="582930" y="3404616"/>
                  </a:moveTo>
                  <a:lnTo>
                    <a:pt x="574548" y="3377184"/>
                  </a:lnTo>
                  <a:lnTo>
                    <a:pt x="565404" y="3380232"/>
                  </a:lnTo>
                  <a:lnTo>
                    <a:pt x="573786" y="3407664"/>
                  </a:lnTo>
                  <a:lnTo>
                    <a:pt x="582930" y="3404616"/>
                  </a:lnTo>
                  <a:close/>
                </a:path>
                <a:path w="923289" h="4498975">
                  <a:moveTo>
                    <a:pt x="594360" y="3441192"/>
                  </a:moveTo>
                  <a:lnTo>
                    <a:pt x="585978" y="3413760"/>
                  </a:lnTo>
                  <a:lnTo>
                    <a:pt x="576834" y="3416046"/>
                  </a:lnTo>
                  <a:lnTo>
                    <a:pt x="585216" y="3443478"/>
                  </a:lnTo>
                  <a:lnTo>
                    <a:pt x="594360" y="3441192"/>
                  </a:lnTo>
                  <a:close/>
                </a:path>
                <a:path w="923289" h="4498975">
                  <a:moveTo>
                    <a:pt x="601218" y="551688"/>
                  </a:moveTo>
                  <a:lnTo>
                    <a:pt x="593598" y="547116"/>
                  </a:lnTo>
                  <a:lnTo>
                    <a:pt x="579120" y="571500"/>
                  </a:lnTo>
                  <a:lnTo>
                    <a:pt x="586740" y="576072"/>
                  </a:lnTo>
                  <a:lnTo>
                    <a:pt x="601218" y="551688"/>
                  </a:lnTo>
                  <a:close/>
                </a:path>
                <a:path w="923289" h="4498975">
                  <a:moveTo>
                    <a:pt x="605790" y="3477006"/>
                  </a:moveTo>
                  <a:lnTo>
                    <a:pt x="597408" y="3449574"/>
                  </a:lnTo>
                  <a:lnTo>
                    <a:pt x="588264" y="3452622"/>
                  </a:lnTo>
                  <a:lnTo>
                    <a:pt x="596646" y="3480054"/>
                  </a:lnTo>
                  <a:lnTo>
                    <a:pt x="605790" y="3477006"/>
                  </a:lnTo>
                  <a:close/>
                </a:path>
                <a:path w="923289" h="4498975">
                  <a:moveTo>
                    <a:pt x="617220" y="3513582"/>
                  </a:moveTo>
                  <a:lnTo>
                    <a:pt x="608838" y="3486150"/>
                  </a:lnTo>
                  <a:lnTo>
                    <a:pt x="599694" y="3489198"/>
                  </a:lnTo>
                  <a:lnTo>
                    <a:pt x="608076" y="3516630"/>
                  </a:lnTo>
                  <a:lnTo>
                    <a:pt x="617220" y="3513582"/>
                  </a:lnTo>
                  <a:close/>
                </a:path>
                <a:path w="923289" h="4498975">
                  <a:moveTo>
                    <a:pt x="621030" y="518922"/>
                  </a:moveTo>
                  <a:lnTo>
                    <a:pt x="612648" y="514350"/>
                  </a:lnTo>
                  <a:lnTo>
                    <a:pt x="598170" y="538734"/>
                  </a:lnTo>
                  <a:lnTo>
                    <a:pt x="606552" y="543306"/>
                  </a:lnTo>
                  <a:lnTo>
                    <a:pt x="621030" y="518922"/>
                  </a:lnTo>
                  <a:close/>
                </a:path>
                <a:path w="923289" h="4498975">
                  <a:moveTo>
                    <a:pt x="628650" y="3550158"/>
                  </a:moveTo>
                  <a:lnTo>
                    <a:pt x="620268" y="3522726"/>
                  </a:lnTo>
                  <a:lnTo>
                    <a:pt x="611124" y="3525774"/>
                  </a:lnTo>
                  <a:lnTo>
                    <a:pt x="619506" y="3552444"/>
                  </a:lnTo>
                  <a:lnTo>
                    <a:pt x="628650" y="3550158"/>
                  </a:lnTo>
                  <a:close/>
                </a:path>
                <a:path w="923289" h="4498975">
                  <a:moveTo>
                    <a:pt x="640080" y="3586734"/>
                  </a:moveTo>
                  <a:lnTo>
                    <a:pt x="630936" y="3559302"/>
                  </a:lnTo>
                  <a:lnTo>
                    <a:pt x="622554" y="3561588"/>
                  </a:lnTo>
                  <a:lnTo>
                    <a:pt x="630936" y="3589020"/>
                  </a:lnTo>
                  <a:lnTo>
                    <a:pt x="640080" y="3586734"/>
                  </a:lnTo>
                  <a:close/>
                </a:path>
                <a:path w="923289" h="4498975">
                  <a:moveTo>
                    <a:pt x="640080" y="486156"/>
                  </a:moveTo>
                  <a:lnTo>
                    <a:pt x="631698" y="481584"/>
                  </a:lnTo>
                  <a:lnTo>
                    <a:pt x="617220" y="505968"/>
                  </a:lnTo>
                  <a:lnTo>
                    <a:pt x="625602" y="510540"/>
                  </a:lnTo>
                  <a:lnTo>
                    <a:pt x="640080" y="486156"/>
                  </a:lnTo>
                  <a:close/>
                </a:path>
                <a:path w="923289" h="4498975">
                  <a:moveTo>
                    <a:pt x="650748" y="3622548"/>
                  </a:moveTo>
                  <a:lnTo>
                    <a:pt x="642366" y="3595116"/>
                  </a:lnTo>
                  <a:lnTo>
                    <a:pt x="633222" y="3598164"/>
                  </a:lnTo>
                  <a:lnTo>
                    <a:pt x="642366" y="3625596"/>
                  </a:lnTo>
                  <a:lnTo>
                    <a:pt x="650748" y="3622548"/>
                  </a:lnTo>
                  <a:close/>
                </a:path>
                <a:path w="923289" h="4498975">
                  <a:moveTo>
                    <a:pt x="659130" y="453390"/>
                  </a:moveTo>
                  <a:lnTo>
                    <a:pt x="651510" y="448056"/>
                  </a:lnTo>
                  <a:lnTo>
                    <a:pt x="637032" y="473202"/>
                  </a:lnTo>
                  <a:lnTo>
                    <a:pt x="644652" y="477774"/>
                  </a:lnTo>
                  <a:lnTo>
                    <a:pt x="659130" y="453390"/>
                  </a:lnTo>
                  <a:close/>
                </a:path>
                <a:path w="923289" h="4498975">
                  <a:moveTo>
                    <a:pt x="662178" y="3659124"/>
                  </a:moveTo>
                  <a:lnTo>
                    <a:pt x="653796" y="3631692"/>
                  </a:lnTo>
                  <a:lnTo>
                    <a:pt x="644652" y="3634740"/>
                  </a:lnTo>
                  <a:lnTo>
                    <a:pt x="653034" y="3662172"/>
                  </a:lnTo>
                  <a:lnTo>
                    <a:pt x="662178" y="3659124"/>
                  </a:lnTo>
                  <a:close/>
                </a:path>
                <a:path w="923289" h="4498975">
                  <a:moveTo>
                    <a:pt x="673608" y="3695700"/>
                  </a:moveTo>
                  <a:lnTo>
                    <a:pt x="665226" y="3668268"/>
                  </a:lnTo>
                  <a:lnTo>
                    <a:pt x="656082" y="3671316"/>
                  </a:lnTo>
                  <a:lnTo>
                    <a:pt x="664464" y="3697986"/>
                  </a:lnTo>
                  <a:lnTo>
                    <a:pt x="673608" y="3695700"/>
                  </a:lnTo>
                  <a:close/>
                </a:path>
                <a:path w="923289" h="4498975">
                  <a:moveTo>
                    <a:pt x="678942" y="420624"/>
                  </a:moveTo>
                  <a:lnTo>
                    <a:pt x="670560" y="415290"/>
                  </a:lnTo>
                  <a:lnTo>
                    <a:pt x="656082" y="440436"/>
                  </a:lnTo>
                  <a:lnTo>
                    <a:pt x="664464" y="445008"/>
                  </a:lnTo>
                  <a:lnTo>
                    <a:pt x="678942" y="420624"/>
                  </a:lnTo>
                  <a:close/>
                </a:path>
                <a:path w="923289" h="4498975">
                  <a:moveTo>
                    <a:pt x="685038" y="3731514"/>
                  </a:moveTo>
                  <a:lnTo>
                    <a:pt x="676656" y="3704844"/>
                  </a:lnTo>
                  <a:lnTo>
                    <a:pt x="667512" y="3707130"/>
                  </a:lnTo>
                  <a:lnTo>
                    <a:pt x="675894" y="3734562"/>
                  </a:lnTo>
                  <a:lnTo>
                    <a:pt x="685038" y="3731514"/>
                  </a:lnTo>
                  <a:close/>
                </a:path>
                <a:path w="923289" h="4498975">
                  <a:moveTo>
                    <a:pt x="696468" y="3768090"/>
                  </a:moveTo>
                  <a:lnTo>
                    <a:pt x="688086" y="3740658"/>
                  </a:lnTo>
                  <a:lnTo>
                    <a:pt x="678942" y="3743706"/>
                  </a:lnTo>
                  <a:lnTo>
                    <a:pt x="687324" y="3771138"/>
                  </a:lnTo>
                  <a:lnTo>
                    <a:pt x="696468" y="3768090"/>
                  </a:lnTo>
                  <a:close/>
                </a:path>
                <a:path w="923289" h="4498975">
                  <a:moveTo>
                    <a:pt x="697992" y="387858"/>
                  </a:moveTo>
                  <a:lnTo>
                    <a:pt x="689610" y="382524"/>
                  </a:lnTo>
                  <a:lnTo>
                    <a:pt x="675132" y="407670"/>
                  </a:lnTo>
                  <a:lnTo>
                    <a:pt x="683514" y="412242"/>
                  </a:lnTo>
                  <a:lnTo>
                    <a:pt x="697992" y="387858"/>
                  </a:lnTo>
                  <a:close/>
                </a:path>
                <a:path w="923289" h="4498975">
                  <a:moveTo>
                    <a:pt x="707898" y="3804666"/>
                  </a:moveTo>
                  <a:lnTo>
                    <a:pt x="699516" y="3777234"/>
                  </a:lnTo>
                  <a:lnTo>
                    <a:pt x="690372" y="3780282"/>
                  </a:lnTo>
                  <a:lnTo>
                    <a:pt x="698754" y="3807714"/>
                  </a:lnTo>
                  <a:lnTo>
                    <a:pt x="707898" y="3804666"/>
                  </a:lnTo>
                  <a:close/>
                </a:path>
                <a:path w="923289" h="4498975">
                  <a:moveTo>
                    <a:pt x="717042" y="354330"/>
                  </a:moveTo>
                  <a:lnTo>
                    <a:pt x="709422" y="349758"/>
                  </a:lnTo>
                  <a:lnTo>
                    <a:pt x="694944" y="374142"/>
                  </a:lnTo>
                  <a:lnTo>
                    <a:pt x="702564" y="379476"/>
                  </a:lnTo>
                  <a:lnTo>
                    <a:pt x="717042" y="354330"/>
                  </a:lnTo>
                  <a:close/>
                </a:path>
                <a:path w="923289" h="4498975">
                  <a:moveTo>
                    <a:pt x="719328" y="3841242"/>
                  </a:moveTo>
                  <a:lnTo>
                    <a:pt x="710184" y="3813810"/>
                  </a:lnTo>
                  <a:lnTo>
                    <a:pt x="701040" y="3816858"/>
                  </a:lnTo>
                  <a:lnTo>
                    <a:pt x="710184" y="3843528"/>
                  </a:lnTo>
                  <a:lnTo>
                    <a:pt x="719328" y="3841242"/>
                  </a:lnTo>
                  <a:close/>
                </a:path>
                <a:path w="923289" h="4498975">
                  <a:moveTo>
                    <a:pt x="729996" y="3877056"/>
                  </a:moveTo>
                  <a:lnTo>
                    <a:pt x="721614" y="3850386"/>
                  </a:lnTo>
                  <a:lnTo>
                    <a:pt x="712470" y="3852672"/>
                  </a:lnTo>
                  <a:lnTo>
                    <a:pt x="720852" y="3880104"/>
                  </a:lnTo>
                  <a:lnTo>
                    <a:pt x="729996" y="3877056"/>
                  </a:lnTo>
                  <a:close/>
                </a:path>
                <a:path w="923289" h="4498975">
                  <a:moveTo>
                    <a:pt x="736854" y="321564"/>
                  </a:moveTo>
                  <a:lnTo>
                    <a:pt x="728472" y="316992"/>
                  </a:lnTo>
                  <a:lnTo>
                    <a:pt x="713994" y="341376"/>
                  </a:lnTo>
                  <a:lnTo>
                    <a:pt x="722376" y="346710"/>
                  </a:lnTo>
                  <a:lnTo>
                    <a:pt x="736854" y="321564"/>
                  </a:lnTo>
                  <a:close/>
                </a:path>
                <a:path w="923289" h="4498975">
                  <a:moveTo>
                    <a:pt x="741426" y="3913632"/>
                  </a:moveTo>
                  <a:lnTo>
                    <a:pt x="733044" y="3886200"/>
                  </a:lnTo>
                  <a:lnTo>
                    <a:pt x="723900" y="3889248"/>
                  </a:lnTo>
                  <a:lnTo>
                    <a:pt x="732282" y="3916680"/>
                  </a:lnTo>
                  <a:lnTo>
                    <a:pt x="741426" y="3913632"/>
                  </a:lnTo>
                  <a:close/>
                </a:path>
                <a:path w="923289" h="4498975">
                  <a:moveTo>
                    <a:pt x="752856" y="3950208"/>
                  </a:moveTo>
                  <a:lnTo>
                    <a:pt x="744474" y="3922776"/>
                  </a:lnTo>
                  <a:lnTo>
                    <a:pt x="735330" y="3925824"/>
                  </a:lnTo>
                  <a:lnTo>
                    <a:pt x="743712" y="3953256"/>
                  </a:lnTo>
                  <a:lnTo>
                    <a:pt x="752856" y="3950208"/>
                  </a:lnTo>
                  <a:close/>
                </a:path>
                <a:path w="923289" h="4498975">
                  <a:moveTo>
                    <a:pt x="755904" y="288798"/>
                  </a:moveTo>
                  <a:lnTo>
                    <a:pt x="747522" y="284226"/>
                  </a:lnTo>
                  <a:lnTo>
                    <a:pt x="733044" y="308610"/>
                  </a:lnTo>
                  <a:lnTo>
                    <a:pt x="741426" y="313944"/>
                  </a:lnTo>
                  <a:lnTo>
                    <a:pt x="755904" y="288798"/>
                  </a:lnTo>
                  <a:close/>
                </a:path>
                <a:path w="923289" h="4498975">
                  <a:moveTo>
                    <a:pt x="764286" y="3986784"/>
                  </a:moveTo>
                  <a:lnTo>
                    <a:pt x="755904" y="3959352"/>
                  </a:lnTo>
                  <a:lnTo>
                    <a:pt x="746760" y="3962400"/>
                  </a:lnTo>
                  <a:lnTo>
                    <a:pt x="755142" y="3989070"/>
                  </a:lnTo>
                  <a:lnTo>
                    <a:pt x="764286" y="3986784"/>
                  </a:lnTo>
                  <a:close/>
                </a:path>
                <a:path w="923289" h="4498975">
                  <a:moveTo>
                    <a:pt x="774954" y="256032"/>
                  </a:moveTo>
                  <a:lnTo>
                    <a:pt x="767334" y="251460"/>
                  </a:lnTo>
                  <a:lnTo>
                    <a:pt x="752856" y="275844"/>
                  </a:lnTo>
                  <a:lnTo>
                    <a:pt x="760476" y="280416"/>
                  </a:lnTo>
                  <a:lnTo>
                    <a:pt x="774954" y="256032"/>
                  </a:lnTo>
                  <a:close/>
                </a:path>
                <a:path w="923289" h="4498975">
                  <a:moveTo>
                    <a:pt x="775716" y="4022598"/>
                  </a:moveTo>
                  <a:lnTo>
                    <a:pt x="767334" y="3995928"/>
                  </a:lnTo>
                  <a:lnTo>
                    <a:pt x="758190" y="3998214"/>
                  </a:lnTo>
                  <a:lnTo>
                    <a:pt x="766572" y="4025646"/>
                  </a:lnTo>
                  <a:lnTo>
                    <a:pt x="775716" y="4022598"/>
                  </a:lnTo>
                  <a:close/>
                </a:path>
                <a:path w="923289" h="4498975">
                  <a:moveTo>
                    <a:pt x="787146" y="4059174"/>
                  </a:moveTo>
                  <a:lnTo>
                    <a:pt x="778764" y="4031742"/>
                  </a:lnTo>
                  <a:lnTo>
                    <a:pt x="769620" y="4034790"/>
                  </a:lnTo>
                  <a:lnTo>
                    <a:pt x="778002" y="4062222"/>
                  </a:lnTo>
                  <a:lnTo>
                    <a:pt x="787146" y="4059174"/>
                  </a:lnTo>
                  <a:close/>
                </a:path>
                <a:path w="923289" h="4498975">
                  <a:moveTo>
                    <a:pt x="794766" y="223266"/>
                  </a:moveTo>
                  <a:lnTo>
                    <a:pt x="786384" y="218694"/>
                  </a:lnTo>
                  <a:lnTo>
                    <a:pt x="771906" y="243078"/>
                  </a:lnTo>
                  <a:lnTo>
                    <a:pt x="780288" y="247650"/>
                  </a:lnTo>
                  <a:lnTo>
                    <a:pt x="794766" y="223266"/>
                  </a:lnTo>
                  <a:close/>
                </a:path>
                <a:path w="923289" h="4498975">
                  <a:moveTo>
                    <a:pt x="798576" y="4095750"/>
                  </a:moveTo>
                  <a:lnTo>
                    <a:pt x="789432" y="4068318"/>
                  </a:lnTo>
                  <a:lnTo>
                    <a:pt x="780288" y="4071366"/>
                  </a:lnTo>
                  <a:lnTo>
                    <a:pt x="789432" y="4098798"/>
                  </a:lnTo>
                  <a:lnTo>
                    <a:pt x="798576" y="4095750"/>
                  </a:lnTo>
                  <a:close/>
                </a:path>
                <a:path w="923289" h="4498975">
                  <a:moveTo>
                    <a:pt x="809244" y="4132326"/>
                  </a:moveTo>
                  <a:lnTo>
                    <a:pt x="800862" y="4104894"/>
                  </a:lnTo>
                  <a:lnTo>
                    <a:pt x="791718" y="4107942"/>
                  </a:lnTo>
                  <a:lnTo>
                    <a:pt x="800100" y="4134612"/>
                  </a:lnTo>
                  <a:lnTo>
                    <a:pt x="809244" y="4132326"/>
                  </a:lnTo>
                  <a:close/>
                </a:path>
                <a:path w="923289" h="4498975">
                  <a:moveTo>
                    <a:pt x="813816" y="190500"/>
                  </a:moveTo>
                  <a:lnTo>
                    <a:pt x="805434" y="185928"/>
                  </a:lnTo>
                  <a:lnTo>
                    <a:pt x="790956" y="210312"/>
                  </a:lnTo>
                  <a:lnTo>
                    <a:pt x="799338" y="214884"/>
                  </a:lnTo>
                  <a:lnTo>
                    <a:pt x="813816" y="190500"/>
                  </a:lnTo>
                  <a:close/>
                </a:path>
                <a:path w="923289" h="4498975">
                  <a:moveTo>
                    <a:pt x="820674" y="4168140"/>
                  </a:moveTo>
                  <a:lnTo>
                    <a:pt x="812292" y="4141470"/>
                  </a:lnTo>
                  <a:lnTo>
                    <a:pt x="803148" y="4143756"/>
                  </a:lnTo>
                  <a:lnTo>
                    <a:pt x="811530" y="4171188"/>
                  </a:lnTo>
                  <a:lnTo>
                    <a:pt x="820674" y="4168140"/>
                  </a:lnTo>
                  <a:close/>
                </a:path>
                <a:path w="923289" h="4498975">
                  <a:moveTo>
                    <a:pt x="832104" y="4204716"/>
                  </a:moveTo>
                  <a:lnTo>
                    <a:pt x="823722" y="4177284"/>
                  </a:lnTo>
                  <a:lnTo>
                    <a:pt x="814578" y="4180332"/>
                  </a:lnTo>
                  <a:lnTo>
                    <a:pt x="822960" y="4207764"/>
                  </a:lnTo>
                  <a:lnTo>
                    <a:pt x="832104" y="4204716"/>
                  </a:lnTo>
                  <a:close/>
                </a:path>
                <a:path w="923289" h="4498975">
                  <a:moveTo>
                    <a:pt x="832866" y="157734"/>
                  </a:moveTo>
                  <a:lnTo>
                    <a:pt x="825246" y="152400"/>
                  </a:lnTo>
                  <a:lnTo>
                    <a:pt x="810768" y="177546"/>
                  </a:lnTo>
                  <a:lnTo>
                    <a:pt x="818388" y="182118"/>
                  </a:lnTo>
                  <a:lnTo>
                    <a:pt x="832866" y="157734"/>
                  </a:lnTo>
                  <a:close/>
                </a:path>
                <a:path w="923289" h="4498975">
                  <a:moveTo>
                    <a:pt x="843534" y="4241292"/>
                  </a:moveTo>
                  <a:lnTo>
                    <a:pt x="835152" y="4213860"/>
                  </a:lnTo>
                  <a:lnTo>
                    <a:pt x="826008" y="4216908"/>
                  </a:lnTo>
                  <a:lnTo>
                    <a:pt x="834390" y="4244340"/>
                  </a:lnTo>
                  <a:lnTo>
                    <a:pt x="843534" y="4241292"/>
                  </a:lnTo>
                  <a:close/>
                </a:path>
                <a:path w="923289" h="4498975">
                  <a:moveTo>
                    <a:pt x="852678" y="124968"/>
                  </a:moveTo>
                  <a:lnTo>
                    <a:pt x="844296" y="119634"/>
                  </a:lnTo>
                  <a:lnTo>
                    <a:pt x="829818" y="144780"/>
                  </a:lnTo>
                  <a:lnTo>
                    <a:pt x="838200" y="149352"/>
                  </a:lnTo>
                  <a:lnTo>
                    <a:pt x="852678" y="124968"/>
                  </a:lnTo>
                  <a:close/>
                </a:path>
                <a:path w="923289" h="4498975">
                  <a:moveTo>
                    <a:pt x="854964" y="4277868"/>
                  </a:moveTo>
                  <a:lnTo>
                    <a:pt x="846582" y="4250436"/>
                  </a:lnTo>
                  <a:lnTo>
                    <a:pt x="837438" y="4253484"/>
                  </a:lnTo>
                  <a:lnTo>
                    <a:pt x="845820" y="4280154"/>
                  </a:lnTo>
                  <a:lnTo>
                    <a:pt x="854964" y="4277868"/>
                  </a:lnTo>
                  <a:close/>
                </a:path>
                <a:path w="923289" h="4498975">
                  <a:moveTo>
                    <a:pt x="866394" y="4313682"/>
                  </a:moveTo>
                  <a:lnTo>
                    <a:pt x="858012" y="4287012"/>
                  </a:lnTo>
                  <a:lnTo>
                    <a:pt x="848868" y="4289298"/>
                  </a:lnTo>
                  <a:lnTo>
                    <a:pt x="857250" y="4316730"/>
                  </a:lnTo>
                  <a:lnTo>
                    <a:pt x="866394" y="4313682"/>
                  </a:lnTo>
                  <a:close/>
                </a:path>
                <a:path w="923289" h="4498975">
                  <a:moveTo>
                    <a:pt x="871728" y="92202"/>
                  </a:moveTo>
                  <a:lnTo>
                    <a:pt x="863346" y="86868"/>
                  </a:lnTo>
                  <a:lnTo>
                    <a:pt x="848868" y="112014"/>
                  </a:lnTo>
                  <a:lnTo>
                    <a:pt x="857250" y="116586"/>
                  </a:lnTo>
                  <a:lnTo>
                    <a:pt x="871728" y="92202"/>
                  </a:lnTo>
                  <a:close/>
                </a:path>
                <a:path w="923289" h="4498975">
                  <a:moveTo>
                    <a:pt x="877824" y="4350258"/>
                  </a:moveTo>
                  <a:lnTo>
                    <a:pt x="868680" y="4322826"/>
                  </a:lnTo>
                  <a:lnTo>
                    <a:pt x="859536" y="4325874"/>
                  </a:lnTo>
                  <a:lnTo>
                    <a:pt x="868680" y="4353306"/>
                  </a:lnTo>
                  <a:lnTo>
                    <a:pt x="877824" y="4350258"/>
                  </a:lnTo>
                  <a:close/>
                </a:path>
                <a:path w="923289" h="4498975">
                  <a:moveTo>
                    <a:pt x="888492" y="4386834"/>
                  </a:moveTo>
                  <a:lnTo>
                    <a:pt x="880110" y="4359402"/>
                  </a:lnTo>
                  <a:lnTo>
                    <a:pt x="870966" y="4362450"/>
                  </a:lnTo>
                  <a:lnTo>
                    <a:pt x="879348" y="4389882"/>
                  </a:lnTo>
                  <a:lnTo>
                    <a:pt x="888492" y="4386834"/>
                  </a:lnTo>
                  <a:close/>
                </a:path>
                <a:path w="923289" h="4498975">
                  <a:moveTo>
                    <a:pt x="890778" y="58674"/>
                  </a:moveTo>
                  <a:lnTo>
                    <a:pt x="883158" y="54102"/>
                  </a:lnTo>
                  <a:lnTo>
                    <a:pt x="868680" y="78486"/>
                  </a:lnTo>
                  <a:lnTo>
                    <a:pt x="876300" y="83820"/>
                  </a:lnTo>
                  <a:lnTo>
                    <a:pt x="890778" y="58674"/>
                  </a:lnTo>
                  <a:close/>
                </a:path>
                <a:path w="923289" h="4498975">
                  <a:moveTo>
                    <a:pt x="899922" y="4423410"/>
                  </a:moveTo>
                  <a:lnTo>
                    <a:pt x="891540" y="4395978"/>
                  </a:lnTo>
                  <a:lnTo>
                    <a:pt x="882396" y="4398264"/>
                  </a:lnTo>
                  <a:lnTo>
                    <a:pt x="890778" y="4425696"/>
                  </a:lnTo>
                  <a:lnTo>
                    <a:pt x="899922" y="4423410"/>
                  </a:lnTo>
                  <a:close/>
                </a:path>
                <a:path w="923289" h="4498975">
                  <a:moveTo>
                    <a:pt x="910590" y="25908"/>
                  </a:moveTo>
                  <a:lnTo>
                    <a:pt x="902208" y="21336"/>
                  </a:lnTo>
                  <a:lnTo>
                    <a:pt x="887730" y="45720"/>
                  </a:lnTo>
                  <a:lnTo>
                    <a:pt x="896112" y="51054"/>
                  </a:lnTo>
                  <a:lnTo>
                    <a:pt x="910590" y="25908"/>
                  </a:lnTo>
                  <a:close/>
                </a:path>
                <a:path w="923289" h="4498975">
                  <a:moveTo>
                    <a:pt x="911352" y="4459224"/>
                  </a:moveTo>
                  <a:lnTo>
                    <a:pt x="902970" y="4432554"/>
                  </a:lnTo>
                  <a:lnTo>
                    <a:pt x="893826" y="4434840"/>
                  </a:lnTo>
                  <a:lnTo>
                    <a:pt x="902208" y="4462272"/>
                  </a:lnTo>
                  <a:lnTo>
                    <a:pt x="911352" y="4459224"/>
                  </a:lnTo>
                  <a:close/>
                </a:path>
                <a:path w="923289" h="4498975">
                  <a:moveTo>
                    <a:pt x="922782" y="4495800"/>
                  </a:moveTo>
                  <a:lnTo>
                    <a:pt x="914400" y="4468368"/>
                  </a:lnTo>
                  <a:lnTo>
                    <a:pt x="905256" y="4471416"/>
                  </a:lnTo>
                  <a:lnTo>
                    <a:pt x="913638" y="4498848"/>
                  </a:lnTo>
                  <a:lnTo>
                    <a:pt x="922782" y="4495800"/>
                  </a:lnTo>
                  <a:close/>
                </a:path>
                <a:path w="923289" h="4498975">
                  <a:moveTo>
                    <a:pt x="922782" y="5334"/>
                  </a:moveTo>
                  <a:lnTo>
                    <a:pt x="914400" y="0"/>
                  </a:lnTo>
                  <a:lnTo>
                    <a:pt x="906780" y="12954"/>
                  </a:lnTo>
                  <a:lnTo>
                    <a:pt x="915162" y="18288"/>
                  </a:lnTo>
                  <a:lnTo>
                    <a:pt x="922782" y="533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85800" y="3527298"/>
              <a:ext cx="381000" cy="215900"/>
            </a:xfrm>
            <a:custGeom>
              <a:avLst/>
              <a:gdLst/>
              <a:ahLst/>
              <a:cxnLst/>
              <a:rect l="l" t="t" r="r" b="b"/>
              <a:pathLst>
                <a:path w="381000" h="215900">
                  <a:moveTo>
                    <a:pt x="381000" y="107441"/>
                  </a:moveTo>
                  <a:lnTo>
                    <a:pt x="273558" y="0"/>
                  </a:lnTo>
                  <a:lnTo>
                    <a:pt x="273558" y="54101"/>
                  </a:lnTo>
                  <a:lnTo>
                    <a:pt x="0" y="54101"/>
                  </a:lnTo>
                  <a:lnTo>
                    <a:pt x="0" y="161543"/>
                  </a:lnTo>
                  <a:lnTo>
                    <a:pt x="273558" y="161543"/>
                  </a:lnTo>
                  <a:lnTo>
                    <a:pt x="273558" y="215645"/>
                  </a:lnTo>
                  <a:lnTo>
                    <a:pt x="381000" y="107441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48227" y="1988057"/>
            <a:ext cx="5877560" cy="4535805"/>
          </a:xfrm>
          <a:custGeom>
            <a:avLst/>
            <a:gdLst/>
            <a:ahLst/>
            <a:cxnLst/>
            <a:rect l="l" t="t" r="r" b="b"/>
            <a:pathLst>
              <a:path w="5877559" h="4535805">
                <a:moveTo>
                  <a:pt x="5877306" y="4533138"/>
                </a:moveTo>
                <a:lnTo>
                  <a:pt x="5877306" y="2285"/>
                </a:lnTo>
                <a:lnTo>
                  <a:pt x="5875020" y="0"/>
                </a:lnTo>
                <a:lnTo>
                  <a:pt x="2285" y="0"/>
                </a:lnTo>
                <a:lnTo>
                  <a:pt x="0" y="2286"/>
                </a:lnTo>
                <a:lnTo>
                  <a:pt x="0" y="4533138"/>
                </a:lnTo>
                <a:lnTo>
                  <a:pt x="2286" y="4535424"/>
                </a:lnTo>
                <a:lnTo>
                  <a:pt x="4572" y="4535424"/>
                </a:lnTo>
                <a:lnTo>
                  <a:pt x="4572" y="9906"/>
                </a:lnTo>
                <a:lnTo>
                  <a:pt x="9905" y="4572"/>
                </a:lnTo>
                <a:lnTo>
                  <a:pt x="9905" y="9906"/>
                </a:lnTo>
                <a:lnTo>
                  <a:pt x="5867400" y="9905"/>
                </a:lnTo>
                <a:lnTo>
                  <a:pt x="5867400" y="4571"/>
                </a:lnTo>
                <a:lnTo>
                  <a:pt x="5871972" y="9905"/>
                </a:lnTo>
                <a:lnTo>
                  <a:pt x="5871972" y="4535424"/>
                </a:lnTo>
                <a:lnTo>
                  <a:pt x="5875020" y="4535424"/>
                </a:lnTo>
                <a:lnTo>
                  <a:pt x="5877306" y="4533138"/>
                </a:lnTo>
                <a:close/>
              </a:path>
              <a:path w="5877559" h="4535805">
                <a:moveTo>
                  <a:pt x="9905" y="9906"/>
                </a:moveTo>
                <a:lnTo>
                  <a:pt x="9905" y="4572"/>
                </a:lnTo>
                <a:lnTo>
                  <a:pt x="4572" y="9906"/>
                </a:lnTo>
                <a:lnTo>
                  <a:pt x="9905" y="9906"/>
                </a:lnTo>
                <a:close/>
              </a:path>
              <a:path w="5877559" h="4535805">
                <a:moveTo>
                  <a:pt x="9905" y="4526280"/>
                </a:moveTo>
                <a:lnTo>
                  <a:pt x="9905" y="9906"/>
                </a:lnTo>
                <a:lnTo>
                  <a:pt x="4572" y="9906"/>
                </a:lnTo>
                <a:lnTo>
                  <a:pt x="4572" y="4526280"/>
                </a:lnTo>
                <a:lnTo>
                  <a:pt x="9905" y="4526280"/>
                </a:lnTo>
                <a:close/>
              </a:path>
              <a:path w="5877559" h="4535805">
                <a:moveTo>
                  <a:pt x="5871972" y="4526280"/>
                </a:moveTo>
                <a:lnTo>
                  <a:pt x="4572" y="4526280"/>
                </a:lnTo>
                <a:lnTo>
                  <a:pt x="9905" y="4530852"/>
                </a:lnTo>
                <a:lnTo>
                  <a:pt x="9905" y="4535424"/>
                </a:lnTo>
                <a:lnTo>
                  <a:pt x="5867400" y="4535424"/>
                </a:lnTo>
                <a:lnTo>
                  <a:pt x="5867400" y="4530852"/>
                </a:lnTo>
                <a:lnTo>
                  <a:pt x="5871972" y="4526280"/>
                </a:lnTo>
                <a:close/>
              </a:path>
              <a:path w="5877559" h="4535805">
                <a:moveTo>
                  <a:pt x="9905" y="4535424"/>
                </a:moveTo>
                <a:lnTo>
                  <a:pt x="9905" y="4530852"/>
                </a:lnTo>
                <a:lnTo>
                  <a:pt x="4572" y="4526280"/>
                </a:lnTo>
                <a:lnTo>
                  <a:pt x="4572" y="4535424"/>
                </a:lnTo>
                <a:lnTo>
                  <a:pt x="9905" y="4535424"/>
                </a:lnTo>
                <a:close/>
              </a:path>
              <a:path w="5877559" h="4535805">
                <a:moveTo>
                  <a:pt x="5871972" y="9905"/>
                </a:moveTo>
                <a:lnTo>
                  <a:pt x="5867400" y="4571"/>
                </a:lnTo>
                <a:lnTo>
                  <a:pt x="5867400" y="9905"/>
                </a:lnTo>
                <a:lnTo>
                  <a:pt x="5871972" y="9905"/>
                </a:lnTo>
                <a:close/>
              </a:path>
              <a:path w="5877559" h="4535805">
                <a:moveTo>
                  <a:pt x="5871972" y="4526280"/>
                </a:moveTo>
                <a:lnTo>
                  <a:pt x="5871972" y="9905"/>
                </a:lnTo>
                <a:lnTo>
                  <a:pt x="5867400" y="9905"/>
                </a:lnTo>
                <a:lnTo>
                  <a:pt x="5867400" y="4526280"/>
                </a:lnTo>
                <a:lnTo>
                  <a:pt x="5871972" y="4526280"/>
                </a:lnTo>
                <a:close/>
              </a:path>
              <a:path w="5877559" h="4535805">
                <a:moveTo>
                  <a:pt x="5871972" y="4535424"/>
                </a:moveTo>
                <a:lnTo>
                  <a:pt x="5871972" y="4526280"/>
                </a:lnTo>
                <a:lnTo>
                  <a:pt x="5867400" y="4530852"/>
                </a:lnTo>
                <a:lnTo>
                  <a:pt x="5867400" y="4535424"/>
                </a:lnTo>
                <a:lnTo>
                  <a:pt x="5871972" y="453542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1643380">
              <a:lnSpc>
                <a:spcPct val="100000"/>
              </a:lnSpc>
              <a:spcBef>
                <a:spcPts val="95"/>
              </a:spcBef>
            </a:pPr>
            <a:r>
              <a:rPr dirty="0"/>
              <a:t>Runtime</a:t>
            </a:r>
            <a:r>
              <a:rPr spc="-165" dirty="0"/>
              <a:t> </a:t>
            </a:r>
            <a:r>
              <a:rPr spc="-10" dirty="0"/>
              <a:t>Environment</a:t>
            </a:r>
          </a:p>
        </p:txBody>
      </p:sp>
      <p:sp>
        <p:nvSpPr>
          <p:cNvPr id="74" name="object 7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3431540" y="2014982"/>
            <a:ext cx="5577205" cy="2073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Runtime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platforms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support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cloud</a:t>
            </a:r>
            <a:r>
              <a:rPr sz="3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programming</a:t>
            </a:r>
            <a:r>
              <a:rPr sz="3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models</a:t>
            </a:r>
            <a:endParaRPr sz="3200">
              <a:latin typeface="Arial MT"/>
              <a:cs typeface="Arial MT"/>
            </a:endParaRPr>
          </a:p>
          <a:p>
            <a:pPr marL="355600" marR="1016000" indent="-34353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E.g.,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MPI,</a:t>
            </a:r>
            <a:r>
              <a:rPr sz="32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MapReduce,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Pregel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7E7E7E"/>
                </a:solidFill>
                <a:latin typeface="Arial MT"/>
                <a:cs typeface="Arial MT"/>
              </a:rPr>
              <a:t>etc.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38427" y="3210305"/>
            <a:ext cx="1305560" cy="2104390"/>
            <a:chOff x="1138427" y="3210305"/>
            <a:chExt cx="1305560" cy="21043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5308854"/>
              <a:ext cx="1223772" cy="7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5022342"/>
              <a:ext cx="71628" cy="2872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38428" y="5017770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5" y="4571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7"/>
                  </a:lnTo>
                  <a:lnTo>
                    <a:pt x="9144" y="71627"/>
                  </a:lnTo>
                  <a:lnTo>
                    <a:pt x="76200" y="4571"/>
                  </a:lnTo>
                  <a:lnTo>
                    <a:pt x="1293876" y="4571"/>
                  </a:lnTo>
                  <a:lnTo>
                    <a:pt x="1296924" y="1523"/>
                  </a:lnTo>
                  <a:lnTo>
                    <a:pt x="1300352" y="4571"/>
                  </a:lnTo>
                  <a:lnTo>
                    <a:pt x="1305305" y="4571"/>
                  </a:lnTo>
                  <a:close/>
                </a:path>
                <a:path w="1305560" h="296545">
                  <a:moveTo>
                    <a:pt x="9144" y="71627"/>
                  </a:moveTo>
                  <a:lnTo>
                    <a:pt x="4571" y="71627"/>
                  </a:lnTo>
                  <a:lnTo>
                    <a:pt x="4571" y="76200"/>
                  </a:lnTo>
                  <a:lnTo>
                    <a:pt x="9144" y="71627"/>
                  </a:lnTo>
                  <a:close/>
                </a:path>
                <a:path w="1305560" h="296545">
                  <a:moveTo>
                    <a:pt x="1235202" y="291845"/>
                  </a:moveTo>
                  <a:lnTo>
                    <a:pt x="4571" y="291845"/>
                  </a:lnTo>
                  <a:lnTo>
                    <a:pt x="4571" y="296418"/>
                  </a:lnTo>
                  <a:lnTo>
                    <a:pt x="1230629" y="296417"/>
                  </a:lnTo>
                  <a:lnTo>
                    <a:pt x="1235202" y="291845"/>
                  </a:lnTo>
                  <a:close/>
                </a:path>
                <a:path w="1305560" h="296545">
                  <a:moveTo>
                    <a:pt x="1303781" y="223265"/>
                  </a:moveTo>
                  <a:lnTo>
                    <a:pt x="1303781" y="7619"/>
                  </a:lnTo>
                  <a:lnTo>
                    <a:pt x="1299947" y="11454"/>
                  </a:lnTo>
                  <a:lnTo>
                    <a:pt x="1299209" y="220979"/>
                  </a:lnTo>
                  <a:lnTo>
                    <a:pt x="1229105" y="291083"/>
                  </a:lnTo>
                  <a:lnTo>
                    <a:pt x="76199" y="291804"/>
                  </a:lnTo>
                  <a:lnTo>
                    <a:pt x="1235202" y="291845"/>
                  </a:lnTo>
                  <a:lnTo>
                    <a:pt x="1303781" y="223265"/>
                  </a:lnTo>
                  <a:close/>
                </a:path>
                <a:path w="1305560" h="296545">
                  <a:moveTo>
                    <a:pt x="1300352" y="4571"/>
                  </a:moveTo>
                  <a:lnTo>
                    <a:pt x="1296924" y="1523"/>
                  </a:lnTo>
                  <a:lnTo>
                    <a:pt x="1293876" y="4571"/>
                  </a:lnTo>
                  <a:lnTo>
                    <a:pt x="1300352" y="4571"/>
                  </a:lnTo>
                  <a:close/>
                </a:path>
                <a:path w="1305560" h="296545">
                  <a:moveTo>
                    <a:pt x="1303781" y="7619"/>
                  </a:moveTo>
                  <a:lnTo>
                    <a:pt x="1300352" y="4571"/>
                  </a:lnTo>
                  <a:lnTo>
                    <a:pt x="1299947" y="4571"/>
                  </a:lnTo>
                  <a:lnTo>
                    <a:pt x="1299947" y="11430"/>
                  </a:lnTo>
                  <a:lnTo>
                    <a:pt x="1303781" y="7619"/>
                  </a:lnTo>
                  <a:close/>
                </a:path>
                <a:path w="1305560" h="296545">
                  <a:moveTo>
                    <a:pt x="1305305" y="221741"/>
                  </a:moveTo>
                  <a:lnTo>
                    <a:pt x="1305305" y="4571"/>
                  </a:lnTo>
                  <a:lnTo>
                    <a:pt x="1300352" y="4571"/>
                  </a:lnTo>
                  <a:lnTo>
                    <a:pt x="1303781" y="7619"/>
                  </a:lnTo>
                  <a:lnTo>
                    <a:pt x="1303781" y="223265"/>
                  </a:lnTo>
                  <a:lnTo>
                    <a:pt x="1305305" y="22174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2999" y="5093970"/>
              <a:ext cx="1223772" cy="2156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5022342"/>
              <a:ext cx="71627" cy="2872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5022342"/>
              <a:ext cx="1295400" cy="7162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38427" y="5017770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9304" y="9143"/>
                  </a:lnTo>
                  <a:lnTo>
                    <a:pt x="1296924" y="1523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60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60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6545">
                  <a:moveTo>
                    <a:pt x="1226803" y="287274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03" y="287274"/>
                  </a:lnTo>
                  <a:close/>
                </a:path>
                <a:path w="1305560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60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60" h="296545">
                  <a:moveTo>
                    <a:pt x="1226803" y="71644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44"/>
                  </a:lnTo>
                  <a:close/>
                </a:path>
                <a:path w="1305560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60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60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60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60" h="296545">
                  <a:moveTo>
                    <a:pt x="1232916" y="281096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803" y="287273"/>
                  </a:lnTo>
                  <a:lnTo>
                    <a:pt x="1232916" y="281096"/>
                  </a:lnTo>
                  <a:close/>
                </a:path>
                <a:path w="1305560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60" h="296545">
                  <a:moveTo>
                    <a:pt x="1228344" y="71627"/>
                  </a:moveTo>
                  <a:lnTo>
                    <a:pt x="1226803" y="71644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60" h="296545">
                  <a:moveTo>
                    <a:pt x="1228344" y="287273"/>
                  </a:moveTo>
                  <a:lnTo>
                    <a:pt x="1226803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9304" y="9143"/>
                  </a:lnTo>
                  <a:lnTo>
                    <a:pt x="1226803" y="71644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60" h="296545">
                  <a:moveTo>
                    <a:pt x="1296924" y="216407"/>
                  </a:moveTo>
                  <a:lnTo>
                    <a:pt x="1226803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296924" y="1523"/>
                  </a:lnTo>
                  <a:lnTo>
                    <a:pt x="1289304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48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5084826"/>
              <a:ext cx="1223772" cy="76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798313"/>
              <a:ext cx="71628" cy="28727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38428" y="47929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5" y="5334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80"/>
                  </a:lnTo>
                  <a:lnTo>
                    <a:pt x="4571" y="297180"/>
                  </a:lnTo>
                  <a:lnTo>
                    <a:pt x="4571" y="72389"/>
                  </a:lnTo>
                  <a:lnTo>
                    <a:pt x="9144" y="72389"/>
                  </a:lnTo>
                  <a:lnTo>
                    <a:pt x="76200" y="5334"/>
                  </a:lnTo>
                  <a:lnTo>
                    <a:pt x="1293114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5" y="5334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1" y="72389"/>
                  </a:lnTo>
                  <a:lnTo>
                    <a:pt x="4571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1" y="292608"/>
                  </a:moveTo>
                  <a:lnTo>
                    <a:pt x="4571" y="292608"/>
                  </a:lnTo>
                  <a:lnTo>
                    <a:pt x="4571" y="297180"/>
                  </a:lnTo>
                  <a:lnTo>
                    <a:pt x="1230629" y="297179"/>
                  </a:lnTo>
                  <a:lnTo>
                    <a:pt x="1235201" y="292608"/>
                  </a:lnTo>
                  <a:close/>
                </a:path>
                <a:path w="1305560" h="297179">
                  <a:moveTo>
                    <a:pt x="1303781" y="224027"/>
                  </a:moveTo>
                  <a:lnTo>
                    <a:pt x="1303781" y="8382"/>
                  </a:lnTo>
                  <a:lnTo>
                    <a:pt x="1299947" y="12216"/>
                  </a:lnTo>
                  <a:lnTo>
                    <a:pt x="1299209" y="220980"/>
                  </a:lnTo>
                  <a:lnTo>
                    <a:pt x="1228343" y="291845"/>
                  </a:lnTo>
                  <a:lnTo>
                    <a:pt x="76200" y="292566"/>
                  </a:lnTo>
                  <a:lnTo>
                    <a:pt x="1235201" y="292608"/>
                  </a:lnTo>
                  <a:lnTo>
                    <a:pt x="1303781" y="224027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4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1" y="8382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1" y="8382"/>
                  </a:lnTo>
                  <a:close/>
                </a:path>
                <a:path w="1305560" h="297179">
                  <a:moveTo>
                    <a:pt x="1305305" y="222503"/>
                  </a:moveTo>
                  <a:lnTo>
                    <a:pt x="1305305" y="5334"/>
                  </a:lnTo>
                  <a:lnTo>
                    <a:pt x="1300734" y="5334"/>
                  </a:lnTo>
                  <a:lnTo>
                    <a:pt x="1303781" y="8381"/>
                  </a:lnTo>
                  <a:lnTo>
                    <a:pt x="1303781" y="224027"/>
                  </a:lnTo>
                  <a:lnTo>
                    <a:pt x="1305305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4869942"/>
              <a:ext cx="1223772" cy="21564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4798313"/>
              <a:ext cx="71627" cy="2872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798313"/>
              <a:ext cx="1295400" cy="7162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138427" y="47929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851654"/>
              <a:ext cx="1223772" cy="76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565141"/>
              <a:ext cx="71628" cy="28727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138428" y="4560570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4571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7"/>
                  </a:lnTo>
                  <a:lnTo>
                    <a:pt x="9144" y="71627"/>
                  </a:lnTo>
                  <a:lnTo>
                    <a:pt x="76200" y="4571"/>
                  </a:lnTo>
                  <a:lnTo>
                    <a:pt x="1293876" y="4571"/>
                  </a:lnTo>
                  <a:lnTo>
                    <a:pt x="1296924" y="1523"/>
                  </a:lnTo>
                  <a:lnTo>
                    <a:pt x="1300352" y="4571"/>
                  </a:lnTo>
                  <a:lnTo>
                    <a:pt x="1305306" y="4571"/>
                  </a:lnTo>
                  <a:close/>
                </a:path>
                <a:path w="1305560" h="296545">
                  <a:moveTo>
                    <a:pt x="9144" y="71627"/>
                  </a:moveTo>
                  <a:lnTo>
                    <a:pt x="4571" y="71627"/>
                  </a:lnTo>
                  <a:lnTo>
                    <a:pt x="4571" y="76200"/>
                  </a:lnTo>
                  <a:lnTo>
                    <a:pt x="9144" y="71627"/>
                  </a:lnTo>
                  <a:close/>
                </a:path>
                <a:path w="1305560" h="296545">
                  <a:moveTo>
                    <a:pt x="1235202" y="291845"/>
                  </a:moveTo>
                  <a:lnTo>
                    <a:pt x="4571" y="291845"/>
                  </a:lnTo>
                  <a:lnTo>
                    <a:pt x="4571" y="296418"/>
                  </a:lnTo>
                  <a:lnTo>
                    <a:pt x="1230629" y="296417"/>
                  </a:lnTo>
                  <a:lnTo>
                    <a:pt x="1235202" y="291845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9947" y="11454"/>
                  </a:lnTo>
                  <a:lnTo>
                    <a:pt x="1299210" y="220979"/>
                  </a:lnTo>
                  <a:lnTo>
                    <a:pt x="1229105" y="291083"/>
                  </a:lnTo>
                  <a:lnTo>
                    <a:pt x="76199" y="291804"/>
                  </a:lnTo>
                  <a:lnTo>
                    <a:pt x="1235202" y="291845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300352" y="4571"/>
                  </a:moveTo>
                  <a:lnTo>
                    <a:pt x="1296924" y="1523"/>
                  </a:lnTo>
                  <a:lnTo>
                    <a:pt x="1293876" y="4571"/>
                  </a:lnTo>
                  <a:lnTo>
                    <a:pt x="1300352" y="4571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300352" y="4571"/>
                  </a:lnTo>
                  <a:lnTo>
                    <a:pt x="1299947" y="4571"/>
                  </a:lnTo>
                  <a:lnTo>
                    <a:pt x="1299947" y="11430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305306" y="221741"/>
                  </a:moveTo>
                  <a:lnTo>
                    <a:pt x="1305306" y="4571"/>
                  </a:lnTo>
                  <a:lnTo>
                    <a:pt x="1300352" y="4571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2999" y="4636770"/>
              <a:ext cx="1223772" cy="21564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4565141"/>
              <a:ext cx="71627" cy="28727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565141"/>
              <a:ext cx="1295400" cy="7162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138427" y="4560570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9304" y="9143"/>
                  </a:lnTo>
                  <a:lnTo>
                    <a:pt x="1296924" y="1523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60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60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6545">
                  <a:moveTo>
                    <a:pt x="1226803" y="287274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03" y="287274"/>
                  </a:lnTo>
                  <a:close/>
                </a:path>
                <a:path w="1305560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60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60" h="296545">
                  <a:moveTo>
                    <a:pt x="1226803" y="71644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44"/>
                  </a:lnTo>
                  <a:close/>
                </a:path>
                <a:path w="1305560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60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60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60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60" h="296545">
                  <a:moveTo>
                    <a:pt x="1232916" y="281096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803" y="287273"/>
                  </a:lnTo>
                  <a:lnTo>
                    <a:pt x="1232916" y="281096"/>
                  </a:lnTo>
                  <a:close/>
                </a:path>
                <a:path w="1305560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60" h="296545">
                  <a:moveTo>
                    <a:pt x="1228344" y="71627"/>
                  </a:moveTo>
                  <a:lnTo>
                    <a:pt x="1226803" y="71644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60" h="296545">
                  <a:moveTo>
                    <a:pt x="1228344" y="287273"/>
                  </a:moveTo>
                  <a:lnTo>
                    <a:pt x="1226803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9304" y="9143"/>
                  </a:lnTo>
                  <a:lnTo>
                    <a:pt x="1226803" y="71644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60" h="296545">
                  <a:moveTo>
                    <a:pt x="1296924" y="216407"/>
                  </a:moveTo>
                  <a:lnTo>
                    <a:pt x="1226803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296924" y="1523"/>
                  </a:lnTo>
                  <a:lnTo>
                    <a:pt x="1289304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48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627626"/>
              <a:ext cx="1223772" cy="76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341113"/>
              <a:ext cx="71628" cy="28727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138428" y="43357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5334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80"/>
                  </a:lnTo>
                  <a:lnTo>
                    <a:pt x="4571" y="297180"/>
                  </a:lnTo>
                  <a:lnTo>
                    <a:pt x="4571" y="72389"/>
                  </a:lnTo>
                  <a:lnTo>
                    <a:pt x="9144" y="72389"/>
                  </a:lnTo>
                  <a:lnTo>
                    <a:pt x="76200" y="5334"/>
                  </a:lnTo>
                  <a:lnTo>
                    <a:pt x="1293113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6" y="5334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1" y="72389"/>
                  </a:lnTo>
                  <a:lnTo>
                    <a:pt x="4571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2" y="292608"/>
                  </a:moveTo>
                  <a:lnTo>
                    <a:pt x="4571" y="292608"/>
                  </a:lnTo>
                  <a:lnTo>
                    <a:pt x="4571" y="297180"/>
                  </a:lnTo>
                  <a:lnTo>
                    <a:pt x="1230630" y="297179"/>
                  </a:lnTo>
                  <a:lnTo>
                    <a:pt x="1235202" y="292608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7" y="12216"/>
                  </a:lnTo>
                  <a:lnTo>
                    <a:pt x="1299210" y="220980"/>
                  </a:lnTo>
                  <a:lnTo>
                    <a:pt x="1228344" y="291845"/>
                  </a:lnTo>
                  <a:lnTo>
                    <a:pt x="76200" y="292566"/>
                  </a:lnTo>
                  <a:lnTo>
                    <a:pt x="1235202" y="292608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3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5334"/>
                  </a:lnTo>
                  <a:lnTo>
                    <a:pt x="1300734" y="5334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4412741"/>
              <a:ext cx="1223772" cy="21564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4341113"/>
              <a:ext cx="71627" cy="28727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341113"/>
              <a:ext cx="1295400" cy="7162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138427" y="43357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399026"/>
              <a:ext cx="1223772" cy="76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112513"/>
              <a:ext cx="71627" cy="28727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138428" y="41071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5334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2389"/>
                  </a:lnTo>
                  <a:lnTo>
                    <a:pt x="9144" y="72389"/>
                  </a:lnTo>
                  <a:lnTo>
                    <a:pt x="76200" y="5334"/>
                  </a:lnTo>
                  <a:lnTo>
                    <a:pt x="1293113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6" y="5334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1" y="72389"/>
                  </a:lnTo>
                  <a:lnTo>
                    <a:pt x="4571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1" y="292608"/>
                  </a:moveTo>
                  <a:lnTo>
                    <a:pt x="4571" y="292608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201" y="292608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7" y="12216"/>
                  </a:lnTo>
                  <a:lnTo>
                    <a:pt x="1299210" y="220980"/>
                  </a:lnTo>
                  <a:lnTo>
                    <a:pt x="1228344" y="291846"/>
                  </a:lnTo>
                  <a:lnTo>
                    <a:pt x="76200" y="292566"/>
                  </a:lnTo>
                  <a:lnTo>
                    <a:pt x="1235201" y="292608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3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5334"/>
                  </a:lnTo>
                  <a:lnTo>
                    <a:pt x="1300734" y="5334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4184141"/>
              <a:ext cx="1223772" cy="21564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4112513"/>
              <a:ext cx="71627" cy="28727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112513"/>
              <a:ext cx="1295400" cy="7162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138427" y="41071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174236"/>
              <a:ext cx="1223772" cy="76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887724"/>
              <a:ext cx="71627" cy="287274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138428" y="388315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4572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1627"/>
                  </a:lnTo>
                  <a:lnTo>
                    <a:pt x="9905" y="71627"/>
                  </a:lnTo>
                  <a:lnTo>
                    <a:pt x="76962" y="4572"/>
                  </a:lnTo>
                  <a:lnTo>
                    <a:pt x="1293875" y="4572"/>
                  </a:lnTo>
                  <a:lnTo>
                    <a:pt x="1296924" y="1523"/>
                  </a:lnTo>
                  <a:lnTo>
                    <a:pt x="1299945" y="4545"/>
                  </a:lnTo>
                  <a:lnTo>
                    <a:pt x="1305306" y="4572"/>
                  </a:lnTo>
                  <a:close/>
                </a:path>
                <a:path w="1305560" h="297179">
                  <a:moveTo>
                    <a:pt x="9905" y="71628"/>
                  </a:moveTo>
                  <a:lnTo>
                    <a:pt x="4571" y="71627"/>
                  </a:lnTo>
                  <a:lnTo>
                    <a:pt x="4571" y="76962"/>
                  </a:lnTo>
                  <a:lnTo>
                    <a:pt x="9905" y="71628"/>
                  </a:lnTo>
                  <a:close/>
                </a:path>
                <a:path w="1305560" h="297179">
                  <a:moveTo>
                    <a:pt x="1235963" y="291846"/>
                  </a:moveTo>
                  <a:lnTo>
                    <a:pt x="4571" y="291846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963" y="291846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5" y="12218"/>
                  </a:lnTo>
                  <a:lnTo>
                    <a:pt x="1299210" y="220980"/>
                  </a:lnTo>
                  <a:lnTo>
                    <a:pt x="1229106" y="291084"/>
                  </a:lnTo>
                  <a:lnTo>
                    <a:pt x="76962" y="291804"/>
                  </a:lnTo>
                  <a:lnTo>
                    <a:pt x="1235963" y="291846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9945" y="4572"/>
                  </a:moveTo>
                  <a:lnTo>
                    <a:pt x="1299210" y="3809"/>
                  </a:lnTo>
                  <a:lnTo>
                    <a:pt x="1296924" y="1523"/>
                  </a:lnTo>
                  <a:lnTo>
                    <a:pt x="1293875" y="4572"/>
                  </a:lnTo>
                  <a:lnTo>
                    <a:pt x="1299945" y="4572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4572"/>
                  </a:lnTo>
                  <a:lnTo>
                    <a:pt x="1299945" y="4572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9945" y="4545"/>
                  </a:lnTo>
                  <a:lnTo>
                    <a:pt x="1299945" y="12192"/>
                  </a:lnTo>
                  <a:lnTo>
                    <a:pt x="1303782" y="838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2999" y="3960114"/>
              <a:ext cx="1223772" cy="21488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66772" y="3887724"/>
              <a:ext cx="71627" cy="28727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887724"/>
              <a:ext cx="1295400" cy="7238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138427" y="3883152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1627"/>
                  </a:lnTo>
                  <a:lnTo>
                    <a:pt x="16764" y="71627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764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5" y="76962"/>
                  </a:lnTo>
                  <a:lnTo>
                    <a:pt x="9905" y="78486"/>
                  </a:lnTo>
                  <a:lnTo>
                    <a:pt x="16764" y="71627"/>
                  </a:lnTo>
                  <a:close/>
                </a:path>
                <a:path w="1305560" h="297179">
                  <a:moveTo>
                    <a:pt x="9905" y="287273"/>
                  </a:moveTo>
                  <a:lnTo>
                    <a:pt x="9905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5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5" y="291845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5" y="291845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5" y="78486"/>
                  </a:moveTo>
                  <a:lnTo>
                    <a:pt x="9905" y="76962"/>
                  </a:lnTo>
                  <a:lnTo>
                    <a:pt x="8382" y="80009"/>
                  </a:lnTo>
                  <a:lnTo>
                    <a:pt x="9905" y="78486"/>
                  </a:lnTo>
                  <a:close/>
                </a:path>
                <a:path w="1305560" h="297179">
                  <a:moveTo>
                    <a:pt x="1226820" y="71628"/>
                  </a:moveTo>
                  <a:lnTo>
                    <a:pt x="16764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820" y="71628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1627"/>
                  </a:moveTo>
                  <a:lnTo>
                    <a:pt x="1226820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820" y="71628"/>
                  </a:lnTo>
                  <a:lnTo>
                    <a:pt x="1228344" y="71627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4571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4571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3941826"/>
              <a:ext cx="1223772" cy="76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655314"/>
              <a:ext cx="71627" cy="28727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138428" y="36499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5334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2389"/>
                  </a:lnTo>
                  <a:lnTo>
                    <a:pt x="9144" y="72389"/>
                  </a:lnTo>
                  <a:lnTo>
                    <a:pt x="76200" y="5334"/>
                  </a:lnTo>
                  <a:lnTo>
                    <a:pt x="1293113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6" y="5334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1" y="72389"/>
                  </a:lnTo>
                  <a:lnTo>
                    <a:pt x="4571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1" y="292608"/>
                  </a:moveTo>
                  <a:lnTo>
                    <a:pt x="4571" y="292608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201" y="292608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7" y="12216"/>
                  </a:lnTo>
                  <a:lnTo>
                    <a:pt x="1299210" y="220980"/>
                  </a:lnTo>
                  <a:lnTo>
                    <a:pt x="1228344" y="291846"/>
                  </a:lnTo>
                  <a:lnTo>
                    <a:pt x="76200" y="292566"/>
                  </a:lnTo>
                  <a:lnTo>
                    <a:pt x="1235201" y="292608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3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5334"/>
                  </a:lnTo>
                  <a:lnTo>
                    <a:pt x="1300734" y="5334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3726942"/>
              <a:ext cx="1223772" cy="21564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3655314"/>
              <a:ext cx="71627" cy="28727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655314"/>
              <a:ext cx="1295400" cy="71627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138427" y="36499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3717036"/>
              <a:ext cx="1223772" cy="761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430524"/>
              <a:ext cx="71627" cy="287274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138428" y="342595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4572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1627"/>
                  </a:lnTo>
                  <a:lnTo>
                    <a:pt x="9905" y="71627"/>
                  </a:lnTo>
                  <a:lnTo>
                    <a:pt x="76962" y="4572"/>
                  </a:lnTo>
                  <a:lnTo>
                    <a:pt x="1293876" y="4572"/>
                  </a:lnTo>
                  <a:lnTo>
                    <a:pt x="1296924" y="1523"/>
                  </a:lnTo>
                  <a:lnTo>
                    <a:pt x="1299945" y="4545"/>
                  </a:lnTo>
                  <a:lnTo>
                    <a:pt x="1305306" y="4572"/>
                  </a:lnTo>
                  <a:close/>
                </a:path>
                <a:path w="1305560" h="297179">
                  <a:moveTo>
                    <a:pt x="9905" y="71628"/>
                  </a:moveTo>
                  <a:lnTo>
                    <a:pt x="4571" y="71627"/>
                  </a:lnTo>
                  <a:lnTo>
                    <a:pt x="4571" y="76962"/>
                  </a:lnTo>
                  <a:lnTo>
                    <a:pt x="9905" y="71628"/>
                  </a:lnTo>
                  <a:close/>
                </a:path>
                <a:path w="1305560" h="297179">
                  <a:moveTo>
                    <a:pt x="1235963" y="291846"/>
                  </a:moveTo>
                  <a:lnTo>
                    <a:pt x="4571" y="291846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963" y="291846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5" y="12218"/>
                  </a:lnTo>
                  <a:lnTo>
                    <a:pt x="1299210" y="220980"/>
                  </a:lnTo>
                  <a:lnTo>
                    <a:pt x="1229106" y="291084"/>
                  </a:lnTo>
                  <a:lnTo>
                    <a:pt x="76962" y="291804"/>
                  </a:lnTo>
                  <a:lnTo>
                    <a:pt x="1235963" y="291846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9945" y="4572"/>
                  </a:moveTo>
                  <a:lnTo>
                    <a:pt x="1299210" y="3810"/>
                  </a:lnTo>
                  <a:lnTo>
                    <a:pt x="1296924" y="1523"/>
                  </a:lnTo>
                  <a:lnTo>
                    <a:pt x="1293876" y="4572"/>
                  </a:lnTo>
                  <a:lnTo>
                    <a:pt x="1299945" y="4572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4572"/>
                  </a:lnTo>
                  <a:lnTo>
                    <a:pt x="1299945" y="4572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9945" y="4545"/>
                  </a:lnTo>
                  <a:lnTo>
                    <a:pt x="1299945" y="12191"/>
                  </a:lnTo>
                  <a:lnTo>
                    <a:pt x="1303782" y="838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2999" y="3502914"/>
              <a:ext cx="1223772" cy="21488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66772" y="3430524"/>
              <a:ext cx="71627" cy="28727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430524"/>
              <a:ext cx="1295400" cy="72389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138427" y="3425952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1627"/>
                  </a:lnTo>
                  <a:lnTo>
                    <a:pt x="16764" y="71627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764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5" y="76962"/>
                  </a:lnTo>
                  <a:lnTo>
                    <a:pt x="9905" y="78486"/>
                  </a:lnTo>
                  <a:lnTo>
                    <a:pt x="16764" y="71627"/>
                  </a:lnTo>
                  <a:close/>
                </a:path>
                <a:path w="1305560" h="297179">
                  <a:moveTo>
                    <a:pt x="9905" y="287273"/>
                  </a:moveTo>
                  <a:lnTo>
                    <a:pt x="9905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5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5" y="291845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5" y="291845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5" y="78486"/>
                  </a:moveTo>
                  <a:lnTo>
                    <a:pt x="9905" y="76962"/>
                  </a:lnTo>
                  <a:lnTo>
                    <a:pt x="8382" y="80009"/>
                  </a:lnTo>
                  <a:lnTo>
                    <a:pt x="9905" y="78486"/>
                  </a:lnTo>
                  <a:close/>
                </a:path>
                <a:path w="1305560" h="297179">
                  <a:moveTo>
                    <a:pt x="1226820" y="71628"/>
                  </a:moveTo>
                  <a:lnTo>
                    <a:pt x="16764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820" y="71628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1627"/>
                  </a:moveTo>
                  <a:lnTo>
                    <a:pt x="1226820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820" y="71628"/>
                  </a:lnTo>
                  <a:lnTo>
                    <a:pt x="1228344" y="71627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4571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4571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3502152"/>
              <a:ext cx="1223772" cy="762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215640"/>
              <a:ext cx="71627" cy="28727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138428" y="3210305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533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6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2389"/>
                  </a:lnTo>
                  <a:lnTo>
                    <a:pt x="9143" y="72389"/>
                  </a:lnTo>
                  <a:lnTo>
                    <a:pt x="76200" y="5333"/>
                  </a:lnTo>
                  <a:lnTo>
                    <a:pt x="1293114" y="5333"/>
                  </a:lnTo>
                  <a:lnTo>
                    <a:pt x="1296924" y="1523"/>
                  </a:lnTo>
                  <a:lnTo>
                    <a:pt x="1300734" y="5333"/>
                  </a:lnTo>
                  <a:lnTo>
                    <a:pt x="1305306" y="5333"/>
                  </a:lnTo>
                  <a:close/>
                </a:path>
                <a:path w="1305560" h="297179">
                  <a:moveTo>
                    <a:pt x="9143" y="72389"/>
                  </a:moveTo>
                  <a:lnTo>
                    <a:pt x="4571" y="72389"/>
                  </a:lnTo>
                  <a:lnTo>
                    <a:pt x="4571" y="76961"/>
                  </a:lnTo>
                  <a:lnTo>
                    <a:pt x="9143" y="72389"/>
                  </a:lnTo>
                  <a:close/>
                </a:path>
                <a:path w="1305560" h="297179">
                  <a:moveTo>
                    <a:pt x="1235202" y="292607"/>
                  </a:moveTo>
                  <a:lnTo>
                    <a:pt x="4571" y="292607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202" y="292607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7" y="12216"/>
                  </a:lnTo>
                  <a:lnTo>
                    <a:pt x="1299210" y="220979"/>
                  </a:lnTo>
                  <a:lnTo>
                    <a:pt x="1228344" y="291846"/>
                  </a:lnTo>
                  <a:lnTo>
                    <a:pt x="76200" y="292566"/>
                  </a:lnTo>
                  <a:lnTo>
                    <a:pt x="1235202" y="292607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300734" y="5333"/>
                  </a:moveTo>
                  <a:lnTo>
                    <a:pt x="1296924" y="1523"/>
                  </a:lnTo>
                  <a:lnTo>
                    <a:pt x="1293114" y="5333"/>
                  </a:lnTo>
                  <a:lnTo>
                    <a:pt x="1300734" y="5333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300734" y="5333"/>
                  </a:lnTo>
                  <a:lnTo>
                    <a:pt x="1299947" y="5333"/>
                  </a:lnTo>
                  <a:lnTo>
                    <a:pt x="1299947" y="12192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5333"/>
                  </a:lnTo>
                  <a:lnTo>
                    <a:pt x="1300734" y="533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2999" y="3287268"/>
              <a:ext cx="1223772" cy="215646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3215640"/>
              <a:ext cx="71627" cy="287274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215640"/>
              <a:ext cx="1295400" cy="71627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1138427" y="3210306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281938" y="3234486"/>
            <a:ext cx="946150" cy="204787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54940" marR="147955" algn="ctr">
              <a:lnSpc>
                <a:spcPct val="147200"/>
              </a:lnSpc>
              <a:spcBef>
                <a:spcPts val="30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Applications 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Runtime Middleware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Operating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System</a:t>
            </a:r>
            <a:endParaRPr sz="1000">
              <a:latin typeface="Calibri"/>
              <a:cs typeface="Calibri"/>
            </a:endParaRPr>
          </a:p>
          <a:p>
            <a:pPr marL="127635" marR="121285" algn="ctr">
              <a:lnSpc>
                <a:spcPct val="149000"/>
              </a:lnSpc>
              <a:spcBef>
                <a:spcPts val="10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Virtualization Servers Storage Networking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685800" y="1979676"/>
            <a:ext cx="2672080" cy="4498975"/>
            <a:chOff x="685800" y="1979676"/>
            <a:chExt cx="2672080" cy="4498975"/>
          </a:xfrm>
        </p:grpSpPr>
        <p:sp>
          <p:nvSpPr>
            <p:cNvPr id="71" name="object 71"/>
            <p:cNvSpPr/>
            <p:nvPr/>
          </p:nvSpPr>
          <p:spPr>
            <a:xfrm>
              <a:off x="685800" y="3747516"/>
              <a:ext cx="381000" cy="215265"/>
            </a:xfrm>
            <a:custGeom>
              <a:avLst/>
              <a:gdLst/>
              <a:ahLst/>
              <a:cxnLst/>
              <a:rect l="l" t="t" r="r" b="b"/>
              <a:pathLst>
                <a:path w="381000" h="215264">
                  <a:moveTo>
                    <a:pt x="381000" y="107441"/>
                  </a:moveTo>
                  <a:lnTo>
                    <a:pt x="273558" y="0"/>
                  </a:lnTo>
                  <a:lnTo>
                    <a:pt x="273558" y="53339"/>
                  </a:lnTo>
                  <a:lnTo>
                    <a:pt x="0" y="53339"/>
                  </a:lnTo>
                  <a:lnTo>
                    <a:pt x="0" y="161543"/>
                  </a:lnTo>
                  <a:lnTo>
                    <a:pt x="273558" y="161543"/>
                  </a:lnTo>
                  <a:lnTo>
                    <a:pt x="273558" y="214883"/>
                  </a:lnTo>
                  <a:lnTo>
                    <a:pt x="381000" y="107441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434590" y="1979675"/>
              <a:ext cx="923290" cy="4498975"/>
            </a:xfrm>
            <a:custGeom>
              <a:avLst/>
              <a:gdLst/>
              <a:ahLst/>
              <a:cxnLst/>
              <a:rect l="l" t="t" r="r" b="b"/>
              <a:pathLst>
                <a:path w="923289" h="4498975">
                  <a:moveTo>
                    <a:pt x="21336" y="1760220"/>
                  </a:moveTo>
                  <a:lnTo>
                    <a:pt x="12954" y="1755648"/>
                  </a:lnTo>
                  <a:lnTo>
                    <a:pt x="0" y="1780794"/>
                  </a:lnTo>
                  <a:lnTo>
                    <a:pt x="4191" y="1783080"/>
                  </a:lnTo>
                  <a:lnTo>
                    <a:pt x="0" y="1784604"/>
                  </a:lnTo>
                  <a:lnTo>
                    <a:pt x="9144" y="1812036"/>
                  </a:lnTo>
                  <a:lnTo>
                    <a:pt x="17526" y="1808988"/>
                  </a:lnTo>
                  <a:lnTo>
                    <a:pt x="9144" y="1783880"/>
                  </a:lnTo>
                  <a:lnTo>
                    <a:pt x="21336" y="1760220"/>
                  </a:lnTo>
                  <a:close/>
                </a:path>
                <a:path w="923289" h="4498975">
                  <a:moveTo>
                    <a:pt x="29718" y="1844802"/>
                  </a:moveTo>
                  <a:lnTo>
                    <a:pt x="20574" y="1817370"/>
                  </a:lnTo>
                  <a:lnTo>
                    <a:pt x="12192" y="1820418"/>
                  </a:lnTo>
                  <a:lnTo>
                    <a:pt x="20574" y="1847850"/>
                  </a:lnTo>
                  <a:lnTo>
                    <a:pt x="29718" y="1844802"/>
                  </a:lnTo>
                  <a:close/>
                </a:path>
                <a:path w="923289" h="4498975">
                  <a:moveTo>
                    <a:pt x="38862" y="1725930"/>
                  </a:moveTo>
                  <a:lnTo>
                    <a:pt x="30480" y="1721358"/>
                  </a:lnTo>
                  <a:lnTo>
                    <a:pt x="17526" y="1747266"/>
                  </a:lnTo>
                  <a:lnTo>
                    <a:pt x="25908" y="1751076"/>
                  </a:lnTo>
                  <a:lnTo>
                    <a:pt x="38862" y="1725930"/>
                  </a:lnTo>
                  <a:close/>
                </a:path>
                <a:path w="923289" h="4498975">
                  <a:moveTo>
                    <a:pt x="41910" y="1880616"/>
                  </a:moveTo>
                  <a:lnTo>
                    <a:pt x="32766" y="1853946"/>
                  </a:lnTo>
                  <a:lnTo>
                    <a:pt x="23622" y="1856994"/>
                  </a:lnTo>
                  <a:lnTo>
                    <a:pt x="32766" y="1883664"/>
                  </a:lnTo>
                  <a:lnTo>
                    <a:pt x="41910" y="1880616"/>
                  </a:lnTo>
                  <a:close/>
                </a:path>
                <a:path w="923289" h="4498975">
                  <a:moveTo>
                    <a:pt x="54102" y="1917192"/>
                  </a:moveTo>
                  <a:lnTo>
                    <a:pt x="44958" y="1889760"/>
                  </a:lnTo>
                  <a:lnTo>
                    <a:pt x="35814" y="1892808"/>
                  </a:lnTo>
                  <a:lnTo>
                    <a:pt x="44958" y="1920240"/>
                  </a:lnTo>
                  <a:lnTo>
                    <a:pt x="54102" y="1917192"/>
                  </a:lnTo>
                  <a:close/>
                </a:path>
                <a:path w="923289" h="4498975">
                  <a:moveTo>
                    <a:pt x="56388" y="1692402"/>
                  </a:moveTo>
                  <a:lnTo>
                    <a:pt x="48006" y="1687830"/>
                  </a:lnTo>
                  <a:lnTo>
                    <a:pt x="35052" y="1712976"/>
                  </a:lnTo>
                  <a:lnTo>
                    <a:pt x="43434" y="1717548"/>
                  </a:lnTo>
                  <a:lnTo>
                    <a:pt x="56388" y="1692402"/>
                  </a:lnTo>
                  <a:close/>
                </a:path>
                <a:path w="923289" h="4498975">
                  <a:moveTo>
                    <a:pt x="66294" y="1953006"/>
                  </a:moveTo>
                  <a:lnTo>
                    <a:pt x="57150" y="1926336"/>
                  </a:lnTo>
                  <a:lnTo>
                    <a:pt x="48006" y="1929384"/>
                  </a:lnTo>
                  <a:lnTo>
                    <a:pt x="57150" y="1956054"/>
                  </a:lnTo>
                  <a:lnTo>
                    <a:pt x="66294" y="1953006"/>
                  </a:lnTo>
                  <a:close/>
                </a:path>
                <a:path w="923289" h="4498975">
                  <a:moveTo>
                    <a:pt x="73914" y="1658112"/>
                  </a:moveTo>
                  <a:lnTo>
                    <a:pt x="65532" y="1653540"/>
                  </a:lnTo>
                  <a:lnTo>
                    <a:pt x="51816" y="1679448"/>
                  </a:lnTo>
                  <a:lnTo>
                    <a:pt x="60960" y="1683258"/>
                  </a:lnTo>
                  <a:lnTo>
                    <a:pt x="73914" y="1658112"/>
                  </a:lnTo>
                  <a:close/>
                </a:path>
                <a:path w="923289" h="4498975">
                  <a:moveTo>
                    <a:pt x="78486" y="1988820"/>
                  </a:moveTo>
                  <a:lnTo>
                    <a:pt x="69342" y="1962150"/>
                  </a:lnTo>
                  <a:lnTo>
                    <a:pt x="60198" y="1965198"/>
                  </a:lnTo>
                  <a:lnTo>
                    <a:pt x="69342" y="1991868"/>
                  </a:lnTo>
                  <a:lnTo>
                    <a:pt x="78486" y="1988820"/>
                  </a:lnTo>
                  <a:close/>
                </a:path>
                <a:path w="923289" h="4498975">
                  <a:moveTo>
                    <a:pt x="90678" y="2025396"/>
                  </a:moveTo>
                  <a:lnTo>
                    <a:pt x="81534" y="1997964"/>
                  </a:lnTo>
                  <a:lnTo>
                    <a:pt x="72390" y="2001012"/>
                  </a:lnTo>
                  <a:lnTo>
                    <a:pt x="81534" y="2028444"/>
                  </a:lnTo>
                  <a:lnTo>
                    <a:pt x="90678" y="2025396"/>
                  </a:lnTo>
                  <a:close/>
                </a:path>
                <a:path w="923289" h="4498975">
                  <a:moveTo>
                    <a:pt x="90678" y="1624584"/>
                  </a:moveTo>
                  <a:lnTo>
                    <a:pt x="82296" y="1620012"/>
                  </a:lnTo>
                  <a:lnTo>
                    <a:pt x="69342" y="1645158"/>
                  </a:lnTo>
                  <a:lnTo>
                    <a:pt x="77724" y="1649730"/>
                  </a:lnTo>
                  <a:lnTo>
                    <a:pt x="90678" y="1624584"/>
                  </a:lnTo>
                  <a:close/>
                </a:path>
                <a:path w="923289" h="4498975">
                  <a:moveTo>
                    <a:pt x="102870" y="2061210"/>
                  </a:moveTo>
                  <a:lnTo>
                    <a:pt x="93726" y="2034540"/>
                  </a:lnTo>
                  <a:lnTo>
                    <a:pt x="84582" y="2037588"/>
                  </a:lnTo>
                  <a:lnTo>
                    <a:pt x="93726" y="2064258"/>
                  </a:lnTo>
                  <a:lnTo>
                    <a:pt x="102870" y="2061210"/>
                  </a:lnTo>
                  <a:close/>
                </a:path>
                <a:path w="923289" h="4498975">
                  <a:moveTo>
                    <a:pt x="108204" y="1590294"/>
                  </a:moveTo>
                  <a:lnTo>
                    <a:pt x="99822" y="1585722"/>
                  </a:lnTo>
                  <a:lnTo>
                    <a:pt x="86868" y="1611630"/>
                  </a:lnTo>
                  <a:lnTo>
                    <a:pt x="95250" y="1615440"/>
                  </a:lnTo>
                  <a:lnTo>
                    <a:pt x="108204" y="1590294"/>
                  </a:lnTo>
                  <a:close/>
                </a:path>
                <a:path w="923289" h="4498975">
                  <a:moveTo>
                    <a:pt x="115062" y="2097786"/>
                  </a:moveTo>
                  <a:lnTo>
                    <a:pt x="105918" y="2070354"/>
                  </a:lnTo>
                  <a:lnTo>
                    <a:pt x="96774" y="2073402"/>
                  </a:lnTo>
                  <a:lnTo>
                    <a:pt x="105918" y="2100834"/>
                  </a:lnTo>
                  <a:lnTo>
                    <a:pt x="115062" y="2097786"/>
                  </a:lnTo>
                  <a:close/>
                </a:path>
                <a:path w="923289" h="4498975">
                  <a:moveTo>
                    <a:pt x="125730" y="1556766"/>
                  </a:moveTo>
                  <a:lnTo>
                    <a:pt x="117348" y="1552194"/>
                  </a:lnTo>
                  <a:lnTo>
                    <a:pt x="104394" y="1577340"/>
                  </a:lnTo>
                  <a:lnTo>
                    <a:pt x="112776" y="1581912"/>
                  </a:lnTo>
                  <a:lnTo>
                    <a:pt x="125730" y="1556766"/>
                  </a:lnTo>
                  <a:close/>
                </a:path>
                <a:path w="923289" h="4498975">
                  <a:moveTo>
                    <a:pt x="127254" y="2133600"/>
                  </a:moveTo>
                  <a:lnTo>
                    <a:pt x="118110" y="2106168"/>
                  </a:lnTo>
                  <a:lnTo>
                    <a:pt x="108966" y="2109216"/>
                  </a:lnTo>
                  <a:lnTo>
                    <a:pt x="118110" y="2136648"/>
                  </a:lnTo>
                  <a:lnTo>
                    <a:pt x="127254" y="2133600"/>
                  </a:lnTo>
                  <a:close/>
                </a:path>
                <a:path w="923289" h="4498975">
                  <a:moveTo>
                    <a:pt x="139446" y="2169414"/>
                  </a:moveTo>
                  <a:lnTo>
                    <a:pt x="130302" y="2142744"/>
                  </a:lnTo>
                  <a:lnTo>
                    <a:pt x="121158" y="2145792"/>
                  </a:lnTo>
                  <a:lnTo>
                    <a:pt x="130302" y="2172462"/>
                  </a:lnTo>
                  <a:lnTo>
                    <a:pt x="139446" y="2169414"/>
                  </a:lnTo>
                  <a:close/>
                </a:path>
                <a:path w="923289" h="4498975">
                  <a:moveTo>
                    <a:pt x="143256" y="1522476"/>
                  </a:moveTo>
                  <a:lnTo>
                    <a:pt x="134874" y="1517904"/>
                  </a:lnTo>
                  <a:lnTo>
                    <a:pt x="121920" y="1543812"/>
                  </a:lnTo>
                  <a:lnTo>
                    <a:pt x="130302" y="1548384"/>
                  </a:lnTo>
                  <a:lnTo>
                    <a:pt x="143256" y="1522476"/>
                  </a:lnTo>
                  <a:close/>
                </a:path>
                <a:path w="923289" h="4498975">
                  <a:moveTo>
                    <a:pt x="151638" y="2205990"/>
                  </a:moveTo>
                  <a:lnTo>
                    <a:pt x="142494" y="2178558"/>
                  </a:lnTo>
                  <a:lnTo>
                    <a:pt x="133350" y="2181606"/>
                  </a:lnTo>
                  <a:lnTo>
                    <a:pt x="142494" y="2209038"/>
                  </a:lnTo>
                  <a:lnTo>
                    <a:pt x="151638" y="2205990"/>
                  </a:lnTo>
                  <a:close/>
                </a:path>
                <a:path w="923289" h="4498975">
                  <a:moveTo>
                    <a:pt x="160782" y="1488948"/>
                  </a:moveTo>
                  <a:lnTo>
                    <a:pt x="152400" y="1484376"/>
                  </a:lnTo>
                  <a:lnTo>
                    <a:pt x="139446" y="1509522"/>
                  </a:lnTo>
                  <a:lnTo>
                    <a:pt x="147828" y="1514094"/>
                  </a:lnTo>
                  <a:lnTo>
                    <a:pt x="160782" y="1488948"/>
                  </a:lnTo>
                  <a:close/>
                </a:path>
                <a:path w="923289" h="4498975">
                  <a:moveTo>
                    <a:pt x="163830" y="2241804"/>
                  </a:moveTo>
                  <a:lnTo>
                    <a:pt x="154686" y="2215134"/>
                  </a:lnTo>
                  <a:lnTo>
                    <a:pt x="145542" y="2218182"/>
                  </a:lnTo>
                  <a:lnTo>
                    <a:pt x="154686" y="2244852"/>
                  </a:lnTo>
                  <a:lnTo>
                    <a:pt x="163830" y="2241804"/>
                  </a:lnTo>
                  <a:close/>
                </a:path>
                <a:path w="923289" h="4498975">
                  <a:moveTo>
                    <a:pt x="176022" y="2278380"/>
                  </a:moveTo>
                  <a:lnTo>
                    <a:pt x="166878" y="2250948"/>
                  </a:lnTo>
                  <a:lnTo>
                    <a:pt x="157734" y="2253996"/>
                  </a:lnTo>
                  <a:lnTo>
                    <a:pt x="166878" y="2281428"/>
                  </a:lnTo>
                  <a:lnTo>
                    <a:pt x="176022" y="2278380"/>
                  </a:lnTo>
                  <a:close/>
                </a:path>
                <a:path w="923289" h="4498975">
                  <a:moveTo>
                    <a:pt x="178308" y="1454658"/>
                  </a:moveTo>
                  <a:lnTo>
                    <a:pt x="169926" y="1450086"/>
                  </a:lnTo>
                  <a:lnTo>
                    <a:pt x="156210" y="1475994"/>
                  </a:lnTo>
                  <a:lnTo>
                    <a:pt x="165354" y="1480566"/>
                  </a:lnTo>
                  <a:lnTo>
                    <a:pt x="178308" y="1454658"/>
                  </a:lnTo>
                  <a:close/>
                </a:path>
                <a:path w="923289" h="4498975">
                  <a:moveTo>
                    <a:pt x="188214" y="2314194"/>
                  </a:moveTo>
                  <a:lnTo>
                    <a:pt x="179070" y="2286762"/>
                  </a:lnTo>
                  <a:lnTo>
                    <a:pt x="169926" y="2289810"/>
                  </a:lnTo>
                  <a:lnTo>
                    <a:pt x="179070" y="2317242"/>
                  </a:lnTo>
                  <a:lnTo>
                    <a:pt x="188214" y="2314194"/>
                  </a:lnTo>
                  <a:close/>
                </a:path>
                <a:path w="923289" h="4498975">
                  <a:moveTo>
                    <a:pt x="195834" y="1421130"/>
                  </a:moveTo>
                  <a:lnTo>
                    <a:pt x="186690" y="1416558"/>
                  </a:lnTo>
                  <a:lnTo>
                    <a:pt x="173736" y="1441704"/>
                  </a:lnTo>
                  <a:lnTo>
                    <a:pt x="182118" y="1446276"/>
                  </a:lnTo>
                  <a:lnTo>
                    <a:pt x="195834" y="1421130"/>
                  </a:lnTo>
                  <a:close/>
                </a:path>
                <a:path w="923289" h="4498975">
                  <a:moveTo>
                    <a:pt x="200406" y="2350008"/>
                  </a:moveTo>
                  <a:lnTo>
                    <a:pt x="191262" y="2323338"/>
                  </a:lnTo>
                  <a:lnTo>
                    <a:pt x="182118" y="2326386"/>
                  </a:lnTo>
                  <a:lnTo>
                    <a:pt x="191262" y="2353056"/>
                  </a:lnTo>
                  <a:lnTo>
                    <a:pt x="200406" y="2350008"/>
                  </a:lnTo>
                  <a:close/>
                </a:path>
                <a:path w="923289" h="4498975">
                  <a:moveTo>
                    <a:pt x="212598" y="2386584"/>
                  </a:moveTo>
                  <a:lnTo>
                    <a:pt x="203454" y="2359152"/>
                  </a:lnTo>
                  <a:lnTo>
                    <a:pt x="194310" y="2362200"/>
                  </a:lnTo>
                  <a:lnTo>
                    <a:pt x="203454" y="2389632"/>
                  </a:lnTo>
                  <a:lnTo>
                    <a:pt x="212598" y="2386584"/>
                  </a:lnTo>
                  <a:close/>
                </a:path>
                <a:path w="923289" h="4498975">
                  <a:moveTo>
                    <a:pt x="212598" y="1386840"/>
                  </a:moveTo>
                  <a:lnTo>
                    <a:pt x="204216" y="1383030"/>
                  </a:lnTo>
                  <a:lnTo>
                    <a:pt x="191262" y="1408176"/>
                  </a:lnTo>
                  <a:lnTo>
                    <a:pt x="199644" y="1412748"/>
                  </a:lnTo>
                  <a:lnTo>
                    <a:pt x="212598" y="1386840"/>
                  </a:lnTo>
                  <a:close/>
                </a:path>
                <a:path w="923289" h="4498975">
                  <a:moveTo>
                    <a:pt x="224790" y="2422398"/>
                  </a:moveTo>
                  <a:lnTo>
                    <a:pt x="215646" y="2395728"/>
                  </a:lnTo>
                  <a:lnTo>
                    <a:pt x="206502" y="2398776"/>
                  </a:lnTo>
                  <a:lnTo>
                    <a:pt x="215646" y="2425446"/>
                  </a:lnTo>
                  <a:lnTo>
                    <a:pt x="224790" y="2422398"/>
                  </a:lnTo>
                  <a:close/>
                </a:path>
                <a:path w="923289" h="4498975">
                  <a:moveTo>
                    <a:pt x="230124" y="1353312"/>
                  </a:moveTo>
                  <a:lnTo>
                    <a:pt x="221742" y="1348740"/>
                  </a:lnTo>
                  <a:lnTo>
                    <a:pt x="208788" y="1373886"/>
                  </a:lnTo>
                  <a:lnTo>
                    <a:pt x="217170" y="1378458"/>
                  </a:lnTo>
                  <a:lnTo>
                    <a:pt x="230124" y="1353312"/>
                  </a:lnTo>
                  <a:close/>
                </a:path>
                <a:path w="923289" h="4498975">
                  <a:moveTo>
                    <a:pt x="236982" y="2458212"/>
                  </a:moveTo>
                  <a:lnTo>
                    <a:pt x="227838" y="2431542"/>
                  </a:lnTo>
                  <a:lnTo>
                    <a:pt x="218694" y="2434590"/>
                  </a:lnTo>
                  <a:lnTo>
                    <a:pt x="227838" y="2461260"/>
                  </a:lnTo>
                  <a:lnTo>
                    <a:pt x="236982" y="2458212"/>
                  </a:lnTo>
                  <a:close/>
                </a:path>
                <a:path w="923289" h="4498975">
                  <a:moveTo>
                    <a:pt x="247650" y="1319022"/>
                  </a:moveTo>
                  <a:lnTo>
                    <a:pt x="239268" y="1315212"/>
                  </a:lnTo>
                  <a:lnTo>
                    <a:pt x="226314" y="1340358"/>
                  </a:lnTo>
                  <a:lnTo>
                    <a:pt x="234696" y="1344930"/>
                  </a:lnTo>
                  <a:lnTo>
                    <a:pt x="247650" y="1319022"/>
                  </a:lnTo>
                  <a:close/>
                </a:path>
                <a:path w="923289" h="4498975">
                  <a:moveTo>
                    <a:pt x="249174" y="2494788"/>
                  </a:moveTo>
                  <a:lnTo>
                    <a:pt x="240030" y="2467356"/>
                  </a:lnTo>
                  <a:lnTo>
                    <a:pt x="230886" y="2470404"/>
                  </a:lnTo>
                  <a:lnTo>
                    <a:pt x="240030" y="2497836"/>
                  </a:lnTo>
                  <a:lnTo>
                    <a:pt x="249174" y="2494788"/>
                  </a:lnTo>
                  <a:close/>
                </a:path>
                <a:path w="923289" h="4498975">
                  <a:moveTo>
                    <a:pt x="261366" y="2530602"/>
                  </a:moveTo>
                  <a:lnTo>
                    <a:pt x="252222" y="2503932"/>
                  </a:lnTo>
                  <a:lnTo>
                    <a:pt x="243078" y="2506980"/>
                  </a:lnTo>
                  <a:lnTo>
                    <a:pt x="252222" y="2533650"/>
                  </a:lnTo>
                  <a:lnTo>
                    <a:pt x="261366" y="2530602"/>
                  </a:lnTo>
                  <a:close/>
                </a:path>
                <a:path w="923289" h="4498975">
                  <a:moveTo>
                    <a:pt x="265176" y="1285494"/>
                  </a:moveTo>
                  <a:lnTo>
                    <a:pt x="256794" y="1280922"/>
                  </a:lnTo>
                  <a:lnTo>
                    <a:pt x="243840" y="1306068"/>
                  </a:lnTo>
                  <a:lnTo>
                    <a:pt x="252222" y="1310640"/>
                  </a:lnTo>
                  <a:lnTo>
                    <a:pt x="265176" y="1285494"/>
                  </a:lnTo>
                  <a:close/>
                </a:path>
                <a:path w="923289" h="4498975">
                  <a:moveTo>
                    <a:pt x="273558" y="2567178"/>
                  </a:moveTo>
                  <a:lnTo>
                    <a:pt x="264414" y="2539746"/>
                  </a:lnTo>
                  <a:lnTo>
                    <a:pt x="255270" y="2542794"/>
                  </a:lnTo>
                  <a:lnTo>
                    <a:pt x="264414" y="2570226"/>
                  </a:lnTo>
                  <a:lnTo>
                    <a:pt x="273558" y="2567178"/>
                  </a:lnTo>
                  <a:close/>
                </a:path>
                <a:path w="923289" h="4498975">
                  <a:moveTo>
                    <a:pt x="282702" y="1251204"/>
                  </a:moveTo>
                  <a:lnTo>
                    <a:pt x="274320" y="1247394"/>
                  </a:lnTo>
                  <a:lnTo>
                    <a:pt x="260604" y="1272540"/>
                  </a:lnTo>
                  <a:lnTo>
                    <a:pt x="269748" y="1277112"/>
                  </a:lnTo>
                  <a:lnTo>
                    <a:pt x="282702" y="1251204"/>
                  </a:lnTo>
                  <a:close/>
                </a:path>
                <a:path w="923289" h="4498975">
                  <a:moveTo>
                    <a:pt x="285750" y="2602992"/>
                  </a:moveTo>
                  <a:lnTo>
                    <a:pt x="276606" y="2575560"/>
                  </a:lnTo>
                  <a:lnTo>
                    <a:pt x="267462" y="2578608"/>
                  </a:lnTo>
                  <a:lnTo>
                    <a:pt x="276606" y="2606040"/>
                  </a:lnTo>
                  <a:lnTo>
                    <a:pt x="285750" y="2602992"/>
                  </a:lnTo>
                  <a:close/>
                </a:path>
                <a:path w="923289" h="4498975">
                  <a:moveTo>
                    <a:pt x="297180" y="2638806"/>
                  </a:moveTo>
                  <a:lnTo>
                    <a:pt x="288036" y="2612136"/>
                  </a:lnTo>
                  <a:lnTo>
                    <a:pt x="279654" y="2615184"/>
                  </a:lnTo>
                  <a:lnTo>
                    <a:pt x="288798" y="2641854"/>
                  </a:lnTo>
                  <a:lnTo>
                    <a:pt x="297180" y="2638806"/>
                  </a:lnTo>
                  <a:close/>
                </a:path>
                <a:path w="923289" h="4498975">
                  <a:moveTo>
                    <a:pt x="300228" y="1217676"/>
                  </a:moveTo>
                  <a:lnTo>
                    <a:pt x="291084" y="1213104"/>
                  </a:lnTo>
                  <a:lnTo>
                    <a:pt x="278130" y="1238250"/>
                  </a:lnTo>
                  <a:lnTo>
                    <a:pt x="286512" y="1242822"/>
                  </a:lnTo>
                  <a:lnTo>
                    <a:pt x="300228" y="1217676"/>
                  </a:lnTo>
                  <a:close/>
                </a:path>
                <a:path w="923289" h="4498975">
                  <a:moveTo>
                    <a:pt x="309372" y="2675382"/>
                  </a:moveTo>
                  <a:lnTo>
                    <a:pt x="300228" y="2647950"/>
                  </a:lnTo>
                  <a:lnTo>
                    <a:pt x="291846" y="2650998"/>
                  </a:lnTo>
                  <a:lnTo>
                    <a:pt x="300990" y="2678430"/>
                  </a:lnTo>
                  <a:lnTo>
                    <a:pt x="309372" y="2675382"/>
                  </a:lnTo>
                  <a:close/>
                </a:path>
                <a:path w="923289" h="4498975">
                  <a:moveTo>
                    <a:pt x="316992" y="1183386"/>
                  </a:moveTo>
                  <a:lnTo>
                    <a:pt x="308610" y="1179576"/>
                  </a:lnTo>
                  <a:lnTo>
                    <a:pt x="295656" y="1204722"/>
                  </a:lnTo>
                  <a:lnTo>
                    <a:pt x="304038" y="1209294"/>
                  </a:lnTo>
                  <a:lnTo>
                    <a:pt x="316992" y="1183386"/>
                  </a:lnTo>
                  <a:close/>
                </a:path>
                <a:path w="923289" h="4498975">
                  <a:moveTo>
                    <a:pt x="321564" y="2711196"/>
                  </a:moveTo>
                  <a:lnTo>
                    <a:pt x="312420" y="2684526"/>
                  </a:lnTo>
                  <a:lnTo>
                    <a:pt x="304038" y="2687574"/>
                  </a:lnTo>
                  <a:lnTo>
                    <a:pt x="313182" y="2714244"/>
                  </a:lnTo>
                  <a:lnTo>
                    <a:pt x="321564" y="2711196"/>
                  </a:lnTo>
                  <a:close/>
                </a:path>
                <a:path w="923289" h="4498975">
                  <a:moveTo>
                    <a:pt x="333756" y="2747772"/>
                  </a:moveTo>
                  <a:lnTo>
                    <a:pt x="324612" y="2720340"/>
                  </a:lnTo>
                  <a:lnTo>
                    <a:pt x="316230" y="2723388"/>
                  </a:lnTo>
                  <a:lnTo>
                    <a:pt x="325374" y="2750820"/>
                  </a:lnTo>
                  <a:lnTo>
                    <a:pt x="333756" y="2747772"/>
                  </a:lnTo>
                  <a:close/>
                </a:path>
                <a:path w="923289" h="4498975">
                  <a:moveTo>
                    <a:pt x="334518" y="1149858"/>
                  </a:moveTo>
                  <a:lnTo>
                    <a:pt x="326136" y="1145286"/>
                  </a:lnTo>
                  <a:lnTo>
                    <a:pt x="313182" y="1171194"/>
                  </a:lnTo>
                  <a:lnTo>
                    <a:pt x="321564" y="1175004"/>
                  </a:lnTo>
                  <a:lnTo>
                    <a:pt x="334518" y="1149858"/>
                  </a:lnTo>
                  <a:close/>
                </a:path>
                <a:path w="923289" h="4498975">
                  <a:moveTo>
                    <a:pt x="345948" y="2783586"/>
                  </a:moveTo>
                  <a:lnTo>
                    <a:pt x="336804" y="2756154"/>
                  </a:lnTo>
                  <a:lnTo>
                    <a:pt x="327660" y="2759202"/>
                  </a:lnTo>
                  <a:lnTo>
                    <a:pt x="336804" y="2786634"/>
                  </a:lnTo>
                  <a:lnTo>
                    <a:pt x="345948" y="2783586"/>
                  </a:lnTo>
                  <a:close/>
                </a:path>
                <a:path w="923289" h="4498975">
                  <a:moveTo>
                    <a:pt x="352044" y="1115568"/>
                  </a:moveTo>
                  <a:lnTo>
                    <a:pt x="343662" y="1111758"/>
                  </a:lnTo>
                  <a:lnTo>
                    <a:pt x="330708" y="1136904"/>
                  </a:lnTo>
                  <a:lnTo>
                    <a:pt x="339090" y="1141476"/>
                  </a:lnTo>
                  <a:lnTo>
                    <a:pt x="352044" y="1115568"/>
                  </a:lnTo>
                  <a:close/>
                </a:path>
                <a:path w="923289" h="4498975">
                  <a:moveTo>
                    <a:pt x="358140" y="2819400"/>
                  </a:moveTo>
                  <a:lnTo>
                    <a:pt x="348996" y="2792730"/>
                  </a:lnTo>
                  <a:lnTo>
                    <a:pt x="339852" y="2795778"/>
                  </a:lnTo>
                  <a:lnTo>
                    <a:pt x="348996" y="2822448"/>
                  </a:lnTo>
                  <a:lnTo>
                    <a:pt x="358140" y="2819400"/>
                  </a:lnTo>
                  <a:close/>
                </a:path>
                <a:path w="923289" h="4498975">
                  <a:moveTo>
                    <a:pt x="369570" y="1082040"/>
                  </a:moveTo>
                  <a:lnTo>
                    <a:pt x="361188" y="1077468"/>
                  </a:lnTo>
                  <a:lnTo>
                    <a:pt x="348234" y="1103376"/>
                  </a:lnTo>
                  <a:lnTo>
                    <a:pt x="356616" y="1107186"/>
                  </a:lnTo>
                  <a:lnTo>
                    <a:pt x="369570" y="1082040"/>
                  </a:lnTo>
                  <a:close/>
                </a:path>
                <a:path w="923289" h="4498975">
                  <a:moveTo>
                    <a:pt x="370332" y="2855976"/>
                  </a:moveTo>
                  <a:lnTo>
                    <a:pt x="361188" y="2828544"/>
                  </a:lnTo>
                  <a:lnTo>
                    <a:pt x="352044" y="2831592"/>
                  </a:lnTo>
                  <a:lnTo>
                    <a:pt x="361188" y="2859024"/>
                  </a:lnTo>
                  <a:lnTo>
                    <a:pt x="370332" y="2855976"/>
                  </a:lnTo>
                  <a:close/>
                </a:path>
                <a:path w="923289" h="4498975">
                  <a:moveTo>
                    <a:pt x="382524" y="2891790"/>
                  </a:moveTo>
                  <a:lnTo>
                    <a:pt x="373380" y="2865120"/>
                  </a:lnTo>
                  <a:lnTo>
                    <a:pt x="364236" y="2868168"/>
                  </a:lnTo>
                  <a:lnTo>
                    <a:pt x="373380" y="2894838"/>
                  </a:lnTo>
                  <a:lnTo>
                    <a:pt x="382524" y="2891790"/>
                  </a:lnTo>
                  <a:close/>
                </a:path>
                <a:path w="923289" h="4498975">
                  <a:moveTo>
                    <a:pt x="387096" y="1047750"/>
                  </a:moveTo>
                  <a:lnTo>
                    <a:pt x="378714" y="1043940"/>
                  </a:lnTo>
                  <a:lnTo>
                    <a:pt x="364998" y="1069086"/>
                  </a:lnTo>
                  <a:lnTo>
                    <a:pt x="374142" y="1073658"/>
                  </a:lnTo>
                  <a:lnTo>
                    <a:pt x="387096" y="1047750"/>
                  </a:lnTo>
                  <a:close/>
                </a:path>
                <a:path w="923289" h="4498975">
                  <a:moveTo>
                    <a:pt x="394716" y="2927604"/>
                  </a:moveTo>
                  <a:lnTo>
                    <a:pt x="385572" y="2900934"/>
                  </a:lnTo>
                  <a:lnTo>
                    <a:pt x="376428" y="2903982"/>
                  </a:lnTo>
                  <a:lnTo>
                    <a:pt x="385572" y="2930652"/>
                  </a:lnTo>
                  <a:lnTo>
                    <a:pt x="394716" y="2927604"/>
                  </a:lnTo>
                  <a:close/>
                </a:path>
                <a:path w="923289" h="4498975">
                  <a:moveTo>
                    <a:pt x="404622" y="1014222"/>
                  </a:moveTo>
                  <a:lnTo>
                    <a:pt x="395478" y="1009650"/>
                  </a:lnTo>
                  <a:lnTo>
                    <a:pt x="382524" y="1035558"/>
                  </a:lnTo>
                  <a:lnTo>
                    <a:pt x="390906" y="1039368"/>
                  </a:lnTo>
                  <a:lnTo>
                    <a:pt x="404622" y="1014222"/>
                  </a:lnTo>
                  <a:close/>
                </a:path>
                <a:path w="923289" h="4498975">
                  <a:moveTo>
                    <a:pt x="406908" y="2964180"/>
                  </a:moveTo>
                  <a:lnTo>
                    <a:pt x="397764" y="2936748"/>
                  </a:lnTo>
                  <a:lnTo>
                    <a:pt x="388620" y="2939796"/>
                  </a:lnTo>
                  <a:lnTo>
                    <a:pt x="397764" y="2967228"/>
                  </a:lnTo>
                  <a:lnTo>
                    <a:pt x="406908" y="2964180"/>
                  </a:lnTo>
                  <a:close/>
                </a:path>
                <a:path w="923289" h="4498975">
                  <a:moveTo>
                    <a:pt x="419100" y="2999994"/>
                  </a:moveTo>
                  <a:lnTo>
                    <a:pt x="409956" y="2973324"/>
                  </a:lnTo>
                  <a:lnTo>
                    <a:pt x="400812" y="2976372"/>
                  </a:lnTo>
                  <a:lnTo>
                    <a:pt x="409956" y="3003042"/>
                  </a:lnTo>
                  <a:lnTo>
                    <a:pt x="419100" y="2999994"/>
                  </a:lnTo>
                  <a:close/>
                </a:path>
                <a:path w="923289" h="4498975">
                  <a:moveTo>
                    <a:pt x="421386" y="979932"/>
                  </a:moveTo>
                  <a:lnTo>
                    <a:pt x="413004" y="976122"/>
                  </a:lnTo>
                  <a:lnTo>
                    <a:pt x="400050" y="1001268"/>
                  </a:lnTo>
                  <a:lnTo>
                    <a:pt x="408432" y="1005840"/>
                  </a:lnTo>
                  <a:lnTo>
                    <a:pt x="421386" y="979932"/>
                  </a:lnTo>
                  <a:close/>
                </a:path>
                <a:path w="923289" h="4498975">
                  <a:moveTo>
                    <a:pt x="431292" y="3036570"/>
                  </a:moveTo>
                  <a:lnTo>
                    <a:pt x="422148" y="3009138"/>
                  </a:lnTo>
                  <a:lnTo>
                    <a:pt x="413004" y="3012186"/>
                  </a:lnTo>
                  <a:lnTo>
                    <a:pt x="422148" y="3039618"/>
                  </a:lnTo>
                  <a:lnTo>
                    <a:pt x="431292" y="3036570"/>
                  </a:lnTo>
                  <a:close/>
                </a:path>
                <a:path w="923289" h="4498975">
                  <a:moveTo>
                    <a:pt x="438912" y="946404"/>
                  </a:moveTo>
                  <a:lnTo>
                    <a:pt x="430530" y="941832"/>
                  </a:lnTo>
                  <a:lnTo>
                    <a:pt x="417576" y="967740"/>
                  </a:lnTo>
                  <a:lnTo>
                    <a:pt x="425958" y="971550"/>
                  </a:lnTo>
                  <a:lnTo>
                    <a:pt x="438912" y="946404"/>
                  </a:lnTo>
                  <a:close/>
                </a:path>
                <a:path w="923289" h="4498975">
                  <a:moveTo>
                    <a:pt x="443484" y="3072384"/>
                  </a:moveTo>
                  <a:lnTo>
                    <a:pt x="434340" y="3044952"/>
                  </a:lnTo>
                  <a:lnTo>
                    <a:pt x="425196" y="3048000"/>
                  </a:lnTo>
                  <a:lnTo>
                    <a:pt x="434340" y="3075432"/>
                  </a:lnTo>
                  <a:lnTo>
                    <a:pt x="443484" y="3072384"/>
                  </a:lnTo>
                  <a:close/>
                </a:path>
                <a:path w="923289" h="4498975">
                  <a:moveTo>
                    <a:pt x="455676" y="3108198"/>
                  </a:moveTo>
                  <a:lnTo>
                    <a:pt x="446532" y="3081528"/>
                  </a:lnTo>
                  <a:lnTo>
                    <a:pt x="437388" y="3084576"/>
                  </a:lnTo>
                  <a:lnTo>
                    <a:pt x="446532" y="3111246"/>
                  </a:lnTo>
                  <a:lnTo>
                    <a:pt x="455676" y="3108198"/>
                  </a:lnTo>
                  <a:close/>
                </a:path>
                <a:path w="923289" h="4498975">
                  <a:moveTo>
                    <a:pt x="456438" y="912114"/>
                  </a:moveTo>
                  <a:lnTo>
                    <a:pt x="448056" y="908304"/>
                  </a:lnTo>
                  <a:lnTo>
                    <a:pt x="435102" y="933450"/>
                  </a:lnTo>
                  <a:lnTo>
                    <a:pt x="443484" y="938022"/>
                  </a:lnTo>
                  <a:lnTo>
                    <a:pt x="456438" y="912114"/>
                  </a:lnTo>
                  <a:close/>
                </a:path>
                <a:path w="923289" h="4498975">
                  <a:moveTo>
                    <a:pt x="467868" y="3144774"/>
                  </a:moveTo>
                  <a:lnTo>
                    <a:pt x="458724" y="3117342"/>
                  </a:lnTo>
                  <a:lnTo>
                    <a:pt x="449580" y="3120390"/>
                  </a:lnTo>
                  <a:lnTo>
                    <a:pt x="458724" y="3147822"/>
                  </a:lnTo>
                  <a:lnTo>
                    <a:pt x="467868" y="3144774"/>
                  </a:lnTo>
                  <a:close/>
                </a:path>
                <a:path w="923289" h="4498975">
                  <a:moveTo>
                    <a:pt x="473964" y="878586"/>
                  </a:moveTo>
                  <a:lnTo>
                    <a:pt x="465582" y="874014"/>
                  </a:lnTo>
                  <a:lnTo>
                    <a:pt x="452628" y="899922"/>
                  </a:lnTo>
                  <a:lnTo>
                    <a:pt x="461010" y="903732"/>
                  </a:lnTo>
                  <a:lnTo>
                    <a:pt x="473964" y="878586"/>
                  </a:lnTo>
                  <a:close/>
                </a:path>
                <a:path w="923289" h="4498975">
                  <a:moveTo>
                    <a:pt x="480060" y="3180588"/>
                  </a:moveTo>
                  <a:lnTo>
                    <a:pt x="470916" y="3153918"/>
                  </a:lnTo>
                  <a:lnTo>
                    <a:pt x="461772" y="3156966"/>
                  </a:lnTo>
                  <a:lnTo>
                    <a:pt x="470916" y="3183636"/>
                  </a:lnTo>
                  <a:lnTo>
                    <a:pt x="480060" y="3180588"/>
                  </a:lnTo>
                  <a:close/>
                </a:path>
                <a:path w="923289" h="4498975">
                  <a:moveTo>
                    <a:pt x="491490" y="845058"/>
                  </a:moveTo>
                  <a:lnTo>
                    <a:pt x="483108" y="840486"/>
                  </a:lnTo>
                  <a:lnTo>
                    <a:pt x="469392" y="865632"/>
                  </a:lnTo>
                  <a:lnTo>
                    <a:pt x="478536" y="870204"/>
                  </a:lnTo>
                  <a:lnTo>
                    <a:pt x="491490" y="845058"/>
                  </a:lnTo>
                  <a:close/>
                </a:path>
                <a:path w="923289" h="4498975">
                  <a:moveTo>
                    <a:pt x="492252" y="3217164"/>
                  </a:moveTo>
                  <a:lnTo>
                    <a:pt x="483108" y="3189732"/>
                  </a:lnTo>
                  <a:lnTo>
                    <a:pt x="473964" y="3192780"/>
                  </a:lnTo>
                  <a:lnTo>
                    <a:pt x="483108" y="3220212"/>
                  </a:lnTo>
                  <a:lnTo>
                    <a:pt x="492252" y="3217164"/>
                  </a:lnTo>
                  <a:close/>
                </a:path>
                <a:path w="923289" h="4498975">
                  <a:moveTo>
                    <a:pt x="504444" y="3252978"/>
                  </a:moveTo>
                  <a:lnTo>
                    <a:pt x="495300" y="3225546"/>
                  </a:lnTo>
                  <a:lnTo>
                    <a:pt x="486156" y="3228594"/>
                  </a:lnTo>
                  <a:lnTo>
                    <a:pt x="495300" y="3256026"/>
                  </a:lnTo>
                  <a:lnTo>
                    <a:pt x="504444" y="3252978"/>
                  </a:lnTo>
                  <a:close/>
                </a:path>
                <a:path w="923289" h="4498975">
                  <a:moveTo>
                    <a:pt x="509016" y="810768"/>
                  </a:moveTo>
                  <a:lnTo>
                    <a:pt x="499872" y="806196"/>
                  </a:lnTo>
                  <a:lnTo>
                    <a:pt x="486918" y="832104"/>
                  </a:lnTo>
                  <a:lnTo>
                    <a:pt x="495300" y="835914"/>
                  </a:lnTo>
                  <a:lnTo>
                    <a:pt x="509016" y="810768"/>
                  </a:lnTo>
                  <a:close/>
                </a:path>
                <a:path w="923289" h="4498975">
                  <a:moveTo>
                    <a:pt x="516636" y="3288792"/>
                  </a:moveTo>
                  <a:lnTo>
                    <a:pt x="507492" y="3262122"/>
                  </a:lnTo>
                  <a:lnTo>
                    <a:pt x="498348" y="3265170"/>
                  </a:lnTo>
                  <a:lnTo>
                    <a:pt x="507492" y="3291840"/>
                  </a:lnTo>
                  <a:lnTo>
                    <a:pt x="516636" y="3288792"/>
                  </a:lnTo>
                  <a:close/>
                </a:path>
                <a:path w="923289" h="4498975">
                  <a:moveTo>
                    <a:pt x="525780" y="777240"/>
                  </a:moveTo>
                  <a:lnTo>
                    <a:pt x="517398" y="772668"/>
                  </a:lnTo>
                  <a:lnTo>
                    <a:pt x="504444" y="797814"/>
                  </a:lnTo>
                  <a:lnTo>
                    <a:pt x="512826" y="802386"/>
                  </a:lnTo>
                  <a:lnTo>
                    <a:pt x="525780" y="777240"/>
                  </a:lnTo>
                  <a:close/>
                </a:path>
                <a:path w="923289" h="4498975">
                  <a:moveTo>
                    <a:pt x="528828" y="3325368"/>
                  </a:moveTo>
                  <a:lnTo>
                    <a:pt x="519684" y="3297936"/>
                  </a:lnTo>
                  <a:lnTo>
                    <a:pt x="510540" y="3300984"/>
                  </a:lnTo>
                  <a:lnTo>
                    <a:pt x="519684" y="3328416"/>
                  </a:lnTo>
                  <a:lnTo>
                    <a:pt x="528828" y="3325368"/>
                  </a:lnTo>
                  <a:close/>
                </a:path>
                <a:path w="923289" h="4498975">
                  <a:moveTo>
                    <a:pt x="541020" y="3361182"/>
                  </a:moveTo>
                  <a:lnTo>
                    <a:pt x="531876" y="3334512"/>
                  </a:lnTo>
                  <a:lnTo>
                    <a:pt x="522732" y="3337560"/>
                  </a:lnTo>
                  <a:lnTo>
                    <a:pt x="531876" y="3364230"/>
                  </a:lnTo>
                  <a:lnTo>
                    <a:pt x="541020" y="3361182"/>
                  </a:lnTo>
                  <a:close/>
                </a:path>
                <a:path w="923289" h="4498975">
                  <a:moveTo>
                    <a:pt x="543306" y="742950"/>
                  </a:moveTo>
                  <a:lnTo>
                    <a:pt x="534924" y="738378"/>
                  </a:lnTo>
                  <a:lnTo>
                    <a:pt x="521970" y="764286"/>
                  </a:lnTo>
                  <a:lnTo>
                    <a:pt x="530352" y="768096"/>
                  </a:lnTo>
                  <a:lnTo>
                    <a:pt x="543306" y="742950"/>
                  </a:lnTo>
                  <a:close/>
                </a:path>
                <a:path w="923289" h="4498975">
                  <a:moveTo>
                    <a:pt x="553212" y="3396996"/>
                  </a:moveTo>
                  <a:lnTo>
                    <a:pt x="544068" y="3370326"/>
                  </a:lnTo>
                  <a:lnTo>
                    <a:pt x="534924" y="3373374"/>
                  </a:lnTo>
                  <a:lnTo>
                    <a:pt x="544068" y="3400044"/>
                  </a:lnTo>
                  <a:lnTo>
                    <a:pt x="553212" y="3396996"/>
                  </a:lnTo>
                  <a:close/>
                </a:path>
                <a:path w="923289" h="4498975">
                  <a:moveTo>
                    <a:pt x="560832" y="709422"/>
                  </a:moveTo>
                  <a:lnTo>
                    <a:pt x="552450" y="704850"/>
                  </a:lnTo>
                  <a:lnTo>
                    <a:pt x="539496" y="729996"/>
                  </a:lnTo>
                  <a:lnTo>
                    <a:pt x="547878" y="734568"/>
                  </a:lnTo>
                  <a:lnTo>
                    <a:pt x="560832" y="709422"/>
                  </a:lnTo>
                  <a:close/>
                </a:path>
                <a:path w="923289" h="4498975">
                  <a:moveTo>
                    <a:pt x="565404" y="3433572"/>
                  </a:moveTo>
                  <a:lnTo>
                    <a:pt x="556260" y="3406140"/>
                  </a:lnTo>
                  <a:lnTo>
                    <a:pt x="547116" y="3409188"/>
                  </a:lnTo>
                  <a:lnTo>
                    <a:pt x="556260" y="3436620"/>
                  </a:lnTo>
                  <a:lnTo>
                    <a:pt x="565404" y="3433572"/>
                  </a:lnTo>
                  <a:close/>
                </a:path>
                <a:path w="923289" h="4498975">
                  <a:moveTo>
                    <a:pt x="577596" y="3469386"/>
                  </a:moveTo>
                  <a:lnTo>
                    <a:pt x="568452" y="3442716"/>
                  </a:lnTo>
                  <a:lnTo>
                    <a:pt x="559308" y="3445764"/>
                  </a:lnTo>
                  <a:lnTo>
                    <a:pt x="568452" y="3472434"/>
                  </a:lnTo>
                  <a:lnTo>
                    <a:pt x="577596" y="3469386"/>
                  </a:lnTo>
                  <a:close/>
                </a:path>
                <a:path w="923289" h="4498975">
                  <a:moveTo>
                    <a:pt x="578358" y="675132"/>
                  </a:moveTo>
                  <a:lnTo>
                    <a:pt x="569976" y="670560"/>
                  </a:lnTo>
                  <a:lnTo>
                    <a:pt x="557022" y="696468"/>
                  </a:lnTo>
                  <a:lnTo>
                    <a:pt x="565404" y="700278"/>
                  </a:lnTo>
                  <a:lnTo>
                    <a:pt x="578358" y="675132"/>
                  </a:lnTo>
                  <a:close/>
                </a:path>
                <a:path w="923289" h="4498975">
                  <a:moveTo>
                    <a:pt x="589788" y="3505962"/>
                  </a:moveTo>
                  <a:lnTo>
                    <a:pt x="580644" y="3478530"/>
                  </a:lnTo>
                  <a:lnTo>
                    <a:pt x="571500" y="3481578"/>
                  </a:lnTo>
                  <a:lnTo>
                    <a:pt x="580644" y="3509010"/>
                  </a:lnTo>
                  <a:lnTo>
                    <a:pt x="589788" y="3505962"/>
                  </a:lnTo>
                  <a:close/>
                </a:path>
                <a:path w="923289" h="4498975">
                  <a:moveTo>
                    <a:pt x="595884" y="641604"/>
                  </a:moveTo>
                  <a:lnTo>
                    <a:pt x="587502" y="637032"/>
                  </a:lnTo>
                  <a:lnTo>
                    <a:pt x="573786" y="662178"/>
                  </a:lnTo>
                  <a:lnTo>
                    <a:pt x="582930" y="666750"/>
                  </a:lnTo>
                  <a:lnTo>
                    <a:pt x="595884" y="641604"/>
                  </a:lnTo>
                  <a:close/>
                </a:path>
                <a:path w="923289" h="4498975">
                  <a:moveTo>
                    <a:pt x="601218" y="3541776"/>
                  </a:moveTo>
                  <a:lnTo>
                    <a:pt x="592836" y="3514344"/>
                  </a:lnTo>
                  <a:lnTo>
                    <a:pt x="583692" y="3517392"/>
                  </a:lnTo>
                  <a:lnTo>
                    <a:pt x="592836" y="3544824"/>
                  </a:lnTo>
                  <a:lnTo>
                    <a:pt x="601218" y="3541776"/>
                  </a:lnTo>
                  <a:close/>
                </a:path>
                <a:path w="923289" h="4498975">
                  <a:moveTo>
                    <a:pt x="613410" y="3577590"/>
                  </a:moveTo>
                  <a:lnTo>
                    <a:pt x="604266" y="3550920"/>
                  </a:lnTo>
                  <a:lnTo>
                    <a:pt x="595884" y="3553968"/>
                  </a:lnTo>
                  <a:lnTo>
                    <a:pt x="605028" y="3580638"/>
                  </a:lnTo>
                  <a:lnTo>
                    <a:pt x="613410" y="3577590"/>
                  </a:lnTo>
                  <a:close/>
                </a:path>
                <a:path w="923289" h="4498975">
                  <a:moveTo>
                    <a:pt x="613410" y="607314"/>
                  </a:moveTo>
                  <a:lnTo>
                    <a:pt x="604266" y="602742"/>
                  </a:lnTo>
                  <a:lnTo>
                    <a:pt x="591312" y="628650"/>
                  </a:lnTo>
                  <a:lnTo>
                    <a:pt x="599694" y="633222"/>
                  </a:lnTo>
                  <a:lnTo>
                    <a:pt x="613410" y="607314"/>
                  </a:lnTo>
                  <a:close/>
                </a:path>
                <a:path w="923289" h="4498975">
                  <a:moveTo>
                    <a:pt x="625602" y="3614166"/>
                  </a:moveTo>
                  <a:lnTo>
                    <a:pt x="616458" y="3586734"/>
                  </a:lnTo>
                  <a:lnTo>
                    <a:pt x="608076" y="3589782"/>
                  </a:lnTo>
                  <a:lnTo>
                    <a:pt x="617220" y="3617214"/>
                  </a:lnTo>
                  <a:lnTo>
                    <a:pt x="625602" y="3614166"/>
                  </a:lnTo>
                  <a:close/>
                </a:path>
                <a:path w="923289" h="4498975">
                  <a:moveTo>
                    <a:pt x="630174" y="573786"/>
                  </a:moveTo>
                  <a:lnTo>
                    <a:pt x="621792" y="569214"/>
                  </a:lnTo>
                  <a:lnTo>
                    <a:pt x="608838" y="594360"/>
                  </a:lnTo>
                  <a:lnTo>
                    <a:pt x="617220" y="598932"/>
                  </a:lnTo>
                  <a:lnTo>
                    <a:pt x="630174" y="573786"/>
                  </a:lnTo>
                  <a:close/>
                </a:path>
                <a:path w="923289" h="4498975">
                  <a:moveTo>
                    <a:pt x="637794" y="3649980"/>
                  </a:moveTo>
                  <a:lnTo>
                    <a:pt x="628650" y="3623310"/>
                  </a:lnTo>
                  <a:lnTo>
                    <a:pt x="620268" y="3626358"/>
                  </a:lnTo>
                  <a:lnTo>
                    <a:pt x="629412" y="3653028"/>
                  </a:lnTo>
                  <a:lnTo>
                    <a:pt x="637794" y="3649980"/>
                  </a:lnTo>
                  <a:close/>
                </a:path>
                <a:path w="923289" h="4498975">
                  <a:moveTo>
                    <a:pt x="647700" y="539496"/>
                  </a:moveTo>
                  <a:lnTo>
                    <a:pt x="639318" y="534924"/>
                  </a:lnTo>
                  <a:lnTo>
                    <a:pt x="626364" y="560832"/>
                  </a:lnTo>
                  <a:lnTo>
                    <a:pt x="634746" y="565404"/>
                  </a:lnTo>
                  <a:lnTo>
                    <a:pt x="647700" y="539496"/>
                  </a:lnTo>
                  <a:close/>
                </a:path>
                <a:path w="923289" h="4498975">
                  <a:moveTo>
                    <a:pt x="649986" y="3686556"/>
                  </a:moveTo>
                  <a:lnTo>
                    <a:pt x="640842" y="3659124"/>
                  </a:lnTo>
                  <a:lnTo>
                    <a:pt x="632460" y="3662172"/>
                  </a:lnTo>
                  <a:lnTo>
                    <a:pt x="640842" y="3689604"/>
                  </a:lnTo>
                  <a:lnTo>
                    <a:pt x="649986" y="3686556"/>
                  </a:lnTo>
                  <a:close/>
                </a:path>
                <a:path w="923289" h="4498975">
                  <a:moveTo>
                    <a:pt x="662178" y="3722370"/>
                  </a:moveTo>
                  <a:lnTo>
                    <a:pt x="653034" y="3694938"/>
                  </a:lnTo>
                  <a:lnTo>
                    <a:pt x="643890" y="3697986"/>
                  </a:lnTo>
                  <a:lnTo>
                    <a:pt x="653034" y="3725418"/>
                  </a:lnTo>
                  <a:lnTo>
                    <a:pt x="662178" y="3722370"/>
                  </a:lnTo>
                  <a:close/>
                </a:path>
                <a:path w="923289" h="4498975">
                  <a:moveTo>
                    <a:pt x="665226" y="505968"/>
                  </a:moveTo>
                  <a:lnTo>
                    <a:pt x="656844" y="501396"/>
                  </a:lnTo>
                  <a:lnTo>
                    <a:pt x="643890" y="526542"/>
                  </a:lnTo>
                  <a:lnTo>
                    <a:pt x="652272" y="531114"/>
                  </a:lnTo>
                  <a:lnTo>
                    <a:pt x="665226" y="505968"/>
                  </a:lnTo>
                  <a:close/>
                </a:path>
                <a:path w="923289" h="4498975">
                  <a:moveTo>
                    <a:pt x="674370" y="3758184"/>
                  </a:moveTo>
                  <a:lnTo>
                    <a:pt x="665226" y="3731514"/>
                  </a:lnTo>
                  <a:lnTo>
                    <a:pt x="656082" y="3734562"/>
                  </a:lnTo>
                  <a:lnTo>
                    <a:pt x="665226" y="3761232"/>
                  </a:lnTo>
                  <a:lnTo>
                    <a:pt x="674370" y="3758184"/>
                  </a:lnTo>
                  <a:close/>
                </a:path>
                <a:path w="923289" h="4498975">
                  <a:moveTo>
                    <a:pt x="682752" y="471678"/>
                  </a:moveTo>
                  <a:lnTo>
                    <a:pt x="674370" y="467868"/>
                  </a:lnTo>
                  <a:lnTo>
                    <a:pt x="661416" y="493014"/>
                  </a:lnTo>
                  <a:lnTo>
                    <a:pt x="669798" y="497586"/>
                  </a:lnTo>
                  <a:lnTo>
                    <a:pt x="682752" y="471678"/>
                  </a:lnTo>
                  <a:close/>
                </a:path>
                <a:path w="923289" h="4498975">
                  <a:moveTo>
                    <a:pt x="686562" y="3794760"/>
                  </a:moveTo>
                  <a:lnTo>
                    <a:pt x="677418" y="3767328"/>
                  </a:lnTo>
                  <a:lnTo>
                    <a:pt x="668274" y="3770376"/>
                  </a:lnTo>
                  <a:lnTo>
                    <a:pt x="677418" y="3797808"/>
                  </a:lnTo>
                  <a:lnTo>
                    <a:pt x="686562" y="3794760"/>
                  </a:lnTo>
                  <a:close/>
                </a:path>
                <a:path w="923289" h="4498975">
                  <a:moveTo>
                    <a:pt x="698754" y="3830574"/>
                  </a:moveTo>
                  <a:lnTo>
                    <a:pt x="689610" y="3803904"/>
                  </a:lnTo>
                  <a:lnTo>
                    <a:pt x="680466" y="3806952"/>
                  </a:lnTo>
                  <a:lnTo>
                    <a:pt x="689610" y="3833622"/>
                  </a:lnTo>
                  <a:lnTo>
                    <a:pt x="698754" y="3830574"/>
                  </a:lnTo>
                  <a:close/>
                </a:path>
                <a:path w="923289" h="4498975">
                  <a:moveTo>
                    <a:pt x="700278" y="438150"/>
                  </a:moveTo>
                  <a:lnTo>
                    <a:pt x="691896" y="433578"/>
                  </a:lnTo>
                  <a:lnTo>
                    <a:pt x="678180" y="458724"/>
                  </a:lnTo>
                  <a:lnTo>
                    <a:pt x="687324" y="463296"/>
                  </a:lnTo>
                  <a:lnTo>
                    <a:pt x="700278" y="438150"/>
                  </a:lnTo>
                  <a:close/>
                </a:path>
                <a:path w="923289" h="4498975">
                  <a:moveTo>
                    <a:pt x="710946" y="3866388"/>
                  </a:moveTo>
                  <a:lnTo>
                    <a:pt x="701802" y="3839718"/>
                  </a:lnTo>
                  <a:lnTo>
                    <a:pt x="692658" y="3842766"/>
                  </a:lnTo>
                  <a:lnTo>
                    <a:pt x="701802" y="3869436"/>
                  </a:lnTo>
                  <a:lnTo>
                    <a:pt x="710946" y="3866388"/>
                  </a:lnTo>
                  <a:close/>
                </a:path>
                <a:path w="923289" h="4498975">
                  <a:moveTo>
                    <a:pt x="717804" y="403860"/>
                  </a:moveTo>
                  <a:lnTo>
                    <a:pt x="708660" y="400050"/>
                  </a:lnTo>
                  <a:lnTo>
                    <a:pt x="695706" y="425196"/>
                  </a:lnTo>
                  <a:lnTo>
                    <a:pt x="704088" y="429768"/>
                  </a:lnTo>
                  <a:lnTo>
                    <a:pt x="717804" y="403860"/>
                  </a:lnTo>
                  <a:close/>
                </a:path>
                <a:path w="923289" h="4498975">
                  <a:moveTo>
                    <a:pt x="723138" y="3902964"/>
                  </a:moveTo>
                  <a:lnTo>
                    <a:pt x="713994" y="3875532"/>
                  </a:lnTo>
                  <a:lnTo>
                    <a:pt x="704850" y="3878580"/>
                  </a:lnTo>
                  <a:lnTo>
                    <a:pt x="713994" y="3906012"/>
                  </a:lnTo>
                  <a:lnTo>
                    <a:pt x="723138" y="3902964"/>
                  </a:lnTo>
                  <a:close/>
                </a:path>
                <a:path w="923289" h="4498975">
                  <a:moveTo>
                    <a:pt x="734568" y="370332"/>
                  </a:moveTo>
                  <a:lnTo>
                    <a:pt x="726186" y="365760"/>
                  </a:lnTo>
                  <a:lnTo>
                    <a:pt x="713232" y="390906"/>
                  </a:lnTo>
                  <a:lnTo>
                    <a:pt x="721614" y="395478"/>
                  </a:lnTo>
                  <a:lnTo>
                    <a:pt x="734568" y="370332"/>
                  </a:lnTo>
                  <a:close/>
                </a:path>
                <a:path w="923289" h="4498975">
                  <a:moveTo>
                    <a:pt x="735330" y="3938778"/>
                  </a:moveTo>
                  <a:lnTo>
                    <a:pt x="726186" y="3912108"/>
                  </a:lnTo>
                  <a:lnTo>
                    <a:pt x="717042" y="3915156"/>
                  </a:lnTo>
                  <a:lnTo>
                    <a:pt x="726186" y="3941826"/>
                  </a:lnTo>
                  <a:lnTo>
                    <a:pt x="735330" y="3938778"/>
                  </a:lnTo>
                  <a:close/>
                </a:path>
                <a:path w="923289" h="4498975">
                  <a:moveTo>
                    <a:pt x="747522" y="3975354"/>
                  </a:moveTo>
                  <a:lnTo>
                    <a:pt x="738378" y="3947922"/>
                  </a:lnTo>
                  <a:lnTo>
                    <a:pt x="729234" y="3950970"/>
                  </a:lnTo>
                  <a:lnTo>
                    <a:pt x="738378" y="3978402"/>
                  </a:lnTo>
                  <a:lnTo>
                    <a:pt x="747522" y="3975354"/>
                  </a:lnTo>
                  <a:close/>
                </a:path>
                <a:path w="923289" h="4498975">
                  <a:moveTo>
                    <a:pt x="752094" y="336042"/>
                  </a:moveTo>
                  <a:lnTo>
                    <a:pt x="743712" y="332232"/>
                  </a:lnTo>
                  <a:lnTo>
                    <a:pt x="730758" y="357378"/>
                  </a:lnTo>
                  <a:lnTo>
                    <a:pt x="739140" y="361950"/>
                  </a:lnTo>
                  <a:lnTo>
                    <a:pt x="752094" y="336042"/>
                  </a:lnTo>
                  <a:close/>
                </a:path>
                <a:path w="923289" h="4498975">
                  <a:moveTo>
                    <a:pt x="759714" y="4011168"/>
                  </a:moveTo>
                  <a:lnTo>
                    <a:pt x="750570" y="3983736"/>
                  </a:lnTo>
                  <a:lnTo>
                    <a:pt x="741426" y="3986784"/>
                  </a:lnTo>
                  <a:lnTo>
                    <a:pt x="750570" y="4014216"/>
                  </a:lnTo>
                  <a:lnTo>
                    <a:pt x="759714" y="4011168"/>
                  </a:lnTo>
                  <a:close/>
                </a:path>
                <a:path w="923289" h="4498975">
                  <a:moveTo>
                    <a:pt x="769620" y="302514"/>
                  </a:moveTo>
                  <a:lnTo>
                    <a:pt x="761238" y="297942"/>
                  </a:lnTo>
                  <a:lnTo>
                    <a:pt x="748284" y="323088"/>
                  </a:lnTo>
                  <a:lnTo>
                    <a:pt x="756666" y="327660"/>
                  </a:lnTo>
                  <a:lnTo>
                    <a:pt x="769620" y="302514"/>
                  </a:lnTo>
                  <a:close/>
                </a:path>
                <a:path w="923289" h="4498975">
                  <a:moveTo>
                    <a:pt x="771906" y="4046982"/>
                  </a:moveTo>
                  <a:lnTo>
                    <a:pt x="762762" y="4020312"/>
                  </a:lnTo>
                  <a:lnTo>
                    <a:pt x="753618" y="4023360"/>
                  </a:lnTo>
                  <a:lnTo>
                    <a:pt x="762762" y="4050030"/>
                  </a:lnTo>
                  <a:lnTo>
                    <a:pt x="771906" y="4046982"/>
                  </a:lnTo>
                  <a:close/>
                </a:path>
                <a:path w="923289" h="4498975">
                  <a:moveTo>
                    <a:pt x="784098" y="4083558"/>
                  </a:moveTo>
                  <a:lnTo>
                    <a:pt x="774954" y="4056126"/>
                  </a:lnTo>
                  <a:lnTo>
                    <a:pt x="765810" y="4059174"/>
                  </a:lnTo>
                  <a:lnTo>
                    <a:pt x="774954" y="4086606"/>
                  </a:lnTo>
                  <a:lnTo>
                    <a:pt x="784098" y="4083558"/>
                  </a:lnTo>
                  <a:close/>
                </a:path>
                <a:path w="923289" h="4498975">
                  <a:moveTo>
                    <a:pt x="787146" y="268224"/>
                  </a:moveTo>
                  <a:lnTo>
                    <a:pt x="778764" y="264414"/>
                  </a:lnTo>
                  <a:lnTo>
                    <a:pt x="765810" y="289560"/>
                  </a:lnTo>
                  <a:lnTo>
                    <a:pt x="774192" y="294132"/>
                  </a:lnTo>
                  <a:lnTo>
                    <a:pt x="787146" y="268224"/>
                  </a:lnTo>
                  <a:close/>
                </a:path>
                <a:path w="923289" h="4498975">
                  <a:moveTo>
                    <a:pt x="796290" y="4119372"/>
                  </a:moveTo>
                  <a:lnTo>
                    <a:pt x="787146" y="4092702"/>
                  </a:lnTo>
                  <a:lnTo>
                    <a:pt x="778002" y="4095750"/>
                  </a:lnTo>
                  <a:lnTo>
                    <a:pt x="787146" y="4122420"/>
                  </a:lnTo>
                  <a:lnTo>
                    <a:pt x="796290" y="4119372"/>
                  </a:lnTo>
                  <a:close/>
                </a:path>
                <a:path w="923289" h="4498975">
                  <a:moveTo>
                    <a:pt x="804672" y="234696"/>
                  </a:moveTo>
                  <a:lnTo>
                    <a:pt x="796290" y="230124"/>
                  </a:lnTo>
                  <a:lnTo>
                    <a:pt x="782574" y="256032"/>
                  </a:lnTo>
                  <a:lnTo>
                    <a:pt x="791718" y="259842"/>
                  </a:lnTo>
                  <a:lnTo>
                    <a:pt x="804672" y="234696"/>
                  </a:lnTo>
                  <a:close/>
                </a:path>
                <a:path w="923289" h="4498975">
                  <a:moveTo>
                    <a:pt x="808482" y="4155948"/>
                  </a:moveTo>
                  <a:lnTo>
                    <a:pt x="799338" y="4128516"/>
                  </a:lnTo>
                  <a:lnTo>
                    <a:pt x="790194" y="4131564"/>
                  </a:lnTo>
                  <a:lnTo>
                    <a:pt x="799338" y="4158996"/>
                  </a:lnTo>
                  <a:lnTo>
                    <a:pt x="808482" y="4155948"/>
                  </a:lnTo>
                  <a:close/>
                </a:path>
                <a:path w="923289" h="4498975">
                  <a:moveTo>
                    <a:pt x="820674" y="4191762"/>
                  </a:moveTo>
                  <a:lnTo>
                    <a:pt x="811530" y="4164330"/>
                  </a:lnTo>
                  <a:lnTo>
                    <a:pt x="802386" y="4167378"/>
                  </a:lnTo>
                  <a:lnTo>
                    <a:pt x="811530" y="4194810"/>
                  </a:lnTo>
                  <a:lnTo>
                    <a:pt x="820674" y="4191762"/>
                  </a:lnTo>
                  <a:close/>
                </a:path>
                <a:path w="923289" h="4498975">
                  <a:moveTo>
                    <a:pt x="822198" y="200406"/>
                  </a:moveTo>
                  <a:lnTo>
                    <a:pt x="813054" y="196596"/>
                  </a:lnTo>
                  <a:lnTo>
                    <a:pt x="800100" y="221742"/>
                  </a:lnTo>
                  <a:lnTo>
                    <a:pt x="808482" y="226314"/>
                  </a:lnTo>
                  <a:lnTo>
                    <a:pt x="822198" y="200406"/>
                  </a:lnTo>
                  <a:close/>
                </a:path>
                <a:path w="923289" h="4498975">
                  <a:moveTo>
                    <a:pt x="832866" y="4227576"/>
                  </a:moveTo>
                  <a:lnTo>
                    <a:pt x="823722" y="4200906"/>
                  </a:lnTo>
                  <a:lnTo>
                    <a:pt x="814578" y="4203954"/>
                  </a:lnTo>
                  <a:lnTo>
                    <a:pt x="823722" y="4230624"/>
                  </a:lnTo>
                  <a:lnTo>
                    <a:pt x="832866" y="4227576"/>
                  </a:lnTo>
                  <a:close/>
                </a:path>
                <a:path w="923289" h="4498975">
                  <a:moveTo>
                    <a:pt x="838962" y="166878"/>
                  </a:moveTo>
                  <a:lnTo>
                    <a:pt x="830580" y="162306"/>
                  </a:lnTo>
                  <a:lnTo>
                    <a:pt x="817626" y="188214"/>
                  </a:lnTo>
                  <a:lnTo>
                    <a:pt x="826008" y="192024"/>
                  </a:lnTo>
                  <a:lnTo>
                    <a:pt x="838962" y="166878"/>
                  </a:lnTo>
                  <a:close/>
                </a:path>
                <a:path w="923289" h="4498975">
                  <a:moveTo>
                    <a:pt x="845058" y="4264152"/>
                  </a:moveTo>
                  <a:lnTo>
                    <a:pt x="835914" y="4236720"/>
                  </a:lnTo>
                  <a:lnTo>
                    <a:pt x="826770" y="4239768"/>
                  </a:lnTo>
                  <a:lnTo>
                    <a:pt x="835914" y="4267200"/>
                  </a:lnTo>
                  <a:lnTo>
                    <a:pt x="845058" y="4264152"/>
                  </a:lnTo>
                  <a:close/>
                </a:path>
                <a:path w="923289" h="4498975">
                  <a:moveTo>
                    <a:pt x="856488" y="132588"/>
                  </a:moveTo>
                  <a:lnTo>
                    <a:pt x="848106" y="128778"/>
                  </a:lnTo>
                  <a:lnTo>
                    <a:pt x="835152" y="153924"/>
                  </a:lnTo>
                  <a:lnTo>
                    <a:pt x="843534" y="158496"/>
                  </a:lnTo>
                  <a:lnTo>
                    <a:pt x="856488" y="132588"/>
                  </a:lnTo>
                  <a:close/>
                </a:path>
                <a:path w="923289" h="4498975">
                  <a:moveTo>
                    <a:pt x="857250" y="4299966"/>
                  </a:moveTo>
                  <a:lnTo>
                    <a:pt x="848106" y="4273296"/>
                  </a:lnTo>
                  <a:lnTo>
                    <a:pt x="838962" y="4276344"/>
                  </a:lnTo>
                  <a:lnTo>
                    <a:pt x="848106" y="4303014"/>
                  </a:lnTo>
                  <a:lnTo>
                    <a:pt x="857250" y="4299966"/>
                  </a:lnTo>
                  <a:close/>
                </a:path>
                <a:path w="923289" h="4498975">
                  <a:moveTo>
                    <a:pt x="869442" y="4335780"/>
                  </a:moveTo>
                  <a:lnTo>
                    <a:pt x="860298" y="4309110"/>
                  </a:lnTo>
                  <a:lnTo>
                    <a:pt x="851154" y="4312158"/>
                  </a:lnTo>
                  <a:lnTo>
                    <a:pt x="860298" y="4338828"/>
                  </a:lnTo>
                  <a:lnTo>
                    <a:pt x="869442" y="4335780"/>
                  </a:lnTo>
                  <a:close/>
                </a:path>
                <a:path w="923289" h="4498975">
                  <a:moveTo>
                    <a:pt x="874014" y="99060"/>
                  </a:moveTo>
                  <a:lnTo>
                    <a:pt x="865632" y="94488"/>
                  </a:lnTo>
                  <a:lnTo>
                    <a:pt x="852678" y="120396"/>
                  </a:lnTo>
                  <a:lnTo>
                    <a:pt x="861060" y="124206"/>
                  </a:lnTo>
                  <a:lnTo>
                    <a:pt x="874014" y="99060"/>
                  </a:lnTo>
                  <a:close/>
                </a:path>
                <a:path w="923289" h="4498975">
                  <a:moveTo>
                    <a:pt x="881634" y="4372356"/>
                  </a:moveTo>
                  <a:lnTo>
                    <a:pt x="872490" y="4344924"/>
                  </a:lnTo>
                  <a:lnTo>
                    <a:pt x="863346" y="4347972"/>
                  </a:lnTo>
                  <a:lnTo>
                    <a:pt x="872490" y="4375404"/>
                  </a:lnTo>
                  <a:lnTo>
                    <a:pt x="881634" y="4372356"/>
                  </a:lnTo>
                  <a:close/>
                </a:path>
                <a:path w="923289" h="4498975">
                  <a:moveTo>
                    <a:pt x="891540" y="64770"/>
                  </a:moveTo>
                  <a:lnTo>
                    <a:pt x="883158" y="60960"/>
                  </a:lnTo>
                  <a:lnTo>
                    <a:pt x="870204" y="86106"/>
                  </a:lnTo>
                  <a:lnTo>
                    <a:pt x="878586" y="90678"/>
                  </a:lnTo>
                  <a:lnTo>
                    <a:pt x="891540" y="64770"/>
                  </a:lnTo>
                  <a:close/>
                </a:path>
                <a:path w="923289" h="4498975">
                  <a:moveTo>
                    <a:pt x="893826" y="4408170"/>
                  </a:moveTo>
                  <a:lnTo>
                    <a:pt x="884682" y="4381500"/>
                  </a:lnTo>
                  <a:lnTo>
                    <a:pt x="875538" y="4384548"/>
                  </a:lnTo>
                  <a:lnTo>
                    <a:pt x="884682" y="4411218"/>
                  </a:lnTo>
                  <a:lnTo>
                    <a:pt x="893826" y="4408170"/>
                  </a:lnTo>
                  <a:close/>
                </a:path>
                <a:path w="923289" h="4498975">
                  <a:moveTo>
                    <a:pt x="906018" y="4444746"/>
                  </a:moveTo>
                  <a:lnTo>
                    <a:pt x="896874" y="4417314"/>
                  </a:lnTo>
                  <a:lnTo>
                    <a:pt x="887730" y="4420362"/>
                  </a:lnTo>
                  <a:lnTo>
                    <a:pt x="896874" y="4447794"/>
                  </a:lnTo>
                  <a:lnTo>
                    <a:pt x="906018" y="4444746"/>
                  </a:lnTo>
                  <a:close/>
                </a:path>
                <a:path w="923289" h="4498975">
                  <a:moveTo>
                    <a:pt x="909066" y="31242"/>
                  </a:moveTo>
                  <a:lnTo>
                    <a:pt x="900684" y="26670"/>
                  </a:lnTo>
                  <a:lnTo>
                    <a:pt x="886968" y="52578"/>
                  </a:lnTo>
                  <a:lnTo>
                    <a:pt x="896112" y="56388"/>
                  </a:lnTo>
                  <a:lnTo>
                    <a:pt x="909066" y="31242"/>
                  </a:lnTo>
                  <a:close/>
                </a:path>
                <a:path w="923289" h="4498975">
                  <a:moveTo>
                    <a:pt x="917448" y="4480560"/>
                  </a:moveTo>
                  <a:lnTo>
                    <a:pt x="909066" y="4453128"/>
                  </a:lnTo>
                  <a:lnTo>
                    <a:pt x="899922" y="4456176"/>
                  </a:lnTo>
                  <a:lnTo>
                    <a:pt x="909066" y="4483608"/>
                  </a:lnTo>
                  <a:lnTo>
                    <a:pt x="917448" y="4480560"/>
                  </a:lnTo>
                  <a:close/>
                </a:path>
                <a:path w="923289" h="4498975">
                  <a:moveTo>
                    <a:pt x="922782" y="4495800"/>
                  </a:moveTo>
                  <a:lnTo>
                    <a:pt x="920496" y="4489704"/>
                  </a:lnTo>
                  <a:lnTo>
                    <a:pt x="912114" y="4492752"/>
                  </a:lnTo>
                  <a:lnTo>
                    <a:pt x="914400" y="4498848"/>
                  </a:lnTo>
                  <a:lnTo>
                    <a:pt x="922782" y="4495800"/>
                  </a:lnTo>
                  <a:close/>
                </a:path>
                <a:path w="923289" h="4498975">
                  <a:moveTo>
                    <a:pt x="922782" y="3810"/>
                  </a:moveTo>
                  <a:lnTo>
                    <a:pt x="914400" y="0"/>
                  </a:lnTo>
                  <a:lnTo>
                    <a:pt x="904494" y="18288"/>
                  </a:lnTo>
                  <a:lnTo>
                    <a:pt x="912876" y="22860"/>
                  </a:lnTo>
                  <a:lnTo>
                    <a:pt x="922782" y="3810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48227" y="1988057"/>
            <a:ext cx="5877560" cy="4535805"/>
          </a:xfrm>
          <a:custGeom>
            <a:avLst/>
            <a:gdLst/>
            <a:ahLst/>
            <a:cxnLst/>
            <a:rect l="l" t="t" r="r" b="b"/>
            <a:pathLst>
              <a:path w="5877559" h="4535805">
                <a:moveTo>
                  <a:pt x="5877306" y="4533138"/>
                </a:moveTo>
                <a:lnTo>
                  <a:pt x="5877306" y="2285"/>
                </a:lnTo>
                <a:lnTo>
                  <a:pt x="5875020" y="0"/>
                </a:lnTo>
                <a:lnTo>
                  <a:pt x="2285" y="0"/>
                </a:lnTo>
                <a:lnTo>
                  <a:pt x="0" y="2286"/>
                </a:lnTo>
                <a:lnTo>
                  <a:pt x="0" y="4533138"/>
                </a:lnTo>
                <a:lnTo>
                  <a:pt x="2286" y="4535424"/>
                </a:lnTo>
                <a:lnTo>
                  <a:pt x="4572" y="4535424"/>
                </a:lnTo>
                <a:lnTo>
                  <a:pt x="4572" y="9906"/>
                </a:lnTo>
                <a:lnTo>
                  <a:pt x="9905" y="4572"/>
                </a:lnTo>
                <a:lnTo>
                  <a:pt x="9905" y="9906"/>
                </a:lnTo>
                <a:lnTo>
                  <a:pt x="5867400" y="9905"/>
                </a:lnTo>
                <a:lnTo>
                  <a:pt x="5867400" y="4571"/>
                </a:lnTo>
                <a:lnTo>
                  <a:pt x="5871972" y="9905"/>
                </a:lnTo>
                <a:lnTo>
                  <a:pt x="5871972" y="4535424"/>
                </a:lnTo>
                <a:lnTo>
                  <a:pt x="5875020" y="4535424"/>
                </a:lnTo>
                <a:lnTo>
                  <a:pt x="5877306" y="4533138"/>
                </a:lnTo>
                <a:close/>
              </a:path>
              <a:path w="5877559" h="4535805">
                <a:moveTo>
                  <a:pt x="9905" y="9906"/>
                </a:moveTo>
                <a:lnTo>
                  <a:pt x="9905" y="4572"/>
                </a:lnTo>
                <a:lnTo>
                  <a:pt x="4572" y="9906"/>
                </a:lnTo>
                <a:lnTo>
                  <a:pt x="9905" y="9906"/>
                </a:lnTo>
                <a:close/>
              </a:path>
              <a:path w="5877559" h="4535805">
                <a:moveTo>
                  <a:pt x="9905" y="4526280"/>
                </a:moveTo>
                <a:lnTo>
                  <a:pt x="9905" y="9906"/>
                </a:lnTo>
                <a:lnTo>
                  <a:pt x="4572" y="9906"/>
                </a:lnTo>
                <a:lnTo>
                  <a:pt x="4572" y="4526280"/>
                </a:lnTo>
                <a:lnTo>
                  <a:pt x="9905" y="4526280"/>
                </a:lnTo>
                <a:close/>
              </a:path>
              <a:path w="5877559" h="4535805">
                <a:moveTo>
                  <a:pt x="5871972" y="4526280"/>
                </a:moveTo>
                <a:lnTo>
                  <a:pt x="4572" y="4526280"/>
                </a:lnTo>
                <a:lnTo>
                  <a:pt x="9905" y="4530852"/>
                </a:lnTo>
                <a:lnTo>
                  <a:pt x="9905" y="4535424"/>
                </a:lnTo>
                <a:lnTo>
                  <a:pt x="5867400" y="4535424"/>
                </a:lnTo>
                <a:lnTo>
                  <a:pt x="5867400" y="4530852"/>
                </a:lnTo>
                <a:lnTo>
                  <a:pt x="5871972" y="4526280"/>
                </a:lnTo>
                <a:close/>
              </a:path>
              <a:path w="5877559" h="4535805">
                <a:moveTo>
                  <a:pt x="9905" y="4535424"/>
                </a:moveTo>
                <a:lnTo>
                  <a:pt x="9905" y="4530852"/>
                </a:lnTo>
                <a:lnTo>
                  <a:pt x="4572" y="4526280"/>
                </a:lnTo>
                <a:lnTo>
                  <a:pt x="4572" y="4535424"/>
                </a:lnTo>
                <a:lnTo>
                  <a:pt x="9905" y="4535424"/>
                </a:lnTo>
                <a:close/>
              </a:path>
              <a:path w="5877559" h="4535805">
                <a:moveTo>
                  <a:pt x="5871972" y="9905"/>
                </a:moveTo>
                <a:lnTo>
                  <a:pt x="5867400" y="4571"/>
                </a:lnTo>
                <a:lnTo>
                  <a:pt x="5867400" y="9905"/>
                </a:lnTo>
                <a:lnTo>
                  <a:pt x="5871972" y="9905"/>
                </a:lnTo>
                <a:close/>
              </a:path>
              <a:path w="5877559" h="4535805">
                <a:moveTo>
                  <a:pt x="5871972" y="4526280"/>
                </a:moveTo>
                <a:lnTo>
                  <a:pt x="5871972" y="9905"/>
                </a:lnTo>
                <a:lnTo>
                  <a:pt x="5867400" y="9905"/>
                </a:lnTo>
                <a:lnTo>
                  <a:pt x="5867400" y="4526280"/>
                </a:lnTo>
                <a:lnTo>
                  <a:pt x="5871972" y="4526280"/>
                </a:lnTo>
                <a:close/>
              </a:path>
              <a:path w="5877559" h="4535805">
                <a:moveTo>
                  <a:pt x="5871972" y="4535424"/>
                </a:moveTo>
                <a:lnTo>
                  <a:pt x="5871972" y="4526280"/>
                </a:lnTo>
                <a:lnTo>
                  <a:pt x="5867400" y="4530852"/>
                </a:lnTo>
                <a:lnTo>
                  <a:pt x="5867400" y="4535424"/>
                </a:lnTo>
                <a:lnTo>
                  <a:pt x="5871972" y="453542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1550035">
              <a:lnSpc>
                <a:spcPct val="100000"/>
              </a:lnSpc>
              <a:spcBef>
                <a:spcPts val="95"/>
              </a:spcBef>
            </a:pPr>
            <a:r>
              <a:rPr dirty="0"/>
              <a:t>Middleware</a:t>
            </a:r>
            <a:r>
              <a:rPr spc="-135" dirty="0"/>
              <a:t> </a:t>
            </a:r>
            <a:r>
              <a:rPr dirty="0"/>
              <a:t>for</a:t>
            </a:r>
            <a:r>
              <a:rPr spc="-135" dirty="0"/>
              <a:t> </a:t>
            </a:r>
            <a:r>
              <a:rPr spc="-10" dirty="0"/>
              <a:t>Clouds</a:t>
            </a:r>
          </a:p>
        </p:txBody>
      </p:sp>
      <p:sp>
        <p:nvSpPr>
          <p:cNvPr id="74" name="object 7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3431540" y="2014982"/>
            <a:ext cx="5306695" cy="3477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Management</a:t>
            </a:r>
            <a:r>
              <a:rPr sz="32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platforms</a:t>
            </a:r>
            <a:r>
              <a:rPr sz="32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7E7E7E"/>
                </a:solidFill>
                <a:latin typeface="Arial MT"/>
                <a:cs typeface="Arial MT"/>
              </a:rPr>
              <a:t>that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enable:</a:t>
            </a:r>
            <a:endParaRPr sz="32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685"/>
              </a:spcBef>
              <a:buFont typeface="Wingdings"/>
              <a:buChar char=""/>
              <a:tabLst>
                <a:tab pos="755015" algn="l"/>
              </a:tabLst>
            </a:pP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Resource</a:t>
            </a:r>
            <a:r>
              <a:rPr sz="2800" spc="-1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Arial MT"/>
                <a:cs typeface="Arial MT"/>
              </a:rPr>
              <a:t>Management</a:t>
            </a:r>
            <a:endParaRPr sz="28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755015" algn="l"/>
              </a:tabLst>
            </a:pPr>
            <a:r>
              <a:rPr sz="2800" spc="-10" dirty="0">
                <a:solidFill>
                  <a:srgbClr val="7E7E7E"/>
                </a:solidFill>
                <a:latin typeface="Arial MT"/>
                <a:cs typeface="Arial MT"/>
              </a:rPr>
              <a:t>Monitoring</a:t>
            </a:r>
            <a:endParaRPr sz="28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755015" algn="l"/>
              </a:tabLst>
            </a:pPr>
            <a:r>
              <a:rPr sz="2800" spc="-10" dirty="0">
                <a:solidFill>
                  <a:srgbClr val="7E7E7E"/>
                </a:solidFill>
                <a:latin typeface="Arial MT"/>
                <a:cs typeface="Arial MT"/>
              </a:rPr>
              <a:t>Provisioning</a:t>
            </a:r>
            <a:endParaRPr sz="2800">
              <a:latin typeface="Arial MT"/>
              <a:cs typeface="Arial MT"/>
            </a:endParaRPr>
          </a:p>
          <a:p>
            <a:pPr marL="755650" marR="521970" lvl="1" indent="-285750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755650" algn="l"/>
              </a:tabLst>
            </a:pP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Identity</a:t>
            </a:r>
            <a:r>
              <a:rPr sz="2800" spc="-1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Management</a:t>
            </a:r>
            <a:r>
              <a:rPr sz="2800" spc="-1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7E7E7E"/>
                </a:solidFill>
                <a:latin typeface="Arial MT"/>
                <a:cs typeface="Arial MT"/>
              </a:rPr>
              <a:t>and </a:t>
            </a:r>
            <a:r>
              <a:rPr sz="2800" spc="-10" dirty="0">
                <a:solidFill>
                  <a:srgbClr val="7E7E7E"/>
                </a:solidFill>
                <a:latin typeface="Arial MT"/>
                <a:cs typeface="Arial MT"/>
              </a:rPr>
              <a:t>Security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38427" y="3210305"/>
            <a:ext cx="1305560" cy="2104390"/>
            <a:chOff x="1138427" y="3210305"/>
            <a:chExt cx="1305560" cy="21043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5308854"/>
              <a:ext cx="1223772" cy="7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5022342"/>
              <a:ext cx="71628" cy="2872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38428" y="5017770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5" y="4571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7"/>
                  </a:lnTo>
                  <a:lnTo>
                    <a:pt x="9144" y="71627"/>
                  </a:lnTo>
                  <a:lnTo>
                    <a:pt x="76200" y="4571"/>
                  </a:lnTo>
                  <a:lnTo>
                    <a:pt x="1293876" y="4571"/>
                  </a:lnTo>
                  <a:lnTo>
                    <a:pt x="1296924" y="1523"/>
                  </a:lnTo>
                  <a:lnTo>
                    <a:pt x="1300352" y="4571"/>
                  </a:lnTo>
                  <a:lnTo>
                    <a:pt x="1305305" y="4571"/>
                  </a:lnTo>
                  <a:close/>
                </a:path>
                <a:path w="1305560" h="296545">
                  <a:moveTo>
                    <a:pt x="9144" y="71627"/>
                  </a:moveTo>
                  <a:lnTo>
                    <a:pt x="4571" y="71627"/>
                  </a:lnTo>
                  <a:lnTo>
                    <a:pt x="4571" y="76200"/>
                  </a:lnTo>
                  <a:lnTo>
                    <a:pt x="9144" y="71627"/>
                  </a:lnTo>
                  <a:close/>
                </a:path>
                <a:path w="1305560" h="296545">
                  <a:moveTo>
                    <a:pt x="1235202" y="291845"/>
                  </a:moveTo>
                  <a:lnTo>
                    <a:pt x="4571" y="291845"/>
                  </a:lnTo>
                  <a:lnTo>
                    <a:pt x="4571" y="296418"/>
                  </a:lnTo>
                  <a:lnTo>
                    <a:pt x="1230629" y="296417"/>
                  </a:lnTo>
                  <a:lnTo>
                    <a:pt x="1235202" y="291845"/>
                  </a:lnTo>
                  <a:close/>
                </a:path>
                <a:path w="1305560" h="296545">
                  <a:moveTo>
                    <a:pt x="1303781" y="223265"/>
                  </a:moveTo>
                  <a:lnTo>
                    <a:pt x="1303781" y="7619"/>
                  </a:lnTo>
                  <a:lnTo>
                    <a:pt x="1299947" y="11454"/>
                  </a:lnTo>
                  <a:lnTo>
                    <a:pt x="1299209" y="220979"/>
                  </a:lnTo>
                  <a:lnTo>
                    <a:pt x="1229105" y="291083"/>
                  </a:lnTo>
                  <a:lnTo>
                    <a:pt x="76199" y="291804"/>
                  </a:lnTo>
                  <a:lnTo>
                    <a:pt x="1235202" y="291845"/>
                  </a:lnTo>
                  <a:lnTo>
                    <a:pt x="1303781" y="223265"/>
                  </a:lnTo>
                  <a:close/>
                </a:path>
                <a:path w="1305560" h="296545">
                  <a:moveTo>
                    <a:pt x="1300352" y="4571"/>
                  </a:moveTo>
                  <a:lnTo>
                    <a:pt x="1296924" y="1523"/>
                  </a:lnTo>
                  <a:lnTo>
                    <a:pt x="1293876" y="4571"/>
                  </a:lnTo>
                  <a:lnTo>
                    <a:pt x="1300352" y="4571"/>
                  </a:lnTo>
                  <a:close/>
                </a:path>
                <a:path w="1305560" h="296545">
                  <a:moveTo>
                    <a:pt x="1303781" y="7619"/>
                  </a:moveTo>
                  <a:lnTo>
                    <a:pt x="1300352" y="4571"/>
                  </a:lnTo>
                  <a:lnTo>
                    <a:pt x="1299947" y="4571"/>
                  </a:lnTo>
                  <a:lnTo>
                    <a:pt x="1299947" y="11430"/>
                  </a:lnTo>
                  <a:lnTo>
                    <a:pt x="1303781" y="7619"/>
                  </a:lnTo>
                  <a:close/>
                </a:path>
                <a:path w="1305560" h="296545">
                  <a:moveTo>
                    <a:pt x="1305305" y="221741"/>
                  </a:moveTo>
                  <a:lnTo>
                    <a:pt x="1305305" y="4571"/>
                  </a:lnTo>
                  <a:lnTo>
                    <a:pt x="1300352" y="4571"/>
                  </a:lnTo>
                  <a:lnTo>
                    <a:pt x="1303781" y="7619"/>
                  </a:lnTo>
                  <a:lnTo>
                    <a:pt x="1303781" y="223265"/>
                  </a:lnTo>
                  <a:lnTo>
                    <a:pt x="1305305" y="22174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2999" y="5093970"/>
              <a:ext cx="1223772" cy="2156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5022342"/>
              <a:ext cx="71627" cy="2872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5022342"/>
              <a:ext cx="1295400" cy="7162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38427" y="5017770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9304" y="9143"/>
                  </a:lnTo>
                  <a:lnTo>
                    <a:pt x="1296924" y="1523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60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60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6545">
                  <a:moveTo>
                    <a:pt x="1226803" y="287274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03" y="287274"/>
                  </a:lnTo>
                  <a:close/>
                </a:path>
                <a:path w="1305560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60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60" h="296545">
                  <a:moveTo>
                    <a:pt x="1226803" y="71644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44"/>
                  </a:lnTo>
                  <a:close/>
                </a:path>
                <a:path w="1305560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60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60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60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60" h="296545">
                  <a:moveTo>
                    <a:pt x="1232916" y="281096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803" y="287273"/>
                  </a:lnTo>
                  <a:lnTo>
                    <a:pt x="1232916" y="281096"/>
                  </a:lnTo>
                  <a:close/>
                </a:path>
                <a:path w="1305560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60" h="296545">
                  <a:moveTo>
                    <a:pt x="1228344" y="71627"/>
                  </a:moveTo>
                  <a:lnTo>
                    <a:pt x="1226803" y="71644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60" h="296545">
                  <a:moveTo>
                    <a:pt x="1228344" y="287273"/>
                  </a:moveTo>
                  <a:lnTo>
                    <a:pt x="1226803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9304" y="9143"/>
                  </a:lnTo>
                  <a:lnTo>
                    <a:pt x="1226803" y="71644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60" h="296545">
                  <a:moveTo>
                    <a:pt x="1296924" y="216407"/>
                  </a:moveTo>
                  <a:lnTo>
                    <a:pt x="1226803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296924" y="1523"/>
                  </a:lnTo>
                  <a:lnTo>
                    <a:pt x="1289304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48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5084826"/>
              <a:ext cx="1223772" cy="76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798313"/>
              <a:ext cx="71628" cy="28727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38428" y="47929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5" y="5334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80"/>
                  </a:lnTo>
                  <a:lnTo>
                    <a:pt x="4571" y="297180"/>
                  </a:lnTo>
                  <a:lnTo>
                    <a:pt x="4571" y="72389"/>
                  </a:lnTo>
                  <a:lnTo>
                    <a:pt x="9144" y="72389"/>
                  </a:lnTo>
                  <a:lnTo>
                    <a:pt x="76200" y="5334"/>
                  </a:lnTo>
                  <a:lnTo>
                    <a:pt x="1293114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5" y="5334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1" y="72389"/>
                  </a:lnTo>
                  <a:lnTo>
                    <a:pt x="4571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1" y="292608"/>
                  </a:moveTo>
                  <a:lnTo>
                    <a:pt x="4571" y="292608"/>
                  </a:lnTo>
                  <a:lnTo>
                    <a:pt x="4571" y="297180"/>
                  </a:lnTo>
                  <a:lnTo>
                    <a:pt x="1230629" y="297179"/>
                  </a:lnTo>
                  <a:lnTo>
                    <a:pt x="1235201" y="292608"/>
                  </a:lnTo>
                  <a:close/>
                </a:path>
                <a:path w="1305560" h="297179">
                  <a:moveTo>
                    <a:pt x="1303781" y="224027"/>
                  </a:moveTo>
                  <a:lnTo>
                    <a:pt x="1303781" y="8382"/>
                  </a:lnTo>
                  <a:lnTo>
                    <a:pt x="1299947" y="12216"/>
                  </a:lnTo>
                  <a:lnTo>
                    <a:pt x="1299209" y="220980"/>
                  </a:lnTo>
                  <a:lnTo>
                    <a:pt x="1228343" y="291845"/>
                  </a:lnTo>
                  <a:lnTo>
                    <a:pt x="76200" y="292566"/>
                  </a:lnTo>
                  <a:lnTo>
                    <a:pt x="1235201" y="292608"/>
                  </a:lnTo>
                  <a:lnTo>
                    <a:pt x="1303781" y="224027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4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1" y="8382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1" y="8382"/>
                  </a:lnTo>
                  <a:close/>
                </a:path>
                <a:path w="1305560" h="297179">
                  <a:moveTo>
                    <a:pt x="1305305" y="222503"/>
                  </a:moveTo>
                  <a:lnTo>
                    <a:pt x="1305305" y="5334"/>
                  </a:lnTo>
                  <a:lnTo>
                    <a:pt x="1300734" y="5334"/>
                  </a:lnTo>
                  <a:lnTo>
                    <a:pt x="1303781" y="8381"/>
                  </a:lnTo>
                  <a:lnTo>
                    <a:pt x="1303781" y="224027"/>
                  </a:lnTo>
                  <a:lnTo>
                    <a:pt x="1305305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4869942"/>
              <a:ext cx="1223772" cy="21564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4798313"/>
              <a:ext cx="71627" cy="2872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798313"/>
              <a:ext cx="1295400" cy="7162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138427" y="47929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851654"/>
              <a:ext cx="1223772" cy="76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565141"/>
              <a:ext cx="71628" cy="28727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138428" y="4560570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4571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7"/>
                  </a:lnTo>
                  <a:lnTo>
                    <a:pt x="9144" y="71627"/>
                  </a:lnTo>
                  <a:lnTo>
                    <a:pt x="76200" y="4571"/>
                  </a:lnTo>
                  <a:lnTo>
                    <a:pt x="1293876" y="4571"/>
                  </a:lnTo>
                  <a:lnTo>
                    <a:pt x="1296924" y="1523"/>
                  </a:lnTo>
                  <a:lnTo>
                    <a:pt x="1300352" y="4571"/>
                  </a:lnTo>
                  <a:lnTo>
                    <a:pt x="1305306" y="4571"/>
                  </a:lnTo>
                  <a:close/>
                </a:path>
                <a:path w="1305560" h="296545">
                  <a:moveTo>
                    <a:pt x="9144" y="71627"/>
                  </a:moveTo>
                  <a:lnTo>
                    <a:pt x="4571" y="71627"/>
                  </a:lnTo>
                  <a:lnTo>
                    <a:pt x="4571" y="76200"/>
                  </a:lnTo>
                  <a:lnTo>
                    <a:pt x="9144" y="71627"/>
                  </a:lnTo>
                  <a:close/>
                </a:path>
                <a:path w="1305560" h="296545">
                  <a:moveTo>
                    <a:pt x="1235202" y="291845"/>
                  </a:moveTo>
                  <a:lnTo>
                    <a:pt x="4571" y="291845"/>
                  </a:lnTo>
                  <a:lnTo>
                    <a:pt x="4571" y="296418"/>
                  </a:lnTo>
                  <a:lnTo>
                    <a:pt x="1230629" y="296417"/>
                  </a:lnTo>
                  <a:lnTo>
                    <a:pt x="1235202" y="291845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9947" y="11454"/>
                  </a:lnTo>
                  <a:lnTo>
                    <a:pt x="1299210" y="220979"/>
                  </a:lnTo>
                  <a:lnTo>
                    <a:pt x="1229105" y="291083"/>
                  </a:lnTo>
                  <a:lnTo>
                    <a:pt x="76199" y="291804"/>
                  </a:lnTo>
                  <a:lnTo>
                    <a:pt x="1235202" y="291845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300352" y="4571"/>
                  </a:moveTo>
                  <a:lnTo>
                    <a:pt x="1296924" y="1523"/>
                  </a:lnTo>
                  <a:lnTo>
                    <a:pt x="1293876" y="4571"/>
                  </a:lnTo>
                  <a:lnTo>
                    <a:pt x="1300352" y="4571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300352" y="4571"/>
                  </a:lnTo>
                  <a:lnTo>
                    <a:pt x="1299947" y="4571"/>
                  </a:lnTo>
                  <a:lnTo>
                    <a:pt x="1299947" y="11430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305306" y="221741"/>
                  </a:moveTo>
                  <a:lnTo>
                    <a:pt x="1305306" y="4571"/>
                  </a:lnTo>
                  <a:lnTo>
                    <a:pt x="1300352" y="4571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2999" y="4636770"/>
              <a:ext cx="1223772" cy="21564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4565141"/>
              <a:ext cx="71627" cy="28727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565141"/>
              <a:ext cx="1295400" cy="7162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138427" y="4560570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9304" y="9143"/>
                  </a:lnTo>
                  <a:lnTo>
                    <a:pt x="1296924" y="1523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60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60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6545">
                  <a:moveTo>
                    <a:pt x="1226803" y="287274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03" y="287274"/>
                  </a:lnTo>
                  <a:close/>
                </a:path>
                <a:path w="1305560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60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60" h="296545">
                  <a:moveTo>
                    <a:pt x="1226803" y="71644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44"/>
                  </a:lnTo>
                  <a:close/>
                </a:path>
                <a:path w="1305560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60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60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60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60" h="296545">
                  <a:moveTo>
                    <a:pt x="1232916" y="281096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803" y="287273"/>
                  </a:lnTo>
                  <a:lnTo>
                    <a:pt x="1232916" y="281096"/>
                  </a:lnTo>
                  <a:close/>
                </a:path>
                <a:path w="1305560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60" h="296545">
                  <a:moveTo>
                    <a:pt x="1228344" y="71627"/>
                  </a:moveTo>
                  <a:lnTo>
                    <a:pt x="1226803" y="71644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60" h="296545">
                  <a:moveTo>
                    <a:pt x="1228344" y="287273"/>
                  </a:moveTo>
                  <a:lnTo>
                    <a:pt x="1226803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9304" y="9143"/>
                  </a:lnTo>
                  <a:lnTo>
                    <a:pt x="1226803" y="71644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60" h="296545">
                  <a:moveTo>
                    <a:pt x="1296924" y="216407"/>
                  </a:moveTo>
                  <a:lnTo>
                    <a:pt x="1226803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296924" y="1523"/>
                  </a:lnTo>
                  <a:lnTo>
                    <a:pt x="1289304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48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627626"/>
              <a:ext cx="1223772" cy="76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341113"/>
              <a:ext cx="71628" cy="28727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138428" y="43357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5334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80"/>
                  </a:lnTo>
                  <a:lnTo>
                    <a:pt x="4571" y="297180"/>
                  </a:lnTo>
                  <a:lnTo>
                    <a:pt x="4571" y="72389"/>
                  </a:lnTo>
                  <a:lnTo>
                    <a:pt x="9144" y="72389"/>
                  </a:lnTo>
                  <a:lnTo>
                    <a:pt x="76200" y="5334"/>
                  </a:lnTo>
                  <a:lnTo>
                    <a:pt x="1293113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6" y="5334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1" y="72389"/>
                  </a:lnTo>
                  <a:lnTo>
                    <a:pt x="4571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2" y="292608"/>
                  </a:moveTo>
                  <a:lnTo>
                    <a:pt x="4571" y="292608"/>
                  </a:lnTo>
                  <a:lnTo>
                    <a:pt x="4571" y="297180"/>
                  </a:lnTo>
                  <a:lnTo>
                    <a:pt x="1230630" y="297179"/>
                  </a:lnTo>
                  <a:lnTo>
                    <a:pt x="1235202" y="292608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7" y="12216"/>
                  </a:lnTo>
                  <a:lnTo>
                    <a:pt x="1299210" y="220980"/>
                  </a:lnTo>
                  <a:lnTo>
                    <a:pt x="1228344" y="291845"/>
                  </a:lnTo>
                  <a:lnTo>
                    <a:pt x="76200" y="292566"/>
                  </a:lnTo>
                  <a:lnTo>
                    <a:pt x="1235202" y="292608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3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5334"/>
                  </a:lnTo>
                  <a:lnTo>
                    <a:pt x="1300734" y="5334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4412741"/>
              <a:ext cx="1223772" cy="21564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4341113"/>
              <a:ext cx="71627" cy="28727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341113"/>
              <a:ext cx="1295400" cy="7162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138427" y="43357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399026"/>
              <a:ext cx="1223772" cy="76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112513"/>
              <a:ext cx="71627" cy="28727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138428" y="41071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5334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2389"/>
                  </a:lnTo>
                  <a:lnTo>
                    <a:pt x="9144" y="72389"/>
                  </a:lnTo>
                  <a:lnTo>
                    <a:pt x="76200" y="5334"/>
                  </a:lnTo>
                  <a:lnTo>
                    <a:pt x="1293113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6" y="5334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1" y="72389"/>
                  </a:lnTo>
                  <a:lnTo>
                    <a:pt x="4571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1" y="292608"/>
                  </a:moveTo>
                  <a:lnTo>
                    <a:pt x="4571" y="292608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201" y="292608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7" y="12216"/>
                  </a:lnTo>
                  <a:lnTo>
                    <a:pt x="1299210" y="220980"/>
                  </a:lnTo>
                  <a:lnTo>
                    <a:pt x="1228344" y="291846"/>
                  </a:lnTo>
                  <a:lnTo>
                    <a:pt x="76200" y="292566"/>
                  </a:lnTo>
                  <a:lnTo>
                    <a:pt x="1235201" y="292608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3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5334"/>
                  </a:lnTo>
                  <a:lnTo>
                    <a:pt x="1300734" y="5334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4184141"/>
              <a:ext cx="1223772" cy="21564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4112513"/>
              <a:ext cx="71627" cy="28727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112513"/>
              <a:ext cx="1295400" cy="7162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138427" y="41071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174236"/>
              <a:ext cx="1223772" cy="76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887724"/>
              <a:ext cx="71627" cy="287274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138428" y="388315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4572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1627"/>
                  </a:lnTo>
                  <a:lnTo>
                    <a:pt x="9905" y="71627"/>
                  </a:lnTo>
                  <a:lnTo>
                    <a:pt x="76962" y="4572"/>
                  </a:lnTo>
                  <a:lnTo>
                    <a:pt x="1293875" y="4572"/>
                  </a:lnTo>
                  <a:lnTo>
                    <a:pt x="1296924" y="1523"/>
                  </a:lnTo>
                  <a:lnTo>
                    <a:pt x="1299945" y="4545"/>
                  </a:lnTo>
                  <a:lnTo>
                    <a:pt x="1305306" y="4572"/>
                  </a:lnTo>
                  <a:close/>
                </a:path>
                <a:path w="1305560" h="297179">
                  <a:moveTo>
                    <a:pt x="9905" y="71628"/>
                  </a:moveTo>
                  <a:lnTo>
                    <a:pt x="4571" y="71627"/>
                  </a:lnTo>
                  <a:lnTo>
                    <a:pt x="4571" y="76962"/>
                  </a:lnTo>
                  <a:lnTo>
                    <a:pt x="9905" y="71628"/>
                  </a:lnTo>
                  <a:close/>
                </a:path>
                <a:path w="1305560" h="297179">
                  <a:moveTo>
                    <a:pt x="1235963" y="291846"/>
                  </a:moveTo>
                  <a:lnTo>
                    <a:pt x="4571" y="291846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963" y="291846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5" y="12218"/>
                  </a:lnTo>
                  <a:lnTo>
                    <a:pt x="1299210" y="220980"/>
                  </a:lnTo>
                  <a:lnTo>
                    <a:pt x="1229106" y="291084"/>
                  </a:lnTo>
                  <a:lnTo>
                    <a:pt x="76962" y="291804"/>
                  </a:lnTo>
                  <a:lnTo>
                    <a:pt x="1235963" y="291846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9945" y="4572"/>
                  </a:moveTo>
                  <a:lnTo>
                    <a:pt x="1299210" y="3809"/>
                  </a:lnTo>
                  <a:lnTo>
                    <a:pt x="1296924" y="1523"/>
                  </a:lnTo>
                  <a:lnTo>
                    <a:pt x="1293875" y="4572"/>
                  </a:lnTo>
                  <a:lnTo>
                    <a:pt x="1299945" y="4572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4572"/>
                  </a:lnTo>
                  <a:lnTo>
                    <a:pt x="1299945" y="4572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9945" y="4545"/>
                  </a:lnTo>
                  <a:lnTo>
                    <a:pt x="1299945" y="12192"/>
                  </a:lnTo>
                  <a:lnTo>
                    <a:pt x="1303782" y="838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2999" y="3960114"/>
              <a:ext cx="1223772" cy="21488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66772" y="3887724"/>
              <a:ext cx="71627" cy="28727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887724"/>
              <a:ext cx="1295400" cy="7238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138427" y="3883152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1627"/>
                  </a:lnTo>
                  <a:lnTo>
                    <a:pt x="16764" y="71627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764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5" y="76962"/>
                  </a:lnTo>
                  <a:lnTo>
                    <a:pt x="9905" y="78486"/>
                  </a:lnTo>
                  <a:lnTo>
                    <a:pt x="16764" y="71627"/>
                  </a:lnTo>
                  <a:close/>
                </a:path>
                <a:path w="1305560" h="297179">
                  <a:moveTo>
                    <a:pt x="9905" y="287273"/>
                  </a:moveTo>
                  <a:lnTo>
                    <a:pt x="9905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5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5" y="291845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5" y="291845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5" y="78486"/>
                  </a:moveTo>
                  <a:lnTo>
                    <a:pt x="9905" y="76962"/>
                  </a:lnTo>
                  <a:lnTo>
                    <a:pt x="8382" y="80009"/>
                  </a:lnTo>
                  <a:lnTo>
                    <a:pt x="9905" y="78486"/>
                  </a:lnTo>
                  <a:close/>
                </a:path>
                <a:path w="1305560" h="297179">
                  <a:moveTo>
                    <a:pt x="1226820" y="71628"/>
                  </a:moveTo>
                  <a:lnTo>
                    <a:pt x="16764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820" y="71628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1627"/>
                  </a:moveTo>
                  <a:lnTo>
                    <a:pt x="1226820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820" y="71628"/>
                  </a:lnTo>
                  <a:lnTo>
                    <a:pt x="1228344" y="71627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4571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4571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3941826"/>
              <a:ext cx="1223772" cy="76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655314"/>
              <a:ext cx="71627" cy="28727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138428" y="36499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5334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2389"/>
                  </a:lnTo>
                  <a:lnTo>
                    <a:pt x="9144" y="72389"/>
                  </a:lnTo>
                  <a:lnTo>
                    <a:pt x="76200" y="5334"/>
                  </a:lnTo>
                  <a:lnTo>
                    <a:pt x="1293113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6" y="5334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1" y="72389"/>
                  </a:lnTo>
                  <a:lnTo>
                    <a:pt x="4571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1" y="292608"/>
                  </a:moveTo>
                  <a:lnTo>
                    <a:pt x="4571" y="292608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201" y="292608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7" y="12216"/>
                  </a:lnTo>
                  <a:lnTo>
                    <a:pt x="1299210" y="220980"/>
                  </a:lnTo>
                  <a:lnTo>
                    <a:pt x="1228344" y="291846"/>
                  </a:lnTo>
                  <a:lnTo>
                    <a:pt x="76200" y="292566"/>
                  </a:lnTo>
                  <a:lnTo>
                    <a:pt x="1235201" y="292608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3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5334"/>
                  </a:lnTo>
                  <a:lnTo>
                    <a:pt x="1300734" y="5334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3726942"/>
              <a:ext cx="1223772" cy="21564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3655314"/>
              <a:ext cx="71627" cy="28727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655314"/>
              <a:ext cx="1295400" cy="71627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138427" y="36499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3717036"/>
              <a:ext cx="1223772" cy="761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430524"/>
              <a:ext cx="71627" cy="287274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138428" y="342595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4572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1627"/>
                  </a:lnTo>
                  <a:lnTo>
                    <a:pt x="9905" y="71627"/>
                  </a:lnTo>
                  <a:lnTo>
                    <a:pt x="76962" y="4572"/>
                  </a:lnTo>
                  <a:lnTo>
                    <a:pt x="1293876" y="4572"/>
                  </a:lnTo>
                  <a:lnTo>
                    <a:pt x="1296924" y="1523"/>
                  </a:lnTo>
                  <a:lnTo>
                    <a:pt x="1299945" y="4545"/>
                  </a:lnTo>
                  <a:lnTo>
                    <a:pt x="1305306" y="4572"/>
                  </a:lnTo>
                  <a:close/>
                </a:path>
                <a:path w="1305560" h="297179">
                  <a:moveTo>
                    <a:pt x="9905" y="71628"/>
                  </a:moveTo>
                  <a:lnTo>
                    <a:pt x="4571" y="71627"/>
                  </a:lnTo>
                  <a:lnTo>
                    <a:pt x="4571" y="76962"/>
                  </a:lnTo>
                  <a:lnTo>
                    <a:pt x="9905" y="71628"/>
                  </a:lnTo>
                  <a:close/>
                </a:path>
                <a:path w="1305560" h="297179">
                  <a:moveTo>
                    <a:pt x="1235963" y="291846"/>
                  </a:moveTo>
                  <a:lnTo>
                    <a:pt x="4571" y="291846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963" y="291846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5" y="12218"/>
                  </a:lnTo>
                  <a:lnTo>
                    <a:pt x="1299210" y="220980"/>
                  </a:lnTo>
                  <a:lnTo>
                    <a:pt x="1229106" y="291084"/>
                  </a:lnTo>
                  <a:lnTo>
                    <a:pt x="76962" y="291804"/>
                  </a:lnTo>
                  <a:lnTo>
                    <a:pt x="1235963" y="291846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9945" y="4572"/>
                  </a:moveTo>
                  <a:lnTo>
                    <a:pt x="1299210" y="3810"/>
                  </a:lnTo>
                  <a:lnTo>
                    <a:pt x="1296924" y="1523"/>
                  </a:lnTo>
                  <a:lnTo>
                    <a:pt x="1293876" y="4572"/>
                  </a:lnTo>
                  <a:lnTo>
                    <a:pt x="1299945" y="4572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4572"/>
                  </a:lnTo>
                  <a:lnTo>
                    <a:pt x="1299945" y="4572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9945" y="4545"/>
                  </a:lnTo>
                  <a:lnTo>
                    <a:pt x="1299945" y="12191"/>
                  </a:lnTo>
                  <a:lnTo>
                    <a:pt x="1303782" y="838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2999" y="3502914"/>
              <a:ext cx="1223772" cy="21488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66772" y="3430524"/>
              <a:ext cx="71627" cy="28727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430524"/>
              <a:ext cx="1295400" cy="72389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138427" y="3425952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1627"/>
                  </a:lnTo>
                  <a:lnTo>
                    <a:pt x="16764" y="71627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764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5" y="76962"/>
                  </a:lnTo>
                  <a:lnTo>
                    <a:pt x="9905" y="78486"/>
                  </a:lnTo>
                  <a:lnTo>
                    <a:pt x="16764" y="71627"/>
                  </a:lnTo>
                  <a:close/>
                </a:path>
                <a:path w="1305560" h="297179">
                  <a:moveTo>
                    <a:pt x="9905" y="287273"/>
                  </a:moveTo>
                  <a:lnTo>
                    <a:pt x="9905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5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5" y="291845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5" y="291845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5" y="78486"/>
                  </a:moveTo>
                  <a:lnTo>
                    <a:pt x="9905" y="76962"/>
                  </a:lnTo>
                  <a:lnTo>
                    <a:pt x="8382" y="80009"/>
                  </a:lnTo>
                  <a:lnTo>
                    <a:pt x="9905" y="78486"/>
                  </a:lnTo>
                  <a:close/>
                </a:path>
                <a:path w="1305560" h="297179">
                  <a:moveTo>
                    <a:pt x="1226820" y="71628"/>
                  </a:moveTo>
                  <a:lnTo>
                    <a:pt x="16764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820" y="71628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1627"/>
                  </a:moveTo>
                  <a:lnTo>
                    <a:pt x="1226820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820" y="71628"/>
                  </a:lnTo>
                  <a:lnTo>
                    <a:pt x="1228344" y="71627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4571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4571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3502152"/>
              <a:ext cx="1223772" cy="762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215640"/>
              <a:ext cx="71627" cy="28727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138428" y="3210305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533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6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2389"/>
                  </a:lnTo>
                  <a:lnTo>
                    <a:pt x="9143" y="72389"/>
                  </a:lnTo>
                  <a:lnTo>
                    <a:pt x="76200" y="5333"/>
                  </a:lnTo>
                  <a:lnTo>
                    <a:pt x="1293114" y="5333"/>
                  </a:lnTo>
                  <a:lnTo>
                    <a:pt x="1296924" y="1523"/>
                  </a:lnTo>
                  <a:lnTo>
                    <a:pt x="1300734" y="5333"/>
                  </a:lnTo>
                  <a:lnTo>
                    <a:pt x="1305306" y="5333"/>
                  </a:lnTo>
                  <a:close/>
                </a:path>
                <a:path w="1305560" h="297179">
                  <a:moveTo>
                    <a:pt x="9143" y="72389"/>
                  </a:moveTo>
                  <a:lnTo>
                    <a:pt x="4571" y="72389"/>
                  </a:lnTo>
                  <a:lnTo>
                    <a:pt x="4571" y="76961"/>
                  </a:lnTo>
                  <a:lnTo>
                    <a:pt x="9143" y="72389"/>
                  </a:lnTo>
                  <a:close/>
                </a:path>
                <a:path w="1305560" h="297179">
                  <a:moveTo>
                    <a:pt x="1235202" y="292607"/>
                  </a:moveTo>
                  <a:lnTo>
                    <a:pt x="4571" y="292607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202" y="292607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7" y="12216"/>
                  </a:lnTo>
                  <a:lnTo>
                    <a:pt x="1299210" y="220979"/>
                  </a:lnTo>
                  <a:lnTo>
                    <a:pt x="1228344" y="291846"/>
                  </a:lnTo>
                  <a:lnTo>
                    <a:pt x="76200" y="292566"/>
                  </a:lnTo>
                  <a:lnTo>
                    <a:pt x="1235202" y="292607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300734" y="5333"/>
                  </a:moveTo>
                  <a:lnTo>
                    <a:pt x="1296924" y="1523"/>
                  </a:lnTo>
                  <a:lnTo>
                    <a:pt x="1293114" y="5333"/>
                  </a:lnTo>
                  <a:lnTo>
                    <a:pt x="1300734" y="5333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300734" y="5333"/>
                  </a:lnTo>
                  <a:lnTo>
                    <a:pt x="1299947" y="5333"/>
                  </a:lnTo>
                  <a:lnTo>
                    <a:pt x="1299947" y="12192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5333"/>
                  </a:lnTo>
                  <a:lnTo>
                    <a:pt x="1300734" y="533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2999" y="3287268"/>
              <a:ext cx="1223772" cy="215646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3215640"/>
              <a:ext cx="71627" cy="287274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215640"/>
              <a:ext cx="1295400" cy="71627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1138427" y="3210306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281938" y="3234486"/>
            <a:ext cx="946150" cy="204787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54940" marR="147955" algn="ctr">
              <a:lnSpc>
                <a:spcPct val="147200"/>
              </a:lnSpc>
              <a:spcBef>
                <a:spcPts val="30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Applications 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Runtime Middleware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Operating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System</a:t>
            </a:r>
            <a:endParaRPr sz="1000">
              <a:latin typeface="Calibri"/>
              <a:cs typeface="Calibri"/>
            </a:endParaRPr>
          </a:p>
          <a:p>
            <a:pPr marL="127635" marR="121285" algn="ctr">
              <a:lnSpc>
                <a:spcPct val="149000"/>
              </a:lnSpc>
              <a:spcBef>
                <a:spcPts val="10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Virtualization Servers Storage Networking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685800" y="1979676"/>
            <a:ext cx="2672080" cy="4575810"/>
            <a:chOff x="685800" y="1979676"/>
            <a:chExt cx="2672080" cy="4575810"/>
          </a:xfrm>
        </p:grpSpPr>
        <p:sp>
          <p:nvSpPr>
            <p:cNvPr id="71" name="object 71"/>
            <p:cNvSpPr/>
            <p:nvPr/>
          </p:nvSpPr>
          <p:spPr>
            <a:xfrm>
              <a:off x="685800" y="3976116"/>
              <a:ext cx="381000" cy="215265"/>
            </a:xfrm>
            <a:custGeom>
              <a:avLst/>
              <a:gdLst/>
              <a:ahLst/>
              <a:cxnLst/>
              <a:rect l="l" t="t" r="r" b="b"/>
              <a:pathLst>
                <a:path w="381000" h="215264">
                  <a:moveTo>
                    <a:pt x="381000" y="107441"/>
                  </a:moveTo>
                  <a:lnTo>
                    <a:pt x="273558" y="0"/>
                  </a:lnTo>
                  <a:lnTo>
                    <a:pt x="273558" y="53339"/>
                  </a:lnTo>
                  <a:lnTo>
                    <a:pt x="0" y="53339"/>
                  </a:lnTo>
                  <a:lnTo>
                    <a:pt x="0" y="161543"/>
                  </a:lnTo>
                  <a:lnTo>
                    <a:pt x="273558" y="161543"/>
                  </a:lnTo>
                  <a:lnTo>
                    <a:pt x="273558" y="214883"/>
                  </a:lnTo>
                  <a:lnTo>
                    <a:pt x="381000" y="107441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434590" y="1979675"/>
              <a:ext cx="923290" cy="4575810"/>
            </a:xfrm>
            <a:custGeom>
              <a:avLst/>
              <a:gdLst/>
              <a:ahLst/>
              <a:cxnLst/>
              <a:rect l="l" t="t" r="r" b="b"/>
              <a:pathLst>
                <a:path w="923289" h="4575809">
                  <a:moveTo>
                    <a:pt x="20574" y="1991868"/>
                  </a:moveTo>
                  <a:lnTo>
                    <a:pt x="11430" y="1988058"/>
                  </a:lnTo>
                  <a:lnTo>
                    <a:pt x="0" y="2013966"/>
                  </a:lnTo>
                  <a:lnTo>
                    <a:pt x="4648" y="2016086"/>
                  </a:lnTo>
                  <a:lnTo>
                    <a:pt x="0" y="2017776"/>
                  </a:lnTo>
                  <a:lnTo>
                    <a:pt x="9144" y="2044446"/>
                  </a:lnTo>
                  <a:lnTo>
                    <a:pt x="18288" y="2041398"/>
                  </a:lnTo>
                  <a:lnTo>
                    <a:pt x="9004" y="2016442"/>
                  </a:lnTo>
                  <a:lnTo>
                    <a:pt x="20574" y="1991868"/>
                  </a:lnTo>
                  <a:close/>
                </a:path>
                <a:path w="923289" h="4575809">
                  <a:moveTo>
                    <a:pt x="31242" y="2077212"/>
                  </a:moveTo>
                  <a:lnTo>
                    <a:pt x="21336" y="2050542"/>
                  </a:lnTo>
                  <a:lnTo>
                    <a:pt x="12192" y="2053590"/>
                  </a:lnTo>
                  <a:lnTo>
                    <a:pt x="22098" y="2080260"/>
                  </a:lnTo>
                  <a:lnTo>
                    <a:pt x="31242" y="2077212"/>
                  </a:lnTo>
                  <a:close/>
                </a:path>
                <a:path w="923289" h="4575809">
                  <a:moveTo>
                    <a:pt x="35814" y="1957578"/>
                  </a:moveTo>
                  <a:lnTo>
                    <a:pt x="27432" y="1953006"/>
                  </a:lnTo>
                  <a:lnTo>
                    <a:pt x="15240" y="1979676"/>
                  </a:lnTo>
                  <a:lnTo>
                    <a:pt x="24384" y="1983486"/>
                  </a:lnTo>
                  <a:lnTo>
                    <a:pt x="35814" y="1957578"/>
                  </a:lnTo>
                  <a:close/>
                </a:path>
                <a:path w="923289" h="4575809">
                  <a:moveTo>
                    <a:pt x="44196" y="2113026"/>
                  </a:moveTo>
                  <a:lnTo>
                    <a:pt x="34290" y="2086356"/>
                  </a:lnTo>
                  <a:lnTo>
                    <a:pt x="25146" y="2089404"/>
                  </a:lnTo>
                  <a:lnTo>
                    <a:pt x="35052" y="2116074"/>
                  </a:lnTo>
                  <a:lnTo>
                    <a:pt x="44196" y="2113026"/>
                  </a:lnTo>
                  <a:close/>
                </a:path>
                <a:path w="923289" h="4575809">
                  <a:moveTo>
                    <a:pt x="51816" y="1922526"/>
                  </a:moveTo>
                  <a:lnTo>
                    <a:pt x="43434" y="1918716"/>
                  </a:lnTo>
                  <a:lnTo>
                    <a:pt x="31242" y="1944624"/>
                  </a:lnTo>
                  <a:lnTo>
                    <a:pt x="39624" y="1948434"/>
                  </a:lnTo>
                  <a:lnTo>
                    <a:pt x="51816" y="1922526"/>
                  </a:lnTo>
                  <a:close/>
                </a:path>
                <a:path w="923289" h="4575809">
                  <a:moveTo>
                    <a:pt x="56388" y="2148840"/>
                  </a:moveTo>
                  <a:lnTo>
                    <a:pt x="47244" y="2122170"/>
                  </a:lnTo>
                  <a:lnTo>
                    <a:pt x="38100" y="2125218"/>
                  </a:lnTo>
                  <a:lnTo>
                    <a:pt x="48006" y="2151888"/>
                  </a:lnTo>
                  <a:lnTo>
                    <a:pt x="56388" y="2148840"/>
                  </a:lnTo>
                  <a:close/>
                </a:path>
                <a:path w="923289" h="4575809">
                  <a:moveTo>
                    <a:pt x="67818" y="1888236"/>
                  </a:moveTo>
                  <a:lnTo>
                    <a:pt x="58674" y="1883664"/>
                  </a:lnTo>
                  <a:lnTo>
                    <a:pt x="47244" y="1910334"/>
                  </a:lnTo>
                  <a:lnTo>
                    <a:pt x="55626" y="1914144"/>
                  </a:lnTo>
                  <a:lnTo>
                    <a:pt x="67818" y="1888236"/>
                  </a:lnTo>
                  <a:close/>
                </a:path>
                <a:path w="923289" h="4575809">
                  <a:moveTo>
                    <a:pt x="69342" y="2184654"/>
                  </a:moveTo>
                  <a:lnTo>
                    <a:pt x="60198" y="2157984"/>
                  </a:lnTo>
                  <a:lnTo>
                    <a:pt x="51054" y="2161032"/>
                  </a:lnTo>
                  <a:lnTo>
                    <a:pt x="60960" y="2187702"/>
                  </a:lnTo>
                  <a:lnTo>
                    <a:pt x="69342" y="2184654"/>
                  </a:lnTo>
                  <a:close/>
                </a:path>
                <a:path w="923289" h="4575809">
                  <a:moveTo>
                    <a:pt x="82296" y="2220468"/>
                  </a:moveTo>
                  <a:lnTo>
                    <a:pt x="73152" y="2193798"/>
                  </a:lnTo>
                  <a:lnTo>
                    <a:pt x="64008" y="2196846"/>
                  </a:lnTo>
                  <a:lnTo>
                    <a:pt x="73152" y="2224278"/>
                  </a:lnTo>
                  <a:lnTo>
                    <a:pt x="82296" y="2220468"/>
                  </a:lnTo>
                  <a:close/>
                </a:path>
                <a:path w="923289" h="4575809">
                  <a:moveTo>
                    <a:pt x="83058" y="1853184"/>
                  </a:moveTo>
                  <a:lnTo>
                    <a:pt x="74676" y="1849374"/>
                  </a:lnTo>
                  <a:lnTo>
                    <a:pt x="62484" y="1875282"/>
                  </a:lnTo>
                  <a:lnTo>
                    <a:pt x="71628" y="1879092"/>
                  </a:lnTo>
                  <a:lnTo>
                    <a:pt x="83058" y="1853184"/>
                  </a:lnTo>
                  <a:close/>
                </a:path>
                <a:path w="923289" h="4575809">
                  <a:moveTo>
                    <a:pt x="95250" y="2256282"/>
                  </a:moveTo>
                  <a:lnTo>
                    <a:pt x="85344" y="2229612"/>
                  </a:lnTo>
                  <a:lnTo>
                    <a:pt x="76962" y="2232660"/>
                  </a:lnTo>
                  <a:lnTo>
                    <a:pt x="86106" y="2260092"/>
                  </a:lnTo>
                  <a:lnTo>
                    <a:pt x="95250" y="2256282"/>
                  </a:lnTo>
                  <a:close/>
                </a:path>
                <a:path w="923289" h="4575809">
                  <a:moveTo>
                    <a:pt x="99060" y="1818894"/>
                  </a:moveTo>
                  <a:lnTo>
                    <a:pt x="90678" y="1814322"/>
                  </a:lnTo>
                  <a:lnTo>
                    <a:pt x="78486" y="1840992"/>
                  </a:lnTo>
                  <a:lnTo>
                    <a:pt x="87630" y="1844802"/>
                  </a:lnTo>
                  <a:lnTo>
                    <a:pt x="99060" y="1818894"/>
                  </a:lnTo>
                  <a:close/>
                </a:path>
                <a:path w="923289" h="4575809">
                  <a:moveTo>
                    <a:pt x="108204" y="2292858"/>
                  </a:moveTo>
                  <a:lnTo>
                    <a:pt x="98298" y="2265426"/>
                  </a:lnTo>
                  <a:lnTo>
                    <a:pt x="89154" y="2268474"/>
                  </a:lnTo>
                  <a:lnTo>
                    <a:pt x="99060" y="2295906"/>
                  </a:lnTo>
                  <a:lnTo>
                    <a:pt x="108204" y="2292858"/>
                  </a:lnTo>
                  <a:close/>
                </a:path>
                <a:path w="923289" h="4575809">
                  <a:moveTo>
                    <a:pt x="115062" y="1783842"/>
                  </a:moveTo>
                  <a:lnTo>
                    <a:pt x="105918" y="1780032"/>
                  </a:lnTo>
                  <a:lnTo>
                    <a:pt x="94488" y="1805940"/>
                  </a:lnTo>
                  <a:lnTo>
                    <a:pt x="102870" y="1809750"/>
                  </a:lnTo>
                  <a:lnTo>
                    <a:pt x="115062" y="1783842"/>
                  </a:lnTo>
                  <a:close/>
                </a:path>
                <a:path w="923289" h="4575809">
                  <a:moveTo>
                    <a:pt x="121158" y="2328672"/>
                  </a:moveTo>
                  <a:lnTo>
                    <a:pt x="111252" y="2301240"/>
                  </a:lnTo>
                  <a:lnTo>
                    <a:pt x="102108" y="2304288"/>
                  </a:lnTo>
                  <a:lnTo>
                    <a:pt x="112014" y="2331720"/>
                  </a:lnTo>
                  <a:lnTo>
                    <a:pt x="121158" y="2328672"/>
                  </a:lnTo>
                  <a:close/>
                </a:path>
                <a:path w="923289" h="4575809">
                  <a:moveTo>
                    <a:pt x="130302" y="1748790"/>
                  </a:moveTo>
                  <a:lnTo>
                    <a:pt x="121920" y="1744980"/>
                  </a:lnTo>
                  <a:lnTo>
                    <a:pt x="109728" y="1770888"/>
                  </a:lnTo>
                  <a:lnTo>
                    <a:pt x="118872" y="1775460"/>
                  </a:lnTo>
                  <a:lnTo>
                    <a:pt x="130302" y="1748790"/>
                  </a:lnTo>
                  <a:close/>
                </a:path>
                <a:path w="923289" h="4575809">
                  <a:moveTo>
                    <a:pt x="133350" y="2364486"/>
                  </a:moveTo>
                  <a:lnTo>
                    <a:pt x="124206" y="2337054"/>
                  </a:lnTo>
                  <a:lnTo>
                    <a:pt x="115062" y="2340864"/>
                  </a:lnTo>
                  <a:lnTo>
                    <a:pt x="124968" y="2367534"/>
                  </a:lnTo>
                  <a:lnTo>
                    <a:pt x="133350" y="2364486"/>
                  </a:lnTo>
                  <a:close/>
                </a:path>
                <a:path w="923289" h="4575809">
                  <a:moveTo>
                    <a:pt x="146304" y="2400300"/>
                  </a:moveTo>
                  <a:lnTo>
                    <a:pt x="137160" y="2372868"/>
                  </a:lnTo>
                  <a:lnTo>
                    <a:pt x="128016" y="2376678"/>
                  </a:lnTo>
                  <a:lnTo>
                    <a:pt x="137922" y="2403348"/>
                  </a:lnTo>
                  <a:lnTo>
                    <a:pt x="146304" y="2400300"/>
                  </a:lnTo>
                  <a:close/>
                </a:path>
                <a:path w="923289" h="4575809">
                  <a:moveTo>
                    <a:pt x="146304" y="1714500"/>
                  </a:moveTo>
                  <a:lnTo>
                    <a:pt x="137922" y="1710690"/>
                  </a:lnTo>
                  <a:lnTo>
                    <a:pt x="125730" y="1736598"/>
                  </a:lnTo>
                  <a:lnTo>
                    <a:pt x="134874" y="1740408"/>
                  </a:lnTo>
                  <a:lnTo>
                    <a:pt x="146304" y="1714500"/>
                  </a:lnTo>
                  <a:close/>
                </a:path>
                <a:path w="923289" h="4575809">
                  <a:moveTo>
                    <a:pt x="159258" y="2436114"/>
                  </a:moveTo>
                  <a:lnTo>
                    <a:pt x="149352" y="2409444"/>
                  </a:lnTo>
                  <a:lnTo>
                    <a:pt x="140970" y="2412492"/>
                  </a:lnTo>
                  <a:lnTo>
                    <a:pt x="150114" y="2439162"/>
                  </a:lnTo>
                  <a:lnTo>
                    <a:pt x="159258" y="2436114"/>
                  </a:lnTo>
                  <a:close/>
                </a:path>
                <a:path w="923289" h="4575809">
                  <a:moveTo>
                    <a:pt x="162306" y="1679448"/>
                  </a:moveTo>
                  <a:lnTo>
                    <a:pt x="153162" y="1675638"/>
                  </a:lnTo>
                  <a:lnTo>
                    <a:pt x="141732" y="1701546"/>
                  </a:lnTo>
                  <a:lnTo>
                    <a:pt x="150114" y="1706118"/>
                  </a:lnTo>
                  <a:lnTo>
                    <a:pt x="162306" y="1679448"/>
                  </a:lnTo>
                  <a:close/>
                </a:path>
                <a:path w="923289" h="4575809">
                  <a:moveTo>
                    <a:pt x="172212" y="2471928"/>
                  </a:moveTo>
                  <a:lnTo>
                    <a:pt x="162306" y="2445258"/>
                  </a:lnTo>
                  <a:lnTo>
                    <a:pt x="153924" y="2448306"/>
                  </a:lnTo>
                  <a:lnTo>
                    <a:pt x="163068" y="2474976"/>
                  </a:lnTo>
                  <a:lnTo>
                    <a:pt x="172212" y="2471928"/>
                  </a:lnTo>
                  <a:close/>
                </a:path>
                <a:path w="923289" h="4575809">
                  <a:moveTo>
                    <a:pt x="177546" y="1645158"/>
                  </a:moveTo>
                  <a:lnTo>
                    <a:pt x="169164" y="1641348"/>
                  </a:lnTo>
                  <a:lnTo>
                    <a:pt x="156972" y="1667256"/>
                  </a:lnTo>
                  <a:lnTo>
                    <a:pt x="166116" y="1671066"/>
                  </a:lnTo>
                  <a:lnTo>
                    <a:pt x="177546" y="1645158"/>
                  </a:lnTo>
                  <a:close/>
                </a:path>
                <a:path w="923289" h="4575809">
                  <a:moveTo>
                    <a:pt x="185166" y="2507742"/>
                  </a:moveTo>
                  <a:lnTo>
                    <a:pt x="175260" y="2481072"/>
                  </a:lnTo>
                  <a:lnTo>
                    <a:pt x="166116" y="2484120"/>
                  </a:lnTo>
                  <a:lnTo>
                    <a:pt x="176022" y="2510790"/>
                  </a:lnTo>
                  <a:lnTo>
                    <a:pt x="185166" y="2507742"/>
                  </a:lnTo>
                  <a:close/>
                </a:path>
                <a:path w="923289" h="4575809">
                  <a:moveTo>
                    <a:pt x="193548" y="1610106"/>
                  </a:moveTo>
                  <a:lnTo>
                    <a:pt x="185166" y="1606296"/>
                  </a:lnTo>
                  <a:lnTo>
                    <a:pt x="172974" y="1632204"/>
                  </a:lnTo>
                  <a:lnTo>
                    <a:pt x="182118" y="1636776"/>
                  </a:lnTo>
                  <a:lnTo>
                    <a:pt x="193548" y="1610106"/>
                  </a:lnTo>
                  <a:close/>
                </a:path>
                <a:path w="923289" h="4575809">
                  <a:moveTo>
                    <a:pt x="198120" y="2543556"/>
                  </a:moveTo>
                  <a:lnTo>
                    <a:pt x="188214" y="2516886"/>
                  </a:lnTo>
                  <a:lnTo>
                    <a:pt x="179070" y="2519934"/>
                  </a:lnTo>
                  <a:lnTo>
                    <a:pt x="188976" y="2546604"/>
                  </a:lnTo>
                  <a:lnTo>
                    <a:pt x="198120" y="2543556"/>
                  </a:lnTo>
                  <a:close/>
                </a:path>
                <a:path w="923289" h="4575809">
                  <a:moveTo>
                    <a:pt x="209550" y="1575816"/>
                  </a:moveTo>
                  <a:lnTo>
                    <a:pt x="200406" y="1572006"/>
                  </a:lnTo>
                  <a:lnTo>
                    <a:pt x="188976" y="1597914"/>
                  </a:lnTo>
                  <a:lnTo>
                    <a:pt x="197358" y="1601724"/>
                  </a:lnTo>
                  <a:lnTo>
                    <a:pt x="209550" y="1575816"/>
                  </a:lnTo>
                  <a:close/>
                </a:path>
                <a:path w="923289" h="4575809">
                  <a:moveTo>
                    <a:pt x="210312" y="2579370"/>
                  </a:moveTo>
                  <a:lnTo>
                    <a:pt x="201168" y="2552700"/>
                  </a:lnTo>
                  <a:lnTo>
                    <a:pt x="192024" y="2555748"/>
                  </a:lnTo>
                  <a:lnTo>
                    <a:pt x="201930" y="2582418"/>
                  </a:lnTo>
                  <a:lnTo>
                    <a:pt x="210312" y="2579370"/>
                  </a:lnTo>
                  <a:close/>
                </a:path>
                <a:path w="923289" h="4575809">
                  <a:moveTo>
                    <a:pt x="223266" y="2615184"/>
                  </a:moveTo>
                  <a:lnTo>
                    <a:pt x="214122" y="2588514"/>
                  </a:lnTo>
                  <a:lnTo>
                    <a:pt x="204978" y="2591562"/>
                  </a:lnTo>
                  <a:lnTo>
                    <a:pt x="214884" y="2618232"/>
                  </a:lnTo>
                  <a:lnTo>
                    <a:pt x="223266" y="2615184"/>
                  </a:lnTo>
                  <a:close/>
                </a:path>
                <a:path w="923289" h="4575809">
                  <a:moveTo>
                    <a:pt x="224790" y="1540764"/>
                  </a:moveTo>
                  <a:lnTo>
                    <a:pt x="216408" y="1536954"/>
                  </a:lnTo>
                  <a:lnTo>
                    <a:pt x="204216" y="1562862"/>
                  </a:lnTo>
                  <a:lnTo>
                    <a:pt x="213360" y="1566672"/>
                  </a:lnTo>
                  <a:lnTo>
                    <a:pt x="224790" y="1540764"/>
                  </a:lnTo>
                  <a:close/>
                </a:path>
                <a:path w="923289" h="4575809">
                  <a:moveTo>
                    <a:pt x="236220" y="2650998"/>
                  </a:moveTo>
                  <a:lnTo>
                    <a:pt x="226314" y="2624328"/>
                  </a:lnTo>
                  <a:lnTo>
                    <a:pt x="217932" y="2627376"/>
                  </a:lnTo>
                  <a:lnTo>
                    <a:pt x="227076" y="2654808"/>
                  </a:lnTo>
                  <a:lnTo>
                    <a:pt x="236220" y="2650998"/>
                  </a:lnTo>
                  <a:close/>
                </a:path>
                <a:path w="923289" h="4575809">
                  <a:moveTo>
                    <a:pt x="240792" y="1506474"/>
                  </a:moveTo>
                  <a:lnTo>
                    <a:pt x="232410" y="1502664"/>
                  </a:lnTo>
                  <a:lnTo>
                    <a:pt x="220218" y="1528572"/>
                  </a:lnTo>
                  <a:lnTo>
                    <a:pt x="229362" y="1532382"/>
                  </a:lnTo>
                  <a:lnTo>
                    <a:pt x="240792" y="1506474"/>
                  </a:lnTo>
                  <a:close/>
                </a:path>
                <a:path w="923289" h="4575809">
                  <a:moveTo>
                    <a:pt x="249174" y="2686812"/>
                  </a:moveTo>
                  <a:lnTo>
                    <a:pt x="239268" y="2660142"/>
                  </a:lnTo>
                  <a:lnTo>
                    <a:pt x="230886" y="2663190"/>
                  </a:lnTo>
                  <a:lnTo>
                    <a:pt x="240030" y="2690622"/>
                  </a:lnTo>
                  <a:lnTo>
                    <a:pt x="249174" y="2686812"/>
                  </a:lnTo>
                  <a:close/>
                </a:path>
                <a:path w="923289" h="4575809">
                  <a:moveTo>
                    <a:pt x="256794" y="1471422"/>
                  </a:moveTo>
                  <a:lnTo>
                    <a:pt x="247650" y="1467612"/>
                  </a:lnTo>
                  <a:lnTo>
                    <a:pt x="236220" y="1493520"/>
                  </a:lnTo>
                  <a:lnTo>
                    <a:pt x="244602" y="1497330"/>
                  </a:lnTo>
                  <a:lnTo>
                    <a:pt x="256794" y="1471422"/>
                  </a:lnTo>
                  <a:close/>
                </a:path>
                <a:path w="923289" h="4575809">
                  <a:moveTo>
                    <a:pt x="262128" y="2722626"/>
                  </a:moveTo>
                  <a:lnTo>
                    <a:pt x="252222" y="2695956"/>
                  </a:lnTo>
                  <a:lnTo>
                    <a:pt x="243078" y="2699004"/>
                  </a:lnTo>
                  <a:lnTo>
                    <a:pt x="252984" y="2726436"/>
                  </a:lnTo>
                  <a:lnTo>
                    <a:pt x="262128" y="2722626"/>
                  </a:lnTo>
                  <a:close/>
                </a:path>
                <a:path w="923289" h="4575809">
                  <a:moveTo>
                    <a:pt x="272034" y="1437132"/>
                  </a:moveTo>
                  <a:lnTo>
                    <a:pt x="263652" y="1433322"/>
                  </a:lnTo>
                  <a:lnTo>
                    <a:pt x="251460" y="1459230"/>
                  </a:lnTo>
                  <a:lnTo>
                    <a:pt x="260604" y="1463040"/>
                  </a:lnTo>
                  <a:lnTo>
                    <a:pt x="272034" y="1437132"/>
                  </a:lnTo>
                  <a:close/>
                </a:path>
                <a:path w="923289" h="4575809">
                  <a:moveTo>
                    <a:pt x="275082" y="2759202"/>
                  </a:moveTo>
                  <a:lnTo>
                    <a:pt x="265176" y="2731770"/>
                  </a:lnTo>
                  <a:lnTo>
                    <a:pt x="256032" y="2734818"/>
                  </a:lnTo>
                  <a:lnTo>
                    <a:pt x="265938" y="2762250"/>
                  </a:lnTo>
                  <a:lnTo>
                    <a:pt x="275082" y="2759202"/>
                  </a:lnTo>
                  <a:close/>
                </a:path>
                <a:path w="923289" h="4575809">
                  <a:moveTo>
                    <a:pt x="287274" y="2795016"/>
                  </a:moveTo>
                  <a:lnTo>
                    <a:pt x="278130" y="2767584"/>
                  </a:lnTo>
                  <a:lnTo>
                    <a:pt x="268986" y="2771394"/>
                  </a:lnTo>
                  <a:lnTo>
                    <a:pt x="278892" y="2798064"/>
                  </a:lnTo>
                  <a:lnTo>
                    <a:pt x="287274" y="2795016"/>
                  </a:lnTo>
                  <a:close/>
                </a:path>
                <a:path w="923289" h="4575809">
                  <a:moveTo>
                    <a:pt x="288036" y="1402080"/>
                  </a:moveTo>
                  <a:lnTo>
                    <a:pt x="279654" y="1398270"/>
                  </a:lnTo>
                  <a:lnTo>
                    <a:pt x="267462" y="1424178"/>
                  </a:lnTo>
                  <a:lnTo>
                    <a:pt x="276606" y="1427988"/>
                  </a:lnTo>
                  <a:lnTo>
                    <a:pt x="288036" y="1402080"/>
                  </a:lnTo>
                  <a:close/>
                </a:path>
                <a:path w="923289" h="4575809">
                  <a:moveTo>
                    <a:pt x="300228" y="2830830"/>
                  </a:moveTo>
                  <a:lnTo>
                    <a:pt x="291084" y="2803398"/>
                  </a:lnTo>
                  <a:lnTo>
                    <a:pt x="281940" y="2807208"/>
                  </a:lnTo>
                  <a:lnTo>
                    <a:pt x="291084" y="2833878"/>
                  </a:lnTo>
                  <a:lnTo>
                    <a:pt x="300228" y="2830830"/>
                  </a:lnTo>
                  <a:close/>
                </a:path>
                <a:path w="923289" h="4575809">
                  <a:moveTo>
                    <a:pt x="304038" y="1367790"/>
                  </a:moveTo>
                  <a:lnTo>
                    <a:pt x="294894" y="1363980"/>
                  </a:lnTo>
                  <a:lnTo>
                    <a:pt x="283464" y="1389888"/>
                  </a:lnTo>
                  <a:lnTo>
                    <a:pt x="291846" y="1393698"/>
                  </a:lnTo>
                  <a:lnTo>
                    <a:pt x="304038" y="1367790"/>
                  </a:lnTo>
                  <a:close/>
                </a:path>
                <a:path w="923289" h="4575809">
                  <a:moveTo>
                    <a:pt x="313182" y="2866644"/>
                  </a:moveTo>
                  <a:lnTo>
                    <a:pt x="303276" y="2839974"/>
                  </a:lnTo>
                  <a:lnTo>
                    <a:pt x="294894" y="2843022"/>
                  </a:lnTo>
                  <a:lnTo>
                    <a:pt x="304038" y="2869692"/>
                  </a:lnTo>
                  <a:lnTo>
                    <a:pt x="313182" y="2866644"/>
                  </a:lnTo>
                  <a:close/>
                </a:path>
                <a:path w="923289" h="4575809">
                  <a:moveTo>
                    <a:pt x="319278" y="1332738"/>
                  </a:moveTo>
                  <a:lnTo>
                    <a:pt x="310896" y="1328928"/>
                  </a:lnTo>
                  <a:lnTo>
                    <a:pt x="298704" y="1354836"/>
                  </a:lnTo>
                  <a:lnTo>
                    <a:pt x="307848" y="1358646"/>
                  </a:lnTo>
                  <a:lnTo>
                    <a:pt x="319278" y="1332738"/>
                  </a:lnTo>
                  <a:close/>
                </a:path>
                <a:path w="923289" h="4575809">
                  <a:moveTo>
                    <a:pt x="326136" y="2902458"/>
                  </a:moveTo>
                  <a:lnTo>
                    <a:pt x="316230" y="2875788"/>
                  </a:lnTo>
                  <a:lnTo>
                    <a:pt x="307848" y="2878836"/>
                  </a:lnTo>
                  <a:lnTo>
                    <a:pt x="316992" y="2905506"/>
                  </a:lnTo>
                  <a:lnTo>
                    <a:pt x="326136" y="2902458"/>
                  </a:lnTo>
                  <a:close/>
                </a:path>
                <a:path w="923289" h="4575809">
                  <a:moveTo>
                    <a:pt x="335280" y="1298448"/>
                  </a:moveTo>
                  <a:lnTo>
                    <a:pt x="326898" y="1293876"/>
                  </a:lnTo>
                  <a:lnTo>
                    <a:pt x="314706" y="1320546"/>
                  </a:lnTo>
                  <a:lnTo>
                    <a:pt x="323850" y="1324356"/>
                  </a:lnTo>
                  <a:lnTo>
                    <a:pt x="335280" y="1298448"/>
                  </a:lnTo>
                  <a:close/>
                </a:path>
                <a:path w="923289" h="4575809">
                  <a:moveTo>
                    <a:pt x="339090" y="2938272"/>
                  </a:moveTo>
                  <a:lnTo>
                    <a:pt x="329184" y="2911602"/>
                  </a:lnTo>
                  <a:lnTo>
                    <a:pt x="320040" y="2914650"/>
                  </a:lnTo>
                  <a:lnTo>
                    <a:pt x="329946" y="2941320"/>
                  </a:lnTo>
                  <a:lnTo>
                    <a:pt x="339090" y="2938272"/>
                  </a:lnTo>
                  <a:close/>
                </a:path>
                <a:path w="923289" h="4575809">
                  <a:moveTo>
                    <a:pt x="351282" y="1263396"/>
                  </a:moveTo>
                  <a:lnTo>
                    <a:pt x="342138" y="1259586"/>
                  </a:lnTo>
                  <a:lnTo>
                    <a:pt x="330708" y="1285494"/>
                  </a:lnTo>
                  <a:lnTo>
                    <a:pt x="339090" y="1289304"/>
                  </a:lnTo>
                  <a:lnTo>
                    <a:pt x="351282" y="1263396"/>
                  </a:lnTo>
                  <a:close/>
                </a:path>
                <a:path w="923289" h="4575809">
                  <a:moveTo>
                    <a:pt x="352044" y="2974086"/>
                  </a:moveTo>
                  <a:lnTo>
                    <a:pt x="342138" y="2947416"/>
                  </a:lnTo>
                  <a:lnTo>
                    <a:pt x="332994" y="2950464"/>
                  </a:lnTo>
                  <a:lnTo>
                    <a:pt x="342900" y="2977134"/>
                  </a:lnTo>
                  <a:lnTo>
                    <a:pt x="352044" y="2974086"/>
                  </a:lnTo>
                  <a:close/>
                </a:path>
                <a:path w="923289" h="4575809">
                  <a:moveTo>
                    <a:pt x="364236" y="3009900"/>
                  </a:moveTo>
                  <a:lnTo>
                    <a:pt x="355092" y="2983230"/>
                  </a:lnTo>
                  <a:lnTo>
                    <a:pt x="345948" y="2986278"/>
                  </a:lnTo>
                  <a:lnTo>
                    <a:pt x="355854" y="3012948"/>
                  </a:lnTo>
                  <a:lnTo>
                    <a:pt x="364236" y="3009900"/>
                  </a:lnTo>
                  <a:close/>
                </a:path>
                <a:path w="923289" h="4575809">
                  <a:moveTo>
                    <a:pt x="366522" y="1229106"/>
                  </a:moveTo>
                  <a:lnTo>
                    <a:pt x="358140" y="1224534"/>
                  </a:lnTo>
                  <a:lnTo>
                    <a:pt x="345948" y="1251204"/>
                  </a:lnTo>
                  <a:lnTo>
                    <a:pt x="355092" y="1255014"/>
                  </a:lnTo>
                  <a:lnTo>
                    <a:pt x="366522" y="1229106"/>
                  </a:lnTo>
                  <a:close/>
                </a:path>
                <a:path w="923289" h="4575809">
                  <a:moveTo>
                    <a:pt x="377190" y="3045714"/>
                  </a:moveTo>
                  <a:lnTo>
                    <a:pt x="368046" y="3019044"/>
                  </a:lnTo>
                  <a:lnTo>
                    <a:pt x="358902" y="3022092"/>
                  </a:lnTo>
                  <a:lnTo>
                    <a:pt x="368046" y="3048762"/>
                  </a:lnTo>
                  <a:lnTo>
                    <a:pt x="377190" y="3045714"/>
                  </a:lnTo>
                  <a:close/>
                </a:path>
                <a:path w="923289" h="4575809">
                  <a:moveTo>
                    <a:pt x="382524" y="1194054"/>
                  </a:moveTo>
                  <a:lnTo>
                    <a:pt x="374142" y="1190244"/>
                  </a:lnTo>
                  <a:lnTo>
                    <a:pt x="361950" y="1216152"/>
                  </a:lnTo>
                  <a:lnTo>
                    <a:pt x="371094" y="1219962"/>
                  </a:lnTo>
                  <a:lnTo>
                    <a:pt x="382524" y="1194054"/>
                  </a:lnTo>
                  <a:close/>
                </a:path>
                <a:path w="923289" h="4575809">
                  <a:moveTo>
                    <a:pt x="390144" y="3081528"/>
                  </a:moveTo>
                  <a:lnTo>
                    <a:pt x="380238" y="3054858"/>
                  </a:lnTo>
                  <a:lnTo>
                    <a:pt x="371856" y="3057906"/>
                  </a:lnTo>
                  <a:lnTo>
                    <a:pt x="381000" y="3085338"/>
                  </a:lnTo>
                  <a:lnTo>
                    <a:pt x="390144" y="3081528"/>
                  </a:lnTo>
                  <a:close/>
                </a:path>
                <a:path w="923289" h="4575809">
                  <a:moveTo>
                    <a:pt x="398526" y="1159764"/>
                  </a:moveTo>
                  <a:lnTo>
                    <a:pt x="389382" y="1155192"/>
                  </a:lnTo>
                  <a:lnTo>
                    <a:pt x="377952" y="1181100"/>
                  </a:lnTo>
                  <a:lnTo>
                    <a:pt x="386334" y="1185672"/>
                  </a:lnTo>
                  <a:lnTo>
                    <a:pt x="398526" y="1159764"/>
                  </a:lnTo>
                  <a:close/>
                </a:path>
                <a:path w="923289" h="4575809">
                  <a:moveTo>
                    <a:pt x="403098" y="3117342"/>
                  </a:moveTo>
                  <a:lnTo>
                    <a:pt x="393192" y="3090672"/>
                  </a:lnTo>
                  <a:lnTo>
                    <a:pt x="384810" y="3093720"/>
                  </a:lnTo>
                  <a:lnTo>
                    <a:pt x="393954" y="3121152"/>
                  </a:lnTo>
                  <a:lnTo>
                    <a:pt x="403098" y="3117342"/>
                  </a:lnTo>
                  <a:close/>
                </a:path>
                <a:path w="923289" h="4575809">
                  <a:moveTo>
                    <a:pt x="413766" y="1124712"/>
                  </a:moveTo>
                  <a:lnTo>
                    <a:pt x="405384" y="1120902"/>
                  </a:lnTo>
                  <a:lnTo>
                    <a:pt x="393192" y="1146810"/>
                  </a:lnTo>
                  <a:lnTo>
                    <a:pt x="402336" y="1150620"/>
                  </a:lnTo>
                  <a:lnTo>
                    <a:pt x="413766" y="1124712"/>
                  </a:lnTo>
                  <a:close/>
                </a:path>
                <a:path w="923289" h="4575809">
                  <a:moveTo>
                    <a:pt x="416052" y="3153156"/>
                  </a:moveTo>
                  <a:lnTo>
                    <a:pt x="406146" y="3126486"/>
                  </a:lnTo>
                  <a:lnTo>
                    <a:pt x="397002" y="3129534"/>
                  </a:lnTo>
                  <a:lnTo>
                    <a:pt x="406908" y="3156966"/>
                  </a:lnTo>
                  <a:lnTo>
                    <a:pt x="416052" y="3153156"/>
                  </a:lnTo>
                  <a:close/>
                </a:path>
                <a:path w="923289" h="4575809">
                  <a:moveTo>
                    <a:pt x="429006" y="3189732"/>
                  </a:moveTo>
                  <a:lnTo>
                    <a:pt x="419100" y="3162300"/>
                  </a:lnTo>
                  <a:lnTo>
                    <a:pt x="409956" y="3165348"/>
                  </a:lnTo>
                  <a:lnTo>
                    <a:pt x="419862" y="3192780"/>
                  </a:lnTo>
                  <a:lnTo>
                    <a:pt x="429006" y="3189732"/>
                  </a:lnTo>
                  <a:close/>
                </a:path>
                <a:path w="923289" h="4575809">
                  <a:moveTo>
                    <a:pt x="429768" y="1089660"/>
                  </a:moveTo>
                  <a:lnTo>
                    <a:pt x="421386" y="1085850"/>
                  </a:lnTo>
                  <a:lnTo>
                    <a:pt x="409194" y="1111758"/>
                  </a:lnTo>
                  <a:lnTo>
                    <a:pt x="418338" y="1116330"/>
                  </a:lnTo>
                  <a:lnTo>
                    <a:pt x="429768" y="1089660"/>
                  </a:lnTo>
                  <a:close/>
                </a:path>
                <a:path w="923289" h="4575809">
                  <a:moveTo>
                    <a:pt x="441198" y="3225546"/>
                  </a:moveTo>
                  <a:lnTo>
                    <a:pt x="432054" y="3198114"/>
                  </a:lnTo>
                  <a:lnTo>
                    <a:pt x="422910" y="3201924"/>
                  </a:lnTo>
                  <a:lnTo>
                    <a:pt x="432816" y="3228594"/>
                  </a:lnTo>
                  <a:lnTo>
                    <a:pt x="441198" y="3225546"/>
                  </a:lnTo>
                  <a:close/>
                </a:path>
                <a:path w="923289" h="4575809">
                  <a:moveTo>
                    <a:pt x="445770" y="1055370"/>
                  </a:moveTo>
                  <a:lnTo>
                    <a:pt x="436626" y="1051560"/>
                  </a:lnTo>
                  <a:lnTo>
                    <a:pt x="425196" y="1077468"/>
                  </a:lnTo>
                  <a:lnTo>
                    <a:pt x="433578" y="1081278"/>
                  </a:lnTo>
                  <a:lnTo>
                    <a:pt x="445770" y="1055370"/>
                  </a:lnTo>
                  <a:close/>
                </a:path>
                <a:path w="923289" h="4575809">
                  <a:moveTo>
                    <a:pt x="454152" y="3261360"/>
                  </a:moveTo>
                  <a:lnTo>
                    <a:pt x="445008" y="3233928"/>
                  </a:lnTo>
                  <a:lnTo>
                    <a:pt x="435864" y="3237738"/>
                  </a:lnTo>
                  <a:lnTo>
                    <a:pt x="445008" y="3264408"/>
                  </a:lnTo>
                  <a:lnTo>
                    <a:pt x="454152" y="3261360"/>
                  </a:lnTo>
                  <a:close/>
                </a:path>
                <a:path w="923289" h="4575809">
                  <a:moveTo>
                    <a:pt x="461010" y="1020318"/>
                  </a:moveTo>
                  <a:lnTo>
                    <a:pt x="452628" y="1016508"/>
                  </a:lnTo>
                  <a:lnTo>
                    <a:pt x="441198" y="1042416"/>
                  </a:lnTo>
                  <a:lnTo>
                    <a:pt x="449580" y="1046988"/>
                  </a:lnTo>
                  <a:lnTo>
                    <a:pt x="461010" y="1020318"/>
                  </a:lnTo>
                  <a:close/>
                </a:path>
                <a:path w="923289" h="4575809">
                  <a:moveTo>
                    <a:pt x="467106" y="3297174"/>
                  </a:moveTo>
                  <a:lnTo>
                    <a:pt x="457200" y="3269742"/>
                  </a:lnTo>
                  <a:lnTo>
                    <a:pt x="448818" y="3273552"/>
                  </a:lnTo>
                  <a:lnTo>
                    <a:pt x="457962" y="3300222"/>
                  </a:lnTo>
                  <a:lnTo>
                    <a:pt x="467106" y="3297174"/>
                  </a:lnTo>
                  <a:close/>
                </a:path>
                <a:path w="923289" h="4575809">
                  <a:moveTo>
                    <a:pt x="477012" y="986028"/>
                  </a:moveTo>
                  <a:lnTo>
                    <a:pt x="468630" y="982218"/>
                  </a:lnTo>
                  <a:lnTo>
                    <a:pt x="456438" y="1008126"/>
                  </a:lnTo>
                  <a:lnTo>
                    <a:pt x="465582" y="1011936"/>
                  </a:lnTo>
                  <a:lnTo>
                    <a:pt x="477012" y="986028"/>
                  </a:lnTo>
                  <a:close/>
                </a:path>
                <a:path w="923289" h="4575809">
                  <a:moveTo>
                    <a:pt x="480060" y="3332988"/>
                  </a:moveTo>
                  <a:lnTo>
                    <a:pt x="470154" y="3306318"/>
                  </a:lnTo>
                  <a:lnTo>
                    <a:pt x="461772" y="3309366"/>
                  </a:lnTo>
                  <a:lnTo>
                    <a:pt x="470916" y="3336036"/>
                  </a:lnTo>
                  <a:lnTo>
                    <a:pt x="480060" y="3332988"/>
                  </a:lnTo>
                  <a:close/>
                </a:path>
                <a:path w="923289" h="4575809">
                  <a:moveTo>
                    <a:pt x="493014" y="3368802"/>
                  </a:moveTo>
                  <a:lnTo>
                    <a:pt x="483108" y="3342132"/>
                  </a:lnTo>
                  <a:lnTo>
                    <a:pt x="473964" y="3345180"/>
                  </a:lnTo>
                  <a:lnTo>
                    <a:pt x="483870" y="3371850"/>
                  </a:lnTo>
                  <a:lnTo>
                    <a:pt x="493014" y="3368802"/>
                  </a:lnTo>
                  <a:close/>
                </a:path>
                <a:path w="923289" h="4575809">
                  <a:moveTo>
                    <a:pt x="493014" y="950976"/>
                  </a:moveTo>
                  <a:lnTo>
                    <a:pt x="483870" y="947166"/>
                  </a:lnTo>
                  <a:lnTo>
                    <a:pt x="472440" y="973074"/>
                  </a:lnTo>
                  <a:lnTo>
                    <a:pt x="480822" y="976884"/>
                  </a:lnTo>
                  <a:lnTo>
                    <a:pt x="493014" y="950976"/>
                  </a:lnTo>
                  <a:close/>
                </a:path>
                <a:path w="923289" h="4575809">
                  <a:moveTo>
                    <a:pt x="505968" y="3404616"/>
                  </a:moveTo>
                  <a:lnTo>
                    <a:pt x="496062" y="3377946"/>
                  </a:lnTo>
                  <a:lnTo>
                    <a:pt x="486918" y="3380994"/>
                  </a:lnTo>
                  <a:lnTo>
                    <a:pt x="496824" y="3407664"/>
                  </a:lnTo>
                  <a:lnTo>
                    <a:pt x="505968" y="3404616"/>
                  </a:lnTo>
                  <a:close/>
                </a:path>
                <a:path w="923289" h="4575809">
                  <a:moveTo>
                    <a:pt x="508254" y="916686"/>
                  </a:moveTo>
                  <a:lnTo>
                    <a:pt x="499872" y="912876"/>
                  </a:lnTo>
                  <a:lnTo>
                    <a:pt x="488442" y="938784"/>
                  </a:lnTo>
                  <a:lnTo>
                    <a:pt x="496824" y="942594"/>
                  </a:lnTo>
                  <a:lnTo>
                    <a:pt x="508254" y="916686"/>
                  </a:lnTo>
                  <a:close/>
                </a:path>
                <a:path w="923289" h="4575809">
                  <a:moveTo>
                    <a:pt x="518160" y="3440430"/>
                  </a:moveTo>
                  <a:lnTo>
                    <a:pt x="509016" y="3413760"/>
                  </a:lnTo>
                  <a:lnTo>
                    <a:pt x="499872" y="3416808"/>
                  </a:lnTo>
                  <a:lnTo>
                    <a:pt x="509778" y="3443478"/>
                  </a:lnTo>
                  <a:lnTo>
                    <a:pt x="518160" y="3440430"/>
                  </a:lnTo>
                  <a:close/>
                </a:path>
                <a:path w="923289" h="4575809">
                  <a:moveTo>
                    <a:pt x="524256" y="881634"/>
                  </a:moveTo>
                  <a:lnTo>
                    <a:pt x="515874" y="877824"/>
                  </a:lnTo>
                  <a:lnTo>
                    <a:pt x="503682" y="903732"/>
                  </a:lnTo>
                  <a:lnTo>
                    <a:pt x="512826" y="907542"/>
                  </a:lnTo>
                  <a:lnTo>
                    <a:pt x="524256" y="881634"/>
                  </a:lnTo>
                  <a:close/>
                </a:path>
                <a:path w="923289" h="4575809">
                  <a:moveTo>
                    <a:pt x="531114" y="3476244"/>
                  </a:moveTo>
                  <a:lnTo>
                    <a:pt x="521970" y="3449574"/>
                  </a:lnTo>
                  <a:lnTo>
                    <a:pt x="512826" y="3452622"/>
                  </a:lnTo>
                  <a:lnTo>
                    <a:pt x="521970" y="3479292"/>
                  </a:lnTo>
                  <a:lnTo>
                    <a:pt x="531114" y="3476244"/>
                  </a:lnTo>
                  <a:close/>
                </a:path>
                <a:path w="923289" h="4575809">
                  <a:moveTo>
                    <a:pt x="540258" y="847344"/>
                  </a:moveTo>
                  <a:lnTo>
                    <a:pt x="531114" y="843534"/>
                  </a:lnTo>
                  <a:lnTo>
                    <a:pt x="519684" y="869442"/>
                  </a:lnTo>
                  <a:lnTo>
                    <a:pt x="528066" y="873252"/>
                  </a:lnTo>
                  <a:lnTo>
                    <a:pt x="540258" y="847344"/>
                  </a:lnTo>
                  <a:close/>
                </a:path>
                <a:path w="923289" h="4575809">
                  <a:moveTo>
                    <a:pt x="544068" y="3512058"/>
                  </a:moveTo>
                  <a:lnTo>
                    <a:pt x="534162" y="3485388"/>
                  </a:lnTo>
                  <a:lnTo>
                    <a:pt x="525780" y="3488436"/>
                  </a:lnTo>
                  <a:lnTo>
                    <a:pt x="534924" y="3515868"/>
                  </a:lnTo>
                  <a:lnTo>
                    <a:pt x="544068" y="3512058"/>
                  </a:lnTo>
                  <a:close/>
                </a:path>
                <a:path w="923289" h="4575809">
                  <a:moveTo>
                    <a:pt x="555498" y="812292"/>
                  </a:moveTo>
                  <a:lnTo>
                    <a:pt x="547116" y="808482"/>
                  </a:lnTo>
                  <a:lnTo>
                    <a:pt x="535686" y="834390"/>
                  </a:lnTo>
                  <a:lnTo>
                    <a:pt x="544068" y="838200"/>
                  </a:lnTo>
                  <a:lnTo>
                    <a:pt x="555498" y="812292"/>
                  </a:lnTo>
                  <a:close/>
                </a:path>
                <a:path w="923289" h="4575809">
                  <a:moveTo>
                    <a:pt x="557022" y="3547872"/>
                  </a:moveTo>
                  <a:lnTo>
                    <a:pt x="547116" y="3521202"/>
                  </a:lnTo>
                  <a:lnTo>
                    <a:pt x="537972" y="3524250"/>
                  </a:lnTo>
                  <a:lnTo>
                    <a:pt x="547878" y="3551682"/>
                  </a:lnTo>
                  <a:lnTo>
                    <a:pt x="557022" y="3547872"/>
                  </a:lnTo>
                  <a:close/>
                </a:path>
                <a:path w="923289" h="4575809">
                  <a:moveTo>
                    <a:pt x="569976" y="3583686"/>
                  </a:moveTo>
                  <a:lnTo>
                    <a:pt x="560070" y="3557016"/>
                  </a:lnTo>
                  <a:lnTo>
                    <a:pt x="550926" y="3560064"/>
                  </a:lnTo>
                  <a:lnTo>
                    <a:pt x="560832" y="3587496"/>
                  </a:lnTo>
                  <a:lnTo>
                    <a:pt x="569976" y="3583686"/>
                  </a:lnTo>
                  <a:close/>
                </a:path>
                <a:path w="923289" h="4575809">
                  <a:moveTo>
                    <a:pt x="571500" y="778002"/>
                  </a:moveTo>
                  <a:lnTo>
                    <a:pt x="563118" y="774192"/>
                  </a:lnTo>
                  <a:lnTo>
                    <a:pt x="550926" y="800100"/>
                  </a:lnTo>
                  <a:lnTo>
                    <a:pt x="560070" y="803910"/>
                  </a:lnTo>
                  <a:lnTo>
                    <a:pt x="571500" y="778002"/>
                  </a:lnTo>
                  <a:close/>
                </a:path>
                <a:path w="923289" h="4575809">
                  <a:moveTo>
                    <a:pt x="582930" y="3620262"/>
                  </a:moveTo>
                  <a:lnTo>
                    <a:pt x="573024" y="3592830"/>
                  </a:lnTo>
                  <a:lnTo>
                    <a:pt x="563880" y="3595878"/>
                  </a:lnTo>
                  <a:lnTo>
                    <a:pt x="573786" y="3623310"/>
                  </a:lnTo>
                  <a:lnTo>
                    <a:pt x="582930" y="3620262"/>
                  </a:lnTo>
                  <a:close/>
                </a:path>
                <a:path w="923289" h="4575809">
                  <a:moveTo>
                    <a:pt x="587502" y="742950"/>
                  </a:moveTo>
                  <a:lnTo>
                    <a:pt x="578358" y="739140"/>
                  </a:lnTo>
                  <a:lnTo>
                    <a:pt x="566928" y="765048"/>
                  </a:lnTo>
                  <a:lnTo>
                    <a:pt x="575310" y="768858"/>
                  </a:lnTo>
                  <a:lnTo>
                    <a:pt x="587502" y="742950"/>
                  </a:lnTo>
                  <a:close/>
                </a:path>
                <a:path w="923289" h="4575809">
                  <a:moveTo>
                    <a:pt x="595122" y="3656076"/>
                  </a:moveTo>
                  <a:lnTo>
                    <a:pt x="585978" y="3628644"/>
                  </a:lnTo>
                  <a:lnTo>
                    <a:pt x="576834" y="3632454"/>
                  </a:lnTo>
                  <a:lnTo>
                    <a:pt x="586740" y="3659124"/>
                  </a:lnTo>
                  <a:lnTo>
                    <a:pt x="595122" y="3656076"/>
                  </a:lnTo>
                  <a:close/>
                </a:path>
                <a:path w="923289" h="4575809">
                  <a:moveTo>
                    <a:pt x="602742" y="708660"/>
                  </a:moveTo>
                  <a:lnTo>
                    <a:pt x="594360" y="704088"/>
                  </a:lnTo>
                  <a:lnTo>
                    <a:pt x="582930" y="730758"/>
                  </a:lnTo>
                  <a:lnTo>
                    <a:pt x="591312" y="734568"/>
                  </a:lnTo>
                  <a:lnTo>
                    <a:pt x="602742" y="708660"/>
                  </a:lnTo>
                  <a:close/>
                </a:path>
                <a:path w="923289" h="4575809">
                  <a:moveTo>
                    <a:pt x="608076" y="3691890"/>
                  </a:moveTo>
                  <a:lnTo>
                    <a:pt x="598932" y="3664458"/>
                  </a:lnTo>
                  <a:lnTo>
                    <a:pt x="589788" y="3668268"/>
                  </a:lnTo>
                  <a:lnTo>
                    <a:pt x="598932" y="3694938"/>
                  </a:lnTo>
                  <a:lnTo>
                    <a:pt x="608076" y="3691890"/>
                  </a:lnTo>
                  <a:close/>
                </a:path>
                <a:path w="923289" h="4575809">
                  <a:moveTo>
                    <a:pt x="618744" y="673608"/>
                  </a:moveTo>
                  <a:lnTo>
                    <a:pt x="610362" y="669798"/>
                  </a:lnTo>
                  <a:lnTo>
                    <a:pt x="598170" y="695706"/>
                  </a:lnTo>
                  <a:lnTo>
                    <a:pt x="607314" y="699516"/>
                  </a:lnTo>
                  <a:lnTo>
                    <a:pt x="618744" y="673608"/>
                  </a:lnTo>
                  <a:close/>
                </a:path>
                <a:path w="923289" h="4575809">
                  <a:moveTo>
                    <a:pt x="621030" y="3727704"/>
                  </a:moveTo>
                  <a:lnTo>
                    <a:pt x="611124" y="3700272"/>
                  </a:lnTo>
                  <a:lnTo>
                    <a:pt x="602742" y="3704082"/>
                  </a:lnTo>
                  <a:lnTo>
                    <a:pt x="611886" y="3730752"/>
                  </a:lnTo>
                  <a:lnTo>
                    <a:pt x="621030" y="3727704"/>
                  </a:lnTo>
                  <a:close/>
                </a:path>
                <a:path w="923289" h="4575809">
                  <a:moveTo>
                    <a:pt x="633984" y="3763518"/>
                  </a:moveTo>
                  <a:lnTo>
                    <a:pt x="624078" y="3736848"/>
                  </a:lnTo>
                  <a:lnTo>
                    <a:pt x="614934" y="3739896"/>
                  </a:lnTo>
                  <a:lnTo>
                    <a:pt x="624840" y="3766566"/>
                  </a:lnTo>
                  <a:lnTo>
                    <a:pt x="633984" y="3763518"/>
                  </a:lnTo>
                  <a:close/>
                </a:path>
                <a:path w="923289" h="4575809">
                  <a:moveTo>
                    <a:pt x="634746" y="639318"/>
                  </a:moveTo>
                  <a:lnTo>
                    <a:pt x="625602" y="634746"/>
                  </a:lnTo>
                  <a:lnTo>
                    <a:pt x="614172" y="661416"/>
                  </a:lnTo>
                  <a:lnTo>
                    <a:pt x="622554" y="665226"/>
                  </a:lnTo>
                  <a:lnTo>
                    <a:pt x="634746" y="639318"/>
                  </a:lnTo>
                  <a:close/>
                </a:path>
                <a:path w="923289" h="4575809">
                  <a:moveTo>
                    <a:pt x="646938" y="3799332"/>
                  </a:moveTo>
                  <a:lnTo>
                    <a:pt x="637032" y="3772662"/>
                  </a:lnTo>
                  <a:lnTo>
                    <a:pt x="627888" y="3775710"/>
                  </a:lnTo>
                  <a:lnTo>
                    <a:pt x="637794" y="3802380"/>
                  </a:lnTo>
                  <a:lnTo>
                    <a:pt x="646938" y="3799332"/>
                  </a:lnTo>
                  <a:close/>
                </a:path>
                <a:path w="923289" h="4575809">
                  <a:moveTo>
                    <a:pt x="649986" y="604266"/>
                  </a:moveTo>
                  <a:lnTo>
                    <a:pt x="641604" y="600456"/>
                  </a:lnTo>
                  <a:lnTo>
                    <a:pt x="630174" y="626364"/>
                  </a:lnTo>
                  <a:lnTo>
                    <a:pt x="638556" y="630174"/>
                  </a:lnTo>
                  <a:lnTo>
                    <a:pt x="649986" y="604266"/>
                  </a:lnTo>
                  <a:close/>
                </a:path>
                <a:path w="923289" h="4575809">
                  <a:moveTo>
                    <a:pt x="659892" y="3835146"/>
                  </a:moveTo>
                  <a:lnTo>
                    <a:pt x="649986" y="3808476"/>
                  </a:lnTo>
                  <a:lnTo>
                    <a:pt x="640842" y="3811524"/>
                  </a:lnTo>
                  <a:lnTo>
                    <a:pt x="650748" y="3838194"/>
                  </a:lnTo>
                  <a:lnTo>
                    <a:pt x="659892" y="3835146"/>
                  </a:lnTo>
                  <a:close/>
                </a:path>
                <a:path w="923289" h="4575809">
                  <a:moveTo>
                    <a:pt x="665988" y="569976"/>
                  </a:moveTo>
                  <a:lnTo>
                    <a:pt x="657606" y="565404"/>
                  </a:lnTo>
                  <a:lnTo>
                    <a:pt x="645414" y="592074"/>
                  </a:lnTo>
                  <a:lnTo>
                    <a:pt x="654558" y="595884"/>
                  </a:lnTo>
                  <a:lnTo>
                    <a:pt x="665988" y="569976"/>
                  </a:lnTo>
                  <a:close/>
                </a:path>
                <a:path w="923289" h="4575809">
                  <a:moveTo>
                    <a:pt x="672084" y="3870960"/>
                  </a:moveTo>
                  <a:lnTo>
                    <a:pt x="662940" y="3844290"/>
                  </a:lnTo>
                  <a:lnTo>
                    <a:pt x="653796" y="3847338"/>
                  </a:lnTo>
                  <a:lnTo>
                    <a:pt x="663702" y="3874008"/>
                  </a:lnTo>
                  <a:lnTo>
                    <a:pt x="672084" y="3870960"/>
                  </a:lnTo>
                  <a:close/>
                </a:path>
                <a:path w="923289" h="4575809">
                  <a:moveTo>
                    <a:pt x="681990" y="534924"/>
                  </a:moveTo>
                  <a:lnTo>
                    <a:pt x="672846" y="531114"/>
                  </a:lnTo>
                  <a:lnTo>
                    <a:pt x="661416" y="557022"/>
                  </a:lnTo>
                  <a:lnTo>
                    <a:pt x="669798" y="560832"/>
                  </a:lnTo>
                  <a:lnTo>
                    <a:pt x="681990" y="534924"/>
                  </a:lnTo>
                  <a:close/>
                </a:path>
                <a:path w="923289" h="4575809">
                  <a:moveTo>
                    <a:pt x="685038" y="3906774"/>
                  </a:moveTo>
                  <a:lnTo>
                    <a:pt x="675894" y="3880104"/>
                  </a:lnTo>
                  <a:lnTo>
                    <a:pt x="666750" y="3883152"/>
                  </a:lnTo>
                  <a:lnTo>
                    <a:pt x="675894" y="3909822"/>
                  </a:lnTo>
                  <a:lnTo>
                    <a:pt x="685038" y="3906774"/>
                  </a:lnTo>
                  <a:close/>
                </a:path>
                <a:path w="923289" h="4575809">
                  <a:moveTo>
                    <a:pt x="697230" y="499872"/>
                  </a:moveTo>
                  <a:lnTo>
                    <a:pt x="688848" y="496062"/>
                  </a:lnTo>
                  <a:lnTo>
                    <a:pt x="677418" y="521970"/>
                  </a:lnTo>
                  <a:lnTo>
                    <a:pt x="685800" y="526542"/>
                  </a:lnTo>
                  <a:lnTo>
                    <a:pt x="697230" y="499872"/>
                  </a:lnTo>
                  <a:close/>
                </a:path>
                <a:path w="923289" h="4575809">
                  <a:moveTo>
                    <a:pt x="697992" y="3942588"/>
                  </a:moveTo>
                  <a:lnTo>
                    <a:pt x="688086" y="3915918"/>
                  </a:lnTo>
                  <a:lnTo>
                    <a:pt x="679704" y="3918966"/>
                  </a:lnTo>
                  <a:lnTo>
                    <a:pt x="688848" y="3945636"/>
                  </a:lnTo>
                  <a:lnTo>
                    <a:pt x="697992" y="3942588"/>
                  </a:lnTo>
                  <a:close/>
                </a:path>
                <a:path w="923289" h="4575809">
                  <a:moveTo>
                    <a:pt x="710946" y="3978402"/>
                  </a:moveTo>
                  <a:lnTo>
                    <a:pt x="701040" y="3951732"/>
                  </a:lnTo>
                  <a:lnTo>
                    <a:pt x="691896" y="3954780"/>
                  </a:lnTo>
                  <a:lnTo>
                    <a:pt x="701802" y="3982212"/>
                  </a:lnTo>
                  <a:lnTo>
                    <a:pt x="710946" y="3978402"/>
                  </a:lnTo>
                  <a:close/>
                </a:path>
                <a:path w="923289" h="4575809">
                  <a:moveTo>
                    <a:pt x="713232" y="465582"/>
                  </a:moveTo>
                  <a:lnTo>
                    <a:pt x="704850" y="461772"/>
                  </a:lnTo>
                  <a:lnTo>
                    <a:pt x="692658" y="487680"/>
                  </a:lnTo>
                  <a:lnTo>
                    <a:pt x="701802" y="491490"/>
                  </a:lnTo>
                  <a:lnTo>
                    <a:pt x="713232" y="465582"/>
                  </a:lnTo>
                  <a:close/>
                </a:path>
                <a:path w="923289" h="4575809">
                  <a:moveTo>
                    <a:pt x="723900" y="4014216"/>
                  </a:moveTo>
                  <a:lnTo>
                    <a:pt x="713994" y="3987546"/>
                  </a:lnTo>
                  <a:lnTo>
                    <a:pt x="704850" y="3990594"/>
                  </a:lnTo>
                  <a:lnTo>
                    <a:pt x="714756" y="4018026"/>
                  </a:lnTo>
                  <a:lnTo>
                    <a:pt x="723900" y="4014216"/>
                  </a:lnTo>
                  <a:close/>
                </a:path>
                <a:path w="923289" h="4575809">
                  <a:moveTo>
                    <a:pt x="729234" y="430530"/>
                  </a:moveTo>
                  <a:lnTo>
                    <a:pt x="720090" y="426720"/>
                  </a:lnTo>
                  <a:lnTo>
                    <a:pt x="708660" y="452628"/>
                  </a:lnTo>
                  <a:lnTo>
                    <a:pt x="717042" y="457200"/>
                  </a:lnTo>
                  <a:lnTo>
                    <a:pt x="729234" y="430530"/>
                  </a:lnTo>
                  <a:close/>
                </a:path>
                <a:path w="923289" h="4575809">
                  <a:moveTo>
                    <a:pt x="736854" y="4050792"/>
                  </a:moveTo>
                  <a:lnTo>
                    <a:pt x="726948" y="4023360"/>
                  </a:lnTo>
                  <a:lnTo>
                    <a:pt x="717804" y="4026408"/>
                  </a:lnTo>
                  <a:lnTo>
                    <a:pt x="727710" y="4053840"/>
                  </a:lnTo>
                  <a:lnTo>
                    <a:pt x="736854" y="4050792"/>
                  </a:lnTo>
                  <a:close/>
                </a:path>
                <a:path w="923289" h="4575809">
                  <a:moveTo>
                    <a:pt x="744474" y="396240"/>
                  </a:moveTo>
                  <a:lnTo>
                    <a:pt x="736092" y="392430"/>
                  </a:lnTo>
                  <a:lnTo>
                    <a:pt x="724662" y="418338"/>
                  </a:lnTo>
                  <a:lnTo>
                    <a:pt x="733044" y="422148"/>
                  </a:lnTo>
                  <a:lnTo>
                    <a:pt x="744474" y="396240"/>
                  </a:lnTo>
                  <a:close/>
                </a:path>
                <a:path w="923289" h="4575809">
                  <a:moveTo>
                    <a:pt x="749046" y="4086606"/>
                  </a:moveTo>
                  <a:lnTo>
                    <a:pt x="739902" y="4059174"/>
                  </a:lnTo>
                  <a:lnTo>
                    <a:pt x="730758" y="4062984"/>
                  </a:lnTo>
                  <a:lnTo>
                    <a:pt x="740664" y="4089654"/>
                  </a:lnTo>
                  <a:lnTo>
                    <a:pt x="749046" y="4086606"/>
                  </a:lnTo>
                  <a:close/>
                </a:path>
                <a:path w="923289" h="4575809">
                  <a:moveTo>
                    <a:pt x="760476" y="361188"/>
                  </a:moveTo>
                  <a:lnTo>
                    <a:pt x="752094" y="357378"/>
                  </a:lnTo>
                  <a:lnTo>
                    <a:pt x="739902" y="383286"/>
                  </a:lnTo>
                  <a:lnTo>
                    <a:pt x="749046" y="387858"/>
                  </a:lnTo>
                  <a:lnTo>
                    <a:pt x="760476" y="361188"/>
                  </a:lnTo>
                  <a:close/>
                </a:path>
                <a:path w="923289" h="4575809">
                  <a:moveTo>
                    <a:pt x="762000" y="4122420"/>
                  </a:moveTo>
                  <a:lnTo>
                    <a:pt x="752856" y="4094988"/>
                  </a:lnTo>
                  <a:lnTo>
                    <a:pt x="743712" y="4098798"/>
                  </a:lnTo>
                  <a:lnTo>
                    <a:pt x="752856" y="4125468"/>
                  </a:lnTo>
                  <a:lnTo>
                    <a:pt x="762000" y="4122420"/>
                  </a:lnTo>
                  <a:close/>
                </a:path>
                <a:path w="923289" h="4575809">
                  <a:moveTo>
                    <a:pt x="774954" y="4158234"/>
                  </a:moveTo>
                  <a:lnTo>
                    <a:pt x="765048" y="4130802"/>
                  </a:lnTo>
                  <a:lnTo>
                    <a:pt x="756666" y="4134612"/>
                  </a:lnTo>
                  <a:lnTo>
                    <a:pt x="765810" y="4161282"/>
                  </a:lnTo>
                  <a:lnTo>
                    <a:pt x="774954" y="4158234"/>
                  </a:lnTo>
                  <a:close/>
                </a:path>
                <a:path w="923289" h="4575809">
                  <a:moveTo>
                    <a:pt x="776478" y="326898"/>
                  </a:moveTo>
                  <a:lnTo>
                    <a:pt x="767334" y="323088"/>
                  </a:lnTo>
                  <a:lnTo>
                    <a:pt x="755904" y="348996"/>
                  </a:lnTo>
                  <a:lnTo>
                    <a:pt x="764286" y="352806"/>
                  </a:lnTo>
                  <a:lnTo>
                    <a:pt x="776478" y="326898"/>
                  </a:lnTo>
                  <a:close/>
                </a:path>
                <a:path w="923289" h="4575809">
                  <a:moveTo>
                    <a:pt x="787908" y="4194048"/>
                  </a:moveTo>
                  <a:lnTo>
                    <a:pt x="778002" y="4167378"/>
                  </a:lnTo>
                  <a:lnTo>
                    <a:pt x="768858" y="4170426"/>
                  </a:lnTo>
                  <a:lnTo>
                    <a:pt x="778764" y="4197096"/>
                  </a:lnTo>
                  <a:lnTo>
                    <a:pt x="787908" y="4194048"/>
                  </a:lnTo>
                  <a:close/>
                </a:path>
                <a:path w="923289" h="4575809">
                  <a:moveTo>
                    <a:pt x="791718" y="291846"/>
                  </a:moveTo>
                  <a:lnTo>
                    <a:pt x="783336" y="288036"/>
                  </a:lnTo>
                  <a:lnTo>
                    <a:pt x="771906" y="313944"/>
                  </a:lnTo>
                  <a:lnTo>
                    <a:pt x="780288" y="317754"/>
                  </a:lnTo>
                  <a:lnTo>
                    <a:pt x="791718" y="291846"/>
                  </a:lnTo>
                  <a:close/>
                </a:path>
                <a:path w="923289" h="4575809">
                  <a:moveTo>
                    <a:pt x="800862" y="4229862"/>
                  </a:moveTo>
                  <a:lnTo>
                    <a:pt x="790956" y="4203192"/>
                  </a:lnTo>
                  <a:lnTo>
                    <a:pt x="781812" y="4206240"/>
                  </a:lnTo>
                  <a:lnTo>
                    <a:pt x="791718" y="4232910"/>
                  </a:lnTo>
                  <a:lnTo>
                    <a:pt x="800862" y="4229862"/>
                  </a:lnTo>
                  <a:close/>
                </a:path>
                <a:path w="923289" h="4575809">
                  <a:moveTo>
                    <a:pt x="807720" y="257556"/>
                  </a:moveTo>
                  <a:lnTo>
                    <a:pt x="799338" y="253746"/>
                  </a:lnTo>
                  <a:lnTo>
                    <a:pt x="787146" y="279654"/>
                  </a:lnTo>
                  <a:lnTo>
                    <a:pt x="796290" y="283464"/>
                  </a:lnTo>
                  <a:lnTo>
                    <a:pt x="807720" y="257556"/>
                  </a:lnTo>
                  <a:close/>
                </a:path>
                <a:path w="923289" h="4575809">
                  <a:moveTo>
                    <a:pt x="813816" y="4265676"/>
                  </a:moveTo>
                  <a:lnTo>
                    <a:pt x="803910" y="4239006"/>
                  </a:lnTo>
                  <a:lnTo>
                    <a:pt x="794766" y="4242054"/>
                  </a:lnTo>
                  <a:lnTo>
                    <a:pt x="804672" y="4268724"/>
                  </a:lnTo>
                  <a:lnTo>
                    <a:pt x="813816" y="4265676"/>
                  </a:lnTo>
                  <a:close/>
                </a:path>
                <a:path w="923289" h="4575809">
                  <a:moveTo>
                    <a:pt x="823722" y="222504"/>
                  </a:moveTo>
                  <a:lnTo>
                    <a:pt x="814578" y="218694"/>
                  </a:lnTo>
                  <a:lnTo>
                    <a:pt x="803148" y="244602"/>
                  </a:lnTo>
                  <a:lnTo>
                    <a:pt x="811530" y="248412"/>
                  </a:lnTo>
                  <a:lnTo>
                    <a:pt x="823722" y="222504"/>
                  </a:lnTo>
                  <a:close/>
                </a:path>
                <a:path w="923289" h="4575809">
                  <a:moveTo>
                    <a:pt x="826008" y="4301490"/>
                  </a:moveTo>
                  <a:lnTo>
                    <a:pt x="816864" y="4274820"/>
                  </a:lnTo>
                  <a:lnTo>
                    <a:pt x="807720" y="4277868"/>
                  </a:lnTo>
                  <a:lnTo>
                    <a:pt x="817626" y="4304538"/>
                  </a:lnTo>
                  <a:lnTo>
                    <a:pt x="826008" y="4301490"/>
                  </a:lnTo>
                  <a:close/>
                </a:path>
                <a:path w="923289" h="4575809">
                  <a:moveTo>
                    <a:pt x="838962" y="4337304"/>
                  </a:moveTo>
                  <a:lnTo>
                    <a:pt x="829818" y="4310634"/>
                  </a:lnTo>
                  <a:lnTo>
                    <a:pt x="820674" y="4313682"/>
                  </a:lnTo>
                  <a:lnTo>
                    <a:pt x="829818" y="4340352"/>
                  </a:lnTo>
                  <a:lnTo>
                    <a:pt x="838962" y="4337304"/>
                  </a:lnTo>
                  <a:close/>
                </a:path>
                <a:path w="923289" h="4575809">
                  <a:moveTo>
                    <a:pt x="838962" y="188214"/>
                  </a:moveTo>
                  <a:lnTo>
                    <a:pt x="830580" y="184404"/>
                  </a:lnTo>
                  <a:lnTo>
                    <a:pt x="819150" y="210312"/>
                  </a:lnTo>
                  <a:lnTo>
                    <a:pt x="827532" y="214122"/>
                  </a:lnTo>
                  <a:lnTo>
                    <a:pt x="838962" y="188214"/>
                  </a:lnTo>
                  <a:close/>
                </a:path>
                <a:path w="923289" h="4575809">
                  <a:moveTo>
                    <a:pt x="851916" y="4373118"/>
                  </a:moveTo>
                  <a:lnTo>
                    <a:pt x="842010" y="4346448"/>
                  </a:lnTo>
                  <a:lnTo>
                    <a:pt x="833628" y="4349496"/>
                  </a:lnTo>
                  <a:lnTo>
                    <a:pt x="842772" y="4376166"/>
                  </a:lnTo>
                  <a:lnTo>
                    <a:pt x="851916" y="4373118"/>
                  </a:lnTo>
                  <a:close/>
                </a:path>
                <a:path w="923289" h="4575809">
                  <a:moveTo>
                    <a:pt x="854964" y="153162"/>
                  </a:moveTo>
                  <a:lnTo>
                    <a:pt x="846582" y="149352"/>
                  </a:lnTo>
                  <a:lnTo>
                    <a:pt x="834390" y="175260"/>
                  </a:lnTo>
                  <a:lnTo>
                    <a:pt x="843534" y="179070"/>
                  </a:lnTo>
                  <a:lnTo>
                    <a:pt x="854964" y="153162"/>
                  </a:lnTo>
                  <a:close/>
                </a:path>
                <a:path w="923289" h="4575809">
                  <a:moveTo>
                    <a:pt x="864870" y="4408932"/>
                  </a:moveTo>
                  <a:lnTo>
                    <a:pt x="854964" y="4382262"/>
                  </a:lnTo>
                  <a:lnTo>
                    <a:pt x="845820" y="4385310"/>
                  </a:lnTo>
                  <a:lnTo>
                    <a:pt x="855726" y="4412742"/>
                  </a:lnTo>
                  <a:lnTo>
                    <a:pt x="864870" y="4408932"/>
                  </a:lnTo>
                  <a:close/>
                </a:path>
                <a:path w="923289" h="4575809">
                  <a:moveTo>
                    <a:pt x="870966" y="118872"/>
                  </a:moveTo>
                  <a:lnTo>
                    <a:pt x="861822" y="114300"/>
                  </a:lnTo>
                  <a:lnTo>
                    <a:pt x="850392" y="140970"/>
                  </a:lnTo>
                  <a:lnTo>
                    <a:pt x="858774" y="144780"/>
                  </a:lnTo>
                  <a:lnTo>
                    <a:pt x="870966" y="118872"/>
                  </a:lnTo>
                  <a:close/>
                </a:path>
                <a:path w="923289" h="4575809">
                  <a:moveTo>
                    <a:pt x="877824" y="4444746"/>
                  </a:moveTo>
                  <a:lnTo>
                    <a:pt x="867918" y="4418076"/>
                  </a:lnTo>
                  <a:lnTo>
                    <a:pt x="858774" y="4421124"/>
                  </a:lnTo>
                  <a:lnTo>
                    <a:pt x="868680" y="4448556"/>
                  </a:lnTo>
                  <a:lnTo>
                    <a:pt x="877824" y="4444746"/>
                  </a:lnTo>
                  <a:close/>
                </a:path>
                <a:path w="923289" h="4575809">
                  <a:moveTo>
                    <a:pt x="886206" y="83820"/>
                  </a:moveTo>
                  <a:lnTo>
                    <a:pt x="877824" y="80010"/>
                  </a:lnTo>
                  <a:lnTo>
                    <a:pt x="866394" y="105918"/>
                  </a:lnTo>
                  <a:lnTo>
                    <a:pt x="874776" y="109728"/>
                  </a:lnTo>
                  <a:lnTo>
                    <a:pt x="886206" y="83820"/>
                  </a:lnTo>
                  <a:close/>
                </a:path>
                <a:path w="923289" h="4575809">
                  <a:moveTo>
                    <a:pt x="890778" y="4481322"/>
                  </a:moveTo>
                  <a:lnTo>
                    <a:pt x="880872" y="4453890"/>
                  </a:lnTo>
                  <a:lnTo>
                    <a:pt x="871728" y="4456938"/>
                  </a:lnTo>
                  <a:lnTo>
                    <a:pt x="881634" y="4484370"/>
                  </a:lnTo>
                  <a:lnTo>
                    <a:pt x="890778" y="4481322"/>
                  </a:lnTo>
                  <a:close/>
                </a:path>
                <a:path w="923289" h="4575809">
                  <a:moveTo>
                    <a:pt x="902208" y="49530"/>
                  </a:moveTo>
                  <a:lnTo>
                    <a:pt x="893826" y="44958"/>
                  </a:lnTo>
                  <a:lnTo>
                    <a:pt x="881634" y="71628"/>
                  </a:lnTo>
                  <a:lnTo>
                    <a:pt x="890778" y="75438"/>
                  </a:lnTo>
                  <a:lnTo>
                    <a:pt x="902208" y="49530"/>
                  </a:lnTo>
                  <a:close/>
                </a:path>
                <a:path w="923289" h="4575809">
                  <a:moveTo>
                    <a:pt x="902970" y="4517136"/>
                  </a:moveTo>
                  <a:lnTo>
                    <a:pt x="893826" y="4489704"/>
                  </a:lnTo>
                  <a:lnTo>
                    <a:pt x="884682" y="4492752"/>
                  </a:lnTo>
                  <a:lnTo>
                    <a:pt x="894588" y="4520184"/>
                  </a:lnTo>
                  <a:lnTo>
                    <a:pt x="902970" y="4517136"/>
                  </a:lnTo>
                  <a:close/>
                </a:path>
                <a:path w="923289" h="4575809">
                  <a:moveTo>
                    <a:pt x="915924" y="4552950"/>
                  </a:moveTo>
                  <a:lnTo>
                    <a:pt x="906780" y="4525518"/>
                  </a:lnTo>
                  <a:lnTo>
                    <a:pt x="897636" y="4529328"/>
                  </a:lnTo>
                  <a:lnTo>
                    <a:pt x="906780" y="4555998"/>
                  </a:lnTo>
                  <a:lnTo>
                    <a:pt x="915924" y="4552950"/>
                  </a:lnTo>
                  <a:close/>
                </a:path>
                <a:path w="923289" h="4575809">
                  <a:moveTo>
                    <a:pt x="918210" y="14478"/>
                  </a:moveTo>
                  <a:lnTo>
                    <a:pt x="909066" y="10668"/>
                  </a:lnTo>
                  <a:lnTo>
                    <a:pt x="897636" y="36576"/>
                  </a:lnTo>
                  <a:lnTo>
                    <a:pt x="906018" y="40386"/>
                  </a:lnTo>
                  <a:lnTo>
                    <a:pt x="918210" y="14478"/>
                  </a:lnTo>
                  <a:close/>
                </a:path>
                <a:path w="923289" h="4575809">
                  <a:moveTo>
                    <a:pt x="922782" y="4572000"/>
                  </a:moveTo>
                  <a:lnTo>
                    <a:pt x="918972" y="4561332"/>
                  </a:lnTo>
                  <a:lnTo>
                    <a:pt x="910590" y="4565142"/>
                  </a:lnTo>
                  <a:lnTo>
                    <a:pt x="914400" y="4575810"/>
                  </a:lnTo>
                  <a:lnTo>
                    <a:pt x="922782" y="4572000"/>
                  </a:lnTo>
                  <a:close/>
                </a:path>
                <a:path w="923289" h="4575809">
                  <a:moveTo>
                    <a:pt x="922782" y="3810"/>
                  </a:moveTo>
                  <a:lnTo>
                    <a:pt x="914400" y="0"/>
                  </a:lnTo>
                  <a:lnTo>
                    <a:pt x="913638" y="2286"/>
                  </a:lnTo>
                  <a:lnTo>
                    <a:pt x="922020" y="6096"/>
                  </a:lnTo>
                  <a:lnTo>
                    <a:pt x="922782" y="3810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48227" y="1988057"/>
            <a:ext cx="5877560" cy="4535805"/>
          </a:xfrm>
          <a:custGeom>
            <a:avLst/>
            <a:gdLst/>
            <a:ahLst/>
            <a:cxnLst/>
            <a:rect l="l" t="t" r="r" b="b"/>
            <a:pathLst>
              <a:path w="5877559" h="4535805">
                <a:moveTo>
                  <a:pt x="5877306" y="4533138"/>
                </a:moveTo>
                <a:lnTo>
                  <a:pt x="5877306" y="2285"/>
                </a:lnTo>
                <a:lnTo>
                  <a:pt x="5875020" y="0"/>
                </a:lnTo>
                <a:lnTo>
                  <a:pt x="2285" y="0"/>
                </a:lnTo>
                <a:lnTo>
                  <a:pt x="0" y="2286"/>
                </a:lnTo>
                <a:lnTo>
                  <a:pt x="0" y="4533138"/>
                </a:lnTo>
                <a:lnTo>
                  <a:pt x="2286" y="4535424"/>
                </a:lnTo>
                <a:lnTo>
                  <a:pt x="4572" y="4535424"/>
                </a:lnTo>
                <a:lnTo>
                  <a:pt x="4572" y="9906"/>
                </a:lnTo>
                <a:lnTo>
                  <a:pt x="9905" y="4572"/>
                </a:lnTo>
                <a:lnTo>
                  <a:pt x="9905" y="9906"/>
                </a:lnTo>
                <a:lnTo>
                  <a:pt x="5867400" y="9905"/>
                </a:lnTo>
                <a:lnTo>
                  <a:pt x="5867400" y="4571"/>
                </a:lnTo>
                <a:lnTo>
                  <a:pt x="5871972" y="9905"/>
                </a:lnTo>
                <a:lnTo>
                  <a:pt x="5871972" y="4535424"/>
                </a:lnTo>
                <a:lnTo>
                  <a:pt x="5875020" y="4535424"/>
                </a:lnTo>
                <a:lnTo>
                  <a:pt x="5877306" y="4533138"/>
                </a:lnTo>
                <a:close/>
              </a:path>
              <a:path w="5877559" h="4535805">
                <a:moveTo>
                  <a:pt x="9905" y="9906"/>
                </a:moveTo>
                <a:lnTo>
                  <a:pt x="9905" y="4572"/>
                </a:lnTo>
                <a:lnTo>
                  <a:pt x="4572" y="9906"/>
                </a:lnTo>
                <a:lnTo>
                  <a:pt x="9905" y="9906"/>
                </a:lnTo>
                <a:close/>
              </a:path>
              <a:path w="5877559" h="4535805">
                <a:moveTo>
                  <a:pt x="9905" y="4526280"/>
                </a:moveTo>
                <a:lnTo>
                  <a:pt x="9905" y="9906"/>
                </a:lnTo>
                <a:lnTo>
                  <a:pt x="4572" y="9906"/>
                </a:lnTo>
                <a:lnTo>
                  <a:pt x="4572" y="4526280"/>
                </a:lnTo>
                <a:lnTo>
                  <a:pt x="9905" y="4526280"/>
                </a:lnTo>
                <a:close/>
              </a:path>
              <a:path w="5877559" h="4535805">
                <a:moveTo>
                  <a:pt x="5871972" y="4526280"/>
                </a:moveTo>
                <a:lnTo>
                  <a:pt x="4572" y="4526280"/>
                </a:lnTo>
                <a:lnTo>
                  <a:pt x="9905" y="4530852"/>
                </a:lnTo>
                <a:lnTo>
                  <a:pt x="9905" y="4535424"/>
                </a:lnTo>
                <a:lnTo>
                  <a:pt x="5867400" y="4535424"/>
                </a:lnTo>
                <a:lnTo>
                  <a:pt x="5867400" y="4530852"/>
                </a:lnTo>
                <a:lnTo>
                  <a:pt x="5871972" y="4526280"/>
                </a:lnTo>
                <a:close/>
              </a:path>
              <a:path w="5877559" h="4535805">
                <a:moveTo>
                  <a:pt x="9905" y="4535424"/>
                </a:moveTo>
                <a:lnTo>
                  <a:pt x="9905" y="4530852"/>
                </a:lnTo>
                <a:lnTo>
                  <a:pt x="4572" y="4526280"/>
                </a:lnTo>
                <a:lnTo>
                  <a:pt x="4572" y="4535424"/>
                </a:lnTo>
                <a:lnTo>
                  <a:pt x="9905" y="4535424"/>
                </a:lnTo>
                <a:close/>
              </a:path>
              <a:path w="5877559" h="4535805">
                <a:moveTo>
                  <a:pt x="5871972" y="9905"/>
                </a:moveTo>
                <a:lnTo>
                  <a:pt x="5867400" y="4571"/>
                </a:lnTo>
                <a:lnTo>
                  <a:pt x="5867400" y="9905"/>
                </a:lnTo>
                <a:lnTo>
                  <a:pt x="5871972" y="9905"/>
                </a:lnTo>
                <a:close/>
              </a:path>
              <a:path w="5877559" h="4535805">
                <a:moveTo>
                  <a:pt x="5871972" y="4526280"/>
                </a:moveTo>
                <a:lnTo>
                  <a:pt x="5871972" y="9905"/>
                </a:lnTo>
                <a:lnTo>
                  <a:pt x="5867400" y="9905"/>
                </a:lnTo>
                <a:lnTo>
                  <a:pt x="5867400" y="4526280"/>
                </a:lnTo>
                <a:lnTo>
                  <a:pt x="5871972" y="4526280"/>
                </a:lnTo>
                <a:close/>
              </a:path>
              <a:path w="5877559" h="4535805">
                <a:moveTo>
                  <a:pt x="5871972" y="4535424"/>
                </a:moveTo>
                <a:lnTo>
                  <a:pt x="5871972" y="4526280"/>
                </a:lnTo>
                <a:lnTo>
                  <a:pt x="5867400" y="4530852"/>
                </a:lnTo>
                <a:lnTo>
                  <a:pt x="5867400" y="4535424"/>
                </a:lnTo>
                <a:lnTo>
                  <a:pt x="5871972" y="453542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39060" y="939800"/>
            <a:ext cx="47802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Operating</a:t>
            </a:r>
            <a:r>
              <a:rPr spc="-18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74" name="object 7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3431540" y="1969261"/>
            <a:ext cx="5553075" cy="43688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303530" indent="-342900">
              <a:lnSpc>
                <a:spcPts val="3240"/>
              </a:lnSpc>
              <a:spcBef>
                <a:spcPts val="505"/>
              </a:spcBef>
              <a:buFont typeface="Wingdings"/>
              <a:buChar char=""/>
              <a:tabLst>
                <a:tab pos="355600" algn="l"/>
              </a:tabLst>
            </a:pP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Standard</a:t>
            </a:r>
            <a:r>
              <a:rPr sz="3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Operating</a:t>
            </a:r>
            <a:r>
              <a:rPr sz="3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7E7E7E"/>
                </a:solidFill>
                <a:latin typeface="Arial MT"/>
                <a:cs typeface="Arial MT"/>
              </a:rPr>
              <a:t>Systems </a:t>
            </a: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used</a:t>
            </a:r>
            <a:r>
              <a:rPr sz="3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in</a:t>
            </a:r>
            <a:r>
              <a:rPr sz="3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Personal</a:t>
            </a:r>
            <a:r>
              <a:rPr sz="3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7E7E7E"/>
                </a:solidFill>
                <a:latin typeface="Arial MT"/>
                <a:cs typeface="Arial MT"/>
              </a:rPr>
              <a:t>Computing</a:t>
            </a:r>
            <a:endParaRPr sz="3000">
              <a:latin typeface="Arial MT"/>
              <a:cs typeface="Arial MT"/>
            </a:endParaRPr>
          </a:p>
          <a:p>
            <a:pPr marL="355600" marR="132715" indent="-342900">
              <a:lnSpc>
                <a:spcPts val="3240"/>
              </a:lnSpc>
              <a:spcBef>
                <a:spcPts val="720"/>
              </a:spcBef>
              <a:buFont typeface="Wingdings"/>
              <a:buChar char=""/>
              <a:tabLst>
                <a:tab pos="355600" algn="l"/>
              </a:tabLst>
            </a:pP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Packaged</a:t>
            </a:r>
            <a:r>
              <a:rPr sz="3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with</a:t>
            </a:r>
            <a:r>
              <a:rPr sz="3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libraries</a:t>
            </a:r>
            <a:r>
              <a:rPr sz="3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spc="-25" dirty="0">
                <a:solidFill>
                  <a:srgbClr val="7E7E7E"/>
                </a:solidFill>
                <a:latin typeface="Arial MT"/>
                <a:cs typeface="Arial MT"/>
              </a:rPr>
              <a:t>and </a:t>
            </a: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software</a:t>
            </a:r>
            <a:r>
              <a:rPr sz="3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for</a:t>
            </a:r>
            <a:r>
              <a:rPr sz="3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quick</a:t>
            </a:r>
            <a:r>
              <a:rPr sz="3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7E7E7E"/>
                </a:solidFill>
                <a:latin typeface="Arial MT"/>
                <a:cs typeface="Arial MT"/>
              </a:rPr>
              <a:t>deployment </a:t>
            </a: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30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7E7E7E"/>
                </a:solidFill>
                <a:latin typeface="Arial MT"/>
                <a:cs typeface="Arial MT"/>
              </a:rPr>
              <a:t>provisioning</a:t>
            </a:r>
            <a:endParaRPr sz="3000">
              <a:latin typeface="Arial MT"/>
              <a:cs typeface="Arial MT"/>
            </a:endParaRPr>
          </a:p>
          <a:p>
            <a:pPr marL="355600" marR="5080" indent="-342900">
              <a:lnSpc>
                <a:spcPts val="3240"/>
              </a:lnSpc>
              <a:spcBef>
                <a:spcPts val="720"/>
              </a:spcBef>
              <a:buFont typeface="Wingdings"/>
              <a:buChar char=""/>
              <a:tabLst>
                <a:tab pos="355600" algn="l"/>
              </a:tabLst>
            </a:pP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E.g.,</a:t>
            </a:r>
            <a:r>
              <a:rPr sz="3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Amazon</a:t>
            </a:r>
            <a:r>
              <a:rPr sz="3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Machine</a:t>
            </a:r>
            <a:r>
              <a:rPr sz="3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7E7E7E"/>
                </a:solidFill>
                <a:latin typeface="Arial MT"/>
                <a:cs typeface="Arial MT"/>
              </a:rPr>
              <a:t>Images </a:t>
            </a: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(AMI)</a:t>
            </a:r>
            <a:r>
              <a:rPr sz="3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contain</a:t>
            </a:r>
            <a:r>
              <a:rPr sz="3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OS</a:t>
            </a:r>
            <a:r>
              <a:rPr sz="3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as</a:t>
            </a:r>
            <a:r>
              <a:rPr sz="30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well</a:t>
            </a:r>
            <a:r>
              <a:rPr sz="3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spc="-25" dirty="0">
                <a:solidFill>
                  <a:srgbClr val="7E7E7E"/>
                </a:solidFill>
                <a:latin typeface="Arial MT"/>
                <a:cs typeface="Arial MT"/>
              </a:rPr>
              <a:t>as </a:t>
            </a: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required</a:t>
            </a:r>
            <a:r>
              <a:rPr sz="3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software</a:t>
            </a:r>
            <a:r>
              <a:rPr sz="3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packages</a:t>
            </a:r>
            <a:r>
              <a:rPr sz="3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spc="-25" dirty="0">
                <a:solidFill>
                  <a:srgbClr val="7E7E7E"/>
                </a:solidFill>
                <a:latin typeface="Arial MT"/>
                <a:cs typeface="Arial MT"/>
              </a:rPr>
              <a:t>as </a:t>
            </a: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30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“snapshot”</a:t>
            </a:r>
            <a:r>
              <a:rPr sz="30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7E7E7E"/>
                </a:solidFill>
                <a:latin typeface="Arial MT"/>
                <a:cs typeface="Arial MT"/>
              </a:rPr>
              <a:t>for</a:t>
            </a:r>
            <a:r>
              <a:rPr sz="30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7E7E7E"/>
                </a:solidFill>
                <a:latin typeface="Arial MT"/>
                <a:cs typeface="Arial MT"/>
              </a:rPr>
              <a:t>instant deployment</a:t>
            </a:r>
            <a:endParaRPr sz="30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38427" y="3210305"/>
            <a:ext cx="1305560" cy="2104390"/>
            <a:chOff x="1138427" y="3210305"/>
            <a:chExt cx="1305560" cy="21043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5308854"/>
              <a:ext cx="1223772" cy="7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5022342"/>
              <a:ext cx="71628" cy="2872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38428" y="5017770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5" y="4571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7"/>
                  </a:lnTo>
                  <a:lnTo>
                    <a:pt x="9144" y="71627"/>
                  </a:lnTo>
                  <a:lnTo>
                    <a:pt x="76200" y="4571"/>
                  </a:lnTo>
                  <a:lnTo>
                    <a:pt x="1293876" y="4571"/>
                  </a:lnTo>
                  <a:lnTo>
                    <a:pt x="1296924" y="1523"/>
                  </a:lnTo>
                  <a:lnTo>
                    <a:pt x="1300352" y="4571"/>
                  </a:lnTo>
                  <a:lnTo>
                    <a:pt x="1305305" y="4571"/>
                  </a:lnTo>
                  <a:close/>
                </a:path>
                <a:path w="1305560" h="296545">
                  <a:moveTo>
                    <a:pt x="9144" y="71627"/>
                  </a:moveTo>
                  <a:lnTo>
                    <a:pt x="4571" y="71627"/>
                  </a:lnTo>
                  <a:lnTo>
                    <a:pt x="4571" y="76200"/>
                  </a:lnTo>
                  <a:lnTo>
                    <a:pt x="9144" y="71627"/>
                  </a:lnTo>
                  <a:close/>
                </a:path>
                <a:path w="1305560" h="296545">
                  <a:moveTo>
                    <a:pt x="1235202" y="291845"/>
                  </a:moveTo>
                  <a:lnTo>
                    <a:pt x="4571" y="291845"/>
                  </a:lnTo>
                  <a:lnTo>
                    <a:pt x="4571" y="296418"/>
                  </a:lnTo>
                  <a:lnTo>
                    <a:pt x="1230629" y="296417"/>
                  </a:lnTo>
                  <a:lnTo>
                    <a:pt x="1235202" y="291845"/>
                  </a:lnTo>
                  <a:close/>
                </a:path>
                <a:path w="1305560" h="296545">
                  <a:moveTo>
                    <a:pt x="1303781" y="223265"/>
                  </a:moveTo>
                  <a:lnTo>
                    <a:pt x="1303781" y="7619"/>
                  </a:lnTo>
                  <a:lnTo>
                    <a:pt x="1299947" y="11454"/>
                  </a:lnTo>
                  <a:lnTo>
                    <a:pt x="1299209" y="220979"/>
                  </a:lnTo>
                  <a:lnTo>
                    <a:pt x="1229105" y="291083"/>
                  </a:lnTo>
                  <a:lnTo>
                    <a:pt x="76199" y="291804"/>
                  </a:lnTo>
                  <a:lnTo>
                    <a:pt x="1235202" y="291845"/>
                  </a:lnTo>
                  <a:lnTo>
                    <a:pt x="1303781" y="223265"/>
                  </a:lnTo>
                  <a:close/>
                </a:path>
                <a:path w="1305560" h="296545">
                  <a:moveTo>
                    <a:pt x="1300352" y="4571"/>
                  </a:moveTo>
                  <a:lnTo>
                    <a:pt x="1296924" y="1523"/>
                  </a:lnTo>
                  <a:lnTo>
                    <a:pt x="1293876" y="4571"/>
                  </a:lnTo>
                  <a:lnTo>
                    <a:pt x="1300352" y="4571"/>
                  </a:lnTo>
                  <a:close/>
                </a:path>
                <a:path w="1305560" h="296545">
                  <a:moveTo>
                    <a:pt x="1303781" y="7619"/>
                  </a:moveTo>
                  <a:lnTo>
                    <a:pt x="1300352" y="4571"/>
                  </a:lnTo>
                  <a:lnTo>
                    <a:pt x="1299947" y="4571"/>
                  </a:lnTo>
                  <a:lnTo>
                    <a:pt x="1299947" y="11430"/>
                  </a:lnTo>
                  <a:lnTo>
                    <a:pt x="1303781" y="7619"/>
                  </a:lnTo>
                  <a:close/>
                </a:path>
                <a:path w="1305560" h="296545">
                  <a:moveTo>
                    <a:pt x="1305305" y="221741"/>
                  </a:moveTo>
                  <a:lnTo>
                    <a:pt x="1305305" y="4571"/>
                  </a:lnTo>
                  <a:lnTo>
                    <a:pt x="1300352" y="4571"/>
                  </a:lnTo>
                  <a:lnTo>
                    <a:pt x="1303781" y="7619"/>
                  </a:lnTo>
                  <a:lnTo>
                    <a:pt x="1303781" y="223265"/>
                  </a:lnTo>
                  <a:lnTo>
                    <a:pt x="1305305" y="22174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2999" y="5093970"/>
              <a:ext cx="1223772" cy="2156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5022342"/>
              <a:ext cx="71627" cy="2872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5022342"/>
              <a:ext cx="1295400" cy="7162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38427" y="5017770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9304" y="9143"/>
                  </a:lnTo>
                  <a:lnTo>
                    <a:pt x="1296924" y="1523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60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60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6545">
                  <a:moveTo>
                    <a:pt x="1226803" y="287274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03" y="287274"/>
                  </a:lnTo>
                  <a:close/>
                </a:path>
                <a:path w="1305560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60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60" h="296545">
                  <a:moveTo>
                    <a:pt x="1226803" y="71644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44"/>
                  </a:lnTo>
                  <a:close/>
                </a:path>
                <a:path w="1305560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60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60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60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60" h="296545">
                  <a:moveTo>
                    <a:pt x="1232916" y="281096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803" y="287273"/>
                  </a:lnTo>
                  <a:lnTo>
                    <a:pt x="1232916" y="281096"/>
                  </a:lnTo>
                  <a:close/>
                </a:path>
                <a:path w="1305560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60" h="296545">
                  <a:moveTo>
                    <a:pt x="1228344" y="71627"/>
                  </a:moveTo>
                  <a:lnTo>
                    <a:pt x="1226803" y="71644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60" h="296545">
                  <a:moveTo>
                    <a:pt x="1228344" y="287273"/>
                  </a:moveTo>
                  <a:lnTo>
                    <a:pt x="1226803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9304" y="9143"/>
                  </a:lnTo>
                  <a:lnTo>
                    <a:pt x="1226803" y="71644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60" h="296545">
                  <a:moveTo>
                    <a:pt x="1296924" y="216407"/>
                  </a:moveTo>
                  <a:lnTo>
                    <a:pt x="1226803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296924" y="1523"/>
                  </a:lnTo>
                  <a:lnTo>
                    <a:pt x="1289304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48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5084826"/>
              <a:ext cx="1223772" cy="76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798313"/>
              <a:ext cx="71628" cy="28727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38428" y="47929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5" y="5334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80"/>
                  </a:lnTo>
                  <a:lnTo>
                    <a:pt x="4571" y="297180"/>
                  </a:lnTo>
                  <a:lnTo>
                    <a:pt x="4571" y="72389"/>
                  </a:lnTo>
                  <a:lnTo>
                    <a:pt x="9144" y="72389"/>
                  </a:lnTo>
                  <a:lnTo>
                    <a:pt x="76200" y="5334"/>
                  </a:lnTo>
                  <a:lnTo>
                    <a:pt x="1293114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5" y="5334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1" y="72389"/>
                  </a:lnTo>
                  <a:lnTo>
                    <a:pt x="4571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1" y="292608"/>
                  </a:moveTo>
                  <a:lnTo>
                    <a:pt x="4571" y="292608"/>
                  </a:lnTo>
                  <a:lnTo>
                    <a:pt x="4571" y="297180"/>
                  </a:lnTo>
                  <a:lnTo>
                    <a:pt x="1230629" y="297179"/>
                  </a:lnTo>
                  <a:lnTo>
                    <a:pt x="1235201" y="292608"/>
                  </a:lnTo>
                  <a:close/>
                </a:path>
                <a:path w="1305560" h="297179">
                  <a:moveTo>
                    <a:pt x="1303781" y="224027"/>
                  </a:moveTo>
                  <a:lnTo>
                    <a:pt x="1303781" y="8382"/>
                  </a:lnTo>
                  <a:lnTo>
                    <a:pt x="1299947" y="12216"/>
                  </a:lnTo>
                  <a:lnTo>
                    <a:pt x="1299209" y="220980"/>
                  </a:lnTo>
                  <a:lnTo>
                    <a:pt x="1228343" y="291845"/>
                  </a:lnTo>
                  <a:lnTo>
                    <a:pt x="76200" y="292566"/>
                  </a:lnTo>
                  <a:lnTo>
                    <a:pt x="1235201" y="292608"/>
                  </a:lnTo>
                  <a:lnTo>
                    <a:pt x="1303781" y="224027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4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1" y="8382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1" y="8382"/>
                  </a:lnTo>
                  <a:close/>
                </a:path>
                <a:path w="1305560" h="297179">
                  <a:moveTo>
                    <a:pt x="1305305" y="222503"/>
                  </a:moveTo>
                  <a:lnTo>
                    <a:pt x="1305305" y="5334"/>
                  </a:lnTo>
                  <a:lnTo>
                    <a:pt x="1300734" y="5334"/>
                  </a:lnTo>
                  <a:lnTo>
                    <a:pt x="1303781" y="8381"/>
                  </a:lnTo>
                  <a:lnTo>
                    <a:pt x="1303781" y="224027"/>
                  </a:lnTo>
                  <a:lnTo>
                    <a:pt x="1305305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4869942"/>
              <a:ext cx="1223772" cy="21564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4798313"/>
              <a:ext cx="71627" cy="2872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798313"/>
              <a:ext cx="1295400" cy="7162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138427" y="47929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851654"/>
              <a:ext cx="1223772" cy="76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565141"/>
              <a:ext cx="71628" cy="28727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138428" y="4560570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4571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7"/>
                  </a:lnTo>
                  <a:lnTo>
                    <a:pt x="9144" y="71627"/>
                  </a:lnTo>
                  <a:lnTo>
                    <a:pt x="76200" y="4571"/>
                  </a:lnTo>
                  <a:lnTo>
                    <a:pt x="1293876" y="4571"/>
                  </a:lnTo>
                  <a:lnTo>
                    <a:pt x="1296924" y="1523"/>
                  </a:lnTo>
                  <a:lnTo>
                    <a:pt x="1300352" y="4571"/>
                  </a:lnTo>
                  <a:lnTo>
                    <a:pt x="1305306" y="4571"/>
                  </a:lnTo>
                  <a:close/>
                </a:path>
                <a:path w="1305560" h="296545">
                  <a:moveTo>
                    <a:pt x="9144" y="71627"/>
                  </a:moveTo>
                  <a:lnTo>
                    <a:pt x="4571" y="71627"/>
                  </a:lnTo>
                  <a:lnTo>
                    <a:pt x="4571" y="76200"/>
                  </a:lnTo>
                  <a:lnTo>
                    <a:pt x="9144" y="71627"/>
                  </a:lnTo>
                  <a:close/>
                </a:path>
                <a:path w="1305560" h="296545">
                  <a:moveTo>
                    <a:pt x="1235202" y="291845"/>
                  </a:moveTo>
                  <a:lnTo>
                    <a:pt x="4571" y="291845"/>
                  </a:lnTo>
                  <a:lnTo>
                    <a:pt x="4571" y="296418"/>
                  </a:lnTo>
                  <a:lnTo>
                    <a:pt x="1230629" y="296417"/>
                  </a:lnTo>
                  <a:lnTo>
                    <a:pt x="1235202" y="291845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9947" y="11454"/>
                  </a:lnTo>
                  <a:lnTo>
                    <a:pt x="1299210" y="220979"/>
                  </a:lnTo>
                  <a:lnTo>
                    <a:pt x="1229105" y="291083"/>
                  </a:lnTo>
                  <a:lnTo>
                    <a:pt x="76199" y="291804"/>
                  </a:lnTo>
                  <a:lnTo>
                    <a:pt x="1235202" y="291845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300352" y="4571"/>
                  </a:moveTo>
                  <a:lnTo>
                    <a:pt x="1296924" y="1523"/>
                  </a:lnTo>
                  <a:lnTo>
                    <a:pt x="1293876" y="4571"/>
                  </a:lnTo>
                  <a:lnTo>
                    <a:pt x="1300352" y="4571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300352" y="4571"/>
                  </a:lnTo>
                  <a:lnTo>
                    <a:pt x="1299947" y="4571"/>
                  </a:lnTo>
                  <a:lnTo>
                    <a:pt x="1299947" y="11430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305306" y="221741"/>
                  </a:moveTo>
                  <a:lnTo>
                    <a:pt x="1305306" y="4571"/>
                  </a:lnTo>
                  <a:lnTo>
                    <a:pt x="1300352" y="4571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2999" y="4636770"/>
              <a:ext cx="1223772" cy="21564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4565141"/>
              <a:ext cx="71627" cy="28727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565141"/>
              <a:ext cx="1295400" cy="7162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138427" y="4560570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9304" y="9143"/>
                  </a:lnTo>
                  <a:lnTo>
                    <a:pt x="1296924" y="1523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60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60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6545">
                  <a:moveTo>
                    <a:pt x="1226803" y="287274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03" y="287274"/>
                  </a:lnTo>
                  <a:close/>
                </a:path>
                <a:path w="1305560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60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60" h="296545">
                  <a:moveTo>
                    <a:pt x="1226803" y="71644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44"/>
                  </a:lnTo>
                  <a:close/>
                </a:path>
                <a:path w="1305560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60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60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60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60" h="296545">
                  <a:moveTo>
                    <a:pt x="1232916" y="281096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803" y="287273"/>
                  </a:lnTo>
                  <a:lnTo>
                    <a:pt x="1232916" y="281096"/>
                  </a:lnTo>
                  <a:close/>
                </a:path>
                <a:path w="1305560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60" h="296545">
                  <a:moveTo>
                    <a:pt x="1228344" y="71627"/>
                  </a:moveTo>
                  <a:lnTo>
                    <a:pt x="1226803" y="71644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60" h="296545">
                  <a:moveTo>
                    <a:pt x="1228344" y="287273"/>
                  </a:moveTo>
                  <a:lnTo>
                    <a:pt x="1226803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9304" y="9143"/>
                  </a:lnTo>
                  <a:lnTo>
                    <a:pt x="1226803" y="71644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60" h="296545">
                  <a:moveTo>
                    <a:pt x="1296924" y="216407"/>
                  </a:moveTo>
                  <a:lnTo>
                    <a:pt x="1226803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296924" y="1523"/>
                  </a:lnTo>
                  <a:lnTo>
                    <a:pt x="1289304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48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627626"/>
              <a:ext cx="1223772" cy="76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341113"/>
              <a:ext cx="71628" cy="28727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138428" y="43357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5334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80"/>
                  </a:lnTo>
                  <a:lnTo>
                    <a:pt x="4571" y="297180"/>
                  </a:lnTo>
                  <a:lnTo>
                    <a:pt x="4571" y="72389"/>
                  </a:lnTo>
                  <a:lnTo>
                    <a:pt x="9144" y="72389"/>
                  </a:lnTo>
                  <a:lnTo>
                    <a:pt x="76200" y="5334"/>
                  </a:lnTo>
                  <a:lnTo>
                    <a:pt x="1293113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6" y="5334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1" y="72389"/>
                  </a:lnTo>
                  <a:lnTo>
                    <a:pt x="4571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2" y="292608"/>
                  </a:moveTo>
                  <a:lnTo>
                    <a:pt x="4571" y="292608"/>
                  </a:lnTo>
                  <a:lnTo>
                    <a:pt x="4571" y="297180"/>
                  </a:lnTo>
                  <a:lnTo>
                    <a:pt x="1230630" y="297179"/>
                  </a:lnTo>
                  <a:lnTo>
                    <a:pt x="1235202" y="292608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7" y="12216"/>
                  </a:lnTo>
                  <a:lnTo>
                    <a:pt x="1299210" y="220980"/>
                  </a:lnTo>
                  <a:lnTo>
                    <a:pt x="1228344" y="291845"/>
                  </a:lnTo>
                  <a:lnTo>
                    <a:pt x="76200" y="292566"/>
                  </a:lnTo>
                  <a:lnTo>
                    <a:pt x="1235202" y="292608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3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5334"/>
                  </a:lnTo>
                  <a:lnTo>
                    <a:pt x="1300734" y="5334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4412741"/>
              <a:ext cx="1223772" cy="21564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4341113"/>
              <a:ext cx="71627" cy="28727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341113"/>
              <a:ext cx="1295400" cy="7162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138427" y="43357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399026"/>
              <a:ext cx="1223772" cy="76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112513"/>
              <a:ext cx="71627" cy="28727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138428" y="41071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5334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2389"/>
                  </a:lnTo>
                  <a:lnTo>
                    <a:pt x="9144" y="72389"/>
                  </a:lnTo>
                  <a:lnTo>
                    <a:pt x="76200" y="5334"/>
                  </a:lnTo>
                  <a:lnTo>
                    <a:pt x="1293113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6" y="5334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1" y="72389"/>
                  </a:lnTo>
                  <a:lnTo>
                    <a:pt x="4571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1" y="292608"/>
                  </a:moveTo>
                  <a:lnTo>
                    <a:pt x="4571" y="292608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201" y="292608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7" y="12216"/>
                  </a:lnTo>
                  <a:lnTo>
                    <a:pt x="1299210" y="220980"/>
                  </a:lnTo>
                  <a:lnTo>
                    <a:pt x="1228344" y="291846"/>
                  </a:lnTo>
                  <a:lnTo>
                    <a:pt x="76200" y="292566"/>
                  </a:lnTo>
                  <a:lnTo>
                    <a:pt x="1235201" y="292608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3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5334"/>
                  </a:lnTo>
                  <a:lnTo>
                    <a:pt x="1300734" y="5334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4184141"/>
              <a:ext cx="1223772" cy="21564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4112513"/>
              <a:ext cx="71627" cy="28727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112513"/>
              <a:ext cx="1295400" cy="7162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138427" y="41071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174236"/>
              <a:ext cx="1223772" cy="76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887724"/>
              <a:ext cx="71627" cy="287274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138428" y="388315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4572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1627"/>
                  </a:lnTo>
                  <a:lnTo>
                    <a:pt x="9905" y="71627"/>
                  </a:lnTo>
                  <a:lnTo>
                    <a:pt x="76962" y="4572"/>
                  </a:lnTo>
                  <a:lnTo>
                    <a:pt x="1293875" y="4572"/>
                  </a:lnTo>
                  <a:lnTo>
                    <a:pt x="1296924" y="1523"/>
                  </a:lnTo>
                  <a:lnTo>
                    <a:pt x="1299945" y="4545"/>
                  </a:lnTo>
                  <a:lnTo>
                    <a:pt x="1305306" y="4572"/>
                  </a:lnTo>
                  <a:close/>
                </a:path>
                <a:path w="1305560" h="297179">
                  <a:moveTo>
                    <a:pt x="9905" y="71628"/>
                  </a:moveTo>
                  <a:lnTo>
                    <a:pt x="4571" y="71627"/>
                  </a:lnTo>
                  <a:lnTo>
                    <a:pt x="4571" y="76962"/>
                  </a:lnTo>
                  <a:lnTo>
                    <a:pt x="9905" y="71628"/>
                  </a:lnTo>
                  <a:close/>
                </a:path>
                <a:path w="1305560" h="297179">
                  <a:moveTo>
                    <a:pt x="1235963" y="291846"/>
                  </a:moveTo>
                  <a:lnTo>
                    <a:pt x="4571" y="291846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963" y="291846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5" y="12218"/>
                  </a:lnTo>
                  <a:lnTo>
                    <a:pt x="1299210" y="220980"/>
                  </a:lnTo>
                  <a:lnTo>
                    <a:pt x="1229106" y="291084"/>
                  </a:lnTo>
                  <a:lnTo>
                    <a:pt x="76962" y="291804"/>
                  </a:lnTo>
                  <a:lnTo>
                    <a:pt x="1235963" y="291846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9945" y="4572"/>
                  </a:moveTo>
                  <a:lnTo>
                    <a:pt x="1299210" y="3809"/>
                  </a:lnTo>
                  <a:lnTo>
                    <a:pt x="1296924" y="1523"/>
                  </a:lnTo>
                  <a:lnTo>
                    <a:pt x="1293875" y="4572"/>
                  </a:lnTo>
                  <a:lnTo>
                    <a:pt x="1299945" y="4572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4572"/>
                  </a:lnTo>
                  <a:lnTo>
                    <a:pt x="1299945" y="4572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9945" y="4545"/>
                  </a:lnTo>
                  <a:lnTo>
                    <a:pt x="1299945" y="12192"/>
                  </a:lnTo>
                  <a:lnTo>
                    <a:pt x="1303782" y="838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2999" y="3960114"/>
              <a:ext cx="1223772" cy="21488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66772" y="3887724"/>
              <a:ext cx="71627" cy="28727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887724"/>
              <a:ext cx="1295400" cy="7238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138427" y="3883152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1627"/>
                  </a:lnTo>
                  <a:lnTo>
                    <a:pt x="16764" y="71627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764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5" y="76962"/>
                  </a:lnTo>
                  <a:lnTo>
                    <a:pt x="9905" y="78486"/>
                  </a:lnTo>
                  <a:lnTo>
                    <a:pt x="16764" y="71627"/>
                  </a:lnTo>
                  <a:close/>
                </a:path>
                <a:path w="1305560" h="297179">
                  <a:moveTo>
                    <a:pt x="9905" y="287273"/>
                  </a:moveTo>
                  <a:lnTo>
                    <a:pt x="9905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5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5" y="291845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5" y="291845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5" y="78486"/>
                  </a:moveTo>
                  <a:lnTo>
                    <a:pt x="9905" y="76962"/>
                  </a:lnTo>
                  <a:lnTo>
                    <a:pt x="8382" y="80009"/>
                  </a:lnTo>
                  <a:lnTo>
                    <a:pt x="9905" y="78486"/>
                  </a:lnTo>
                  <a:close/>
                </a:path>
                <a:path w="1305560" h="297179">
                  <a:moveTo>
                    <a:pt x="1226820" y="71628"/>
                  </a:moveTo>
                  <a:lnTo>
                    <a:pt x="16764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820" y="71628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1627"/>
                  </a:moveTo>
                  <a:lnTo>
                    <a:pt x="1226820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820" y="71628"/>
                  </a:lnTo>
                  <a:lnTo>
                    <a:pt x="1228344" y="71627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4571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4571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3941826"/>
              <a:ext cx="1223772" cy="76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655314"/>
              <a:ext cx="71627" cy="28727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138428" y="36499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5334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2389"/>
                  </a:lnTo>
                  <a:lnTo>
                    <a:pt x="9144" y="72389"/>
                  </a:lnTo>
                  <a:lnTo>
                    <a:pt x="76200" y="5334"/>
                  </a:lnTo>
                  <a:lnTo>
                    <a:pt x="1293113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6" y="5334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1" y="72389"/>
                  </a:lnTo>
                  <a:lnTo>
                    <a:pt x="4571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1" y="292608"/>
                  </a:moveTo>
                  <a:lnTo>
                    <a:pt x="4571" y="292608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201" y="292608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7" y="12216"/>
                  </a:lnTo>
                  <a:lnTo>
                    <a:pt x="1299210" y="220980"/>
                  </a:lnTo>
                  <a:lnTo>
                    <a:pt x="1228344" y="291846"/>
                  </a:lnTo>
                  <a:lnTo>
                    <a:pt x="76200" y="292566"/>
                  </a:lnTo>
                  <a:lnTo>
                    <a:pt x="1235201" y="292608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3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5334"/>
                  </a:lnTo>
                  <a:lnTo>
                    <a:pt x="1300734" y="5334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3726942"/>
              <a:ext cx="1223772" cy="21564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3655314"/>
              <a:ext cx="71627" cy="28727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655314"/>
              <a:ext cx="1295400" cy="71627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138427" y="36499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3717036"/>
              <a:ext cx="1223772" cy="761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430524"/>
              <a:ext cx="71627" cy="287274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138428" y="342595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4572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1627"/>
                  </a:lnTo>
                  <a:lnTo>
                    <a:pt x="9905" y="71627"/>
                  </a:lnTo>
                  <a:lnTo>
                    <a:pt x="76962" y="4572"/>
                  </a:lnTo>
                  <a:lnTo>
                    <a:pt x="1293876" y="4572"/>
                  </a:lnTo>
                  <a:lnTo>
                    <a:pt x="1296924" y="1523"/>
                  </a:lnTo>
                  <a:lnTo>
                    <a:pt x="1299945" y="4545"/>
                  </a:lnTo>
                  <a:lnTo>
                    <a:pt x="1305306" y="4572"/>
                  </a:lnTo>
                  <a:close/>
                </a:path>
                <a:path w="1305560" h="297179">
                  <a:moveTo>
                    <a:pt x="9905" y="71628"/>
                  </a:moveTo>
                  <a:lnTo>
                    <a:pt x="4571" y="71627"/>
                  </a:lnTo>
                  <a:lnTo>
                    <a:pt x="4571" y="76962"/>
                  </a:lnTo>
                  <a:lnTo>
                    <a:pt x="9905" y="71628"/>
                  </a:lnTo>
                  <a:close/>
                </a:path>
                <a:path w="1305560" h="297179">
                  <a:moveTo>
                    <a:pt x="1235963" y="291846"/>
                  </a:moveTo>
                  <a:lnTo>
                    <a:pt x="4571" y="291846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963" y="291846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5" y="12218"/>
                  </a:lnTo>
                  <a:lnTo>
                    <a:pt x="1299210" y="220980"/>
                  </a:lnTo>
                  <a:lnTo>
                    <a:pt x="1229106" y="291084"/>
                  </a:lnTo>
                  <a:lnTo>
                    <a:pt x="76962" y="291804"/>
                  </a:lnTo>
                  <a:lnTo>
                    <a:pt x="1235963" y="291846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9945" y="4572"/>
                  </a:moveTo>
                  <a:lnTo>
                    <a:pt x="1299210" y="3810"/>
                  </a:lnTo>
                  <a:lnTo>
                    <a:pt x="1296924" y="1523"/>
                  </a:lnTo>
                  <a:lnTo>
                    <a:pt x="1293876" y="4572"/>
                  </a:lnTo>
                  <a:lnTo>
                    <a:pt x="1299945" y="4572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4572"/>
                  </a:lnTo>
                  <a:lnTo>
                    <a:pt x="1299945" y="4572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9945" y="4545"/>
                  </a:lnTo>
                  <a:lnTo>
                    <a:pt x="1299945" y="12191"/>
                  </a:lnTo>
                  <a:lnTo>
                    <a:pt x="1303782" y="838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2999" y="3502914"/>
              <a:ext cx="1223772" cy="21488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66772" y="3430524"/>
              <a:ext cx="71627" cy="28727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430524"/>
              <a:ext cx="1295400" cy="72389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138427" y="3425952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1627"/>
                  </a:lnTo>
                  <a:lnTo>
                    <a:pt x="16764" y="71627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764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5" y="76962"/>
                  </a:lnTo>
                  <a:lnTo>
                    <a:pt x="9905" y="78486"/>
                  </a:lnTo>
                  <a:lnTo>
                    <a:pt x="16764" y="71627"/>
                  </a:lnTo>
                  <a:close/>
                </a:path>
                <a:path w="1305560" h="297179">
                  <a:moveTo>
                    <a:pt x="9905" y="287273"/>
                  </a:moveTo>
                  <a:lnTo>
                    <a:pt x="9905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5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5" y="291845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5" y="291845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5" y="78486"/>
                  </a:moveTo>
                  <a:lnTo>
                    <a:pt x="9905" y="76962"/>
                  </a:lnTo>
                  <a:lnTo>
                    <a:pt x="8382" y="80009"/>
                  </a:lnTo>
                  <a:lnTo>
                    <a:pt x="9905" y="78486"/>
                  </a:lnTo>
                  <a:close/>
                </a:path>
                <a:path w="1305560" h="297179">
                  <a:moveTo>
                    <a:pt x="1226820" y="71628"/>
                  </a:moveTo>
                  <a:lnTo>
                    <a:pt x="16764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820" y="71628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1627"/>
                  </a:moveTo>
                  <a:lnTo>
                    <a:pt x="1226820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820" y="71628"/>
                  </a:lnTo>
                  <a:lnTo>
                    <a:pt x="1228344" y="71627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4571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4571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3502152"/>
              <a:ext cx="1223772" cy="762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215640"/>
              <a:ext cx="71627" cy="28727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138428" y="3210305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533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6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2389"/>
                  </a:lnTo>
                  <a:lnTo>
                    <a:pt x="9143" y="72389"/>
                  </a:lnTo>
                  <a:lnTo>
                    <a:pt x="76200" y="5333"/>
                  </a:lnTo>
                  <a:lnTo>
                    <a:pt x="1293114" y="5333"/>
                  </a:lnTo>
                  <a:lnTo>
                    <a:pt x="1296924" y="1523"/>
                  </a:lnTo>
                  <a:lnTo>
                    <a:pt x="1300734" y="5333"/>
                  </a:lnTo>
                  <a:lnTo>
                    <a:pt x="1305306" y="5333"/>
                  </a:lnTo>
                  <a:close/>
                </a:path>
                <a:path w="1305560" h="297179">
                  <a:moveTo>
                    <a:pt x="9143" y="72389"/>
                  </a:moveTo>
                  <a:lnTo>
                    <a:pt x="4571" y="72389"/>
                  </a:lnTo>
                  <a:lnTo>
                    <a:pt x="4571" y="76961"/>
                  </a:lnTo>
                  <a:lnTo>
                    <a:pt x="9143" y="72389"/>
                  </a:lnTo>
                  <a:close/>
                </a:path>
                <a:path w="1305560" h="297179">
                  <a:moveTo>
                    <a:pt x="1235202" y="292607"/>
                  </a:moveTo>
                  <a:lnTo>
                    <a:pt x="4571" y="292607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202" y="292607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7" y="12216"/>
                  </a:lnTo>
                  <a:lnTo>
                    <a:pt x="1299210" y="220979"/>
                  </a:lnTo>
                  <a:lnTo>
                    <a:pt x="1228344" y="291846"/>
                  </a:lnTo>
                  <a:lnTo>
                    <a:pt x="76200" y="292566"/>
                  </a:lnTo>
                  <a:lnTo>
                    <a:pt x="1235202" y="292607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300734" y="5333"/>
                  </a:moveTo>
                  <a:lnTo>
                    <a:pt x="1296924" y="1523"/>
                  </a:lnTo>
                  <a:lnTo>
                    <a:pt x="1293114" y="5333"/>
                  </a:lnTo>
                  <a:lnTo>
                    <a:pt x="1300734" y="5333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300734" y="5333"/>
                  </a:lnTo>
                  <a:lnTo>
                    <a:pt x="1299947" y="5333"/>
                  </a:lnTo>
                  <a:lnTo>
                    <a:pt x="1299947" y="12192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5333"/>
                  </a:lnTo>
                  <a:lnTo>
                    <a:pt x="1300734" y="533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2999" y="3287268"/>
              <a:ext cx="1223772" cy="215646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3215640"/>
              <a:ext cx="71627" cy="287274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215640"/>
              <a:ext cx="1295400" cy="71627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1138427" y="3210306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281938" y="3234486"/>
            <a:ext cx="946150" cy="204787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54940" marR="147955" algn="ctr">
              <a:lnSpc>
                <a:spcPct val="147200"/>
              </a:lnSpc>
              <a:spcBef>
                <a:spcPts val="30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Applications 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Runtime Middleware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Operating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System</a:t>
            </a:r>
            <a:endParaRPr sz="1000">
              <a:latin typeface="Calibri"/>
              <a:cs typeface="Calibri"/>
            </a:endParaRPr>
          </a:p>
          <a:p>
            <a:pPr marL="127635" marR="121285" algn="ctr">
              <a:lnSpc>
                <a:spcPct val="149000"/>
              </a:lnSpc>
              <a:spcBef>
                <a:spcPts val="10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Virtualization Servers Storage Networking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685800" y="1979676"/>
            <a:ext cx="2672080" cy="4574540"/>
            <a:chOff x="685800" y="1979676"/>
            <a:chExt cx="2672080" cy="4574540"/>
          </a:xfrm>
        </p:grpSpPr>
        <p:sp>
          <p:nvSpPr>
            <p:cNvPr id="71" name="object 71"/>
            <p:cNvSpPr/>
            <p:nvPr/>
          </p:nvSpPr>
          <p:spPr>
            <a:xfrm>
              <a:off x="685800" y="4204716"/>
              <a:ext cx="381000" cy="215265"/>
            </a:xfrm>
            <a:custGeom>
              <a:avLst/>
              <a:gdLst/>
              <a:ahLst/>
              <a:cxnLst/>
              <a:rect l="l" t="t" r="r" b="b"/>
              <a:pathLst>
                <a:path w="381000" h="215264">
                  <a:moveTo>
                    <a:pt x="381000" y="107441"/>
                  </a:moveTo>
                  <a:lnTo>
                    <a:pt x="273558" y="0"/>
                  </a:lnTo>
                  <a:lnTo>
                    <a:pt x="273558" y="53339"/>
                  </a:lnTo>
                  <a:lnTo>
                    <a:pt x="0" y="53339"/>
                  </a:lnTo>
                  <a:lnTo>
                    <a:pt x="0" y="161543"/>
                  </a:lnTo>
                  <a:lnTo>
                    <a:pt x="273558" y="161543"/>
                  </a:lnTo>
                  <a:lnTo>
                    <a:pt x="273558" y="214883"/>
                  </a:lnTo>
                  <a:lnTo>
                    <a:pt x="381000" y="107441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434590" y="1979675"/>
              <a:ext cx="923290" cy="4574540"/>
            </a:xfrm>
            <a:custGeom>
              <a:avLst/>
              <a:gdLst/>
              <a:ahLst/>
              <a:cxnLst/>
              <a:rect l="l" t="t" r="r" b="b"/>
              <a:pathLst>
                <a:path w="923289" h="4574540">
                  <a:moveTo>
                    <a:pt x="19050" y="2215896"/>
                  </a:moveTo>
                  <a:lnTo>
                    <a:pt x="10668" y="2212086"/>
                  </a:lnTo>
                  <a:lnTo>
                    <a:pt x="0" y="2238756"/>
                  </a:lnTo>
                  <a:lnTo>
                    <a:pt x="4191" y="2240280"/>
                  </a:lnTo>
                  <a:lnTo>
                    <a:pt x="0" y="2241804"/>
                  </a:lnTo>
                  <a:lnTo>
                    <a:pt x="9906" y="2268474"/>
                  </a:lnTo>
                  <a:lnTo>
                    <a:pt x="19050" y="2265426"/>
                  </a:lnTo>
                  <a:lnTo>
                    <a:pt x="8991" y="2240305"/>
                  </a:lnTo>
                  <a:lnTo>
                    <a:pt x="19050" y="2215896"/>
                  </a:lnTo>
                  <a:close/>
                </a:path>
                <a:path w="923289" h="4574540">
                  <a:moveTo>
                    <a:pt x="32766" y="2300478"/>
                  </a:moveTo>
                  <a:lnTo>
                    <a:pt x="22860" y="2273808"/>
                  </a:lnTo>
                  <a:lnTo>
                    <a:pt x="13716" y="2277618"/>
                  </a:lnTo>
                  <a:lnTo>
                    <a:pt x="24384" y="2304288"/>
                  </a:lnTo>
                  <a:lnTo>
                    <a:pt x="32766" y="2300478"/>
                  </a:lnTo>
                  <a:close/>
                </a:path>
                <a:path w="923289" h="4574540">
                  <a:moveTo>
                    <a:pt x="33528" y="2180082"/>
                  </a:moveTo>
                  <a:lnTo>
                    <a:pt x="25146" y="2177034"/>
                  </a:lnTo>
                  <a:lnTo>
                    <a:pt x="14478" y="2202942"/>
                  </a:lnTo>
                  <a:lnTo>
                    <a:pt x="22860" y="2206752"/>
                  </a:lnTo>
                  <a:lnTo>
                    <a:pt x="33528" y="2180082"/>
                  </a:lnTo>
                  <a:close/>
                </a:path>
                <a:path w="923289" h="4574540">
                  <a:moveTo>
                    <a:pt x="46482" y="2336292"/>
                  </a:moveTo>
                  <a:lnTo>
                    <a:pt x="36576" y="2309622"/>
                  </a:lnTo>
                  <a:lnTo>
                    <a:pt x="27432" y="2312670"/>
                  </a:lnTo>
                  <a:lnTo>
                    <a:pt x="38100" y="2339340"/>
                  </a:lnTo>
                  <a:lnTo>
                    <a:pt x="46482" y="2336292"/>
                  </a:lnTo>
                  <a:close/>
                </a:path>
                <a:path w="923289" h="4574540">
                  <a:moveTo>
                    <a:pt x="48006" y="2145030"/>
                  </a:moveTo>
                  <a:lnTo>
                    <a:pt x="39624" y="2141220"/>
                  </a:lnTo>
                  <a:lnTo>
                    <a:pt x="28194" y="2167890"/>
                  </a:lnTo>
                  <a:lnTo>
                    <a:pt x="37338" y="2171700"/>
                  </a:lnTo>
                  <a:lnTo>
                    <a:pt x="48006" y="2145030"/>
                  </a:lnTo>
                  <a:close/>
                </a:path>
                <a:path w="923289" h="4574540">
                  <a:moveTo>
                    <a:pt x="60960" y="2371344"/>
                  </a:moveTo>
                  <a:lnTo>
                    <a:pt x="50292" y="2344674"/>
                  </a:lnTo>
                  <a:lnTo>
                    <a:pt x="41148" y="2348484"/>
                  </a:lnTo>
                  <a:lnTo>
                    <a:pt x="51816" y="2375154"/>
                  </a:lnTo>
                  <a:lnTo>
                    <a:pt x="60960" y="2371344"/>
                  </a:lnTo>
                  <a:close/>
                </a:path>
                <a:path w="923289" h="4574540">
                  <a:moveTo>
                    <a:pt x="62484" y="2109978"/>
                  </a:moveTo>
                  <a:lnTo>
                    <a:pt x="54102" y="2106168"/>
                  </a:lnTo>
                  <a:lnTo>
                    <a:pt x="42672" y="2132838"/>
                  </a:lnTo>
                  <a:lnTo>
                    <a:pt x="51816" y="2136648"/>
                  </a:lnTo>
                  <a:lnTo>
                    <a:pt x="62484" y="2109978"/>
                  </a:lnTo>
                  <a:close/>
                </a:path>
                <a:path w="923289" h="4574540">
                  <a:moveTo>
                    <a:pt x="74676" y="2407158"/>
                  </a:moveTo>
                  <a:lnTo>
                    <a:pt x="64008" y="2380488"/>
                  </a:lnTo>
                  <a:lnTo>
                    <a:pt x="55626" y="2384298"/>
                  </a:lnTo>
                  <a:lnTo>
                    <a:pt x="65532" y="2410206"/>
                  </a:lnTo>
                  <a:lnTo>
                    <a:pt x="74676" y="2407158"/>
                  </a:lnTo>
                  <a:close/>
                </a:path>
                <a:path w="923289" h="4574540">
                  <a:moveTo>
                    <a:pt x="76962" y="2074926"/>
                  </a:moveTo>
                  <a:lnTo>
                    <a:pt x="67818" y="2071116"/>
                  </a:lnTo>
                  <a:lnTo>
                    <a:pt x="57150" y="2097786"/>
                  </a:lnTo>
                  <a:lnTo>
                    <a:pt x="66294" y="2100834"/>
                  </a:lnTo>
                  <a:lnTo>
                    <a:pt x="76962" y="2074926"/>
                  </a:lnTo>
                  <a:close/>
                </a:path>
                <a:path w="923289" h="4574540">
                  <a:moveTo>
                    <a:pt x="88392" y="2442210"/>
                  </a:moveTo>
                  <a:lnTo>
                    <a:pt x="77724" y="2416302"/>
                  </a:lnTo>
                  <a:lnTo>
                    <a:pt x="69342" y="2419350"/>
                  </a:lnTo>
                  <a:lnTo>
                    <a:pt x="80010" y="2446020"/>
                  </a:lnTo>
                  <a:lnTo>
                    <a:pt x="88392" y="2442210"/>
                  </a:lnTo>
                  <a:close/>
                </a:path>
                <a:path w="923289" h="4574540">
                  <a:moveTo>
                    <a:pt x="91440" y="2039112"/>
                  </a:moveTo>
                  <a:lnTo>
                    <a:pt x="82296" y="2036064"/>
                  </a:lnTo>
                  <a:lnTo>
                    <a:pt x="71628" y="2061972"/>
                  </a:lnTo>
                  <a:lnTo>
                    <a:pt x="80772" y="2065782"/>
                  </a:lnTo>
                  <a:lnTo>
                    <a:pt x="91440" y="2039112"/>
                  </a:lnTo>
                  <a:close/>
                </a:path>
                <a:path w="923289" h="4574540">
                  <a:moveTo>
                    <a:pt x="102108" y="2478024"/>
                  </a:moveTo>
                  <a:lnTo>
                    <a:pt x="92202" y="2451354"/>
                  </a:lnTo>
                  <a:lnTo>
                    <a:pt x="83058" y="2455164"/>
                  </a:lnTo>
                  <a:lnTo>
                    <a:pt x="93726" y="2481834"/>
                  </a:lnTo>
                  <a:lnTo>
                    <a:pt x="102108" y="2478024"/>
                  </a:lnTo>
                  <a:close/>
                </a:path>
                <a:path w="923289" h="4574540">
                  <a:moveTo>
                    <a:pt x="105918" y="2004060"/>
                  </a:moveTo>
                  <a:lnTo>
                    <a:pt x="96774" y="2000250"/>
                  </a:lnTo>
                  <a:lnTo>
                    <a:pt x="86106" y="2026920"/>
                  </a:lnTo>
                  <a:lnTo>
                    <a:pt x="95250" y="2030730"/>
                  </a:lnTo>
                  <a:lnTo>
                    <a:pt x="105918" y="2004060"/>
                  </a:lnTo>
                  <a:close/>
                </a:path>
                <a:path w="923289" h="4574540">
                  <a:moveTo>
                    <a:pt x="116586" y="2513838"/>
                  </a:moveTo>
                  <a:lnTo>
                    <a:pt x="105918" y="2487168"/>
                  </a:lnTo>
                  <a:lnTo>
                    <a:pt x="96774" y="2490216"/>
                  </a:lnTo>
                  <a:lnTo>
                    <a:pt x="107442" y="2516886"/>
                  </a:lnTo>
                  <a:lnTo>
                    <a:pt x="116586" y="2513838"/>
                  </a:lnTo>
                  <a:close/>
                </a:path>
                <a:path w="923289" h="4574540">
                  <a:moveTo>
                    <a:pt x="120396" y="1969008"/>
                  </a:moveTo>
                  <a:lnTo>
                    <a:pt x="111252" y="1965198"/>
                  </a:lnTo>
                  <a:lnTo>
                    <a:pt x="100584" y="1991868"/>
                  </a:lnTo>
                  <a:lnTo>
                    <a:pt x="109728" y="1994916"/>
                  </a:lnTo>
                  <a:lnTo>
                    <a:pt x="120396" y="1969008"/>
                  </a:lnTo>
                  <a:close/>
                </a:path>
                <a:path w="923289" h="4574540">
                  <a:moveTo>
                    <a:pt x="130302" y="2548890"/>
                  </a:moveTo>
                  <a:lnTo>
                    <a:pt x="119634" y="2522220"/>
                  </a:lnTo>
                  <a:lnTo>
                    <a:pt x="111252" y="2526030"/>
                  </a:lnTo>
                  <a:lnTo>
                    <a:pt x="121158" y="2552700"/>
                  </a:lnTo>
                  <a:lnTo>
                    <a:pt x="130302" y="2548890"/>
                  </a:lnTo>
                  <a:close/>
                </a:path>
                <a:path w="923289" h="4574540">
                  <a:moveTo>
                    <a:pt x="134874" y="1933194"/>
                  </a:moveTo>
                  <a:lnTo>
                    <a:pt x="125730" y="1930146"/>
                  </a:lnTo>
                  <a:lnTo>
                    <a:pt x="115062" y="1956054"/>
                  </a:lnTo>
                  <a:lnTo>
                    <a:pt x="124206" y="1959864"/>
                  </a:lnTo>
                  <a:lnTo>
                    <a:pt x="134874" y="1933194"/>
                  </a:lnTo>
                  <a:close/>
                </a:path>
                <a:path w="923289" h="4574540">
                  <a:moveTo>
                    <a:pt x="144018" y="2584704"/>
                  </a:moveTo>
                  <a:lnTo>
                    <a:pt x="133350" y="2558034"/>
                  </a:lnTo>
                  <a:lnTo>
                    <a:pt x="124968" y="2561082"/>
                  </a:lnTo>
                  <a:lnTo>
                    <a:pt x="135636" y="2587752"/>
                  </a:lnTo>
                  <a:lnTo>
                    <a:pt x="144018" y="2584704"/>
                  </a:lnTo>
                  <a:close/>
                </a:path>
                <a:path w="923289" h="4574540">
                  <a:moveTo>
                    <a:pt x="149352" y="1898142"/>
                  </a:moveTo>
                  <a:lnTo>
                    <a:pt x="140208" y="1894332"/>
                  </a:lnTo>
                  <a:lnTo>
                    <a:pt x="129540" y="1921002"/>
                  </a:lnTo>
                  <a:lnTo>
                    <a:pt x="137922" y="1924812"/>
                  </a:lnTo>
                  <a:lnTo>
                    <a:pt x="149352" y="1898142"/>
                  </a:lnTo>
                  <a:close/>
                </a:path>
                <a:path w="923289" h="4574540">
                  <a:moveTo>
                    <a:pt x="157734" y="2619756"/>
                  </a:moveTo>
                  <a:lnTo>
                    <a:pt x="147828" y="2593086"/>
                  </a:lnTo>
                  <a:lnTo>
                    <a:pt x="138684" y="2596896"/>
                  </a:lnTo>
                  <a:lnTo>
                    <a:pt x="149352" y="2623566"/>
                  </a:lnTo>
                  <a:lnTo>
                    <a:pt x="157734" y="2619756"/>
                  </a:lnTo>
                  <a:close/>
                </a:path>
                <a:path w="923289" h="4574540">
                  <a:moveTo>
                    <a:pt x="163830" y="1863090"/>
                  </a:moveTo>
                  <a:lnTo>
                    <a:pt x="154686" y="1859280"/>
                  </a:lnTo>
                  <a:lnTo>
                    <a:pt x="144018" y="1885950"/>
                  </a:lnTo>
                  <a:lnTo>
                    <a:pt x="152400" y="1889760"/>
                  </a:lnTo>
                  <a:lnTo>
                    <a:pt x="163830" y="1863090"/>
                  </a:lnTo>
                  <a:close/>
                </a:path>
                <a:path w="923289" h="4574540">
                  <a:moveTo>
                    <a:pt x="172212" y="2655570"/>
                  </a:moveTo>
                  <a:lnTo>
                    <a:pt x="161544" y="2628900"/>
                  </a:lnTo>
                  <a:lnTo>
                    <a:pt x="152400" y="2631948"/>
                  </a:lnTo>
                  <a:lnTo>
                    <a:pt x="163068" y="2658618"/>
                  </a:lnTo>
                  <a:lnTo>
                    <a:pt x="172212" y="2655570"/>
                  </a:lnTo>
                  <a:close/>
                </a:path>
                <a:path w="923289" h="4574540">
                  <a:moveTo>
                    <a:pt x="177546" y="1828038"/>
                  </a:moveTo>
                  <a:lnTo>
                    <a:pt x="169164" y="1824228"/>
                  </a:lnTo>
                  <a:lnTo>
                    <a:pt x="158496" y="1850898"/>
                  </a:lnTo>
                  <a:lnTo>
                    <a:pt x="166878" y="1853946"/>
                  </a:lnTo>
                  <a:lnTo>
                    <a:pt x="177546" y="1828038"/>
                  </a:lnTo>
                  <a:close/>
                </a:path>
                <a:path w="923289" h="4574540">
                  <a:moveTo>
                    <a:pt x="185928" y="2690622"/>
                  </a:moveTo>
                  <a:lnTo>
                    <a:pt x="175260" y="2663952"/>
                  </a:lnTo>
                  <a:lnTo>
                    <a:pt x="166878" y="2667762"/>
                  </a:lnTo>
                  <a:lnTo>
                    <a:pt x="176784" y="2694432"/>
                  </a:lnTo>
                  <a:lnTo>
                    <a:pt x="185928" y="2690622"/>
                  </a:lnTo>
                  <a:close/>
                </a:path>
                <a:path w="923289" h="4574540">
                  <a:moveTo>
                    <a:pt x="192024" y="1792224"/>
                  </a:moveTo>
                  <a:lnTo>
                    <a:pt x="183642" y="1789176"/>
                  </a:lnTo>
                  <a:lnTo>
                    <a:pt x="172974" y="1815084"/>
                  </a:lnTo>
                  <a:lnTo>
                    <a:pt x="181356" y="1818894"/>
                  </a:lnTo>
                  <a:lnTo>
                    <a:pt x="192024" y="1792224"/>
                  </a:lnTo>
                  <a:close/>
                </a:path>
                <a:path w="923289" h="4574540">
                  <a:moveTo>
                    <a:pt x="199644" y="2726436"/>
                  </a:moveTo>
                  <a:lnTo>
                    <a:pt x="188976" y="2699766"/>
                  </a:lnTo>
                  <a:lnTo>
                    <a:pt x="180594" y="2702814"/>
                  </a:lnTo>
                  <a:lnTo>
                    <a:pt x="190500" y="2729484"/>
                  </a:lnTo>
                  <a:lnTo>
                    <a:pt x="199644" y="2726436"/>
                  </a:lnTo>
                  <a:close/>
                </a:path>
                <a:path w="923289" h="4574540">
                  <a:moveTo>
                    <a:pt x="206502" y="1757172"/>
                  </a:moveTo>
                  <a:lnTo>
                    <a:pt x="198120" y="1753362"/>
                  </a:lnTo>
                  <a:lnTo>
                    <a:pt x="186690" y="1780032"/>
                  </a:lnTo>
                  <a:lnTo>
                    <a:pt x="195834" y="1783842"/>
                  </a:lnTo>
                  <a:lnTo>
                    <a:pt x="206502" y="1757172"/>
                  </a:lnTo>
                  <a:close/>
                </a:path>
                <a:path w="923289" h="4574540">
                  <a:moveTo>
                    <a:pt x="213360" y="2761488"/>
                  </a:moveTo>
                  <a:lnTo>
                    <a:pt x="203454" y="2734818"/>
                  </a:lnTo>
                  <a:lnTo>
                    <a:pt x="194310" y="2738628"/>
                  </a:lnTo>
                  <a:lnTo>
                    <a:pt x="204978" y="2765298"/>
                  </a:lnTo>
                  <a:lnTo>
                    <a:pt x="213360" y="2761488"/>
                  </a:lnTo>
                  <a:close/>
                </a:path>
                <a:path w="923289" h="4574540">
                  <a:moveTo>
                    <a:pt x="220980" y="1722120"/>
                  </a:moveTo>
                  <a:lnTo>
                    <a:pt x="212598" y="1718310"/>
                  </a:lnTo>
                  <a:lnTo>
                    <a:pt x="201168" y="1744980"/>
                  </a:lnTo>
                  <a:lnTo>
                    <a:pt x="210312" y="1748028"/>
                  </a:lnTo>
                  <a:lnTo>
                    <a:pt x="220980" y="1722120"/>
                  </a:lnTo>
                  <a:close/>
                </a:path>
                <a:path w="923289" h="4574540">
                  <a:moveTo>
                    <a:pt x="227838" y="2797302"/>
                  </a:moveTo>
                  <a:lnTo>
                    <a:pt x="217170" y="2770632"/>
                  </a:lnTo>
                  <a:lnTo>
                    <a:pt x="208026" y="2774442"/>
                  </a:lnTo>
                  <a:lnTo>
                    <a:pt x="218694" y="2801112"/>
                  </a:lnTo>
                  <a:lnTo>
                    <a:pt x="227838" y="2797302"/>
                  </a:lnTo>
                  <a:close/>
                </a:path>
                <a:path w="923289" h="4574540">
                  <a:moveTo>
                    <a:pt x="235458" y="1686306"/>
                  </a:moveTo>
                  <a:lnTo>
                    <a:pt x="226314" y="1683258"/>
                  </a:lnTo>
                  <a:lnTo>
                    <a:pt x="215646" y="1709166"/>
                  </a:lnTo>
                  <a:lnTo>
                    <a:pt x="224790" y="1712976"/>
                  </a:lnTo>
                  <a:lnTo>
                    <a:pt x="235458" y="1686306"/>
                  </a:lnTo>
                  <a:close/>
                </a:path>
                <a:path w="923289" h="4574540">
                  <a:moveTo>
                    <a:pt x="241554" y="2833116"/>
                  </a:moveTo>
                  <a:lnTo>
                    <a:pt x="230886" y="2806446"/>
                  </a:lnTo>
                  <a:lnTo>
                    <a:pt x="222504" y="2809494"/>
                  </a:lnTo>
                  <a:lnTo>
                    <a:pt x="232410" y="2836164"/>
                  </a:lnTo>
                  <a:lnTo>
                    <a:pt x="241554" y="2833116"/>
                  </a:lnTo>
                  <a:close/>
                </a:path>
                <a:path w="923289" h="4574540">
                  <a:moveTo>
                    <a:pt x="249936" y="1651254"/>
                  </a:moveTo>
                  <a:lnTo>
                    <a:pt x="240792" y="1647444"/>
                  </a:lnTo>
                  <a:lnTo>
                    <a:pt x="230124" y="1674114"/>
                  </a:lnTo>
                  <a:lnTo>
                    <a:pt x="239268" y="1677924"/>
                  </a:lnTo>
                  <a:lnTo>
                    <a:pt x="249936" y="1651254"/>
                  </a:lnTo>
                  <a:close/>
                </a:path>
                <a:path w="923289" h="4574540">
                  <a:moveTo>
                    <a:pt x="255270" y="2868168"/>
                  </a:moveTo>
                  <a:lnTo>
                    <a:pt x="244602" y="2841498"/>
                  </a:lnTo>
                  <a:lnTo>
                    <a:pt x="236220" y="2845308"/>
                  </a:lnTo>
                  <a:lnTo>
                    <a:pt x="246126" y="2871978"/>
                  </a:lnTo>
                  <a:lnTo>
                    <a:pt x="255270" y="2868168"/>
                  </a:lnTo>
                  <a:close/>
                </a:path>
                <a:path w="923289" h="4574540">
                  <a:moveTo>
                    <a:pt x="264414" y="1616202"/>
                  </a:moveTo>
                  <a:lnTo>
                    <a:pt x="255270" y="1612392"/>
                  </a:lnTo>
                  <a:lnTo>
                    <a:pt x="244602" y="1639062"/>
                  </a:lnTo>
                  <a:lnTo>
                    <a:pt x="253746" y="1642872"/>
                  </a:lnTo>
                  <a:lnTo>
                    <a:pt x="264414" y="1616202"/>
                  </a:lnTo>
                  <a:close/>
                </a:path>
                <a:path w="923289" h="4574540">
                  <a:moveTo>
                    <a:pt x="268986" y="2903982"/>
                  </a:moveTo>
                  <a:lnTo>
                    <a:pt x="259080" y="2877312"/>
                  </a:lnTo>
                  <a:lnTo>
                    <a:pt x="249936" y="2880360"/>
                  </a:lnTo>
                  <a:lnTo>
                    <a:pt x="260604" y="2907030"/>
                  </a:lnTo>
                  <a:lnTo>
                    <a:pt x="268986" y="2903982"/>
                  </a:lnTo>
                  <a:close/>
                </a:path>
                <a:path w="923289" h="4574540">
                  <a:moveTo>
                    <a:pt x="278892" y="1581150"/>
                  </a:moveTo>
                  <a:lnTo>
                    <a:pt x="269748" y="1577340"/>
                  </a:lnTo>
                  <a:lnTo>
                    <a:pt x="259080" y="1603248"/>
                  </a:lnTo>
                  <a:lnTo>
                    <a:pt x="268224" y="1607058"/>
                  </a:lnTo>
                  <a:lnTo>
                    <a:pt x="278892" y="1581150"/>
                  </a:lnTo>
                  <a:close/>
                </a:path>
                <a:path w="923289" h="4574540">
                  <a:moveTo>
                    <a:pt x="283464" y="2939034"/>
                  </a:moveTo>
                  <a:lnTo>
                    <a:pt x="272796" y="2912364"/>
                  </a:lnTo>
                  <a:lnTo>
                    <a:pt x="263652" y="2916174"/>
                  </a:lnTo>
                  <a:lnTo>
                    <a:pt x="274320" y="2942844"/>
                  </a:lnTo>
                  <a:lnTo>
                    <a:pt x="283464" y="2939034"/>
                  </a:lnTo>
                  <a:close/>
                </a:path>
                <a:path w="923289" h="4574540">
                  <a:moveTo>
                    <a:pt x="293370" y="1545336"/>
                  </a:moveTo>
                  <a:lnTo>
                    <a:pt x="284226" y="1541526"/>
                  </a:lnTo>
                  <a:lnTo>
                    <a:pt x="273558" y="1568196"/>
                  </a:lnTo>
                  <a:lnTo>
                    <a:pt x="282702" y="1572006"/>
                  </a:lnTo>
                  <a:lnTo>
                    <a:pt x="293370" y="1545336"/>
                  </a:lnTo>
                  <a:close/>
                </a:path>
                <a:path w="923289" h="4574540">
                  <a:moveTo>
                    <a:pt x="297180" y="2974848"/>
                  </a:moveTo>
                  <a:lnTo>
                    <a:pt x="286512" y="2948178"/>
                  </a:lnTo>
                  <a:lnTo>
                    <a:pt x="277368" y="2951226"/>
                  </a:lnTo>
                  <a:lnTo>
                    <a:pt x="288036" y="2977896"/>
                  </a:lnTo>
                  <a:lnTo>
                    <a:pt x="297180" y="2974848"/>
                  </a:lnTo>
                  <a:close/>
                </a:path>
                <a:path w="923289" h="4574540">
                  <a:moveTo>
                    <a:pt x="307848" y="1510284"/>
                  </a:moveTo>
                  <a:lnTo>
                    <a:pt x="298704" y="1506474"/>
                  </a:lnTo>
                  <a:lnTo>
                    <a:pt x="288036" y="1533144"/>
                  </a:lnTo>
                  <a:lnTo>
                    <a:pt x="296418" y="1536954"/>
                  </a:lnTo>
                  <a:lnTo>
                    <a:pt x="307848" y="1510284"/>
                  </a:lnTo>
                  <a:close/>
                </a:path>
                <a:path w="923289" h="4574540">
                  <a:moveTo>
                    <a:pt x="310896" y="3009900"/>
                  </a:moveTo>
                  <a:lnTo>
                    <a:pt x="300228" y="2983230"/>
                  </a:lnTo>
                  <a:lnTo>
                    <a:pt x="291846" y="2987040"/>
                  </a:lnTo>
                  <a:lnTo>
                    <a:pt x="301752" y="3013710"/>
                  </a:lnTo>
                  <a:lnTo>
                    <a:pt x="310896" y="3009900"/>
                  </a:lnTo>
                  <a:close/>
                </a:path>
                <a:path w="923289" h="4574540">
                  <a:moveTo>
                    <a:pt x="322326" y="1475232"/>
                  </a:moveTo>
                  <a:lnTo>
                    <a:pt x="313182" y="1471422"/>
                  </a:lnTo>
                  <a:lnTo>
                    <a:pt x="302514" y="1498092"/>
                  </a:lnTo>
                  <a:lnTo>
                    <a:pt x="310896" y="1501140"/>
                  </a:lnTo>
                  <a:lnTo>
                    <a:pt x="322326" y="1475232"/>
                  </a:lnTo>
                  <a:close/>
                </a:path>
                <a:path w="923289" h="4574540">
                  <a:moveTo>
                    <a:pt x="324612" y="3045714"/>
                  </a:moveTo>
                  <a:lnTo>
                    <a:pt x="314706" y="3019044"/>
                  </a:lnTo>
                  <a:lnTo>
                    <a:pt x="305562" y="3022092"/>
                  </a:lnTo>
                  <a:lnTo>
                    <a:pt x="316230" y="3048762"/>
                  </a:lnTo>
                  <a:lnTo>
                    <a:pt x="324612" y="3045714"/>
                  </a:lnTo>
                  <a:close/>
                </a:path>
                <a:path w="923289" h="4574540">
                  <a:moveTo>
                    <a:pt x="336042" y="1439418"/>
                  </a:moveTo>
                  <a:lnTo>
                    <a:pt x="327660" y="1436370"/>
                  </a:lnTo>
                  <a:lnTo>
                    <a:pt x="316992" y="1462278"/>
                  </a:lnTo>
                  <a:lnTo>
                    <a:pt x="325374" y="1466088"/>
                  </a:lnTo>
                  <a:lnTo>
                    <a:pt x="336042" y="1439418"/>
                  </a:lnTo>
                  <a:close/>
                </a:path>
                <a:path w="923289" h="4574540">
                  <a:moveTo>
                    <a:pt x="339090" y="3080766"/>
                  </a:moveTo>
                  <a:lnTo>
                    <a:pt x="328422" y="3054096"/>
                  </a:lnTo>
                  <a:lnTo>
                    <a:pt x="319278" y="3057906"/>
                  </a:lnTo>
                  <a:lnTo>
                    <a:pt x="329946" y="3084576"/>
                  </a:lnTo>
                  <a:lnTo>
                    <a:pt x="339090" y="3080766"/>
                  </a:lnTo>
                  <a:close/>
                </a:path>
                <a:path w="923289" h="4574540">
                  <a:moveTo>
                    <a:pt x="350520" y="1404366"/>
                  </a:moveTo>
                  <a:lnTo>
                    <a:pt x="342138" y="1400556"/>
                  </a:lnTo>
                  <a:lnTo>
                    <a:pt x="331470" y="1427226"/>
                  </a:lnTo>
                  <a:lnTo>
                    <a:pt x="339852" y="1431036"/>
                  </a:lnTo>
                  <a:lnTo>
                    <a:pt x="350520" y="1404366"/>
                  </a:lnTo>
                  <a:close/>
                </a:path>
                <a:path w="923289" h="4574540">
                  <a:moveTo>
                    <a:pt x="352806" y="3116580"/>
                  </a:moveTo>
                  <a:lnTo>
                    <a:pt x="342138" y="3089910"/>
                  </a:lnTo>
                  <a:lnTo>
                    <a:pt x="332994" y="3093720"/>
                  </a:lnTo>
                  <a:lnTo>
                    <a:pt x="343662" y="3120390"/>
                  </a:lnTo>
                  <a:lnTo>
                    <a:pt x="352806" y="3116580"/>
                  </a:lnTo>
                  <a:close/>
                </a:path>
                <a:path w="923289" h="4574540">
                  <a:moveTo>
                    <a:pt x="364998" y="1369314"/>
                  </a:moveTo>
                  <a:lnTo>
                    <a:pt x="356616" y="1365504"/>
                  </a:lnTo>
                  <a:lnTo>
                    <a:pt x="345186" y="1392174"/>
                  </a:lnTo>
                  <a:lnTo>
                    <a:pt x="354330" y="1395984"/>
                  </a:lnTo>
                  <a:lnTo>
                    <a:pt x="364998" y="1369314"/>
                  </a:lnTo>
                  <a:close/>
                </a:path>
                <a:path w="923289" h="4574540">
                  <a:moveTo>
                    <a:pt x="366522" y="3151632"/>
                  </a:moveTo>
                  <a:lnTo>
                    <a:pt x="355854" y="3125724"/>
                  </a:lnTo>
                  <a:lnTo>
                    <a:pt x="347472" y="3128772"/>
                  </a:lnTo>
                  <a:lnTo>
                    <a:pt x="357378" y="3155442"/>
                  </a:lnTo>
                  <a:lnTo>
                    <a:pt x="366522" y="3151632"/>
                  </a:lnTo>
                  <a:close/>
                </a:path>
                <a:path w="923289" h="4574540">
                  <a:moveTo>
                    <a:pt x="379476" y="1333500"/>
                  </a:moveTo>
                  <a:lnTo>
                    <a:pt x="371094" y="1330452"/>
                  </a:lnTo>
                  <a:lnTo>
                    <a:pt x="359664" y="1356360"/>
                  </a:lnTo>
                  <a:lnTo>
                    <a:pt x="368808" y="1360170"/>
                  </a:lnTo>
                  <a:lnTo>
                    <a:pt x="379476" y="1333500"/>
                  </a:lnTo>
                  <a:close/>
                </a:path>
                <a:path w="923289" h="4574540">
                  <a:moveTo>
                    <a:pt x="380238" y="3187446"/>
                  </a:moveTo>
                  <a:lnTo>
                    <a:pt x="370332" y="3160776"/>
                  </a:lnTo>
                  <a:lnTo>
                    <a:pt x="361188" y="3164586"/>
                  </a:lnTo>
                  <a:lnTo>
                    <a:pt x="371856" y="3191256"/>
                  </a:lnTo>
                  <a:lnTo>
                    <a:pt x="380238" y="3187446"/>
                  </a:lnTo>
                  <a:close/>
                </a:path>
                <a:path w="923289" h="4574540">
                  <a:moveTo>
                    <a:pt x="393954" y="3223260"/>
                  </a:moveTo>
                  <a:lnTo>
                    <a:pt x="384048" y="3196590"/>
                  </a:lnTo>
                  <a:lnTo>
                    <a:pt x="374904" y="3199638"/>
                  </a:lnTo>
                  <a:lnTo>
                    <a:pt x="385572" y="3226308"/>
                  </a:lnTo>
                  <a:lnTo>
                    <a:pt x="393954" y="3223260"/>
                  </a:lnTo>
                  <a:close/>
                </a:path>
                <a:path w="923289" h="4574540">
                  <a:moveTo>
                    <a:pt x="393954" y="1298448"/>
                  </a:moveTo>
                  <a:lnTo>
                    <a:pt x="384810" y="1294638"/>
                  </a:lnTo>
                  <a:lnTo>
                    <a:pt x="374142" y="1321308"/>
                  </a:lnTo>
                  <a:lnTo>
                    <a:pt x="383286" y="1325118"/>
                  </a:lnTo>
                  <a:lnTo>
                    <a:pt x="393954" y="1298448"/>
                  </a:lnTo>
                  <a:close/>
                </a:path>
                <a:path w="923289" h="4574540">
                  <a:moveTo>
                    <a:pt x="408432" y="3258312"/>
                  </a:moveTo>
                  <a:lnTo>
                    <a:pt x="397764" y="3231642"/>
                  </a:lnTo>
                  <a:lnTo>
                    <a:pt x="388620" y="3235452"/>
                  </a:lnTo>
                  <a:lnTo>
                    <a:pt x="399288" y="3262122"/>
                  </a:lnTo>
                  <a:lnTo>
                    <a:pt x="408432" y="3258312"/>
                  </a:lnTo>
                  <a:close/>
                </a:path>
                <a:path w="923289" h="4574540">
                  <a:moveTo>
                    <a:pt x="408432" y="1263396"/>
                  </a:moveTo>
                  <a:lnTo>
                    <a:pt x="399288" y="1259586"/>
                  </a:lnTo>
                  <a:lnTo>
                    <a:pt x="388620" y="1286256"/>
                  </a:lnTo>
                  <a:lnTo>
                    <a:pt x="397764" y="1290066"/>
                  </a:lnTo>
                  <a:lnTo>
                    <a:pt x="408432" y="1263396"/>
                  </a:lnTo>
                  <a:close/>
                </a:path>
                <a:path w="923289" h="4574540">
                  <a:moveTo>
                    <a:pt x="422148" y="3294126"/>
                  </a:moveTo>
                  <a:lnTo>
                    <a:pt x="411480" y="3267456"/>
                  </a:lnTo>
                  <a:lnTo>
                    <a:pt x="403098" y="3270504"/>
                  </a:lnTo>
                  <a:lnTo>
                    <a:pt x="413004" y="3297174"/>
                  </a:lnTo>
                  <a:lnTo>
                    <a:pt x="422148" y="3294126"/>
                  </a:lnTo>
                  <a:close/>
                </a:path>
                <a:path w="923289" h="4574540">
                  <a:moveTo>
                    <a:pt x="422910" y="1228344"/>
                  </a:moveTo>
                  <a:lnTo>
                    <a:pt x="413766" y="1224534"/>
                  </a:lnTo>
                  <a:lnTo>
                    <a:pt x="403098" y="1251204"/>
                  </a:lnTo>
                  <a:lnTo>
                    <a:pt x="412242" y="1254252"/>
                  </a:lnTo>
                  <a:lnTo>
                    <a:pt x="422910" y="1228344"/>
                  </a:lnTo>
                  <a:close/>
                </a:path>
                <a:path w="923289" h="4574540">
                  <a:moveTo>
                    <a:pt x="435864" y="3329178"/>
                  </a:moveTo>
                  <a:lnTo>
                    <a:pt x="425958" y="3302508"/>
                  </a:lnTo>
                  <a:lnTo>
                    <a:pt x="416814" y="3306318"/>
                  </a:lnTo>
                  <a:lnTo>
                    <a:pt x="427482" y="3332988"/>
                  </a:lnTo>
                  <a:lnTo>
                    <a:pt x="435864" y="3329178"/>
                  </a:lnTo>
                  <a:close/>
                </a:path>
                <a:path w="923289" h="4574540">
                  <a:moveTo>
                    <a:pt x="437388" y="1192530"/>
                  </a:moveTo>
                  <a:lnTo>
                    <a:pt x="428244" y="1189482"/>
                  </a:lnTo>
                  <a:lnTo>
                    <a:pt x="417576" y="1215390"/>
                  </a:lnTo>
                  <a:lnTo>
                    <a:pt x="426720" y="1219200"/>
                  </a:lnTo>
                  <a:lnTo>
                    <a:pt x="437388" y="1192530"/>
                  </a:lnTo>
                  <a:close/>
                </a:path>
                <a:path w="923289" h="4574540">
                  <a:moveTo>
                    <a:pt x="449580" y="3364992"/>
                  </a:moveTo>
                  <a:lnTo>
                    <a:pt x="439674" y="3338322"/>
                  </a:lnTo>
                  <a:lnTo>
                    <a:pt x="430530" y="3341370"/>
                  </a:lnTo>
                  <a:lnTo>
                    <a:pt x="441198" y="3368040"/>
                  </a:lnTo>
                  <a:lnTo>
                    <a:pt x="449580" y="3364992"/>
                  </a:lnTo>
                  <a:close/>
                </a:path>
                <a:path w="923289" h="4574540">
                  <a:moveTo>
                    <a:pt x="451866" y="1157478"/>
                  </a:moveTo>
                  <a:lnTo>
                    <a:pt x="442722" y="1153668"/>
                  </a:lnTo>
                  <a:lnTo>
                    <a:pt x="432054" y="1180338"/>
                  </a:lnTo>
                  <a:lnTo>
                    <a:pt x="441198" y="1184148"/>
                  </a:lnTo>
                  <a:lnTo>
                    <a:pt x="451866" y="1157478"/>
                  </a:lnTo>
                  <a:close/>
                </a:path>
                <a:path w="923289" h="4574540">
                  <a:moveTo>
                    <a:pt x="464058" y="3400044"/>
                  </a:moveTo>
                  <a:lnTo>
                    <a:pt x="453390" y="3373374"/>
                  </a:lnTo>
                  <a:lnTo>
                    <a:pt x="444246" y="3377184"/>
                  </a:lnTo>
                  <a:lnTo>
                    <a:pt x="454914" y="3403854"/>
                  </a:lnTo>
                  <a:lnTo>
                    <a:pt x="464058" y="3400044"/>
                  </a:lnTo>
                  <a:close/>
                </a:path>
                <a:path w="923289" h="4574540">
                  <a:moveTo>
                    <a:pt x="466344" y="1122426"/>
                  </a:moveTo>
                  <a:lnTo>
                    <a:pt x="457200" y="1118616"/>
                  </a:lnTo>
                  <a:lnTo>
                    <a:pt x="446532" y="1145286"/>
                  </a:lnTo>
                  <a:lnTo>
                    <a:pt x="454914" y="1148334"/>
                  </a:lnTo>
                  <a:lnTo>
                    <a:pt x="466344" y="1122426"/>
                  </a:lnTo>
                  <a:close/>
                </a:path>
                <a:path w="923289" h="4574540">
                  <a:moveTo>
                    <a:pt x="477774" y="3435858"/>
                  </a:moveTo>
                  <a:lnTo>
                    <a:pt x="467106" y="3409188"/>
                  </a:lnTo>
                  <a:lnTo>
                    <a:pt x="458724" y="3412998"/>
                  </a:lnTo>
                  <a:lnTo>
                    <a:pt x="468630" y="3438906"/>
                  </a:lnTo>
                  <a:lnTo>
                    <a:pt x="477774" y="3435858"/>
                  </a:lnTo>
                  <a:close/>
                </a:path>
                <a:path w="923289" h="4574540">
                  <a:moveTo>
                    <a:pt x="480822" y="1086612"/>
                  </a:moveTo>
                  <a:lnTo>
                    <a:pt x="471678" y="1083564"/>
                  </a:lnTo>
                  <a:lnTo>
                    <a:pt x="461010" y="1109472"/>
                  </a:lnTo>
                  <a:lnTo>
                    <a:pt x="469392" y="1113282"/>
                  </a:lnTo>
                  <a:lnTo>
                    <a:pt x="480822" y="1086612"/>
                  </a:lnTo>
                  <a:close/>
                </a:path>
                <a:path w="923289" h="4574540">
                  <a:moveTo>
                    <a:pt x="491490" y="3470910"/>
                  </a:moveTo>
                  <a:lnTo>
                    <a:pt x="481584" y="3445002"/>
                  </a:lnTo>
                  <a:lnTo>
                    <a:pt x="472440" y="3448050"/>
                  </a:lnTo>
                  <a:lnTo>
                    <a:pt x="483108" y="3474720"/>
                  </a:lnTo>
                  <a:lnTo>
                    <a:pt x="491490" y="3470910"/>
                  </a:lnTo>
                  <a:close/>
                </a:path>
                <a:path w="923289" h="4574540">
                  <a:moveTo>
                    <a:pt x="494538" y="1051560"/>
                  </a:moveTo>
                  <a:lnTo>
                    <a:pt x="486156" y="1047750"/>
                  </a:lnTo>
                  <a:lnTo>
                    <a:pt x="475488" y="1074420"/>
                  </a:lnTo>
                  <a:lnTo>
                    <a:pt x="483870" y="1078230"/>
                  </a:lnTo>
                  <a:lnTo>
                    <a:pt x="494538" y="1051560"/>
                  </a:lnTo>
                  <a:close/>
                </a:path>
                <a:path w="923289" h="4574540">
                  <a:moveTo>
                    <a:pt x="505206" y="3506724"/>
                  </a:moveTo>
                  <a:lnTo>
                    <a:pt x="495300" y="3480054"/>
                  </a:lnTo>
                  <a:lnTo>
                    <a:pt x="486156" y="3483864"/>
                  </a:lnTo>
                  <a:lnTo>
                    <a:pt x="496824" y="3510534"/>
                  </a:lnTo>
                  <a:lnTo>
                    <a:pt x="505206" y="3506724"/>
                  </a:lnTo>
                  <a:close/>
                </a:path>
                <a:path w="923289" h="4574540">
                  <a:moveTo>
                    <a:pt x="509016" y="1016508"/>
                  </a:moveTo>
                  <a:lnTo>
                    <a:pt x="500634" y="1012698"/>
                  </a:lnTo>
                  <a:lnTo>
                    <a:pt x="489966" y="1039368"/>
                  </a:lnTo>
                  <a:lnTo>
                    <a:pt x="498348" y="1043178"/>
                  </a:lnTo>
                  <a:lnTo>
                    <a:pt x="509016" y="1016508"/>
                  </a:lnTo>
                  <a:close/>
                </a:path>
                <a:path w="923289" h="4574540">
                  <a:moveTo>
                    <a:pt x="519684" y="3542538"/>
                  </a:moveTo>
                  <a:lnTo>
                    <a:pt x="509016" y="3515868"/>
                  </a:lnTo>
                  <a:lnTo>
                    <a:pt x="499872" y="3518916"/>
                  </a:lnTo>
                  <a:lnTo>
                    <a:pt x="510540" y="3545586"/>
                  </a:lnTo>
                  <a:lnTo>
                    <a:pt x="519684" y="3542538"/>
                  </a:lnTo>
                  <a:close/>
                </a:path>
                <a:path w="923289" h="4574540">
                  <a:moveTo>
                    <a:pt x="523494" y="981456"/>
                  </a:moveTo>
                  <a:lnTo>
                    <a:pt x="515112" y="977646"/>
                  </a:lnTo>
                  <a:lnTo>
                    <a:pt x="503682" y="1004316"/>
                  </a:lnTo>
                  <a:lnTo>
                    <a:pt x="512826" y="1007364"/>
                  </a:lnTo>
                  <a:lnTo>
                    <a:pt x="523494" y="981456"/>
                  </a:lnTo>
                  <a:close/>
                </a:path>
                <a:path w="923289" h="4574540">
                  <a:moveTo>
                    <a:pt x="533400" y="3577590"/>
                  </a:moveTo>
                  <a:lnTo>
                    <a:pt x="522732" y="3550920"/>
                  </a:lnTo>
                  <a:lnTo>
                    <a:pt x="514350" y="3554730"/>
                  </a:lnTo>
                  <a:lnTo>
                    <a:pt x="524256" y="3581400"/>
                  </a:lnTo>
                  <a:lnTo>
                    <a:pt x="533400" y="3577590"/>
                  </a:lnTo>
                  <a:close/>
                </a:path>
                <a:path w="923289" h="4574540">
                  <a:moveTo>
                    <a:pt x="537972" y="945642"/>
                  </a:moveTo>
                  <a:lnTo>
                    <a:pt x="529590" y="942594"/>
                  </a:lnTo>
                  <a:lnTo>
                    <a:pt x="518160" y="968502"/>
                  </a:lnTo>
                  <a:lnTo>
                    <a:pt x="527304" y="972312"/>
                  </a:lnTo>
                  <a:lnTo>
                    <a:pt x="537972" y="945642"/>
                  </a:lnTo>
                  <a:close/>
                </a:path>
                <a:path w="923289" h="4574540">
                  <a:moveTo>
                    <a:pt x="547116" y="3613404"/>
                  </a:moveTo>
                  <a:lnTo>
                    <a:pt x="536448" y="3586734"/>
                  </a:lnTo>
                  <a:lnTo>
                    <a:pt x="528066" y="3589782"/>
                  </a:lnTo>
                  <a:lnTo>
                    <a:pt x="538734" y="3616452"/>
                  </a:lnTo>
                  <a:lnTo>
                    <a:pt x="547116" y="3613404"/>
                  </a:lnTo>
                  <a:close/>
                </a:path>
                <a:path w="923289" h="4574540">
                  <a:moveTo>
                    <a:pt x="552450" y="910590"/>
                  </a:moveTo>
                  <a:lnTo>
                    <a:pt x="543306" y="906780"/>
                  </a:lnTo>
                  <a:lnTo>
                    <a:pt x="532638" y="933450"/>
                  </a:lnTo>
                  <a:lnTo>
                    <a:pt x="541782" y="937260"/>
                  </a:lnTo>
                  <a:lnTo>
                    <a:pt x="552450" y="910590"/>
                  </a:lnTo>
                  <a:close/>
                </a:path>
                <a:path w="923289" h="4574540">
                  <a:moveTo>
                    <a:pt x="560832" y="3648456"/>
                  </a:moveTo>
                  <a:lnTo>
                    <a:pt x="550926" y="3621786"/>
                  </a:lnTo>
                  <a:lnTo>
                    <a:pt x="541782" y="3625596"/>
                  </a:lnTo>
                  <a:lnTo>
                    <a:pt x="552450" y="3652266"/>
                  </a:lnTo>
                  <a:lnTo>
                    <a:pt x="560832" y="3648456"/>
                  </a:lnTo>
                  <a:close/>
                </a:path>
                <a:path w="923289" h="4574540">
                  <a:moveTo>
                    <a:pt x="566928" y="875538"/>
                  </a:moveTo>
                  <a:lnTo>
                    <a:pt x="557784" y="871728"/>
                  </a:lnTo>
                  <a:lnTo>
                    <a:pt x="547116" y="898398"/>
                  </a:lnTo>
                  <a:lnTo>
                    <a:pt x="556260" y="901446"/>
                  </a:lnTo>
                  <a:lnTo>
                    <a:pt x="566928" y="875538"/>
                  </a:lnTo>
                  <a:close/>
                </a:path>
                <a:path w="923289" h="4574540">
                  <a:moveTo>
                    <a:pt x="575310" y="3684270"/>
                  </a:moveTo>
                  <a:lnTo>
                    <a:pt x="564642" y="3657600"/>
                  </a:lnTo>
                  <a:lnTo>
                    <a:pt x="555498" y="3660648"/>
                  </a:lnTo>
                  <a:lnTo>
                    <a:pt x="566166" y="3687318"/>
                  </a:lnTo>
                  <a:lnTo>
                    <a:pt x="575310" y="3684270"/>
                  </a:lnTo>
                  <a:close/>
                </a:path>
                <a:path w="923289" h="4574540">
                  <a:moveTo>
                    <a:pt x="581406" y="839724"/>
                  </a:moveTo>
                  <a:lnTo>
                    <a:pt x="572262" y="836676"/>
                  </a:lnTo>
                  <a:lnTo>
                    <a:pt x="561594" y="862584"/>
                  </a:lnTo>
                  <a:lnTo>
                    <a:pt x="570738" y="866394"/>
                  </a:lnTo>
                  <a:lnTo>
                    <a:pt x="581406" y="839724"/>
                  </a:lnTo>
                  <a:close/>
                </a:path>
                <a:path w="923289" h="4574540">
                  <a:moveTo>
                    <a:pt x="589026" y="3719322"/>
                  </a:moveTo>
                  <a:lnTo>
                    <a:pt x="578358" y="3692652"/>
                  </a:lnTo>
                  <a:lnTo>
                    <a:pt x="569976" y="3696462"/>
                  </a:lnTo>
                  <a:lnTo>
                    <a:pt x="579882" y="3723132"/>
                  </a:lnTo>
                  <a:lnTo>
                    <a:pt x="589026" y="3719322"/>
                  </a:lnTo>
                  <a:close/>
                </a:path>
                <a:path w="923289" h="4574540">
                  <a:moveTo>
                    <a:pt x="595884" y="804672"/>
                  </a:moveTo>
                  <a:lnTo>
                    <a:pt x="586740" y="800862"/>
                  </a:lnTo>
                  <a:lnTo>
                    <a:pt x="576072" y="827532"/>
                  </a:lnTo>
                  <a:lnTo>
                    <a:pt x="585216" y="831342"/>
                  </a:lnTo>
                  <a:lnTo>
                    <a:pt x="595884" y="804672"/>
                  </a:lnTo>
                  <a:close/>
                </a:path>
                <a:path w="923289" h="4574540">
                  <a:moveTo>
                    <a:pt x="602742" y="3755136"/>
                  </a:moveTo>
                  <a:lnTo>
                    <a:pt x="592074" y="3728466"/>
                  </a:lnTo>
                  <a:lnTo>
                    <a:pt x="583692" y="3732276"/>
                  </a:lnTo>
                  <a:lnTo>
                    <a:pt x="593598" y="3758184"/>
                  </a:lnTo>
                  <a:lnTo>
                    <a:pt x="602742" y="3755136"/>
                  </a:lnTo>
                  <a:close/>
                </a:path>
                <a:path w="923289" h="4574540">
                  <a:moveTo>
                    <a:pt x="610362" y="769620"/>
                  </a:moveTo>
                  <a:lnTo>
                    <a:pt x="601218" y="765810"/>
                  </a:lnTo>
                  <a:lnTo>
                    <a:pt x="590550" y="792480"/>
                  </a:lnTo>
                  <a:lnTo>
                    <a:pt x="598932" y="796290"/>
                  </a:lnTo>
                  <a:lnTo>
                    <a:pt x="610362" y="769620"/>
                  </a:lnTo>
                  <a:close/>
                </a:path>
                <a:path w="923289" h="4574540">
                  <a:moveTo>
                    <a:pt x="616458" y="3790188"/>
                  </a:moveTo>
                  <a:lnTo>
                    <a:pt x="606552" y="3764280"/>
                  </a:lnTo>
                  <a:lnTo>
                    <a:pt x="597408" y="3767328"/>
                  </a:lnTo>
                  <a:lnTo>
                    <a:pt x="608076" y="3793998"/>
                  </a:lnTo>
                  <a:lnTo>
                    <a:pt x="616458" y="3790188"/>
                  </a:lnTo>
                  <a:close/>
                </a:path>
                <a:path w="923289" h="4574540">
                  <a:moveTo>
                    <a:pt x="624840" y="734568"/>
                  </a:moveTo>
                  <a:lnTo>
                    <a:pt x="615696" y="730758"/>
                  </a:lnTo>
                  <a:lnTo>
                    <a:pt x="605028" y="757428"/>
                  </a:lnTo>
                  <a:lnTo>
                    <a:pt x="613410" y="760476"/>
                  </a:lnTo>
                  <a:lnTo>
                    <a:pt x="624840" y="734568"/>
                  </a:lnTo>
                  <a:close/>
                </a:path>
                <a:path w="923289" h="4574540">
                  <a:moveTo>
                    <a:pt x="630936" y="3826002"/>
                  </a:moveTo>
                  <a:lnTo>
                    <a:pt x="620268" y="3799332"/>
                  </a:lnTo>
                  <a:lnTo>
                    <a:pt x="611124" y="3803142"/>
                  </a:lnTo>
                  <a:lnTo>
                    <a:pt x="621792" y="3829812"/>
                  </a:lnTo>
                  <a:lnTo>
                    <a:pt x="630936" y="3826002"/>
                  </a:lnTo>
                  <a:close/>
                </a:path>
                <a:path w="923289" h="4574540">
                  <a:moveTo>
                    <a:pt x="638556" y="698754"/>
                  </a:moveTo>
                  <a:lnTo>
                    <a:pt x="630174" y="695706"/>
                  </a:lnTo>
                  <a:lnTo>
                    <a:pt x="619506" y="721614"/>
                  </a:lnTo>
                  <a:lnTo>
                    <a:pt x="627888" y="725424"/>
                  </a:lnTo>
                  <a:lnTo>
                    <a:pt x="638556" y="698754"/>
                  </a:lnTo>
                  <a:close/>
                </a:path>
                <a:path w="923289" h="4574540">
                  <a:moveTo>
                    <a:pt x="644652" y="3861816"/>
                  </a:moveTo>
                  <a:lnTo>
                    <a:pt x="633984" y="3835146"/>
                  </a:lnTo>
                  <a:lnTo>
                    <a:pt x="625602" y="3838194"/>
                  </a:lnTo>
                  <a:lnTo>
                    <a:pt x="635508" y="3864864"/>
                  </a:lnTo>
                  <a:lnTo>
                    <a:pt x="644652" y="3861816"/>
                  </a:lnTo>
                  <a:close/>
                </a:path>
                <a:path w="923289" h="4574540">
                  <a:moveTo>
                    <a:pt x="653034" y="663702"/>
                  </a:moveTo>
                  <a:lnTo>
                    <a:pt x="644652" y="659892"/>
                  </a:lnTo>
                  <a:lnTo>
                    <a:pt x="633984" y="686562"/>
                  </a:lnTo>
                  <a:lnTo>
                    <a:pt x="642366" y="690372"/>
                  </a:lnTo>
                  <a:lnTo>
                    <a:pt x="653034" y="663702"/>
                  </a:lnTo>
                  <a:close/>
                </a:path>
                <a:path w="923289" h="4574540">
                  <a:moveTo>
                    <a:pt x="658368" y="3896868"/>
                  </a:moveTo>
                  <a:lnTo>
                    <a:pt x="647700" y="3870198"/>
                  </a:lnTo>
                  <a:lnTo>
                    <a:pt x="639318" y="3874008"/>
                  </a:lnTo>
                  <a:lnTo>
                    <a:pt x="649224" y="3900678"/>
                  </a:lnTo>
                  <a:lnTo>
                    <a:pt x="658368" y="3896868"/>
                  </a:lnTo>
                  <a:close/>
                </a:path>
                <a:path w="923289" h="4574540">
                  <a:moveTo>
                    <a:pt x="667512" y="628650"/>
                  </a:moveTo>
                  <a:lnTo>
                    <a:pt x="659130" y="624840"/>
                  </a:lnTo>
                  <a:lnTo>
                    <a:pt x="648462" y="651510"/>
                  </a:lnTo>
                  <a:lnTo>
                    <a:pt x="656844" y="654558"/>
                  </a:lnTo>
                  <a:lnTo>
                    <a:pt x="667512" y="628650"/>
                  </a:lnTo>
                  <a:close/>
                </a:path>
                <a:path w="923289" h="4574540">
                  <a:moveTo>
                    <a:pt x="672084" y="3932682"/>
                  </a:moveTo>
                  <a:lnTo>
                    <a:pt x="662178" y="3906012"/>
                  </a:lnTo>
                  <a:lnTo>
                    <a:pt x="653034" y="3909060"/>
                  </a:lnTo>
                  <a:lnTo>
                    <a:pt x="663702" y="3935730"/>
                  </a:lnTo>
                  <a:lnTo>
                    <a:pt x="672084" y="3932682"/>
                  </a:lnTo>
                  <a:close/>
                </a:path>
                <a:path w="923289" h="4574540">
                  <a:moveTo>
                    <a:pt x="681990" y="592836"/>
                  </a:moveTo>
                  <a:lnTo>
                    <a:pt x="673608" y="589788"/>
                  </a:lnTo>
                  <a:lnTo>
                    <a:pt x="662178" y="615696"/>
                  </a:lnTo>
                  <a:lnTo>
                    <a:pt x="671322" y="619506"/>
                  </a:lnTo>
                  <a:lnTo>
                    <a:pt x="681990" y="592836"/>
                  </a:lnTo>
                  <a:close/>
                </a:path>
                <a:path w="923289" h="4574540">
                  <a:moveTo>
                    <a:pt x="686562" y="3967734"/>
                  </a:moveTo>
                  <a:lnTo>
                    <a:pt x="675894" y="3941064"/>
                  </a:lnTo>
                  <a:lnTo>
                    <a:pt x="666750" y="3944874"/>
                  </a:lnTo>
                  <a:lnTo>
                    <a:pt x="677418" y="3971544"/>
                  </a:lnTo>
                  <a:lnTo>
                    <a:pt x="686562" y="3967734"/>
                  </a:lnTo>
                  <a:close/>
                </a:path>
                <a:path w="923289" h="4574540">
                  <a:moveTo>
                    <a:pt x="696468" y="557784"/>
                  </a:moveTo>
                  <a:lnTo>
                    <a:pt x="688086" y="553974"/>
                  </a:lnTo>
                  <a:lnTo>
                    <a:pt x="676656" y="580644"/>
                  </a:lnTo>
                  <a:lnTo>
                    <a:pt x="685800" y="584454"/>
                  </a:lnTo>
                  <a:lnTo>
                    <a:pt x="696468" y="557784"/>
                  </a:lnTo>
                  <a:close/>
                </a:path>
                <a:path w="923289" h="4574540">
                  <a:moveTo>
                    <a:pt x="700278" y="4003548"/>
                  </a:moveTo>
                  <a:lnTo>
                    <a:pt x="689610" y="3976878"/>
                  </a:lnTo>
                  <a:lnTo>
                    <a:pt x="680466" y="3979926"/>
                  </a:lnTo>
                  <a:lnTo>
                    <a:pt x="691134" y="4006596"/>
                  </a:lnTo>
                  <a:lnTo>
                    <a:pt x="700278" y="4003548"/>
                  </a:lnTo>
                  <a:close/>
                </a:path>
                <a:path w="923289" h="4574540">
                  <a:moveTo>
                    <a:pt x="710946" y="522732"/>
                  </a:moveTo>
                  <a:lnTo>
                    <a:pt x="701802" y="518922"/>
                  </a:lnTo>
                  <a:lnTo>
                    <a:pt x="691134" y="545592"/>
                  </a:lnTo>
                  <a:lnTo>
                    <a:pt x="700278" y="549402"/>
                  </a:lnTo>
                  <a:lnTo>
                    <a:pt x="710946" y="522732"/>
                  </a:lnTo>
                  <a:close/>
                </a:path>
                <a:path w="923289" h="4574540">
                  <a:moveTo>
                    <a:pt x="713994" y="4038600"/>
                  </a:moveTo>
                  <a:lnTo>
                    <a:pt x="703326" y="4011930"/>
                  </a:lnTo>
                  <a:lnTo>
                    <a:pt x="694944" y="4015740"/>
                  </a:lnTo>
                  <a:lnTo>
                    <a:pt x="704850" y="4042410"/>
                  </a:lnTo>
                  <a:lnTo>
                    <a:pt x="713994" y="4038600"/>
                  </a:lnTo>
                  <a:close/>
                </a:path>
                <a:path w="923289" h="4574540">
                  <a:moveTo>
                    <a:pt x="725424" y="487680"/>
                  </a:moveTo>
                  <a:lnTo>
                    <a:pt x="716280" y="483870"/>
                  </a:lnTo>
                  <a:lnTo>
                    <a:pt x="705612" y="510540"/>
                  </a:lnTo>
                  <a:lnTo>
                    <a:pt x="714756" y="513588"/>
                  </a:lnTo>
                  <a:lnTo>
                    <a:pt x="725424" y="487680"/>
                  </a:lnTo>
                  <a:close/>
                </a:path>
                <a:path w="923289" h="4574540">
                  <a:moveTo>
                    <a:pt x="727710" y="4074414"/>
                  </a:moveTo>
                  <a:lnTo>
                    <a:pt x="717804" y="4047744"/>
                  </a:lnTo>
                  <a:lnTo>
                    <a:pt x="708660" y="4051554"/>
                  </a:lnTo>
                  <a:lnTo>
                    <a:pt x="719328" y="4077462"/>
                  </a:lnTo>
                  <a:lnTo>
                    <a:pt x="727710" y="4074414"/>
                  </a:lnTo>
                  <a:close/>
                </a:path>
                <a:path w="923289" h="4574540">
                  <a:moveTo>
                    <a:pt x="739902" y="451866"/>
                  </a:moveTo>
                  <a:lnTo>
                    <a:pt x="730758" y="448818"/>
                  </a:lnTo>
                  <a:lnTo>
                    <a:pt x="720090" y="474726"/>
                  </a:lnTo>
                  <a:lnTo>
                    <a:pt x="729234" y="478536"/>
                  </a:lnTo>
                  <a:lnTo>
                    <a:pt x="739902" y="451866"/>
                  </a:lnTo>
                  <a:close/>
                </a:path>
                <a:path w="923289" h="4574540">
                  <a:moveTo>
                    <a:pt x="742188" y="4109466"/>
                  </a:moveTo>
                  <a:lnTo>
                    <a:pt x="731520" y="4083558"/>
                  </a:lnTo>
                  <a:lnTo>
                    <a:pt x="722376" y="4086606"/>
                  </a:lnTo>
                  <a:lnTo>
                    <a:pt x="733044" y="4113276"/>
                  </a:lnTo>
                  <a:lnTo>
                    <a:pt x="742188" y="4109466"/>
                  </a:lnTo>
                  <a:close/>
                </a:path>
                <a:path w="923289" h="4574540">
                  <a:moveTo>
                    <a:pt x="754380" y="416814"/>
                  </a:moveTo>
                  <a:lnTo>
                    <a:pt x="745236" y="413004"/>
                  </a:lnTo>
                  <a:lnTo>
                    <a:pt x="734568" y="439674"/>
                  </a:lnTo>
                  <a:lnTo>
                    <a:pt x="743712" y="443484"/>
                  </a:lnTo>
                  <a:lnTo>
                    <a:pt x="754380" y="416814"/>
                  </a:lnTo>
                  <a:close/>
                </a:path>
                <a:path w="923289" h="4574540">
                  <a:moveTo>
                    <a:pt x="755904" y="4145280"/>
                  </a:moveTo>
                  <a:lnTo>
                    <a:pt x="745236" y="4118610"/>
                  </a:lnTo>
                  <a:lnTo>
                    <a:pt x="736092" y="4122420"/>
                  </a:lnTo>
                  <a:lnTo>
                    <a:pt x="746760" y="4149090"/>
                  </a:lnTo>
                  <a:lnTo>
                    <a:pt x="755904" y="4145280"/>
                  </a:lnTo>
                  <a:close/>
                </a:path>
                <a:path w="923289" h="4574540">
                  <a:moveTo>
                    <a:pt x="768858" y="381762"/>
                  </a:moveTo>
                  <a:lnTo>
                    <a:pt x="759714" y="377952"/>
                  </a:lnTo>
                  <a:lnTo>
                    <a:pt x="749046" y="404622"/>
                  </a:lnTo>
                  <a:lnTo>
                    <a:pt x="757428" y="407670"/>
                  </a:lnTo>
                  <a:lnTo>
                    <a:pt x="768858" y="381762"/>
                  </a:lnTo>
                  <a:close/>
                </a:path>
                <a:path w="923289" h="4574540">
                  <a:moveTo>
                    <a:pt x="769620" y="4181094"/>
                  </a:moveTo>
                  <a:lnTo>
                    <a:pt x="758952" y="4154424"/>
                  </a:lnTo>
                  <a:lnTo>
                    <a:pt x="750570" y="4157472"/>
                  </a:lnTo>
                  <a:lnTo>
                    <a:pt x="760476" y="4184142"/>
                  </a:lnTo>
                  <a:lnTo>
                    <a:pt x="769620" y="4181094"/>
                  </a:lnTo>
                  <a:close/>
                </a:path>
                <a:path w="923289" h="4574540">
                  <a:moveTo>
                    <a:pt x="783336" y="4216146"/>
                  </a:moveTo>
                  <a:lnTo>
                    <a:pt x="773430" y="4189476"/>
                  </a:lnTo>
                  <a:lnTo>
                    <a:pt x="764286" y="4193286"/>
                  </a:lnTo>
                  <a:lnTo>
                    <a:pt x="774954" y="4219956"/>
                  </a:lnTo>
                  <a:lnTo>
                    <a:pt x="783336" y="4216146"/>
                  </a:lnTo>
                  <a:close/>
                </a:path>
                <a:path w="923289" h="4574540">
                  <a:moveTo>
                    <a:pt x="783336" y="345948"/>
                  </a:moveTo>
                  <a:lnTo>
                    <a:pt x="774192" y="342900"/>
                  </a:lnTo>
                  <a:lnTo>
                    <a:pt x="763524" y="368808"/>
                  </a:lnTo>
                  <a:lnTo>
                    <a:pt x="771906" y="372618"/>
                  </a:lnTo>
                  <a:lnTo>
                    <a:pt x="783336" y="345948"/>
                  </a:lnTo>
                  <a:close/>
                </a:path>
                <a:path w="923289" h="4574540">
                  <a:moveTo>
                    <a:pt x="797052" y="310896"/>
                  </a:moveTo>
                  <a:lnTo>
                    <a:pt x="788670" y="307086"/>
                  </a:lnTo>
                  <a:lnTo>
                    <a:pt x="778002" y="333756"/>
                  </a:lnTo>
                  <a:lnTo>
                    <a:pt x="786384" y="337566"/>
                  </a:lnTo>
                  <a:lnTo>
                    <a:pt x="797052" y="310896"/>
                  </a:lnTo>
                  <a:close/>
                </a:path>
                <a:path w="923289" h="4574540">
                  <a:moveTo>
                    <a:pt x="797814" y="4251960"/>
                  </a:moveTo>
                  <a:lnTo>
                    <a:pt x="787146" y="4225290"/>
                  </a:lnTo>
                  <a:lnTo>
                    <a:pt x="778002" y="4228338"/>
                  </a:lnTo>
                  <a:lnTo>
                    <a:pt x="788670" y="4255008"/>
                  </a:lnTo>
                  <a:lnTo>
                    <a:pt x="797814" y="4251960"/>
                  </a:lnTo>
                  <a:close/>
                </a:path>
                <a:path w="923289" h="4574540">
                  <a:moveTo>
                    <a:pt x="811530" y="4287012"/>
                  </a:moveTo>
                  <a:lnTo>
                    <a:pt x="800862" y="4260342"/>
                  </a:lnTo>
                  <a:lnTo>
                    <a:pt x="791718" y="4264152"/>
                  </a:lnTo>
                  <a:lnTo>
                    <a:pt x="802386" y="4290822"/>
                  </a:lnTo>
                  <a:lnTo>
                    <a:pt x="811530" y="4287012"/>
                  </a:lnTo>
                  <a:close/>
                </a:path>
                <a:path w="923289" h="4574540">
                  <a:moveTo>
                    <a:pt x="811530" y="275844"/>
                  </a:moveTo>
                  <a:lnTo>
                    <a:pt x="803148" y="272034"/>
                  </a:lnTo>
                  <a:lnTo>
                    <a:pt x="792480" y="298704"/>
                  </a:lnTo>
                  <a:lnTo>
                    <a:pt x="800862" y="302514"/>
                  </a:lnTo>
                  <a:lnTo>
                    <a:pt x="811530" y="275844"/>
                  </a:lnTo>
                  <a:close/>
                </a:path>
                <a:path w="923289" h="4574540">
                  <a:moveTo>
                    <a:pt x="825246" y="4322826"/>
                  </a:moveTo>
                  <a:lnTo>
                    <a:pt x="814578" y="4296156"/>
                  </a:lnTo>
                  <a:lnTo>
                    <a:pt x="806196" y="4299204"/>
                  </a:lnTo>
                  <a:lnTo>
                    <a:pt x="816102" y="4325874"/>
                  </a:lnTo>
                  <a:lnTo>
                    <a:pt x="825246" y="4322826"/>
                  </a:lnTo>
                  <a:close/>
                </a:path>
                <a:path w="923289" h="4574540">
                  <a:moveTo>
                    <a:pt x="826008" y="240792"/>
                  </a:moveTo>
                  <a:lnTo>
                    <a:pt x="817626" y="236982"/>
                  </a:lnTo>
                  <a:lnTo>
                    <a:pt x="806958" y="263652"/>
                  </a:lnTo>
                  <a:lnTo>
                    <a:pt x="815340" y="266700"/>
                  </a:lnTo>
                  <a:lnTo>
                    <a:pt x="826008" y="240792"/>
                  </a:lnTo>
                  <a:close/>
                </a:path>
                <a:path w="923289" h="4574540">
                  <a:moveTo>
                    <a:pt x="838962" y="4357878"/>
                  </a:moveTo>
                  <a:lnTo>
                    <a:pt x="829056" y="4331208"/>
                  </a:lnTo>
                  <a:lnTo>
                    <a:pt x="819912" y="4335018"/>
                  </a:lnTo>
                  <a:lnTo>
                    <a:pt x="830580" y="4361688"/>
                  </a:lnTo>
                  <a:lnTo>
                    <a:pt x="838962" y="4357878"/>
                  </a:lnTo>
                  <a:close/>
                </a:path>
                <a:path w="923289" h="4574540">
                  <a:moveTo>
                    <a:pt x="840486" y="204978"/>
                  </a:moveTo>
                  <a:lnTo>
                    <a:pt x="832104" y="201930"/>
                  </a:lnTo>
                  <a:lnTo>
                    <a:pt x="820674" y="227838"/>
                  </a:lnTo>
                  <a:lnTo>
                    <a:pt x="829818" y="231648"/>
                  </a:lnTo>
                  <a:lnTo>
                    <a:pt x="840486" y="204978"/>
                  </a:lnTo>
                  <a:close/>
                </a:path>
                <a:path w="923289" h="4574540">
                  <a:moveTo>
                    <a:pt x="852678" y="4393692"/>
                  </a:moveTo>
                  <a:lnTo>
                    <a:pt x="842772" y="4367022"/>
                  </a:lnTo>
                  <a:lnTo>
                    <a:pt x="833628" y="4370832"/>
                  </a:lnTo>
                  <a:lnTo>
                    <a:pt x="844296" y="4396740"/>
                  </a:lnTo>
                  <a:lnTo>
                    <a:pt x="852678" y="4393692"/>
                  </a:lnTo>
                  <a:close/>
                </a:path>
                <a:path w="923289" h="4574540">
                  <a:moveTo>
                    <a:pt x="854964" y="169926"/>
                  </a:moveTo>
                  <a:lnTo>
                    <a:pt x="846582" y="166116"/>
                  </a:lnTo>
                  <a:lnTo>
                    <a:pt x="835152" y="192786"/>
                  </a:lnTo>
                  <a:lnTo>
                    <a:pt x="844296" y="196596"/>
                  </a:lnTo>
                  <a:lnTo>
                    <a:pt x="854964" y="169926"/>
                  </a:lnTo>
                  <a:close/>
                </a:path>
                <a:path w="923289" h="4574540">
                  <a:moveTo>
                    <a:pt x="867156" y="4428744"/>
                  </a:moveTo>
                  <a:lnTo>
                    <a:pt x="856488" y="4402836"/>
                  </a:lnTo>
                  <a:lnTo>
                    <a:pt x="847344" y="4405884"/>
                  </a:lnTo>
                  <a:lnTo>
                    <a:pt x="858012" y="4432554"/>
                  </a:lnTo>
                  <a:lnTo>
                    <a:pt x="867156" y="4428744"/>
                  </a:lnTo>
                  <a:close/>
                </a:path>
                <a:path w="923289" h="4574540">
                  <a:moveTo>
                    <a:pt x="869442" y="134874"/>
                  </a:moveTo>
                  <a:lnTo>
                    <a:pt x="860298" y="131064"/>
                  </a:lnTo>
                  <a:lnTo>
                    <a:pt x="849630" y="157734"/>
                  </a:lnTo>
                  <a:lnTo>
                    <a:pt x="858774" y="160782"/>
                  </a:lnTo>
                  <a:lnTo>
                    <a:pt x="869442" y="134874"/>
                  </a:lnTo>
                  <a:close/>
                </a:path>
                <a:path w="923289" h="4574540">
                  <a:moveTo>
                    <a:pt x="880872" y="4464558"/>
                  </a:moveTo>
                  <a:lnTo>
                    <a:pt x="870204" y="4437888"/>
                  </a:lnTo>
                  <a:lnTo>
                    <a:pt x="861822" y="4441698"/>
                  </a:lnTo>
                  <a:lnTo>
                    <a:pt x="871728" y="4468368"/>
                  </a:lnTo>
                  <a:lnTo>
                    <a:pt x="880872" y="4464558"/>
                  </a:lnTo>
                  <a:close/>
                </a:path>
                <a:path w="923289" h="4574540">
                  <a:moveTo>
                    <a:pt x="883920" y="99060"/>
                  </a:moveTo>
                  <a:lnTo>
                    <a:pt x="874776" y="96012"/>
                  </a:lnTo>
                  <a:lnTo>
                    <a:pt x="864108" y="121920"/>
                  </a:lnTo>
                  <a:lnTo>
                    <a:pt x="873252" y="125730"/>
                  </a:lnTo>
                  <a:lnTo>
                    <a:pt x="883920" y="99060"/>
                  </a:lnTo>
                  <a:close/>
                </a:path>
                <a:path w="923289" h="4574540">
                  <a:moveTo>
                    <a:pt x="894588" y="4500372"/>
                  </a:moveTo>
                  <a:lnTo>
                    <a:pt x="884682" y="4473702"/>
                  </a:lnTo>
                  <a:lnTo>
                    <a:pt x="875538" y="4476750"/>
                  </a:lnTo>
                  <a:lnTo>
                    <a:pt x="886206" y="4503420"/>
                  </a:lnTo>
                  <a:lnTo>
                    <a:pt x="894588" y="4500372"/>
                  </a:lnTo>
                  <a:close/>
                </a:path>
                <a:path w="923289" h="4574540">
                  <a:moveTo>
                    <a:pt x="898398" y="64008"/>
                  </a:moveTo>
                  <a:lnTo>
                    <a:pt x="889254" y="60198"/>
                  </a:lnTo>
                  <a:lnTo>
                    <a:pt x="878586" y="86868"/>
                  </a:lnTo>
                  <a:lnTo>
                    <a:pt x="887730" y="90678"/>
                  </a:lnTo>
                  <a:lnTo>
                    <a:pt x="898398" y="64008"/>
                  </a:lnTo>
                  <a:close/>
                </a:path>
                <a:path w="923289" h="4574540">
                  <a:moveTo>
                    <a:pt x="908304" y="4535424"/>
                  </a:moveTo>
                  <a:lnTo>
                    <a:pt x="898398" y="4508754"/>
                  </a:lnTo>
                  <a:lnTo>
                    <a:pt x="889254" y="4512564"/>
                  </a:lnTo>
                  <a:lnTo>
                    <a:pt x="899922" y="4539234"/>
                  </a:lnTo>
                  <a:lnTo>
                    <a:pt x="908304" y="4535424"/>
                  </a:lnTo>
                  <a:close/>
                </a:path>
                <a:path w="923289" h="4574540">
                  <a:moveTo>
                    <a:pt x="912876" y="28956"/>
                  </a:moveTo>
                  <a:lnTo>
                    <a:pt x="903732" y="25146"/>
                  </a:lnTo>
                  <a:lnTo>
                    <a:pt x="893064" y="51816"/>
                  </a:lnTo>
                  <a:lnTo>
                    <a:pt x="902208" y="55626"/>
                  </a:lnTo>
                  <a:lnTo>
                    <a:pt x="912876" y="28956"/>
                  </a:lnTo>
                  <a:close/>
                </a:path>
                <a:path w="923289" h="4574540">
                  <a:moveTo>
                    <a:pt x="922782" y="4571238"/>
                  </a:moveTo>
                  <a:lnTo>
                    <a:pt x="912114" y="4544568"/>
                  </a:lnTo>
                  <a:lnTo>
                    <a:pt x="902970" y="4547616"/>
                  </a:lnTo>
                  <a:lnTo>
                    <a:pt x="913638" y="4574286"/>
                  </a:lnTo>
                  <a:lnTo>
                    <a:pt x="922782" y="4571238"/>
                  </a:lnTo>
                  <a:close/>
                </a:path>
                <a:path w="923289" h="4574540">
                  <a:moveTo>
                    <a:pt x="922782" y="3810"/>
                  </a:moveTo>
                  <a:lnTo>
                    <a:pt x="914400" y="0"/>
                  </a:lnTo>
                  <a:lnTo>
                    <a:pt x="907542" y="16764"/>
                  </a:lnTo>
                  <a:lnTo>
                    <a:pt x="915924" y="19812"/>
                  </a:lnTo>
                  <a:lnTo>
                    <a:pt x="922782" y="3810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48227" y="1988057"/>
            <a:ext cx="5877560" cy="4535805"/>
          </a:xfrm>
          <a:custGeom>
            <a:avLst/>
            <a:gdLst/>
            <a:ahLst/>
            <a:cxnLst/>
            <a:rect l="l" t="t" r="r" b="b"/>
            <a:pathLst>
              <a:path w="5877559" h="4535805">
                <a:moveTo>
                  <a:pt x="5877306" y="4533138"/>
                </a:moveTo>
                <a:lnTo>
                  <a:pt x="5877306" y="2285"/>
                </a:lnTo>
                <a:lnTo>
                  <a:pt x="5875020" y="0"/>
                </a:lnTo>
                <a:lnTo>
                  <a:pt x="2285" y="0"/>
                </a:lnTo>
                <a:lnTo>
                  <a:pt x="0" y="2286"/>
                </a:lnTo>
                <a:lnTo>
                  <a:pt x="0" y="4533138"/>
                </a:lnTo>
                <a:lnTo>
                  <a:pt x="2286" y="4535424"/>
                </a:lnTo>
                <a:lnTo>
                  <a:pt x="4572" y="4535424"/>
                </a:lnTo>
                <a:lnTo>
                  <a:pt x="4572" y="9906"/>
                </a:lnTo>
                <a:lnTo>
                  <a:pt x="9905" y="4572"/>
                </a:lnTo>
                <a:lnTo>
                  <a:pt x="9905" y="9906"/>
                </a:lnTo>
                <a:lnTo>
                  <a:pt x="5867400" y="9905"/>
                </a:lnTo>
                <a:lnTo>
                  <a:pt x="5867400" y="4571"/>
                </a:lnTo>
                <a:lnTo>
                  <a:pt x="5871972" y="9905"/>
                </a:lnTo>
                <a:lnTo>
                  <a:pt x="5871972" y="4535424"/>
                </a:lnTo>
                <a:lnTo>
                  <a:pt x="5875020" y="4535424"/>
                </a:lnTo>
                <a:lnTo>
                  <a:pt x="5877306" y="4533138"/>
                </a:lnTo>
                <a:close/>
              </a:path>
              <a:path w="5877559" h="4535805">
                <a:moveTo>
                  <a:pt x="9905" y="9906"/>
                </a:moveTo>
                <a:lnTo>
                  <a:pt x="9905" y="4572"/>
                </a:lnTo>
                <a:lnTo>
                  <a:pt x="4572" y="9906"/>
                </a:lnTo>
                <a:lnTo>
                  <a:pt x="9905" y="9906"/>
                </a:lnTo>
                <a:close/>
              </a:path>
              <a:path w="5877559" h="4535805">
                <a:moveTo>
                  <a:pt x="9905" y="4526280"/>
                </a:moveTo>
                <a:lnTo>
                  <a:pt x="9905" y="9906"/>
                </a:lnTo>
                <a:lnTo>
                  <a:pt x="4572" y="9906"/>
                </a:lnTo>
                <a:lnTo>
                  <a:pt x="4572" y="4526280"/>
                </a:lnTo>
                <a:lnTo>
                  <a:pt x="9905" y="4526280"/>
                </a:lnTo>
                <a:close/>
              </a:path>
              <a:path w="5877559" h="4535805">
                <a:moveTo>
                  <a:pt x="5871972" y="4526280"/>
                </a:moveTo>
                <a:lnTo>
                  <a:pt x="4572" y="4526280"/>
                </a:lnTo>
                <a:lnTo>
                  <a:pt x="9905" y="4530852"/>
                </a:lnTo>
                <a:lnTo>
                  <a:pt x="9905" y="4535424"/>
                </a:lnTo>
                <a:lnTo>
                  <a:pt x="5867400" y="4535424"/>
                </a:lnTo>
                <a:lnTo>
                  <a:pt x="5867400" y="4530852"/>
                </a:lnTo>
                <a:lnTo>
                  <a:pt x="5871972" y="4526280"/>
                </a:lnTo>
                <a:close/>
              </a:path>
              <a:path w="5877559" h="4535805">
                <a:moveTo>
                  <a:pt x="9905" y="4535424"/>
                </a:moveTo>
                <a:lnTo>
                  <a:pt x="9905" y="4530852"/>
                </a:lnTo>
                <a:lnTo>
                  <a:pt x="4572" y="4526280"/>
                </a:lnTo>
                <a:lnTo>
                  <a:pt x="4572" y="4535424"/>
                </a:lnTo>
                <a:lnTo>
                  <a:pt x="9905" y="4535424"/>
                </a:lnTo>
                <a:close/>
              </a:path>
              <a:path w="5877559" h="4535805">
                <a:moveTo>
                  <a:pt x="5871972" y="9905"/>
                </a:moveTo>
                <a:lnTo>
                  <a:pt x="5867400" y="4571"/>
                </a:lnTo>
                <a:lnTo>
                  <a:pt x="5867400" y="9905"/>
                </a:lnTo>
                <a:lnTo>
                  <a:pt x="5871972" y="9905"/>
                </a:lnTo>
                <a:close/>
              </a:path>
              <a:path w="5877559" h="4535805">
                <a:moveTo>
                  <a:pt x="5871972" y="4526280"/>
                </a:moveTo>
                <a:lnTo>
                  <a:pt x="5871972" y="9905"/>
                </a:lnTo>
                <a:lnTo>
                  <a:pt x="5867400" y="9905"/>
                </a:lnTo>
                <a:lnTo>
                  <a:pt x="5867400" y="4526280"/>
                </a:lnTo>
                <a:lnTo>
                  <a:pt x="5871972" y="4526280"/>
                </a:lnTo>
                <a:close/>
              </a:path>
              <a:path w="5877559" h="4535805">
                <a:moveTo>
                  <a:pt x="5871972" y="4535424"/>
                </a:moveTo>
                <a:lnTo>
                  <a:pt x="5871972" y="4526280"/>
                </a:lnTo>
                <a:lnTo>
                  <a:pt x="5867400" y="4530852"/>
                </a:lnTo>
                <a:lnTo>
                  <a:pt x="5867400" y="4535424"/>
                </a:lnTo>
                <a:lnTo>
                  <a:pt x="5871972" y="453542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16300" y="939800"/>
            <a:ext cx="32251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Virtualization</a:t>
            </a:r>
          </a:p>
        </p:txBody>
      </p:sp>
      <p:sp>
        <p:nvSpPr>
          <p:cNvPr id="75" name="object 7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3431540" y="1917141"/>
            <a:ext cx="5622925" cy="226885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Key</a:t>
            </a:r>
            <a:r>
              <a:rPr sz="32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Component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Resource</a:t>
            </a:r>
            <a:r>
              <a:rPr sz="32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Virtualization</a:t>
            </a:r>
            <a:endParaRPr sz="3200">
              <a:latin typeface="Arial MT"/>
              <a:cs typeface="Arial MT"/>
            </a:endParaRPr>
          </a:p>
          <a:p>
            <a:pPr marL="355600" marR="5080" indent="-34353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Amazon</a:t>
            </a:r>
            <a:r>
              <a:rPr sz="3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EC2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is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based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on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the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Xen</a:t>
            </a:r>
            <a:r>
              <a:rPr sz="32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virtualization</a:t>
            </a:r>
            <a:r>
              <a:rPr sz="3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platform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38427" y="3210305"/>
            <a:ext cx="1305560" cy="2104390"/>
            <a:chOff x="1138427" y="3210305"/>
            <a:chExt cx="1305560" cy="21043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5308854"/>
              <a:ext cx="1223772" cy="7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5022342"/>
              <a:ext cx="71628" cy="2872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38428" y="5017770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5" y="4571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7"/>
                  </a:lnTo>
                  <a:lnTo>
                    <a:pt x="9144" y="71627"/>
                  </a:lnTo>
                  <a:lnTo>
                    <a:pt x="76200" y="4571"/>
                  </a:lnTo>
                  <a:lnTo>
                    <a:pt x="1293876" y="4571"/>
                  </a:lnTo>
                  <a:lnTo>
                    <a:pt x="1296924" y="1523"/>
                  </a:lnTo>
                  <a:lnTo>
                    <a:pt x="1300352" y="4571"/>
                  </a:lnTo>
                  <a:lnTo>
                    <a:pt x="1305305" y="4571"/>
                  </a:lnTo>
                  <a:close/>
                </a:path>
                <a:path w="1305560" h="296545">
                  <a:moveTo>
                    <a:pt x="9144" y="71627"/>
                  </a:moveTo>
                  <a:lnTo>
                    <a:pt x="4571" y="71627"/>
                  </a:lnTo>
                  <a:lnTo>
                    <a:pt x="4571" y="76200"/>
                  </a:lnTo>
                  <a:lnTo>
                    <a:pt x="9144" y="71627"/>
                  </a:lnTo>
                  <a:close/>
                </a:path>
                <a:path w="1305560" h="296545">
                  <a:moveTo>
                    <a:pt x="1235202" y="291845"/>
                  </a:moveTo>
                  <a:lnTo>
                    <a:pt x="4571" y="291845"/>
                  </a:lnTo>
                  <a:lnTo>
                    <a:pt x="4571" y="296418"/>
                  </a:lnTo>
                  <a:lnTo>
                    <a:pt x="1230629" y="296417"/>
                  </a:lnTo>
                  <a:lnTo>
                    <a:pt x="1235202" y="291845"/>
                  </a:lnTo>
                  <a:close/>
                </a:path>
                <a:path w="1305560" h="296545">
                  <a:moveTo>
                    <a:pt x="1303781" y="223265"/>
                  </a:moveTo>
                  <a:lnTo>
                    <a:pt x="1303781" y="7619"/>
                  </a:lnTo>
                  <a:lnTo>
                    <a:pt x="1299947" y="11454"/>
                  </a:lnTo>
                  <a:lnTo>
                    <a:pt x="1299209" y="220979"/>
                  </a:lnTo>
                  <a:lnTo>
                    <a:pt x="1229105" y="291083"/>
                  </a:lnTo>
                  <a:lnTo>
                    <a:pt x="76199" y="291804"/>
                  </a:lnTo>
                  <a:lnTo>
                    <a:pt x="1235202" y="291845"/>
                  </a:lnTo>
                  <a:lnTo>
                    <a:pt x="1303781" y="223265"/>
                  </a:lnTo>
                  <a:close/>
                </a:path>
                <a:path w="1305560" h="296545">
                  <a:moveTo>
                    <a:pt x="1300352" y="4571"/>
                  </a:moveTo>
                  <a:lnTo>
                    <a:pt x="1296924" y="1523"/>
                  </a:lnTo>
                  <a:lnTo>
                    <a:pt x="1293876" y="4571"/>
                  </a:lnTo>
                  <a:lnTo>
                    <a:pt x="1300352" y="4571"/>
                  </a:lnTo>
                  <a:close/>
                </a:path>
                <a:path w="1305560" h="296545">
                  <a:moveTo>
                    <a:pt x="1303781" y="7619"/>
                  </a:moveTo>
                  <a:lnTo>
                    <a:pt x="1300352" y="4571"/>
                  </a:lnTo>
                  <a:lnTo>
                    <a:pt x="1299947" y="4571"/>
                  </a:lnTo>
                  <a:lnTo>
                    <a:pt x="1299947" y="11430"/>
                  </a:lnTo>
                  <a:lnTo>
                    <a:pt x="1303781" y="7619"/>
                  </a:lnTo>
                  <a:close/>
                </a:path>
                <a:path w="1305560" h="296545">
                  <a:moveTo>
                    <a:pt x="1305305" y="221741"/>
                  </a:moveTo>
                  <a:lnTo>
                    <a:pt x="1305305" y="4571"/>
                  </a:lnTo>
                  <a:lnTo>
                    <a:pt x="1300352" y="4571"/>
                  </a:lnTo>
                  <a:lnTo>
                    <a:pt x="1303781" y="7619"/>
                  </a:lnTo>
                  <a:lnTo>
                    <a:pt x="1303781" y="223265"/>
                  </a:lnTo>
                  <a:lnTo>
                    <a:pt x="1305305" y="22174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2999" y="5093970"/>
              <a:ext cx="1223772" cy="2156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5022342"/>
              <a:ext cx="71627" cy="2872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5022342"/>
              <a:ext cx="1295400" cy="7162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38427" y="5017770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9304" y="9143"/>
                  </a:lnTo>
                  <a:lnTo>
                    <a:pt x="1296924" y="1523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60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60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6545">
                  <a:moveTo>
                    <a:pt x="1226803" y="287274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03" y="287274"/>
                  </a:lnTo>
                  <a:close/>
                </a:path>
                <a:path w="1305560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60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60" h="296545">
                  <a:moveTo>
                    <a:pt x="1226803" y="71644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44"/>
                  </a:lnTo>
                  <a:close/>
                </a:path>
                <a:path w="1305560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60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60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60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60" h="296545">
                  <a:moveTo>
                    <a:pt x="1232916" y="281096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803" y="287273"/>
                  </a:lnTo>
                  <a:lnTo>
                    <a:pt x="1232916" y="281096"/>
                  </a:lnTo>
                  <a:close/>
                </a:path>
                <a:path w="1305560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60" h="296545">
                  <a:moveTo>
                    <a:pt x="1228344" y="71627"/>
                  </a:moveTo>
                  <a:lnTo>
                    <a:pt x="1226803" y="71644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60" h="296545">
                  <a:moveTo>
                    <a:pt x="1228344" y="287273"/>
                  </a:moveTo>
                  <a:lnTo>
                    <a:pt x="1226803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9304" y="9143"/>
                  </a:lnTo>
                  <a:lnTo>
                    <a:pt x="1226803" y="71644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60" h="296545">
                  <a:moveTo>
                    <a:pt x="1296924" y="216407"/>
                  </a:moveTo>
                  <a:lnTo>
                    <a:pt x="1226803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296924" y="1523"/>
                  </a:lnTo>
                  <a:lnTo>
                    <a:pt x="1289304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48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5084826"/>
              <a:ext cx="1223772" cy="76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798313"/>
              <a:ext cx="71628" cy="28727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38428" y="47929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5" y="5334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80"/>
                  </a:lnTo>
                  <a:lnTo>
                    <a:pt x="4571" y="297180"/>
                  </a:lnTo>
                  <a:lnTo>
                    <a:pt x="4571" y="72389"/>
                  </a:lnTo>
                  <a:lnTo>
                    <a:pt x="9144" y="72389"/>
                  </a:lnTo>
                  <a:lnTo>
                    <a:pt x="76200" y="5334"/>
                  </a:lnTo>
                  <a:lnTo>
                    <a:pt x="1293114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5" y="5334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1" y="72389"/>
                  </a:lnTo>
                  <a:lnTo>
                    <a:pt x="4571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1" y="292608"/>
                  </a:moveTo>
                  <a:lnTo>
                    <a:pt x="4571" y="292608"/>
                  </a:lnTo>
                  <a:lnTo>
                    <a:pt x="4571" y="297180"/>
                  </a:lnTo>
                  <a:lnTo>
                    <a:pt x="1230629" y="297179"/>
                  </a:lnTo>
                  <a:lnTo>
                    <a:pt x="1235201" y="292608"/>
                  </a:lnTo>
                  <a:close/>
                </a:path>
                <a:path w="1305560" h="297179">
                  <a:moveTo>
                    <a:pt x="1303781" y="224027"/>
                  </a:moveTo>
                  <a:lnTo>
                    <a:pt x="1303781" y="8382"/>
                  </a:lnTo>
                  <a:lnTo>
                    <a:pt x="1299947" y="12216"/>
                  </a:lnTo>
                  <a:lnTo>
                    <a:pt x="1299209" y="220980"/>
                  </a:lnTo>
                  <a:lnTo>
                    <a:pt x="1228343" y="291845"/>
                  </a:lnTo>
                  <a:lnTo>
                    <a:pt x="76200" y="292566"/>
                  </a:lnTo>
                  <a:lnTo>
                    <a:pt x="1235201" y="292608"/>
                  </a:lnTo>
                  <a:lnTo>
                    <a:pt x="1303781" y="224027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4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1" y="8382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1" y="8382"/>
                  </a:lnTo>
                  <a:close/>
                </a:path>
                <a:path w="1305560" h="297179">
                  <a:moveTo>
                    <a:pt x="1305305" y="222503"/>
                  </a:moveTo>
                  <a:lnTo>
                    <a:pt x="1305305" y="5334"/>
                  </a:lnTo>
                  <a:lnTo>
                    <a:pt x="1300734" y="5334"/>
                  </a:lnTo>
                  <a:lnTo>
                    <a:pt x="1303781" y="8381"/>
                  </a:lnTo>
                  <a:lnTo>
                    <a:pt x="1303781" y="224027"/>
                  </a:lnTo>
                  <a:lnTo>
                    <a:pt x="1305305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4869942"/>
              <a:ext cx="1223772" cy="21564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4798313"/>
              <a:ext cx="71627" cy="2872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798313"/>
              <a:ext cx="1295400" cy="7162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138427" y="47929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851654"/>
              <a:ext cx="1223772" cy="76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565141"/>
              <a:ext cx="71628" cy="28727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138428" y="4560570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4571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7"/>
                  </a:lnTo>
                  <a:lnTo>
                    <a:pt x="9144" y="71627"/>
                  </a:lnTo>
                  <a:lnTo>
                    <a:pt x="76200" y="4571"/>
                  </a:lnTo>
                  <a:lnTo>
                    <a:pt x="1293876" y="4571"/>
                  </a:lnTo>
                  <a:lnTo>
                    <a:pt x="1296924" y="1523"/>
                  </a:lnTo>
                  <a:lnTo>
                    <a:pt x="1300352" y="4571"/>
                  </a:lnTo>
                  <a:lnTo>
                    <a:pt x="1305306" y="4571"/>
                  </a:lnTo>
                  <a:close/>
                </a:path>
                <a:path w="1305560" h="296545">
                  <a:moveTo>
                    <a:pt x="9144" y="71627"/>
                  </a:moveTo>
                  <a:lnTo>
                    <a:pt x="4571" y="71627"/>
                  </a:lnTo>
                  <a:lnTo>
                    <a:pt x="4571" y="76200"/>
                  </a:lnTo>
                  <a:lnTo>
                    <a:pt x="9144" y="71627"/>
                  </a:lnTo>
                  <a:close/>
                </a:path>
                <a:path w="1305560" h="296545">
                  <a:moveTo>
                    <a:pt x="1235202" y="291845"/>
                  </a:moveTo>
                  <a:lnTo>
                    <a:pt x="4571" y="291845"/>
                  </a:lnTo>
                  <a:lnTo>
                    <a:pt x="4571" y="296418"/>
                  </a:lnTo>
                  <a:lnTo>
                    <a:pt x="1230629" y="296417"/>
                  </a:lnTo>
                  <a:lnTo>
                    <a:pt x="1235202" y="291845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9947" y="11454"/>
                  </a:lnTo>
                  <a:lnTo>
                    <a:pt x="1299210" y="220979"/>
                  </a:lnTo>
                  <a:lnTo>
                    <a:pt x="1229105" y="291083"/>
                  </a:lnTo>
                  <a:lnTo>
                    <a:pt x="76199" y="291804"/>
                  </a:lnTo>
                  <a:lnTo>
                    <a:pt x="1235202" y="291845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300352" y="4571"/>
                  </a:moveTo>
                  <a:lnTo>
                    <a:pt x="1296924" y="1523"/>
                  </a:lnTo>
                  <a:lnTo>
                    <a:pt x="1293876" y="4571"/>
                  </a:lnTo>
                  <a:lnTo>
                    <a:pt x="1300352" y="4571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300352" y="4571"/>
                  </a:lnTo>
                  <a:lnTo>
                    <a:pt x="1299947" y="4571"/>
                  </a:lnTo>
                  <a:lnTo>
                    <a:pt x="1299947" y="11430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305306" y="221741"/>
                  </a:moveTo>
                  <a:lnTo>
                    <a:pt x="1305306" y="4571"/>
                  </a:lnTo>
                  <a:lnTo>
                    <a:pt x="1300352" y="4571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2999" y="4636770"/>
              <a:ext cx="1223772" cy="21564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4565141"/>
              <a:ext cx="71627" cy="28727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565141"/>
              <a:ext cx="1295400" cy="7162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138427" y="4560570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9304" y="9143"/>
                  </a:lnTo>
                  <a:lnTo>
                    <a:pt x="1296924" y="1523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60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60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6545">
                  <a:moveTo>
                    <a:pt x="1226803" y="287274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03" y="287274"/>
                  </a:lnTo>
                  <a:close/>
                </a:path>
                <a:path w="1305560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60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60" h="296545">
                  <a:moveTo>
                    <a:pt x="1226803" y="71644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44"/>
                  </a:lnTo>
                  <a:close/>
                </a:path>
                <a:path w="1305560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60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60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60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60" h="296545">
                  <a:moveTo>
                    <a:pt x="1232916" y="281096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803" y="287273"/>
                  </a:lnTo>
                  <a:lnTo>
                    <a:pt x="1232916" y="281096"/>
                  </a:lnTo>
                  <a:close/>
                </a:path>
                <a:path w="1305560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60" h="296545">
                  <a:moveTo>
                    <a:pt x="1228344" y="71627"/>
                  </a:moveTo>
                  <a:lnTo>
                    <a:pt x="1226803" y="71644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60" h="296545">
                  <a:moveTo>
                    <a:pt x="1228344" y="287273"/>
                  </a:moveTo>
                  <a:lnTo>
                    <a:pt x="1226803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9304" y="9143"/>
                  </a:lnTo>
                  <a:lnTo>
                    <a:pt x="1226803" y="71644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60" h="296545">
                  <a:moveTo>
                    <a:pt x="1296924" y="216407"/>
                  </a:moveTo>
                  <a:lnTo>
                    <a:pt x="1226803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296924" y="1523"/>
                  </a:lnTo>
                  <a:lnTo>
                    <a:pt x="1289304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48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627626"/>
              <a:ext cx="1223772" cy="76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341113"/>
              <a:ext cx="71628" cy="28727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138428" y="43357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5334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80"/>
                  </a:lnTo>
                  <a:lnTo>
                    <a:pt x="4571" y="297180"/>
                  </a:lnTo>
                  <a:lnTo>
                    <a:pt x="4571" y="72389"/>
                  </a:lnTo>
                  <a:lnTo>
                    <a:pt x="9144" y="72389"/>
                  </a:lnTo>
                  <a:lnTo>
                    <a:pt x="76200" y="5334"/>
                  </a:lnTo>
                  <a:lnTo>
                    <a:pt x="1293113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6" y="5334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1" y="72389"/>
                  </a:lnTo>
                  <a:lnTo>
                    <a:pt x="4571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2" y="292608"/>
                  </a:moveTo>
                  <a:lnTo>
                    <a:pt x="4571" y="292608"/>
                  </a:lnTo>
                  <a:lnTo>
                    <a:pt x="4571" y="297180"/>
                  </a:lnTo>
                  <a:lnTo>
                    <a:pt x="1230630" y="297179"/>
                  </a:lnTo>
                  <a:lnTo>
                    <a:pt x="1235202" y="292608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7" y="12216"/>
                  </a:lnTo>
                  <a:lnTo>
                    <a:pt x="1299210" y="220980"/>
                  </a:lnTo>
                  <a:lnTo>
                    <a:pt x="1228344" y="291845"/>
                  </a:lnTo>
                  <a:lnTo>
                    <a:pt x="76200" y="292566"/>
                  </a:lnTo>
                  <a:lnTo>
                    <a:pt x="1235202" y="292608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3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5334"/>
                  </a:lnTo>
                  <a:lnTo>
                    <a:pt x="1300734" y="5334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4412741"/>
              <a:ext cx="1223772" cy="21564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4341113"/>
              <a:ext cx="71627" cy="28727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341113"/>
              <a:ext cx="1295400" cy="7162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138427" y="43357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399026"/>
              <a:ext cx="1223772" cy="76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112513"/>
              <a:ext cx="71627" cy="28727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138428" y="41071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5334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2389"/>
                  </a:lnTo>
                  <a:lnTo>
                    <a:pt x="9144" y="72389"/>
                  </a:lnTo>
                  <a:lnTo>
                    <a:pt x="76200" y="5334"/>
                  </a:lnTo>
                  <a:lnTo>
                    <a:pt x="1293113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6" y="5334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1" y="72389"/>
                  </a:lnTo>
                  <a:lnTo>
                    <a:pt x="4571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1" y="292608"/>
                  </a:moveTo>
                  <a:lnTo>
                    <a:pt x="4571" y="292608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201" y="292608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7" y="12216"/>
                  </a:lnTo>
                  <a:lnTo>
                    <a:pt x="1299210" y="220980"/>
                  </a:lnTo>
                  <a:lnTo>
                    <a:pt x="1228344" y="291846"/>
                  </a:lnTo>
                  <a:lnTo>
                    <a:pt x="76200" y="292566"/>
                  </a:lnTo>
                  <a:lnTo>
                    <a:pt x="1235201" y="292608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3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5334"/>
                  </a:lnTo>
                  <a:lnTo>
                    <a:pt x="1300734" y="5334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4184141"/>
              <a:ext cx="1223772" cy="21564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4112513"/>
              <a:ext cx="71627" cy="28727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112513"/>
              <a:ext cx="1295400" cy="7162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138427" y="41071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174236"/>
              <a:ext cx="1223772" cy="76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887724"/>
              <a:ext cx="71627" cy="287274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138428" y="388315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4572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1627"/>
                  </a:lnTo>
                  <a:lnTo>
                    <a:pt x="9905" y="71627"/>
                  </a:lnTo>
                  <a:lnTo>
                    <a:pt x="76962" y="4572"/>
                  </a:lnTo>
                  <a:lnTo>
                    <a:pt x="1293875" y="4572"/>
                  </a:lnTo>
                  <a:lnTo>
                    <a:pt x="1296924" y="1523"/>
                  </a:lnTo>
                  <a:lnTo>
                    <a:pt x="1299945" y="4545"/>
                  </a:lnTo>
                  <a:lnTo>
                    <a:pt x="1305306" y="4572"/>
                  </a:lnTo>
                  <a:close/>
                </a:path>
                <a:path w="1305560" h="297179">
                  <a:moveTo>
                    <a:pt x="9905" y="71628"/>
                  </a:moveTo>
                  <a:lnTo>
                    <a:pt x="4571" y="71627"/>
                  </a:lnTo>
                  <a:lnTo>
                    <a:pt x="4571" y="76962"/>
                  </a:lnTo>
                  <a:lnTo>
                    <a:pt x="9905" y="71628"/>
                  </a:lnTo>
                  <a:close/>
                </a:path>
                <a:path w="1305560" h="297179">
                  <a:moveTo>
                    <a:pt x="1235963" y="291846"/>
                  </a:moveTo>
                  <a:lnTo>
                    <a:pt x="4571" y="291846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963" y="291846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5" y="12218"/>
                  </a:lnTo>
                  <a:lnTo>
                    <a:pt x="1299210" y="220980"/>
                  </a:lnTo>
                  <a:lnTo>
                    <a:pt x="1229106" y="291084"/>
                  </a:lnTo>
                  <a:lnTo>
                    <a:pt x="76962" y="291804"/>
                  </a:lnTo>
                  <a:lnTo>
                    <a:pt x="1235963" y="291846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9945" y="4572"/>
                  </a:moveTo>
                  <a:lnTo>
                    <a:pt x="1299210" y="3809"/>
                  </a:lnTo>
                  <a:lnTo>
                    <a:pt x="1296924" y="1523"/>
                  </a:lnTo>
                  <a:lnTo>
                    <a:pt x="1293875" y="4572"/>
                  </a:lnTo>
                  <a:lnTo>
                    <a:pt x="1299945" y="4572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4572"/>
                  </a:lnTo>
                  <a:lnTo>
                    <a:pt x="1299945" y="4572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9945" y="4545"/>
                  </a:lnTo>
                  <a:lnTo>
                    <a:pt x="1299945" y="12192"/>
                  </a:lnTo>
                  <a:lnTo>
                    <a:pt x="1303782" y="838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2999" y="3960114"/>
              <a:ext cx="1223772" cy="21488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66772" y="3887724"/>
              <a:ext cx="71627" cy="28727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887724"/>
              <a:ext cx="1295400" cy="7238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138427" y="3883152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1627"/>
                  </a:lnTo>
                  <a:lnTo>
                    <a:pt x="16764" y="71627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764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5" y="76962"/>
                  </a:lnTo>
                  <a:lnTo>
                    <a:pt x="9905" y="78486"/>
                  </a:lnTo>
                  <a:lnTo>
                    <a:pt x="16764" y="71627"/>
                  </a:lnTo>
                  <a:close/>
                </a:path>
                <a:path w="1305560" h="297179">
                  <a:moveTo>
                    <a:pt x="9905" y="287273"/>
                  </a:moveTo>
                  <a:lnTo>
                    <a:pt x="9905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5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5" y="291845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5" y="291845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5" y="78486"/>
                  </a:moveTo>
                  <a:lnTo>
                    <a:pt x="9905" y="76962"/>
                  </a:lnTo>
                  <a:lnTo>
                    <a:pt x="8382" y="80009"/>
                  </a:lnTo>
                  <a:lnTo>
                    <a:pt x="9905" y="78486"/>
                  </a:lnTo>
                  <a:close/>
                </a:path>
                <a:path w="1305560" h="297179">
                  <a:moveTo>
                    <a:pt x="1226820" y="71628"/>
                  </a:moveTo>
                  <a:lnTo>
                    <a:pt x="16764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820" y="71628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1627"/>
                  </a:moveTo>
                  <a:lnTo>
                    <a:pt x="1226820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820" y="71628"/>
                  </a:lnTo>
                  <a:lnTo>
                    <a:pt x="1228344" y="71627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4571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4571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3941826"/>
              <a:ext cx="1223772" cy="76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655314"/>
              <a:ext cx="71627" cy="28727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138428" y="36499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5334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2389"/>
                  </a:lnTo>
                  <a:lnTo>
                    <a:pt x="9144" y="72389"/>
                  </a:lnTo>
                  <a:lnTo>
                    <a:pt x="76200" y="5334"/>
                  </a:lnTo>
                  <a:lnTo>
                    <a:pt x="1293113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6" y="5334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1" y="72389"/>
                  </a:lnTo>
                  <a:lnTo>
                    <a:pt x="4571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1" y="292608"/>
                  </a:moveTo>
                  <a:lnTo>
                    <a:pt x="4571" y="292608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201" y="292608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7" y="12216"/>
                  </a:lnTo>
                  <a:lnTo>
                    <a:pt x="1299210" y="220980"/>
                  </a:lnTo>
                  <a:lnTo>
                    <a:pt x="1228344" y="291846"/>
                  </a:lnTo>
                  <a:lnTo>
                    <a:pt x="76200" y="292566"/>
                  </a:lnTo>
                  <a:lnTo>
                    <a:pt x="1235201" y="292608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3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5334"/>
                  </a:lnTo>
                  <a:lnTo>
                    <a:pt x="1300734" y="5334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3726942"/>
              <a:ext cx="1223772" cy="21564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3655314"/>
              <a:ext cx="71627" cy="28727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655314"/>
              <a:ext cx="1295400" cy="71627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138427" y="3649980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3717036"/>
              <a:ext cx="1223772" cy="761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430524"/>
              <a:ext cx="71627" cy="287274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138428" y="342595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4572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1627"/>
                  </a:lnTo>
                  <a:lnTo>
                    <a:pt x="9905" y="71627"/>
                  </a:lnTo>
                  <a:lnTo>
                    <a:pt x="76962" y="4572"/>
                  </a:lnTo>
                  <a:lnTo>
                    <a:pt x="1293876" y="4572"/>
                  </a:lnTo>
                  <a:lnTo>
                    <a:pt x="1296924" y="1523"/>
                  </a:lnTo>
                  <a:lnTo>
                    <a:pt x="1299945" y="4545"/>
                  </a:lnTo>
                  <a:lnTo>
                    <a:pt x="1305306" y="4572"/>
                  </a:lnTo>
                  <a:close/>
                </a:path>
                <a:path w="1305560" h="297179">
                  <a:moveTo>
                    <a:pt x="9905" y="71628"/>
                  </a:moveTo>
                  <a:lnTo>
                    <a:pt x="4571" y="71627"/>
                  </a:lnTo>
                  <a:lnTo>
                    <a:pt x="4571" y="76962"/>
                  </a:lnTo>
                  <a:lnTo>
                    <a:pt x="9905" y="71628"/>
                  </a:lnTo>
                  <a:close/>
                </a:path>
                <a:path w="1305560" h="297179">
                  <a:moveTo>
                    <a:pt x="1235963" y="291846"/>
                  </a:moveTo>
                  <a:lnTo>
                    <a:pt x="4571" y="291846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963" y="291846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5" y="12218"/>
                  </a:lnTo>
                  <a:lnTo>
                    <a:pt x="1299210" y="220980"/>
                  </a:lnTo>
                  <a:lnTo>
                    <a:pt x="1229106" y="291084"/>
                  </a:lnTo>
                  <a:lnTo>
                    <a:pt x="76962" y="291804"/>
                  </a:lnTo>
                  <a:lnTo>
                    <a:pt x="1235963" y="291846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9945" y="4572"/>
                  </a:moveTo>
                  <a:lnTo>
                    <a:pt x="1299210" y="3810"/>
                  </a:lnTo>
                  <a:lnTo>
                    <a:pt x="1296924" y="1523"/>
                  </a:lnTo>
                  <a:lnTo>
                    <a:pt x="1293876" y="4572"/>
                  </a:lnTo>
                  <a:lnTo>
                    <a:pt x="1299945" y="4572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4572"/>
                  </a:lnTo>
                  <a:lnTo>
                    <a:pt x="1299945" y="4572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9945" y="4545"/>
                  </a:lnTo>
                  <a:lnTo>
                    <a:pt x="1299945" y="12191"/>
                  </a:lnTo>
                  <a:lnTo>
                    <a:pt x="1303782" y="838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2999" y="3502914"/>
              <a:ext cx="1223772" cy="21488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66772" y="3430524"/>
              <a:ext cx="71627" cy="28727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430524"/>
              <a:ext cx="1295400" cy="72389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138427" y="3425952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1627"/>
                  </a:lnTo>
                  <a:lnTo>
                    <a:pt x="16764" y="71627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764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5" y="76962"/>
                  </a:lnTo>
                  <a:lnTo>
                    <a:pt x="9905" y="78486"/>
                  </a:lnTo>
                  <a:lnTo>
                    <a:pt x="16764" y="71627"/>
                  </a:lnTo>
                  <a:close/>
                </a:path>
                <a:path w="1305560" h="297179">
                  <a:moveTo>
                    <a:pt x="9905" y="287273"/>
                  </a:moveTo>
                  <a:lnTo>
                    <a:pt x="9905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5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5" y="291845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5" y="291845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5" y="78486"/>
                  </a:moveTo>
                  <a:lnTo>
                    <a:pt x="9905" y="76962"/>
                  </a:lnTo>
                  <a:lnTo>
                    <a:pt x="8382" y="80009"/>
                  </a:lnTo>
                  <a:lnTo>
                    <a:pt x="9905" y="78486"/>
                  </a:lnTo>
                  <a:close/>
                </a:path>
                <a:path w="1305560" h="297179">
                  <a:moveTo>
                    <a:pt x="1226820" y="71628"/>
                  </a:moveTo>
                  <a:lnTo>
                    <a:pt x="16764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820" y="71628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1627"/>
                  </a:moveTo>
                  <a:lnTo>
                    <a:pt x="1226820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820" y="71628"/>
                  </a:lnTo>
                  <a:lnTo>
                    <a:pt x="1228344" y="71627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4571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4571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3502152"/>
              <a:ext cx="1223772" cy="762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215640"/>
              <a:ext cx="71627" cy="28727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138428" y="3210305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533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6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1" y="72389"/>
                  </a:lnTo>
                  <a:lnTo>
                    <a:pt x="9143" y="72389"/>
                  </a:lnTo>
                  <a:lnTo>
                    <a:pt x="76200" y="5333"/>
                  </a:lnTo>
                  <a:lnTo>
                    <a:pt x="1293114" y="5333"/>
                  </a:lnTo>
                  <a:lnTo>
                    <a:pt x="1296924" y="1523"/>
                  </a:lnTo>
                  <a:lnTo>
                    <a:pt x="1300734" y="5333"/>
                  </a:lnTo>
                  <a:lnTo>
                    <a:pt x="1305306" y="5333"/>
                  </a:lnTo>
                  <a:close/>
                </a:path>
                <a:path w="1305560" h="297179">
                  <a:moveTo>
                    <a:pt x="9143" y="72389"/>
                  </a:moveTo>
                  <a:lnTo>
                    <a:pt x="4571" y="72389"/>
                  </a:lnTo>
                  <a:lnTo>
                    <a:pt x="4571" y="76961"/>
                  </a:lnTo>
                  <a:lnTo>
                    <a:pt x="9143" y="72389"/>
                  </a:lnTo>
                  <a:close/>
                </a:path>
                <a:path w="1305560" h="297179">
                  <a:moveTo>
                    <a:pt x="1235202" y="292607"/>
                  </a:moveTo>
                  <a:lnTo>
                    <a:pt x="4571" y="292607"/>
                  </a:lnTo>
                  <a:lnTo>
                    <a:pt x="4571" y="297179"/>
                  </a:lnTo>
                  <a:lnTo>
                    <a:pt x="1230630" y="297179"/>
                  </a:lnTo>
                  <a:lnTo>
                    <a:pt x="1235202" y="292607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9947" y="12216"/>
                  </a:lnTo>
                  <a:lnTo>
                    <a:pt x="1299210" y="220979"/>
                  </a:lnTo>
                  <a:lnTo>
                    <a:pt x="1228344" y="291846"/>
                  </a:lnTo>
                  <a:lnTo>
                    <a:pt x="76200" y="292566"/>
                  </a:lnTo>
                  <a:lnTo>
                    <a:pt x="1235202" y="292607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300734" y="5333"/>
                  </a:moveTo>
                  <a:lnTo>
                    <a:pt x="1296924" y="1523"/>
                  </a:lnTo>
                  <a:lnTo>
                    <a:pt x="1293114" y="5333"/>
                  </a:lnTo>
                  <a:lnTo>
                    <a:pt x="1300734" y="5333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300734" y="5333"/>
                  </a:lnTo>
                  <a:lnTo>
                    <a:pt x="1299947" y="5333"/>
                  </a:lnTo>
                  <a:lnTo>
                    <a:pt x="1299947" y="12192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305306" y="222503"/>
                  </a:moveTo>
                  <a:lnTo>
                    <a:pt x="1305306" y="5333"/>
                  </a:lnTo>
                  <a:lnTo>
                    <a:pt x="1300734" y="533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2999" y="3287268"/>
              <a:ext cx="1223772" cy="215646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3215640"/>
              <a:ext cx="71627" cy="287274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215640"/>
              <a:ext cx="1295400" cy="71627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1138427" y="3210306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281938" y="3234486"/>
            <a:ext cx="946150" cy="204787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54940" marR="147955" algn="ctr">
              <a:lnSpc>
                <a:spcPct val="147200"/>
              </a:lnSpc>
              <a:spcBef>
                <a:spcPts val="30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Applications 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Runtime Middleware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Operating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System</a:t>
            </a:r>
            <a:endParaRPr sz="1000">
              <a:latin typeface="Calibri"/>
              <a:cs typeface="Calibri"/>
            </a:endParaRPr>
          </a:p>
          <a:p>
            <a:pPr marL="127635" marR="121285" algn="ctr">
              <a:lnSpc>
                <a:spcPct val="149000"/>
              </a:lnSpc>
              <a:spcBef>
                <a:spcPts val="10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Virtualization Servers Storage Networking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685800" y="1979676"/>
            <a:ext cx="2672080" cy="4575810"/>
            <a:chOff x="685800" y="1979676"/>
            <a:chExt cx="2672080" cy="4575810"/>
          </a:xfrm>
        </p:grpSpPr>
        <p:sp>
          <p:nvSpPr>
            <p:cNvPr id="71" name="object 71"/>
            <p:cNvSpPr/>
            <p:nvPr/>
          </p:nvSpPr>
          <p:spPr>
            <a:xfrm>
              <a:off x="685800" y="4419600"/>
              <a:ext cx="381000" cy="215900"/>
            </a:xfrm>
            <a:custGeom>
              <a:avLst/>
              <a:gdLst/>
              <a:ahLst/>
              <a:cxnLst/>
              <a:rect l="l" t="t" r="r" b="b"/>
              <a:pathLst>
                <a:path w="381000" h="215900">
                  <a:moveTo>
                    <a:pt x="381000" y="108203"/>
                  </a:moveTo>
                  <a:lnTo>
                    <a:pt x="273558" y="0"/>
                  </a:lnTo>
                  <a:lnTo>
                    <a:pt x="273558" y="54101"/>
                  </a:lnTo>
                  <a:lnTo>
                    <a:pt x="0" y="54101"/>
                  </a:lnTo>
                  <a:lnTo>
                    <a:pt x="0" y="161543"/>
                  </a:lnTo>
                  <a:lnTo>
                    <a:pt x="273558" y="161543"/>
                  </a:lnTo>
                  <a:lnTo>
                    <a:pt x="273558" y="215645"/>
                  </a:lnTo>
                  <a:lnTo>
                    <a:pt x="381000" y="108203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434590" y="1979675"/>
              <a:ext cx="923290" cy="4576445"/>
            </a:xfrm>
            <a:custGeom>
              <a:avLst/>
              <a:gdLst/>
              <a:ahLst/>
              <a:cxnLst/>
              <a:rect l="l" t="t" r="r" b="b"/>
              <a:pathLst>
                <a:path w="923289" h="4576445">
                  <a:moveTo>
                    <a:pt x="19812" y="2493276"/>
                  </a:moveTo>
                  <a:lnTo>
                    <a:pt x="8991" y="2468765"/>
                  </a:lnTo>
                  <a:lnTo>
                    <a:pt x="18288" y="2443734"/>
                  </a:lnTo>
                  <a:lnTo>
                    <a:pt x="9906" y="2440686"/>
                  </a:lnTo>
                  <a:lnTo>
                    <a:pt x="0" y="2467356"/>
                  </a:lnTo>
                  <a:lnTo>
                    <a:pt x="4660" y="2469057"/>
                  </a:lnTo>
                  <a:lnTo>
                    <a:pt x="0" y="2471178"/>
                  </a:lnTo>
                  <a:lnTo>
                    <a:pt x="11430" y="2497086"/>
                  </a:lnTo>
                  <a:lnTo>
                    <a:pt x="19812" y="2493276"/>
                  </a:lnTo>
                  <a:close/>
                </a:path>
                <a:path w="923289" h="4576445">
                  <a:moveTo>
                    <a:pt x="32004" y="2407920"/>
                  </a:moveTo>
                  <a:lnTo>
                    <a:pt x="22860" y="2404872"/>
                  </a:lnTo>
                  <a:lnTo>
                    <a:pt x="12954" y="2431542"/>
                  </a:lnTo>
                  <a:lnTo>
                    <a:pt x="22098" y="2434590"/>
                  </a:lnTo>
                  <a:lnTo>
                    <a:pt x="32004" y="2407920"/>
                  </a:lnTo>
                  <a:close/>
                </a:path>
                <a:path w="923289" h="4576445">
                  <a:moveTo>
                    <a:pt x="35052" y="2528328"/>
                  </a:moveTo>
                  <a:lnTo>
                    <a:pt x="23622" y="2501658"/>
                  </a:lnTo>
                  <a:lnTo>
                    <a:pt x="15240" y="2505468"/>
                  </a:lnTo>
                  <a:lnTo>
                    <a:pt x="26670" y="2532138"/>
                  </a:lnTo>
                  <a:lnTo>
                    <a:pt x="35052" y="2528328"/>
                  </a:lnTo>
                  <a:close/>
                </a:path>
                <a:path w="923289" h="4576445">
                  <a:moveTo>
                    <a:pt x="44958" y="2372106"/>
                  </a:moveTo>
                  <a:lnTo>
                    <a:pt x="35814" y="2369058"/>
                  </a:lnTo>
                  <a:lnTo>
                    <a:pt x="25908" y="2395728"/>
                  </a:lnTo>
                  <a:lnTo>
                    <a:pt x="35052" y="2398776"/>
                  </a:lnTo>
                  <a:lnTo>
                    <a:pt x="44958" y="2372106"/>
                  </a:lnTo>
                  <a:close/>
                </a:path>
                <a:path w="923289" h="4576445">
                  <a:moveTo>
                    <a:pt x="50292" y="2563380"/>
                  </a:moveTo>
                  <a:lnTo>
                    <a:pt x="38862" y="2536710"/>
                  </a:lnTo>
                  <a:lnTo>
                    <a:pt x="30480" y="2540520"/>
                  </a:lnTo>
                  <a:lnTo>
                    <a:pt x="41910" y="2567190"/>
                  </a:lnTo>
                  <a:lnTo>
                    <a:pt x="50292" y="2563380"/>
                  </a:lnTo>
                  <a:close/>
                </a:path>
                <a:path w="923289" h="4576445">
                  <a:moveTo>
                    <a:pt x="57912" y="2336292"/>
                  </a:moveTo>
                  <a:lnTo>
                    <a:pt x="49530" y="2333244"/>
                  </a:lnTo>
                  <a:lnTo>
                    <a:pt x="39624" y="2359914"/>
                  </a:lnTo>
                  <a:lnTo>
                    <a:pt x="48006" y="2363724"/>
                  </a:lnTo>
                  <a:lnTo>
                    <a:pt x="57912" y="2336292"/>
                  </a:lnTo>
                  <a:close/>
                </a:path>
                <a:path w="923289" h="4576445">
                  <a:moveTo>
                    <a:pt x="65532" y="2598432"/>
                  </a:moveTo>
                  <a:lnTo>
                    <a:pt x="54102" y="2571762"/>
                  </a:lnTo>
                  <a:lnTo>
                    <a:pt x="44958" y="2575572"/>
                  </a:lnTo>
                  <a:lnTo>
                    <a:pt x="56388" y="2601480"/>
                  </a:lnTo>
                  <a:lnTo>
                    <a:pt x="65532" y="2598432"/>
                  </a:lnTo>
                  <a:close/>
                </a:path>
                <a:path w="923289" h="4576445">
                  <a:moveTo>
                    <a:pt x="71628" y="2300478"/>
                  </a:moveTo>
                  <a:lnTo>
                    <a:pt x="62484" y="2297430"/>
                  </a:lnTo>
                  <a:lnTo>
                    <a:pt x="52578" y="2324100"/>
                  </a:lnTo>
                  <a:lnTo>
                    <a:pt x="61722" y="2327910"/>
                  </a:lnTo>
                  <a:lnTo>
                    <a:pt x="71628" y="2300478"/>
                  </a:lnTo>
                  <a:close/>
                </a:path>
                <a:path w="923289" h="4576445">
                  <a:moveTo>
                    <a:pt x="80772" y="2632722"/>
                  </a:moveTo>
                  <a:lnTo>
                    <a:pt x="69342" y="2606814"/>
                  </a:lnTo>
                  <a:lnTo>
                    <a:pt x="60198" y="2610624"/>
                  </a:lnTo>
                  <a:lnTo>
                    <a:pt x="71628" y="2636532"/>
                  </a:lnTo>
                  <a:lnTo>
                    <a:pt x="80772" y="2632722"/>
                  </a:lnTo>
                  <a:close/>
                </a:path>
                <a:path w="923289" h="4576445">
                  <a:moveTo>
                    <a:pt x="84582" y="2265426"/>
                  </a:moveTo>
                  <a:lnTo>
                    <a:pt x="76200" y="2261616"/>
                  </a:lnTo>
                  <a:lnTo>
                    <a:pt x="65532" y="2288286"/>
                  </a:lnTo>
                  <a:lnTo>
                    <a:pt x="74676" y="2292096"/>
                  </a:lnTo>
                  <a:lnTo>
                    <a:pt x="84582" y="2265426"/>
                  </a:lnTo>
                  <a:close/>
                </a:path>
                <a:path w="923289" h="4576445">
                  <a:moveTo>
                    <a:pt x="96012" y="2667774"/>
                  </a:moveTo>
                  <a:lnTo>
                    <a:pt x="84582" y="2641866"/>
                  </a:lnTo>
                  <a:lnTo>
                    <a:pt x="75438" y="2645676"/>
                  </a:lnTo>
                  <a:lnTo>
                    <a:pt x="86868" y="2671584"/>
                  </a:lnTo>
                  <a:lnTo>
                    <a:pt x="96012" y="2667774"/>
                  </a:lnTo>
                  <a:close/>
                </a:path>
                <a:path w="923289" h="4576445">
                  <a:moveTo>
                    <a:pt x="98298" y="2229612"/>
                  </a:moveTo>
                  <a:lnTo>
                    <a:pt x="89154" y="2225802"/>
                  </a:lnTo>
                  <a:lnTo>
                    <a:pt x="79248" y="2253234"/>
                  </a:lnTo>
                  <a:lnTo>
                    <a:pt x="88392" y="2256282"/>
                  </a:lnTo>
                  <a:lnTo>
                    <a:pt x="98298" y="2229612"/>
                  </a:lnTo>
                  <a:close/>
                </a:path>
                <a:path w="923289" h="4576445">
                  <a:moveTo>
                    <a:pt x="111252" y="2702826"/>
                  </a:moveTo>
                  <a:lnTo>
                    <a:pt x="99822" y="2676918"/>
                  </a:lnTo>
                  <a:lnTo>
                    <a:pt x="90678" y="2680728"/>
                  </a:lnTo>
                  <a:lnTo>
                    <a:pt x="102108" y="2706636"/>
                  </a:lnTo>
                  <a:lnTo>
                    <a:pt x="111252" y="2702826"/>
                  </a:lnTo>
                  <a:close/>
                </a:path>
                <a:path w="923289" h="4576445">
                  <a:moveTo>
                    <a:pt x="111252" y="2193798"/>
                  </a:moveTo>
                  <a:lnTo>
                    <a:pt x="102108" y="2190750"/>
                  </a:lnTo>
                  <a:lnTo>
                    <a:pt x="92202" y="2217420"/>
                  </a:lnTo>
                  <a:lnTo>
                    <a:pt x="101346" y="2220468"/>
                  </a:lnTo>
                  <a:lnTo>
                    <a:pt x="111252" y="2193798"/>
                  </a:lnTo>
                  <a:close/>
                </a:path>
                <a:path w="923289" h="4576445">
                  <a:moveTo>
                    <a:pt x="124206" y="2157984"/>
                  </a:moveTo>
                  <a:lnTo>
                    <a:pt x="115824" y="2154936"/>
                  </a:lnTo>
                  <a:lnTo>
                    <a:pt x="105918" y="2181606"/>
                  </a:lnTo>
                  <a:lnTo>
                    <a:pt x="114300" y="2184654"/>
                  </a:lnTo>
                  <a:lnTo>
                    <a:pt x="124206" y="2157984"/>
                  </a:lnTo>
                  <a:close/>
                </a:path>
                <a:path w="923289" h="4576445">
                  <a:moveTo>
                    <a:pt x="126492" y="2737878"/>
                  </a:moveTo>
                  <a:lnTo>
                    <a:pt x="115062" y="2711970"/>
                  </a:lnTo>
                  <a:lnTo>
                    <a:pt x="105918" y="2715780"/>
                  </a:lnTo>
                  <a:lnTo>
                    <a:pt x="117348" y="2741688"/>
                  </a:lnTo>
                  <a:lnTo>
                    <a:pt x="126492" y="2737878"/>
                  </a:lnTo>
                  <a:close/>
                </a:path>
                <a:path w="923289" h="4576445">
                  <a:moveTo>
                    <a:pt x="137922" y="2122170"/>
                  </a:moveTo>
                  <a:lnTo>
                    <a:pt x="128778" y="2119122"/>
                  </a:lnTo>
                  <a:lnTo>
                    <a:pt x="118872" y="2145792"/>
                  </a:lnTo>
                  <a:lnTo>
                    <a:pt x="128016" y="2148840"/>
                  </a:lnTo>
                  <a:lnTo>
                    <a:pt x="137922" y="2122170"/>
                  </a:lnTo>
                  <a:close/>
                </a:path>
                <a:path w="923289" h="4576445">
                  <a:moveTo>
                    <a:pt x="141732" y="2772930"/>
                  </a:moveTo>
                  <a:lnTo>
                    <a:pt x="130302" y="2746260"/>
                  </a:lnTo>
                  <a:lnTo>
                    <a:pt x="121158" y="2750070"/>
                  </a:lnTo>
                  <a:lnTo>
                    <a:pt x="132588" y="2776740"/>
                  </a:lnTo>
                  <a:lnTo>
                    <a:pt x="141732" y="2772930"/>
                  </a:lnTo>
                  <a:close/>
                </a:path>
                <a:path w="923289" h="4576445">
                  <a:moveTo>
                    <a:pt x="150876" y="2086356"/>
                  </a:moveTo>
                  <a:lnTo>
                    <a:pt x="141732" y="2083308"/>
                  </a:lnTo>
                  <a:lnTo>
                    <a:pt x="131826" y="2109978"/>
                  </a:lnTo>
                  <a:lnTo>
                    <a:pt x="140970" y="2113026"/>
                  </a:lnTo>
                  <a:lnTo>
                    <a:pt x="150876" y="2086356"/>
                  </a:lnTo>
                  <a:close/>
                </a:path>
                <a:path w="923289" h="4576445">
                  <a:moveTo>
                    <a:pt x="156210" y="2807982"/>
                  </a:moveTo>
                  <a:lnTo>
                    <a:pt x="144780" y="2781312"/>
                  </a:lnTo>
                  <a:lnTo>
                    <a:pt x="136398" y="2785122"/>
                  </a:lnTo>
                  <a:lnTo>
                    <a:pt x="147828" y="2811792"/>
                  </a:lnTo>
                  <a:lnTo>
                    <a:pt x="156210" y="2807982"/>
                  </a:lnTo>
                  <a:close/>
                </a:path>
                <a:path w="923289" h="4576445">
                  <a:moveTo>
                    <a:pt x="164592" y="2050542"/>
                  </a:moveTo>
                  <a:lnTo>
                    <a:pt x="155448" y="2047494"/>
                  </a:lnTo>
                  <a:lnTo>
                    <a:pt x="145542" y="2074164"/>
                  </a:lnTo>
                  <a:lnTo>
                    <a:pt x="153924" y="2077212"/>
                  </a:lnTo>
                  <a:lnTo>
                    <a:pt x="164592" y="2050542"/>
                  </a:lnTo>
                  <a:close/>
                </a:path>
                <a:path w="923289" h="4576445">
                  <a:moveTo>
                    <a:pt x="171450" y="2843034"/>
                  </a:moveTo>
                  <a:lnTo>
                    <a:pt x="160020" y="2816364"/>
                  </a:lnTo>
                  <a:lnTo>
                    <a:pt x="151638" y="2820174"/>
                  </a:lnTo>
                  <a:lnTo>
                    <a:pt x="163068" y="2846844"/>
                  </a:lnTo>
                  <a:lnTo>
                    <a:pt x="171450" y="2843034"/>
                  </a:lnTo>
                  <a:close/>
                </a:path>
                <a:path w="923289" h="4576445">
                  <a:moveTo>
                    <a:pt x="177546" y="2014728"/>
                  </a:moveTo>
                  <a:lnTo>
                    <a:pt x="168402" y="2011680"/>
                  </a:lnTo>
                  <a:lnTo>
                    <a:pt x="158496" y="2038350"/>
                  </a:lnTo>
                  <a:lnTo>
                    <a:pt x="167640" y="2042160"/>
                  </a:lnTo>
                  <a:lnTo>
                    <a:pt x="177546" y="2014728"/>
                  </a:lnTo>
                  <a:close/>
                </a:path>
                <a:path w="923289" h="4576445">
                  <a:moveTo>
                    <a:pt x="186690" y="2877324"/>
                  </a:moveTo>
                  <a:lnTo>
                    <a:pt x="175260" y="2851416"/>
                  </a:lnTo>
                  <a:lnTo>
                    <a:pt x="166878" y="2855226"/>
                  </a:lnTo>
                  <a:lnTo>
                    <a:pt x="178308" y="2881134"/>
                  </a:lnTo>
                  <a:lnTo>
                    <a:pt x="186690" y="2877324"/>
                  </a:lnTo>
                  <a:close/>
                </a:path>
                <a:path w="923289" h="4576445">
                  <a:moveTo>
                    <a:pt x="190500" y="1979676"/>
                  </a:moveTo>
                  <a:lnTo>
                    <a:pt x="182118" y="1975866"/>
                  </a:lnTo>
                  <a:lnTo>
                    <a:pt x="172212" y="2002536"/>
                  </a:lnTo>
                  <a:lnTo>
                    <a:pt x="180594" y="2006346"/>
                  </a:lnTo>
                  <a:lnTo>
                    <a:pt x="190500" y="1979676"/>
                  </a:lnTo>
                  <a:close/>
                </a:path>
                <a:path w="923289" h="4576445">
                  <a:moveTo>
                    <a:pt x="201930" y="2912376"/>
                  </a:moveTo>
                  <a:lnTo>
                    <a:pt x="190500" y="2886468"/>
                  </a:lnTo>
                  <a:lnTo>
                    <a:pt x="182118" y="2890278"/>
                  </a:lnTo>
                  <a:lnTo>
                    <a:pt x="193548" y="2916186"/>
                  </a:lnTo>
                  <a:lnTo>
                    <a:pt x="201930" y="2912376"/>
                  </a:lnTo>
                  <a:close/>
                </a:path>
                <a:path w="923289" h="4576445">
                  <a:moveTo>
                    <a:pt x="204216" y="1943862"/>
                  </a:moveTo>
                  <a:lnTo>
                    <a:pt x="195072" y="1940052"/>
                  </a:lnTo>
                  <a:lnTo>
                    <a:pt x="185166" y="1966722"/>
                  </a:lnTo>
                  <a:lnTo>
                    <a:pt x="194310" y="1970532"/>
                  </a:lnTo>
                  <a:lnTo>
                    <a:pt x="204216" y="1943862"/>
                  </a:lnTo>
                  <a:close/>
                </a:path>
                <a:path w="923289" h="4576445">
                  <a:moveTo>
                    <a:pt x="217170" y="2947428"/>
                  </a:moveTo>
                  <a:lnTo>
                    <a:pt x="205740" y="2921520"/>
                  </a:lnTo>
                  <a:lnTo>
                    <a:pt x="197358" y="2925330"/>
                  </a:lnTo>
                  <a:lnTo>
                    <a:pt x="208788" y="2951238"/>
                  </a:lnTo>
                  <a:lnTo>
                    <a:pt x="217170" y="2947428"/>
                  </a:lnTo>
                  <a:close/>
                </a:path>
                <a:path w="923289" h="4576445">
                  <a:moveTo>
                    <a:pt x="217170" y="1908048"/>
                  </a:moveTo>
                  <a:lnTo>
                    <a:pt x="208026" y="1904238"/>
                  </a:lnTo>
                  <a:lnTo>
                    <a:pt x="198120" y="1931670"/>
                  </a:lnTo>
                  <a:lnTo>
                    <a:pt x="207264" y="1934718"/>
                  </a:lnTo>
                  <a:lnTo>
                    <a:pt x="217170" y="1908048"/>
                  </a:lnTo>
                  <a:close/>
                </a:path>
                <a:path w="923289" h="4576445">
                  <a:moveTo>
                    <a:pt x="230124" y="1872234"/>
                  </a:moveTo>
                  <a:lnTo>
                    <a:pt x="221742" y="1869186"/>
                  </a:lnTo>
                  <a:lnTo>
                    <a:pt x="211836" y="1895856"/>
                  </a:lnTo>
                  <a:lnTo>
                    <a:pt x="220218" y="1898904"/>
                  </a:lnTo>
                  <a:lnTo>
                    <a:pt x="230124" y="1872234"/>
                  </a:lnTo>
                  <a:close/>
                </a:path>
                <a:path w="923289" h="4576445">
                  <a:moveTo>
                    <a:pt x="232410" y="2982480"/>
                  </a:moveTo>
                  <a:lnTo>
                    <a:pt x="220980" y="2956572"/>
                  </a:lnTo>
                  <a:lnTo>
                    <a:pt x="212598" y="2960382"/>
                  </a:lnTo>
                  <a:lnTo>
                    <a:pt x="224028" y="2986290"/>
                  </a:lnTo>
                  <a:lnTo>
                    <a:pt x="232410" y="2982480"/>
                  </a:lnTo>
                  <a:close/>
                </a:path>
                <a:path w="923289" h="4576445">
                  <a:moveTo>
                    <a:pt x="243840" y="1836420"/>
                  </a:moveTo>
                  <a:lnTo>
                    <a:pt x="234696" y="1833372"/>
                  </a:lnTo>
                  <a:lnTo>
                    <a:pt x="224790" y="1860042"/>
                  </a:lnTo>
                  <a:lnTo>
                    <a:pt x="233934" y="1863090"/>
                  </a:lnTo>
                  <a:lnTo>
                    <a:pt x="243840" y="1836420"/>
                  </a:lnTo>
                  <a:close/>
                </a:path>
                <a:path w="923289" h="4576445">
                  <a:moveTo>
                    <a:pt x="247650" y="3017532"/>
                  </a:moveTo>
                  <a:lnTo>
                    <a:pt x="236220" y="2990862"/>
                  </a:lnTo>
                  <a:lnTo>
                    <a:pt x="227838" y="2994672"/>
                  </a:lnTo>
                  <a:lnTo>
                    <a:pt x="238506" y="3021342"/>
                  </a:lnTo>
                  <a:lnTo>
                    <a:pt x="247650" y="3017532"/>
                  </a:lnTo>
                  <a:close/>
                </a:path>
                <a:path w="923289" h="4576445">
                  <a:moveTo>
                    <a:pt x="256794" y="1800606"/>
                  </a:moveTo>
                  <a:lnTo>
                    <a:pt x="247650" y="1797558"/>
                  </a:lnTo>
                  <a:lnTo>
                    <a:pt x="237744" y="1824228"/>
                  </a:lnTo>
                  <a:lnTo>
                    <a:pt x="246888" y="1827276"/>
                  </a:lnTo>
                  <a:lnTo>
                    <a:pt x="256794" y="1800606"/>
                  </a:lnTo>
                  <a:close/>
                </a:path>
                <a:path w="923289" h="4576445">
                  <a:moveTo>
                    <a:pt x="262890" y="3052584"/>
                  </a:moveTo>
                  <a:lnTo>
                    <a:pt x="251460" y="3025914"/>
                  </a:lnTo>
                  <a:lnTo>
                    <a:pt x="242316" y="3029724"/>
                  </a:lnTo>
                  <a:lnTo>
                    <a:pt x="253746" y="3056394"/>
                  </a:lnTo>
                  <a:lnTo>
                    <a:pt x="262890" y="3052584"/>
                  </a:lnTo>
                  <a:close/>
                </a:path>
                <a:path w="923289" h="4576445">
                  <a:moveTo>
                    <a:pt x="270510" y="1764792"/>
                  </a:moveTo>
                  <a:lnTo>
                    <a:pt x="261366" y="1761744"/>
                  </a:lnTo>
                  <a:lnTo>
                    <a:pt x="251460" y="1788414"/>
                  </a:lnTo>
                  <a:lnTo>
                    <a:pt x="259842" y="1791462"/>
                  </a:lnTo>
                  <a:lnTo>
                    <a:pt x="270510" y="1764792"/>
                  </a:lnTo>
                  <a:close/>
                </a:path>
                <a:path w="923289" h="4576445">
                  <a:moveTo>
                    <a:pt x="278130" y="3087636"/>
                  </a:moveTo>
                  <a:lnTo>
                    <a:pt x="266700" y="3060966"/>
                  </a:lnTo>
                  <a:lnTo>
                    <a:pt x="257556" y="3064776"/>
                  </a:lnTo>
                  <a:lnTo>
                    <a:pt x="268986" y="3091446"/>
                  </a:lnTo>
                  <a:lnTo>
                    <a:pt x="278130" y="3087636"/>
                  </a:lnTo>
                  <a:close/>
                </a:path>
                <a:path w="923289" h="4576445">
                  <a:moveTo>
                    <a:pt x="283464" y="1728978"/>
                  </a:moveTo>
                  <a:lnTo>
                    <a:pt x="274320" y="1725930"/>
                  </a:lnTo>
                  <a:lnTo>
                    <a:pt x="264414" y="1752600"/>
                  </a:lnTo>
                  <a:lnTo>
                    <a:pt x="273558" y="1756410"/>
                  </a:lnTo>
                  <a:lnTo>
                    <a:pt x="283464" y="1728978"/>
                  </a:lnTo>
                  <a:close/>
                </a:path>
                <a:path w="923289" h="4576445">
                  <a:moveTo>
                    <a:pt x="293370" y="3121926"/>
                  </a:moveTo>
                  <a:lnTo>
                    <a:pt x="281940" y="3096018"/>
                  </a:lnTo>
                  <a:lnTo>
                    <a:pt x="272796" y="3099828"/>
                  </a:lnTo>
                  <a:lnTo>
                    <a:pt x="284226" y="3125736"/>
                  </a:lnTo>
                  <a:lnTo>
                    <a:pt x="293370" y="3121926"/>
                  </a:lnTo>
                  <a:close/>
                </a:path>
                <a:path w="923289" h="4576445">
                  <a:moveTo>
                    <a:pt x="296418" y="1693164"/>
                  </a:moveTo>
                  <a:lnTo>
                    <a:pt x="288036" y="1690116"/>
                  </a:lnTo>
                  <a:lnTo>
                    <a:pt x="278130" y="1716786"/>
                  </a:lnTo>
                  <a:lnTo>
                    <a:pt x="286512" y="1720596"/>
                  </a:lnTo>
                  <a:lnTo>
                    <a:pt x="296418" y="1693164"/>
                  </a:lnTo>
                  <a:close/>
                </a:path>
                <a:path w="923289" h="4576445">
                  <a:moveTo>
                    <a:pt x="308610" y="3156978"/>
                  </a:moveTo>
                  <a:lnTo>
                    <a:pt x="297180" y="3131070"/>
                  </a:lnTo>
                  <a:lnTo>
                    <a:pt x="288036" y="3134880"/>
                  </a:lnTo>
                  <a:lnTo>
                    <a:pt x="299466" y="3160788"/>
                  </a:lnTo>
                  <a:lnTo>
                    <a:pt x="308610" y="3156978"/>
                  </a:lnTo>
                  <a:close/>
                </a:path>
                <a:path w="923289" h="4576445">
                  <a:moveTo>
                    <a:pt x="310134" y="1658112"/>
                  </a:moveTo>
                  <a:lnTo>
                    <a:pt x="300990" y="1654302"/>
                  </a:lnTo>
                  <a:lnTo>
                    <a:pt x="291084" y="1680972"/>
                  </a:lnTo>
                  <a:lnTo>
                    <a:pt x="300228" y="1684782"/>
                  </a:lnTo>
                  <a:lnTo>
                    <a:pt x="310134" y="1658112"/>
                  </a:lnTo>
                  <a:close/>
                </a:path>
                <a:path w="923289" h="4576445">
                  <a:moveTo>
                    <a:pt x="323088" y="1622298"/>
                  </a:moveTo>
                  <a:lnTo>
                    <a:pt x="313944" y="1618488"/>
                  </a:lnTo>
                  <a:lnTo>
                    <a:pt x="304038" y="1645920"/>
                  </a:lnTo>
                  <a:lnTo>
                    <a:pt x="313182" y="1648968"/>
                  </a:lnTo>
                  <a:lnTo>
                    <a:pt x="323088" y="1622298"/>
                  </a:lnTo>
                  <a:close/>
                </a:path>
                <a:path w="923289" h="4576445">
                  <a:moveTo>
                    <a:pt x="323850" y="3192030"/>
                  </a:moveTo>
                  <a:lnTo>
                    <a:pt x="312420" y="3166122"/>
                  </a:lnTo>
                  <a:lnTo>
                    <a:pt x="303276" y="3169932"/>
                  </a:lnTo>
                  <a:lnTo>
                    <a:pt x="314706" y="3195840"/>
                  </a:lnTo>
                  <a:lnTo>
                    <a:pt x="323850" y="3192030"/>
                  </a:lnTo>
                  <a:close/>
                </a:path>
                <a:path w="923289" h="4576445">
                  <a:moveTo>
                    <a:pt x="336042" y="1586484"/>
                  </a:moveTo>
                  <a:lnTo>
                    <a:pt x="327660" y="1582674"/>
                  </a:lnTo>
                  <a:lnTo>
                    <a:pt x="317754" y="1610106"/>
                  </a:lnTo>
                  <a:lnTo>
                    <a:pt x="326136" y="1613154"/>
                  </a:lnTo>
                  <a:lnTo>
                    <a:pt x="336042" y="1586484"/>
                  </a:lnTo>
                  <a:close/>
                </a:path>
                <a:path w="923289" h="4576445">
                  <a:moveTo>
                    <a:pt x="338328" y="3227082"/>
                  </a:moveTo>
                  <a:lnTo>
                    <a:pt x="327660" y="3201174"/>
                  </a:lnTo>
                  <a:lnTo>
                    <a:pt x="318516" y="3204984"/>
                  </a:lnTo>
                  <a:lnTo>
                    <a:pt x="329946" y="3230892"/>
                  </a:lnTo>
                  <a:lnTo>
                    <a:pt x="338328" y="3227082"/>
                  </a:lnTo>
                  <a:close/>
                </a:path>
                <a:path w="923289" h="4576445">
                  <a:moveTo>
                    <a:pt x="349758" y="1550670"/>
                  </a:moveTo>
                  <a:lnTo>
                    <a:pt x="340614" y="1547622"/>
                  </a:lnTo>
                  <a:lnTo>
                    <a:pt x="330708" y="1574292"/>
                  </a:lnTo>
                  <a:lnTo>
                    <a:pt x="339852" y="1577340"/>
                  </a:lnTo>
                  <a:lnTo>
                    <a:pt x="349758" y="1550670"/>
                  </a:lnTo>
                  <a:close/>
                </a:path>
                <a:path w="923289" h="4576445">
                  <a:moveTo>
                    <a:pt x="353568" y="3262134"/>
                  </a:moveTo>
                  <a:lnTo>
                    <a:pt x="342138" y="3235464"/>
                  </a:lnTo>
                  <a:lnTo>
                    <a:pt x="333756" y="3239274"/>
                  </a:lnTo>
                  <a:lnTo>
                    <a:pt x="345186" y="3265944"/>
                  </a:lnTo>
                  <a:lnTo>
                    <a:pt x="353568" y="3262134"/>
                  </a:lnTo>
                  <a:close/>
                </a:path>
                <a:path w="923289" h="4576445">
                  <a:moveTo>
                    <a:pt x="362712" y="1514856"/>
                  </a:moveTo>
                  <a:lnTo>
                    <a:pt x="353568" y="1511808"/>
                  </a:lnTo>
                  <a:lnTo>
                    <a:pt x="343662" y="1538478"/>
                  </a:lnTo>
                  <a:lnTo>
                    <a:pt x="352806" y="1541526"/>
                  </a:lnTo>
                  <a:lnTo>
                    <a:pt x="362712" y="1514856"/>
                  </a:lnTo>
                  <a:close/>
                </a:path>
                <a:path w="923289" h="4576445">
                  <a:moveTo>
                    <a:pt x="368808" y="3297186"/>
                  </a:moveTo>
                  <a:lnTo>
                    <a:pt x="357378" y="3270516"/>
                  </a:lnTo>
                  <a:lnTo>
                    <a:pt x="348996" y="3274326"/>
                  </a:lnTo>
                  <a:lnTo>
                    <a:pt x="360426" y="3300996"/>
                  </a:lnTo>
                  <a:lnTo>
                    <a:pt x="368808" y="3297186"/>
                  </a:lnTo>
                  <a:close/>
                </a:path>
                <a:path w="923289" h="4576445">
                  <a:moveTo>
                    <a:pt x="376428" y="1479042"/>
                  </a:moveTo>
                  <a:lnTo>
                    <a:pt x="367284" y="1475994"/>
                  </a:lnTo>
                  <a:lnTo>
                    <a:pt x="357378" y="1502664"/>
                  </a:lnTo>
                  <a:lnTo>
                    <a:pt x="366522" y="1505712"/>
                  </a:lnTo>
                  <a:lnTo>
                    <a:pt x="376428" y="1479042"/>
                  </a:lnTo>
                  <a:close/>
                </a:path>
                <a:path w="923289" h="4576445">
                  <a:moveTo>
                    <a:pt x="384048" y="3332238"/>
                  </a:moveTo>
                  <a:lnTo>
                    <a:pt x="372618" y="3305568"/>
                  </a:lnTo>
                  <a:lnTo>
                    <a:pt x="364236" y="3309378"/>
                  </a:lnTo>
                  <a:lnTo>
                    <a:pt x="375666" y="3336048"/>
                  </a:lnTo>
                  <a:lnTo>
                    <a:pt x="384048" y="3332238"/>
                  </a:lnTo>
                  <a:close/>
                </a:path>
                <a:path w="923289" h="4576445">
                  <a:moveTo>
                    <a:pt x="389382" y="1443228"/>
                  </a:moveTo>
                  <a:lnTo>
                    <a:pt x="380238" y="1440180"/>
                  </a:lnTo>
                  <a:lnTo>
                    <a:pt x="370332" y="1466850"/>
                  </a:lnTo>
                  <a:lnTo>
                    <a:pt x="379476" y="1469898"/>
                  </a:lnTo>
                  <a:lnTo>
                    <a:pt x="389382" y="1443228"/>
                  </a:lnTo>
                  <a:close/>
                </a:path>
                <a:path w="923289" h="4576445">
                  <a:moveTo>
                    <a:pt x="399288" y="3366528"/>
                  </a:moveTo>
                  <a:lnTo>
                    <a:pt x="387858" y="3340620"/>
                  </a:lnTo>
                  <a:lnTo>
                    <a:pt x="379476" y="3344430"/>
                  </a:lnTo>
                  <a:lnTo>
                    <a:pt x="390906" y="3370338"/>
                  </a:lnTo>
                  <a:lnTo>
                    <a:pt x="399288" y="3366528"/>
                  </a:lnTo>
                  <a:close/>
                </a:path>
                <a:path w="923289" h="4576445">
                  <a:moveTo>
                    <a:pt x="402336" y="1407414"/>
                  </a:moveTo>
                  <a:lnTo>
                    <a:pt x="393954" y="1404366"/>
                  </a:lnTo>
                  <a:lnTo>
                    <a:pt x="384048" y="1431036"/>
                  </a:lnTo>
                  <a:lnTo>
                    <a:pt x="392430" y="1434846"/>
                  </a:lnTo>
                  <a:lnTo>
                    <a:pt x="402336" y="1407414"/>
                  </a:lnTo>
                  <a:close/>
                </a:path>
                <a:path w="923289" h="4576445">
                  <a:moveTo>
                    <a:pt x="414528" y="3401580"/>
                  </a:moveTo>
                  <a:lnTo>
                    <a:pt x="403098" y="3375672"/>
                  </a:lnTo>
                  <a:lnTo>
                    <a:pt x="394716" y="3379482"/>
                  </a:lnTo>
                  <a:lnTo>
                    <a:pt x="406146" y="3405390"/>
                  </a:lnTo>
                  <a:lnTo>
                    <a:pt x="414528" y="3401580"/>
                  </a:lnTo>
                  <a:close/>
                </a:path>
                <a:path w="923289" h="4576445">
                  <a:moveTo>
                    <a:pt x="416052" y="1372362"/>
                  </a:moveTo>
                  <a:lnTo>
                    <a:pt x="406908" y="1368552"/>
                  </a:lnTo>
                  <a:lnTo>
                    <a:pt x="397002" y="1395222"/>
                  </a:lnTo>
                  <a:lnTo>
                    <a:pt x="406146" y="1399032"/>
                  </a:lnTo>
                  <a:lnTo>
                    <a:pt x="416052" y="1372362"/>
                  </a:lnTo>
                  <a:close/>
                </a:path>
                <a:path w="923289" h="4576445">
                  <a:moveTo>
                    <a:pt x="429006" y="1336548"/>
                  </a:moveTo>
                  <a:lnTo>
                    <a:pt x="419862" y="1332738"/>
                  </a:lnTo>
                  <a:lnTo>
                    <a:pt x="409956" y="1359408"/>
                  </a:lnTo>
                  <a:lnTo>
                    <a:pt x="419100" y="1363218"/>
                  </a:lnTo>
                  <a:lnTo>
                    <a:pt x="429006" y="1336548"/>
                  </a:lnTo>
                  <a:close/>
                </a:path>
                <a:path w="923289" h="4576445">
                  <a:moveTo>
                    <a:pt x="429768" y="3436632"/>
                  </a:moveTo>
                  <a:lnTo>
                    <a:pt x="418338" y="3410724"/>
                  </a:lnTo>
                  <a:lnTo>
                    <a:pt x="409956" y="3414534"/>
                  </a:lnTo>
                  <a:lnTo>
                    <a:pt x="421386" y="3440442"/>
                  </a:lnTo>
                  <a:lnTo>
                    <a:pt x="429768" y="3436632"/>
                  </a:lnTo>
                  <a:close/>
                </a:path>
                <a:path w="923289" h="4576445">
                  <a:moveTo>
                    <a:pt x="441960" y="1300734"/>
                  </a:moveTo>
                  <a:lnTo>
                    <a:pt x="433578" y="1296924"/>
                  </a:lnTo>
                  <a:lnTo>
                    <a:pt x="423672" y="1324356"/>
                  </a:lnTo>
                  <a:lnTo>
                    <a:pt x="432054" y="1327404"/>
                  </a:lnTo>
                  <a:lnTo>
                    <a:pt x="441960" y="1300734"/>
                  </a:lnTo>
                  <a:close/>
                </a:path>
                <a:path w="923289" h="4576445">
                  <a:moveTo>
                    <a:pt x="445008" y="3471684"/>
                  </a:moveTo>
                  <a:lnTo>
                    <a:pt x="433578" y="3445776"/>
                  </a:lnTo>
                  <a:lnTo>
                    <a:pt x="425196" y="3449586"/>
                  </a:lnTo>
                  <a:lnTo>
                    <a:pt x="435864" y="3475494"/>
                  </a:lnTo>
                  <a:lnTo>
                    <a:pt x="445008" y="3471684"/>
                  </a:lnTo>
                  <a:close/>
                </a:path>
                <a:path w="923289" h="4576445">
                  <a:moveTo>
                    <a:pt x="455676" y="1264920"/>
                  </a:moveTo>
                  <a:lnTo>
                    <a:pt x="446532" y="1261872"/>
                  </a:lnTo>
                  <a:lnTo>
                    <a:pt x="436626" y="1288542"/>
                  </a:lnTo>
                  <a:lnTo>
                    <a:pt x="445770" y="1291590"/>
                  </a:lnTo>
                  <a:lnTo>
                    <a:pt x="455676" y="1264920"/>
                  </a:lnTo>
                  <a:close/>
                </a:path>
                <a:path w="923289" h="4576445">
                  <a:moveTo>
                    <a:pt x="460248" y="3506736"/>
                  </a:moveTo>
                  <a:lnTo>
                    <a:pt x="448818" y="3480066"/>
                  </a:lnTo>
                  <a:lnTo>
                    <a:pt x="439674" y="3483876"/>
                  </a:lnTo>
                  <a:lnTo>
                    <a:pt x="451104" y="3510546"/>
                  </a:lnTo>
                  <a:lnTo>
                    <a:pt x="460248" y="3506736"/>
                  </a:lnTo>
                  <a:close/>
                </a:path>
                <a:path w="923289" h="4576445">
                  <a:moveTo>
                    <a:pt x="468630" y="1229106"/>
                  </a:moveTo>
                  <a:lnTo>
                    <a:pt x="459486" y="1226058"/>
                  </a:lnTo>
                  <a:lnTo>
                    <a:pt x="449580" y="1252728"/>
                  </a:lnTo>
                  <a:lnTo>
                    <a:pt x="458724" y="1255776"/>
                  </a:lnTo>
                  <a:lnTo>
                    <a:pt x="468630" y="1229106"/>
                  </a:lnTo>
                  <a:close/>
                </a:path>
                <a:path w="923289" h="4576445">
                  <a:moveTo>
                    <a:pt x="475488" y="3541788"/>
                  </a:moveTo>
                  <a:lnTo>
                    <a:pt x="464058" y="3515118"/>
                  </a:lnTo>
                  <a:lnTo>
                    <a:pt x="454914" y="3518928"/>
                  </a:lnTo>
                  <a:lnTo>
                    <a:pt x="466344" y="3545598"/>
                  </a:lnTo>
                  <a:lnTo>
                    <a:pt x="475488" y="3541788"/>
                  </a:lnTo>
                  <a:close/>
                </a:path>
                <a:path w="923289" h="4576445">
                  <a:moveTo>
                    <a:pt x="482346" y="1193292"/>
                  </a:moveTo>
                  <a:lnTo>
                    <a:pt x="473202" y="1190244"/>
                  </a:lnTo>
                  <a:lnTo>
                    <a:pt x="463296" y="1216914"/>
                  </a:lnTo>
                  <a:lnTo>
                    <a:pt x="472440" y="1219962"/>
                  </a:lnTo>
                  <a:lnTo>
                    <a:pt x="482346" y="1193292"/>
                  </a:lnTo>
                  <a:close/>
                </a:path>
                <a:path w="923289" h="4576445">
                  <a:moveTo>
                    <a:pt x="490728" y="3576840"/>
                  </a:moveTo>
                  <a:lnTo>
                    <a:pt x="479298" y="3550170"/>
                  </a:lnTo>
                  <a:lnTo>
                    <a:pt x="470154" y="3553980"/>
                  </a:lnTo>
                  <a:lnTo>
                    <a:pt x="481584" y="3580650"/>
                  </a:lnTo>
                  <a:lnTo>
                    <a:pt x="490728" y="3576840"/>
                  </a:lnTo>
                  <a:close/>
                </a:path>
                <a:path w="923289" h="4576445">
                  <a:moveTo>
                    <a:pt x="495300" y="1157478"/>
                  </a:moveTo>
                  <a:lnTo>
                    <a:pt x="486156" y="1154430"/>
                  </a:lnTo>
                  <a:lnTo>
                    <a:pt x="476250" y="1181100"/>
                  </a:lnTo>
                  <a:lnTo>
                    <a:pt x="485394" y="1184148"/>
                  </a:lnTo>
                  <a:lnTo>
                    <a:pt x="495300" y="1157478"/>
                  </a:lnTo>
                  <a:close/>
                </a:path>
                <a:path w="923289" h="4576445">
                  <a:moveTo>
                    <a:pt x="505968" y="3611130"/>
                  </a:moveTo>
                  <a:lnTo>
                    <a:pt x="494538" y="3585222"/>
                  </a:lnTo>
                  <a:lnTo>
                    <a:pt x="485394" y="3589032"/>
                  </a:lnTo>
                  <a:lnTo>
                    <a:pt x="496824" y="3614940"/>
                  </a:lnTo>
                  <a:lnTo>
                    <a:pt x="505968" y="3611130"/>
                  </a:lnTo>
                  <a:close/>
                </a:path>
                <a:path w="923289" h="4576445">
                  <a:moveTo>
                    <a:pt x="508254" y="1121664"/>
                  </a:moveTo>
                  <a:lnTo>
                    <a:pt x="499872" y="1118616"/>
                  </a:lnTo>
                  <a:lnTo>
                    <a:pt x="489966" y="1145286"/>
                  </a:lnTo>
                  <a:lnTo>
                    <a:pt x="498348" y="1149096"/>
                  </a:lnTo>
                  <a:lnTo>
                    <a:pt x="508254" y="1121664"/>
                  </a:lnTo>
                  <a:close/>
                </a:path>
                <a:path w="923289" h="4576445">
                  <a:moveTo>
                    <a:pt x="521208" y="3646182"/>
                  </a:moveTo>
                  <a:lnTo>
                    <a:pt x="509778" y="3620274"/>
                  </a:lnTo>
                  <a:lnTo>
                    <a:pt x="500634" y="3624084"/>
                  </a:lnTo>
                  <a:lnTo>
                    <a:pt x="512064" y="3649992"/>
                  </a:lnTo>
                  <a:lnTo>
                    <a:pt x="521208" y="3646182"/>
                  </a:lnTo>
                  <a:close/>
                </a:path>
                <a:path w="923289" h="4576445">
                  <a:moveTo>
                    <a:pt x="521970" y="1085850"/>
                  </a:moveTo>
                  <a:lnTo>
                    <a:pt x="512826" y="1082802"/>
                  </a:lnTo>
                  <a:lnTo>
                    <a:pt x="502920" y="1109472"/>
                  </a:lnTo>
                  <a:lnTo>
                    <a:pt x="512064" y="1113282"/>
                  </a:lnTo>
                  <a:lnTo>
                    <a:pt x="521970" y="1085850"/>
                  </a:lnTo>
                  <a:close/>
                </a:path>
                <a:path w="923289" h="4576445">
                  <a:moveTo>
                    <a:pt x="534924" y="1050798"/>
                  </a:moveTo>
                  <a:lnTo>
                    <a:pt x="525780" y="1046988"/>
                  </a:lnTo>
                  <a:lnTo>
                    <a:pt x="515874" y="1073658"/>
                  </a:lnTo>
                  <a:lnTo>
                    <a:pt x="525018" y="1077468"/>
                  </a:lnTo>
                  <a:lnTo>
                    <a:pt x="534924" y="1050798"/>
                  </a:lnTo>
                  <a:close/>
                </a:path>
                <a:path w="923289" h="4576445">
                  <a:moveTo>
                    <a:pt x="535686" y="3681234"/>
                  </a:moveTo>
                  <a:lnTo>
                    <a:pt x="525018" y="3655326"/>
                  </a:lnTo>
                  <a:lnTo>
                    <a:pt x="515874" y="3659136"/>
                  </a:lnTo>
                  <a:lnTo>
                    <a:pt x="527304" y="3685044"/>
                  </a:lnTo>
                  <a:lnTo>
                    <a:pt x="535686" y="3681234"/>
                  </a:lnTo>
                  <a:close/>
                </a:path>
                <a:path w="923289" h="4576445">
                  <a:moveTo>
                    <a:pt x="547878" y="1014984"/>
                  </a:moveTo>
                  <a:lnTo>
                    <a:pt x="539496" y="1011174"/>
                  </a:lnTo>
                  <a:lnTo>
                    <a:pt x="529590" y="1038606"/>
                  </a:lnTo>
                  <a:lnTo>
                    <a:pt x="537972" y="1041654"/>
                  </a:lnTo>
                  <a:lnTo>
                    <a:pt x="547878" y="1014984"/>
                  </a:lnTo>
                  <a:close/>
                </a:path>
                <a:path w="923289" h="4576445">
                  <a:moveTo>
                    <a:pt x="550926" y="3716286"/>
                  </a:moveTo>
                  <a:lnTo>
                    <a:pt x="539496" y="3690378"/>
                  </a:lnTo>
                  <a:lnTo>
                    <a:pt x="531114" y="3694188"/>
                  </a:lnTo>
                  <a:lnTo>
                    <a:pt x="542544" y="3720096"/>
                  </a:lnTo>
                  <a:lnTo>
                    <a:pt x="550926" y="3716286"/>
                  </a:lnTo>
                  <a:close/>
                </a:path>
                <a:path w="923289" h="4576445">
                  <a:moveTo>
                    <a:pt x="561594" y="979170"/>
                  </a:moveTo>
                  <a:lnTo>
                    <a:pt x="552450" y="975360"/>
                  </a:lnTo>
                  <a:lnTo>
                    <a:pt x="542544" y="1002792"/>
                  </a:lnTo>
                  <a:lnTo>
                    <a:pt x="551688" y="1005840"/>
                  </a:lnTo>
                  <a:lnTo>
                    <a:pt x="561594" y="979170"/>
                  </a:lnTo>
                  <a:close/>
                </a:path>
                <a:path w="923289" h="4576445">
                  <a:moveTo>
                    <a:pt x="566166" y="3751338"/>
                  </a:moveTo>
                  <a:lnTo>
                    <a:pt x="554736" y="3724668"/>
                  </a:lnTo>
                  <a:lnTo>
                    <a:pt x="546354" y="3728478"/>
                  </a:lnTo>
                  <a:lnTo>
                    <a:pt x="557784" y="3755148"/>
                  </a:lnTo>
                  <a:lnTo>
                    <a:pt x="566166" y="3751338"/>
                  </a:lnTo>
                  <a:close/>
                </a:path>
                <a:path w="923289" h="4576445">
                  <a:moveTo>
                    <a:pt x="574548" y="943356"/>
                  </a:moveTo>
                  <a:lnTo>
                    <a:pt x="565404" y="940308"/>
                  </a:lnTo>
                  <a:lnTo>
                    <a:pt x="555498" y="966978"/>
                  </a:lnTo>
                  <a:lnTo>
                    <a:pt x="564642" y="970026"/>
                  </a:lnTo>
                  <a:lnTo>
                    <a:pt x="574548" y="943356"/>
                  </a:lnTo>
                  <a:close/>
                </a:path>
                <a:path w="923289" h="4576445">
                  <a:moveTo>
                    <a:pt x="581406" y="3786390"/>
                  </a:moveTo>
                  <a:lnTo>
                    <a:pt x="569976" y="3759720"/>
                  </a:lnTo>
                  <a:lnTo>
                    <a:pt x="561594" y="3763530"/>
                  </a:lnTo>
                  <a:lnTo>
                    <a:pt x="573024" y="3790200"/>
                  </a:lnTo>
                  <a:lnTo>
                    <a:pt x="581406" y="3786390"/>
                  </a:lnTo>
                  <a:close/>
                </a:path>
                <a:path w="923289" h="4576445">
                  <a:moveTo>
                    <a:pt x="588264" y="907542"/>
                  </a:moveTo>
                  <a:lnTo>
                    <a:pt x="579120" y="904494"/>
                  </a:lnTo>
                  <a:lnTo>
                    <a:pt x="569214" y="931164"/>
                  </a:lnTo>
                  <a:lnTo>
                    <a:pt x="578358" y="934212"/>
                  </a:lnTo>
                  <a:lnTo>
                    <a:pt x="588264" y="907542"/>
                  </a:lnTo>
                  <a:close/>
                </a:path>
                <a:path w="923289" h="4576445">
                  <a:moveTo>
                    <a:pt x="596646" y="3821442"/>
                  </a:moveTo>
                  <a:lnTo>
                    <a:pt x="585216" y="3794772"/>
                  </a:lnTo>
                  <a:lnTo>
                    <a:pt x="576834" y="3798582"/>
                  </a:lnTo>
                  <a:lnTo>
                    <a:pt x="588264" y="3825252"/>
                  </a:lnTo>
                  <a:lnTo>
                    <a:pt x="596646" y="3821442"/>
                  </a:lnTo>
                  <a:close/>
                </a:path>
                <a:path w="923289" h="4576445">
                  <a:moveTo>
                    <a:pt x="601218" y="871728"/>
                  </a:moveTo>
                  <a:lnTo>
                    <a:pt x="592074" y="868680"/>
                  </a:lnTo>
                  <a:lnTo>
                    <a:pt x="582168" y="895350"/>
                  </a:lnTo>
                  <a:lnTo>
                    <a:pt x="591312" y="898398"/>
                  </a:lnTo>
                  <a:lnTo>
                    <a:pt x="601218" y="871728"/>
                  </a:lnTo>
                  <a:close/>
                </a:path>
                <a:path w="923289" h="4576445">
                  <a:moveTo>
                    <a:pt x="611886" y="3855732"/>
                  </a:moveTo>
                  <a:lnTo>
                    <a:pt x="600456" y="3829824"/>
                  </a:lnTo>
                  <a:lnTo>
                    <a:pt x="592074" y="3833634"/>
                  </a:lnTo>
                  <a:lnTo>
                    <a:pt x="603504" y="3859542"/>
                  </a:lnTo>
                  <a:lnTo>
                    <a:pt x="611886" y="3855732"/>
                  </a:lnTo>
                  <a:close/>
                </a:path>
                <a:path w="923289" h="4576445">
                  <a:moveTo>
                    <a:pt x="614172" y="835914"/>
                  </a:moveTo>
                  <a:lnTo>
                    <a:pt x="605790" y="832866"/>
                  </a:lnTo>
                  <a:lnTo>
                    <a:pt x="595884" y="859536"/>
                  </a:lnTo>
                  <a:lnTo>
                    <a:pt x="604266" y="862584"/>
                  </a:lnTo>
                  <a:lnTo>
                    <a:pt x="614172" y="835914"/>
                  </a:lnTo>
                  <a:close/>
                </a:path>
                <a:path w="923289" h="4576445">
                  <a:moveTo>
                    <a:pt x="627126" y="3890784"/>
                  </a:moveTo>
                  <a:lnTo>
                    <a:pt x="615696" y="3864876"/>
                  </a:lnTo>
                  <a:lnTo>
                    <a:pt x="607314" y="3868686"/>
                  </a:lnTo>
                  <a:lnTo>
                    <a:pt x="618744" y="3894594"/>
                  </a:lnTo>
                  <a:lnTo>
                    <a:pt x="627126" y="3890784"/>
                  </a:lnTo>
                  <a:close/>
                </a:path>
                <a:path w="923289" h="4576445">
                  <a:moveTo>
                    <a:pt x="627888" y="800100"/>
                  </a:moveTo>
                  <a:lnTo>
                    <a:pt x="618744" y="797052"/>
                  </a:lnTo>
                  <a:lnTo>
                    <a:pt x="608838" y="823722"/>
                  </a:lnTo>
                  <a:lnTo>
                    <a:pt x="617982" y="827532"/>
                  </a:lnTo>
                  <a:lnTo>
                    <a:pt x="627888" y="800100"/>
                  </a:lnTo>
                  <a:close/>
                </a:path>
                <a:path w="923289" h="4576445">
                  <a:moveTo>
                    <a:pt x="640842" y="765048"/>
                  </a:moveTo>
                  <a:lnTo>
                    <a:pt x="631698" y="761238"/>
                  </a:lnTo>
                  <a:lnTo>
                    <a:pt x="621792" y="787908"/>
                  </a:lnTo>
                  <a:lnTo>
                    <a:pt x="630936" y="791718"/>
                  </a:lnTo>
                  <a:lnTo>
                    <a:pt x="640842" y="765048"/>
                  </a:lnTo>
                  <a:close/>
                </a:path>
                <a:path w="923289" h="4576445">
                  <a:moveTo>
                    <a:pt x="642366" y="3925836"/>
                  </a:moveTo>
                  <a:lnTo>
                    <a:pt x="630936" y="3899928"/>
                  </a:lnTo>
                  <a:lnTo>
                    <a:pt x="622554" y="3903738"/>
                  </a:lnTo>
                  <a:lnTo>
                    <a:pt x="633222" y="3929646"/>
                  </a:lnTo>
                  <a:lnTo>
                    <a:pt x="642366" y="3925836"/>
                  </a:lnTo>
                  <a:close/>
                </a:path>
                <a:path w="923289" h="4576445">
                  <a:moveTo>
                    <a:pt x="653796" y="729234"/>
                  </a:moveTo>
                  <a:lnTo>
                    <a:pt x="645414" y="725424"/>
                  </a:lnTo>
                  <a:lnTo>
                    <a:pt x="635508" y="752094"/>
                  </a:lnTo>
                  <a:lnTo>
                    <a:pt x="643890" y="755904"/>
                  </a:lnTo>
                  <a:lnTo>
                    <a:pt x="653796" y="729234"/>
                  </a:lnTo>
                  <a:close/>
                </a:path>
                <a:path w="923289" h="4576445">
                  <a:moveTo>
                    <a:pt x="657606" y="3960888"/>
                  </a:moveTo>
                  <a:lnTo>
                    <a:pt x="646176" y="3934980"/>
                  </a:lnTo>
                  <a:lnTo>
                    <a:pt x="637032" y="3938790"/>
                  </a:lnTo>
                  <a:lnTo>
                    <a:pt x="648462" y="3964698"/>
                  </a:lnTo>
                  <a:lnTo>
                    <a:pt x="657606" y="3960888"/>
                  </a:lnTo>
                  <a:close/>
                </a:path>
                <a:path w="923289" h="4576445">
                  <a:moveTo>
                    <a:pt x="667512" y="693420"/>
                  </a:moveTo>
                  <a:lnTo>
                    <a:pt x="658368" y="689610"/>
                  </a:lnTo>
                  <a:lnTo>
                    <a:pt x="648462" y="717042"/>
                  </a:lnTo>
                  <a:lnTo>
                    <a:pt x="657606" y="720090"/>
                  </a:lnTo>
                  <a:lnTo>
                    <a:pt x="667512" y="693420"/>
                  </a:lnTo>
                  <a:close/>
                </a:path>
                <a:path w="923289" h="4576445">
                  <a:moveTo>
                    <a:pt x="672846" y="3995940"/>
                  </a:moveTo>
                  <a:lnTo>
                    <a:pt x="661416" y="3970032"/>
                  </a:lnTo>
                  <a:lnTo>
                    <a:pt x="652272" y="3973080"/>
                  </a:lnTo>
                  <a:lnTo>
                    <a:pt x="663702" y="3999750"/>
                  </a:lnTo>
                  <a:lnTo>
                    <a:pt x="672846" y="3995940"/>
                  </a:lnTo>
                  <a:close/>
                </a:path>
                <a:path w="923289" h="4576445">
                  <a:moveTo>
                    <a:pt x="680466" y="657606"/>
                  </a:moveTo>
                  <a:lnTo>
                    <a:pt x="672084" y="654558"/>
                  </a:lnTo>
                  <a:lnTo>
                    <a:pt x="661416" y="681228"/>
                  </a:lnTo>
                  <a:lnTo>
                    <a:pt x="670560" y="684276"/>
                  </a:lnTo>
                  <a:lnTo>
                    <a:pt x="680466" y="657606"/>
                  </a:lnTo>
                  <a:close/>
                </a:path>
                <a:path w="923289" h="4576445">
                  <a:moveTo>
                    <a:pt x="688086" y="4030992"/>
                  </a:moveTo>
                  <a:lnTo>
                    <a:pt x="676656" y="4004322"/>
                  </a:lnTo>
                  <a:lnTo>
                    <a:pt x="667512" y="4008132"/>
                  </a:lnTo>
                  <a:lnTo>
                    <a:pt x="678942" y="4034802"/>
                  </a:lnTo>
                  <a:lnTo>
                    <a:pt x="688086" y="4030992"/>
                  </a:lnTo>
                  <a:close/>
                </a:path>
                <a:path w="923289" h="4576445">
                  <a:moveTo>
                    <a:pt x="694182" y="621792"/>
                  </a:moveTo>
                  <a:lnTo>
                    <a:pt x="685038" y="618744"/>
                  </a:lnTo>
                  <a:lnTo>
                    <a:pt x="675132" y="645414"/>
                  </a:lnTo>
                  <a:lnTo>
                    <a:pt x="684276" y="648462"/>
                  </a:lnTo>
                  <a:lnTo>
                    <a:pt x="694182" y="621792"/>
                  </a:lnTo>
                  <a:close/>
                </a:path>
                <a:path w="923289" h="4576445">
                  <a:moveTo>
                    <a:pt x="703326" y="4066044"/>
                  </a:moveTo>
                  <a:lnTo>
                    <a:pt x="691896" y="4039374"/>
                  </a:lnTo>
                  <a:lnTo>
                    <a:pt x="682752" y="4043184"/>
                  </a:lnTo>
                  <a:lnTo>
                    <a:pt x="694182" y="4069854"/>
                  </a:lnTo>
                  <a:lnTo>
                    <a:pt x="703326" y="4066044"/>
                  </a:lnTo>
                  <a:close/>
                </a:path>
                <a:path w="923289" h="4576445">
                  <a:moveTo>
                    <a:pt x="707136" y="585978"/>
                  </a:moveTo>
                  <a:lnTo>
                    <a:pt x="697992" y="582930"/>
                  </a:lnTo>
                  <a:lnTo>
                    <a:pt x="688086" y="609600"/>
                  </a:lnTo>
                  <a:lnTo>
                    <a:pt x="697230" y="612648"/>
                  </a:lnTo>
                  <a:lnTo>
                    <a:pt x="707136" y="585978"/>
                  </a:lnTo>
                  <a:close/>
                </a:path>
                <a:path w="923289" h="4576445">
                  <a:moveTo>
                    <a:pt x="718566" y="4100334"/>
                  </a:moveTo>
                  <a:lnTo>
                    <a:pt x="707136" y="4074426"/>
                  </a:lnTo>
                  <a:lnTo>
                    <a:pt x="697992" y="4078236"/>
                  </a:lnTo>
                  <a:lnTo>
                    <a:pt x="709422" y="4104144"/>
                  </a:lnTo>
                  <a:lnTo>
                    <a:pt x="718566" y="4100334"/>
                  </a:lnTo>
                  <a:close/>
                </a:path>
                <a:path w="923289" h="4576445">
                  <a:moveTo>
                    <a:pt x="720090" y="550164"/>
                  </a:moveTo>
                  <a:lnTo>
                    <a:pt x="711708" y="547116"/>
                  </a:lnTo>
                  <a:lnTo>
                    <a:pt x="701802" y="573786"/>
                  </a:lnTo>
                  <a:lnTo>
                    <a:pt x="710184" y="576834"/>
                  </a:lnTo>
                  <a:lnTo>
                    <a:pt x="720090" y="550164"/>
                  </a:lnTo>
                  <a:close/>
                </a:path>
                <a:path w="923289" h="4576445">
                  <a:moveTo>
                    <a:pt x="733044" y="4135386"/>
                  </a:moveTo>
                  <a:lnTo>
                    <a:pt x="722376" y="4109478"/>
                  </a:lnTo>
                  <a:lnTo>
                    <a:pt x="713232" y="4113288"/>
                  </a:lnTo>
                  <a:lnTo>
                    <a:pt x="724662" y="4139196"/>
                  </a:lnTo>
                  <a:lnTo>
                    <a:pt x="733044" y="4135386"/>
                  </a:lnTo>
                  <a:close/>
                </a:path>
                <a:path w="923289" h="4576445">
                  <a:moveTo>
                    <a:pt x="733806" y="514350"/>
                  </a:moveTo>
                  <a:lnTo>
                    <a:pt x="724662" y="511302"/>
                  </a:lnTo>
                  <a:lnTo>
                    <a:pt x="714756" y="537972"/>
                  </a:lnTo>
                  <a:lnTo>
                    <a:pt x="723900" y="541782"/>
                  </a:lnTo>
                  <a:lnTo>
                    <a:pt x="733806" y="514350"/>
                  </a:lnTo>
                  <a:close/>
                </a:path>
                <a:path w="923289" h="4576445">
                  <a:moveTo>
                    <a:pt x="746760" y="478536"/>
                  </a:moveTo>
                  <a:lnTo>
                    <a:pt x="737616" y="475488"/>
                  </a:lnTo>
                  <a:lnTo>
                    <a:pt x="727710" y="502158"/>
                  </a:lnTo>
                  <a:lnTo>
                    <a:pt x="736854" y="505968"/>
                  </a:lnTo>
                  <a:lnTo>
                    <a:pt x="746760" y="478536"/>
                  </a:lnTo>
                  <a:close/>
                </a:path>
                <a:path w="923289" h="4576445">
                  <a:moveTo>
                    <a:pt x="748284" y="4170438"/>
                  </a:moveTo>
                  <a:lnTo>
                    <a:pt x="736854" y="4144530"/>
                  </a:lnTo>
                  <a:lnTo>
                    <a:pt x="728472" y="4148340"/>
                  </a:lnTo>
                  <a:lnTo>
                    <a:pt x="739902" y="4174248"/>
                  </a:lnTo>
                  <a:lnTo>
                    <a:pt x="748284" y="4170438"/>
                  </a:lnTo>
                  <a:close/>
                </a:path>
                <a:path w="923289" h="4576445">
                  <a:moveTo>
                    <a:pt x="759714" y="443484"/>
                  </a:moveTo>
                  <a:lnTo>
                    <a:pt x="751332" y="439674"/>
                  </a:lnTo>
                  <a:lnTo>
                    <a:pt x="741426" y="466344"/>
                  </a:lnTo>
                  <a:lnTo>
                    <a:pt x="749808" y="470154"/>
                  </a:lnTo>
                  <a:lnTo>
                    <a:pt x="759714" y="443484"/>
                  </a:lnTo>
                  <a:close/>
                </a:path>
                <a:path w="923289" h="4576445">
                  <a:moveTo>
                    <a:pt x="763524" y="4205490"/>
                  </a:moveTo>
                  <a:lnTo>
                    <a:pt x="752094" y="4179582"/>
                  </a:lnTo>
                  <a:lnTo>
                    <a:pt x="743712" y="4183392"/>
                  </a:lnTo>
                  <a:lnTo>
                    <a:pt x="755142" y="4209300"/>
                  </a:lnTo>
                  <a:lnTo>
                    <a:pt x="763524" y="4205490"/>
                  </a:lnTo>
                  <a:close/>
                </a:path>
                <a:path w="923289" h="4576445">
                  <a:moveTo>
                    <a:pt x="773430" y="407670"/>
                  </a:moveTo>
                  <a:lnTo>
                    <a:pt x="764286" y="403860"/>
                  </a:lnTo>
                  <a:lnTo>
                    <a:pt x="754380" y="431292"/>
                  </a:lnTo>
                  <a:lnTo>
                    <a:pt x="763524" y="434340"/>
                  </a:lnTo>
                  <a:lnTo>
                    <a:pt x="773430" y="407670"/>
                  </a:lnTo>
                  <a:close/>
                </a:path>
                <a:path w="923289" h="4576445">
                  <a:moveTo>
                    <a:pt x="778764" y="4240542"/>
                  </a:moveTo>
                  <a:lnTo>
                    <a:pt x="767334" y="4214634"/>
                  </a:lnTo>
                  <a:lnTo>
                    <a:pt x="758952" y="4218444"/>
                  </a:lnTo>
                  <a:lnTo>
                    <a:pt x="770382" y="4244352"/>
                  </a:lnTo>
                  <a:lnTo>
                    <a:pt x="778764" y="4240542"/>
                  </a:lnTo>
                  <a:close/>
                </a:path>
                <a:path w="923289" h="4576445">
                  <a:moveTo>
                    <a:pt x="786384" y="371856"/>
                  </a:moveTo>
                  <a:lnTo>
                    <a:pt x="778002" y="368046"/>
                  </a:lnTo>
                  <a:lnTo>
                    <a:pt x="767334" y="395478"/>
                  </a:lnTo>
                  <a:lnTo>
                    <a:pt x="776478" y="398526"/>
                  </a:lnTo>
                  <a:lnTo>
                    <a:pt x="786384" y="371856"/>
                  </a:lnTo>
                  <a:close/>
                </a:path>
                <a:path w="923289" h="4576445">
                  <a:moveTo>
                    <a:pt x="794004" y="4275594"/>
                  </a:moveTo>
                  <a:lnTo>
                    <a:pt x="782574" y="4248924"/>
                  </a:lnTo>
                  <a:lnTo>
                    <a:pt x="774192" y="4252734"/>
                  </a:lnTo>
                  <a:lnTo>
                    <a:pt x="785622" y="4279404"/>
                  </a:lnTo>
                  <a:lnTo>
                    <a:pt x="794004" y="4275594"/>
                  </a:lnTo>
                  <a:close/>
                </a:path>
                <a:path w="923289" h="4576445">
                  <a:moveTo>
                    <a:pt x="800100" y="336042"/>
                  </a:moveTo>
                  <a:lnTo>
                    <a:pt x="790956" y="332994"/>
                  </a:lnTo>
                  <a:lnTo>
                    <a:pt x="781050" y="359664"/>
                  </a:lnTo>
                  <a:lnTo>
                    <a:pt x="790194" y="362712"/>
                  </a:lnTo>
                  <a:lnTo>
                    <a:pt x="800100" y="336042"/>
                  </a:lnTo>
                  <a:close/>
                </a:path>
                <a:path w="923289" h="4576445">
                  <a:moveTo>
                    <a:pt x="809244" y="4310646"/>
                  </a:moveTo>
                  <a:lnTo>
                    <a:pt x="797814" y="4283976"/>
                  </a:lnTo>
                  <a:lnTo>
                    <a:pt x="789432" y="4287786"/>
                  </a:lnTo>
                  <a:lnTo>
                    <a:pt x="800862" y="4314456"/>
                  </a:lnTo>
                  <a:lnTo>
                    <a:pt x="809244" y="4310646"/>
                  </a:lnTo>
                  <a:close/>
                </a:path>
                <a:path w="923289" h="4576445">
                  <a:moveTo>
                    <a:pt x="813054" y="300228"/>
                  </a:moveTo>
                  <a:lnTo>
                    <a:pt x="803910" y="297180"/>
                  </a:lnTo>
                  <a:lnTo>
                    <a:pt x="794004" y="323850"/>
                  </a:lnTo>
                  <a:lnTo>
                    <a:pt x="803148" y="326898"/>
                  </a:lnTo>
                  <a:lnTo>
                    <a:pt x="813054" y="300228"/>
                  </a:lnTo>
                  <a:close/>
                </a:path>
                <a:path w="923289" h="4576445">
                  <a:moveTo>
                    <a:pt x="824484" y="4345698"/>
                  </a:moveTo>
                  <a:lnTo>
                    <a:pt x="813054" y="4319028"/>
                  </a:lnTo>
                  <a:lnTo>
                    <a:pt x="804672" y="4322838"/>
                  </a:lnTo>
                  <a:lnTo>
                    <a:pt x="816102" y="4348746"/>
                  </a:lnTo>
                  <a:lnTo>
                    <a:pt x="824484" y="4345698"/>
                  </a:lnTo>
                  <a:close/>
                </a:path>
                <a:path w="923289" h="4576445">
                  <a:moveTo>
                    <a:pt x="826008" y="264414"/>
                  </a:moveTo>
                  <a:lnTo>
                    <a:pt x="817626" y="261366"/>
                  </a:lnTo>
                  <a:lnTo>
                    <a:pt x="807720" y="288036"/>
                  </a:lnTo>
                  <a:lnTo>
                    <a:pt x="816102" y="291084"/>
                  </a:lnTo>
                  <a:lnTo>
                    <a:pt x="826008" y="264414"/>
                  </a:lnTo>
                  <a:close/>
                </a:path>
                <a:path w="923289" h="4576445">
                  <a:moveTo>
                    <a:pt x="839724" y="4379988"/>
                  </a:moveTo>
                  <a:lnTo>
                    <a:pt x="828294" y="4354080"/>
                  </a:lnTo>
                  <a:lnTo>
                    <a:pt x="819150" y="4357890"/>
                  </a:lnTo>
                  <a:lnTo>
                    <a:pt x="830580" y="4383798"/>
                  </a:lnTo>
                  <a:lnTo>
                    <a:pt x="839724" y="4379988"/>
                  </a:lnTo>
                  <a:close/>
                </a:path>
                <a:path w="923289" h="4576445">
                  <a:moveTo>
                    <a:pt x="839724" y="228600"/>
                  </a:moveTo>
                  <a:lnTo>
                    <a:pt x="830580" y="225552"/>
                  </a:lnTo>
                  <a:lnTo>
                    <a:pt x="820674" y="252222"/>
                  </a:lnTo>
                  <a:lnTo>
                    <a:pt x="829818" y="255270"/>
                  </a:lnTo>
                  <a:lnTo>
                    <a:pt x="839724" y="228600"/>
                  </a:lnTo>
                  <a:close/>
                </a:path>
                <a:path w="923289" h="4576445">
                  <a:moveTo>
                    <a:pt x="852678" y="192786"/>
                  </a:moveTo>
                  <a:lnTo>
                    <a:pt x="843534" y="189738"/>
                  </a:lnTo>
                  <a:lnTo>
                    <a:pt x="833628" y="216408"/>
                  </a:lnTo>
                  <a:lnTo>
                    <a:pt x="842772" y="220218"/>
                  </a:lnTo>
                  <a:lnTo>
                    <a:pt x="852678" y="192786"/>
                  </a:lnTo>
                  <a:close/>
                </a:path>
                <a:path w="923289" h="4576445">
                  <a:moveTo>
                    <a:pt x="854964" y="4415040"/>
                  </a:moveTo>
                  <a:lnTo>
                    <a:pt x="843534" y="4389132"/>
                  </a:lnTo>
                  <a:lnTo>
                    <a:pt x="834390" y="4392942"/>
                  </a:lnTo>
                  <a:lnTo>
                    <a:pt x="845820" y="4418850"/>
                  </a:lnTo>
                  <a:lnTo>
                    <a:pt x="854964" y="4415040"/>
                  </a:lnTo>
                  <a:close/>
                </a:path>
                <a:path w="923289" h="4576445">
                  <a:moveTo>
                    <a:pt x="866394" y="157734"/>
                  </a:moveTo>
                  <a:lnTo>
                    <a:pt x="857250" y="153924"/>
                  </a:lnTo>
                  <a:lnTo>
                    <a:pt x="847344" y="180594"/>
                  </a:lnTo>
                  <a:lnTo>
                    <a:pt x="855726" y="184404"/>
                  </a:lnTo>
                  <a:lnTo>
                    <a:pt x="866394" y="157734"/>
                  </a:lnTo>
                  <a:close/>
                </a:path>
                <a:path w="923289" h="4576445">
                  <a:moveTo>
                    <a:pt x="870204" y="4450092"/>
                  </a:moveTo>
                  <a:lnTo>
                    <a:pt x="858774" y="4424184"/>
                  </a:lnTo>
                  <a:lnTo>
                    <a:pt x="849630" y="4427994"/>
                  </a:lnTo>
                  <a:lnTo>
                    <a:pt x="861060" y="4453902"/>
                  </a:lnTo>
                  <a:lnTo>
                    <a:pt x="870204" y="4450092"/>
                  </a:lnTo>
                  <a:close/>
                </a:path>
                <a:path w="923289" h="4576445">
                  <a:moveTo>
                    <a:pt x="879348" y="121920"/>
                  </a:moveTo>
                  <a:lnTo>
                    <a:pt x="870204" y="118110"/>
                  </a:lnTo>
                  <a:lnTo>
                    <a:pt x="860298" y="144780"/>
                  </a:lnTo>
                  <a:lnTo>
                    <a:pt x="869442" y="148590"/>
                  </a:lnTo>
                  <a:lnTo>
                    <a:pt x="879348" y="121920"/>
                  </a:lnTo>
                  <a:close/>
                </a:path>
                <a:path w="923289" h="4576445">
                  <a:moveTo>
                    <a:pt x="885444" y="4485144"/>
                  </a:moveTo>
                  <a:lnTo>
                    <a:pt x="874014" y="4459236"/>
                  </a:lnTo>
                  <a:lnTo>
                    <a:pt x="864870" y="4463046"/>
                  </a:lnTo>
                  <a:lnTo>
                    <a:pt x="876300" y="4488954"/>
                  </a:lnTo>
                  <a:lnTo>
                    <a:pt x="885444" y="4485144"/>
                  </a:lnTo>
                  <a:close/>
                </a:path>
                <a:path w="923289" h="4576445">
                  <a:moveTo>
                    <a:pt x="892302" y="86106"/>
                  </a:moveTo>
                  <a:lnTo>
                    <a:pt x="883920" y="82296"/>
                  </a:lnTo>
                  <a:lnTo>
                    <a:pt x="874014" y="109728"/>
                  </a:lnTo>
                  <a:lnTo>
                    <a:pt x="882396" y="112776"/>
                  </a:lnTo>
                  <a:lnTo>
                    <a:pt x="892302" y="86106"/>
                  </a:lnTo>
                  <a:close/>
                </a:path>
                <a:path w="923289" h="4576445">
                  <a:moveTo>
                    <a:pt x="900684" y="4520196"/>
                  </a:moveTo>
                  <a:lnTo>
                    <a:pt x="889254" y="4493526"/>
                  </a:lnTo>
                  <a:lnTo>
                    <a:pt x="880110" y="4497336"/>
                  </a:lnTo>
                  <a:lnTo>
                    <a:pt x="891540" y="4524006"/>
                  </a:lnTo>
                  <a:lnTo>
                    <a:pt x="900684" y="4520196"/>
                  </a:lnTo>
                  <a:close/>
                </a:path>
                <a:path w="923289" h="4576445">
                  <a:moveTo>
                    <a:pt x="906018" y="50292"/>
                  </a:moveTo>
                  <a:lnTo>
                    <a:pt x="896874" y="47244"/>
                  </a:lnTo>
                  <a:lnTo>
                    <a:pt x="886968" y="73914"/>
                  </a:lnTo>
                  <a:lnTo>
                    <a:pt x="896112" y="76962"/>
                  </a:lnTo>
                  <a:lnTo>
                    <a:pt x="906018" y="50292"/>
                  </a:lnTo>
                  <a:close/>
                </a:path>
                <a:path w="923289" h="4576445">
                  <a:moveTo>
                    <a:pt x="915924" y="4555248"/>
                  </a:moveTo>
                  <a:lnTo>
                    <a:pt x="904494" y="4528578"/>
                  </a:lnTo>
                  <a:lnTo>
                    <a:pt x="895350" y="4532388"/>
                  </a:lnTo>
                  <a:lnTo>
                    <a:pt x="906780" y="4559058"/>
                  </a:lnTo>
                  <a:lnTo>
                    <a:pt x="915924" y="4555248"/>
                  </a:lnTo>
                  <a:close/>
                </a:path>
                <a:path w="923289" h="4576445">
                  <a:moveTo>
                    <a:pt x="918972" y="14478"/>
                  </a:moveTo>
                  <a:lnTo>
                    <a:pt x="909828" y="11430"/>
                  </a:lnTo>
                  <a:lnTo>
                    <a:pt x="899922" y="38100"/>
                  </a:lnTo>
                  <a:lnTo>
                    <a:pt x="909066" y="41148"/>
                  </a:lnTo>
                  <a:lnTo>
                    <a:pt x="918972" y="14478"/>
                  </a:lnTo>
                  <a:close/>
                </a:path>
                <a:path w="923289" h="4576445">
                  <a:moveTo>
                    <a:pt x="922782" y="4572012"/>
                  </a:moveTo>
                  <a:lnTo>
                    <a:pt x="918972" y="4563630"/>
                  </a:lnTo>
                  <a:lnTo>
                    <a:pt x="910590" y="4567440"/>
                  </a:lnTo>
                  <a:lnTo>
                    <a:pt x="914400" y="4575822"/>
                  </a:lnTo>
                  <a:lnTo>
                    <a:pt x="922782" y="4572012"/>
                  </a:lnTo>
                  <a:close/>
                </a:path>
                <a:path w="923289" h="4576445">
                  <a:moveTo>
                    <a:pt x="922782" y="3810"/>
                  </a:moveTo>
                  <a:lnTo>
                    <a:pt x="914400" y="0"/>
                  </a:lnTo>
                  <a:lnTo>
                    <a:pt x="913638" y="2286"/>
                  </a:lnTo>
                  <a:lnTo>
                    <a:pt x="922020" y="5334"/>
                  </a:lnTo>
                  <a:lnTo>
                    <a:pt x="922782" y="3810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64107" y="4623054"/>
              <a:ext cx="1816100" cy="699770"/>
            </a:xfrm>
            <a:custGeom>
              <a:avLst/>
              <a:gdLst/>
              <a:ahLst/>
              <a:cxnLst/>
              <a:rect l="l" t="t" r="r" b="b"/>
              <a:pathLst>
                <a:path w="1816100" h="699770">
                  <a:moveTo>
                    <a:pt x="25145" y="573786"/>
                  </a:moveTo>
                  <a:lnTo>
                    <a:pt x="25145" y="497586"/>
                  </a:lnTo>
                  <a:lnTo>
                    <a:pt x="0" y="497586"/>
                  </a:lnTo>
                  <a:lnTo>
                    <a:pt x="0" y="573786"/>
                  </a:lnTo>
                  <a:lnTo>
                    <a:pt x="25145" y="573786"/>
                  </a:lnTo>
                  <a:close/>
                </a:path>
                <a:path w="1816100" h="699770">
                  <a:moveTo>
                    <a:pt x="40385" y="627126"/>
                  </a:moveTo>
                  <a:lnTo>
                    <a:pt x="37337" y="621030"/>
                  </a:lnTo>
                  <a:lnTo>
                    <a:pt x="32230" y="611281"/>
                  </a:lnTo>
                  <a:lnTo>
                    <a:pt x="28979" y="600808"/>
                  </a:lnTo>
                  <a:lnTo>
                    <a:pt x="26859" y="589968"/>
                  </a:lnTo>
                  <a:lnTo>
                    <a:pt x="25145" y="579120"/>
                  </a:lnTo>
                  <a:lnTo>
                    <a:pt x="25145" y="573786"/>
                  </a:lnTo>
                  <a:lnTo>
                    <a:pt x="4257" y="574418"/>
                  </a:lnTo>
                  <a:lnTo>
                    <a:pt x="1681" y="574497"/>
                  </a:lnTo>
                  <a:lnTo>
                    <a:pt x="0" y="574548"/>
                  </a:lnTo>
                  <a:lnTo>
                    <a:pt x="0" y="580644"/>
                  </a:lnTo>
                  <a:lnTo>
                    <a:pt x="8515" y="620288"/>
                  </a:lnTo>
                  <a:lnTo>
                    <a:pt x="19050" y="640842"/>
                  </a:lnTo>
                  <a:lnTo>
                    <a:pt x="40385" y="627126"/>
                  </a:lnTo>
                  <a:close/>
                </a:path>
                <a:path w="1816100" h="699770">
                  <a:moveTo>
                    <a:pt x="25146" y="472440"/>
                  </a:moveTo>
                  <a:lnTo>
                    <a:pt x="25146" y="396240"/>
                  </a:lnTo>
                  <a:lnTo>
                    <a:pt x="0" y="396240"/>
                  </a:lnTo>
                  <a:lnTo>
                    <a:pt x="0" y="472440"/>
                  </a:lnTo>
                  <a:lnTo>
                    <a:pt x="25146" y="472440"/>
                  </a:lnTo>
                  <a:close/>
                </a:path>
                <a:path w="1816100" h="699770">
                  <a:moveTo>
                    <a:pt x="25146" y="371094"/>
                  </a:moveTo>
                  <a:lnTo>
                    <a:pt x="25146" y="294894"/>
                  </a:lnTo>
                  <a:lnTo>
                    <a:pt x="0" y="294894"/>
                  </a:lnTo>
                  <a:lnTo>
                    <a:pt x="0" y="371094"/>
                  </a:lnTo>
                  <a:lnTo>
                    <a:pt x="25146" y="371094"/>
                  </a:lnTo>
                  <a:close/>
                </a:path>
                <a:path w="1816100" h="699770">
                  <a:moveTo>
                    <a:pt x="25146" y="268986"/>
                  </a:moveTo>
                  <a:lnTo>
                    <a:pt x="25146" y="192786"/>
                  </a:lnTo>
                  <a:lnTo>
                    <a:pt x="0" y="192786"/>
                  </a:lnTo>
                  <a:lnTo>
                    <a:pt x="0" y="268986"/>
                  </a:lnTo>
                  <a:lnTo>
                    <a:pt x="25146" y="268986"/>
                  </a:lnTo>
                  <a:close/>
                </a:path>
                <a:path w="1816100" h="699770">
                  <a:moveTo>
                    <a:pt x="29717" y="95250"/>
                  </a:moveTo>
                  <a:lnTo>
                    <a:pt x="5333" y="89154"/>
                  </a:lnTo>
                  <a:lnTo>
                    <a:pt x="2285" y="99822"/>
                  </a:lnTo>
                  <a:lnTo>
                    <a:pt x="761" y="112013"/>
                  </a:lnTo>
                  <a:lnTo>
                    <a:pt x="0" y="118872"/>
                  </a:lnTo>
                  <a:lnTo>
                    <a:pt x="0" y="167640"/>
                  </a:lnTo>
                  <a:lnTo>
                    <a:pt x="25145" y="167640"/>
                  </a:lnTo>
                  <a:lnTo>
                    <a:pt x="25145" y="119634"/>
                  </a:lnTo>
                  <a:lnTo>
                    <a:pt x="25907" y="114300"/>
                  </a:lnTo>
                  <a:lnTo>
                    <a:pt x="27431" y="104394"/>
                  </a:lnTo>
                  <a:lnTo>
                    <a:pt x="29717" y="95250"/>
                  </a:lnTo>
                  <a:close/>
                </a:path>
                <a:path w="1816100" h="699770">
                  <a:moveTo>
                    <a:pt x="88391" y="32004"/>
                  </a:moveTo>
                  <a:lnTo>
                    <a:pt x="80009" y="8382"/>
                  </a:lnTo>
                  <a:lnTo>
                    <a:pt x="75437" y="9906"/>
                  </a:lnTo>
                  <a:lnTo>
                    <a:pt x="59453" y="18382"/>
                  </a:lnTo>
                  <a:lnTo>
                    <a:pt x="44757" y="28898"/>
                  </a:lnTo>
                  <a:lnTo>
                    <a:pt x="31686" y="41349"/>
                  </a:lnTo>
                  <a:lnTo>
                    <a:pt x="20573" y="55625"/>
                  </a:lnTo>
                  <a:lnTo>
                    <a:pt x="16763" y="62484"/>
                  </a:lnTo>
                  <a:lnTo>
                    <a:pt x="38100" y="75437"/>
                  </a:lnTo>
                  <a:lnTo>
                    <a:pt x="42671" y="68580"/>
                  </a:lnTo>
                  <a:lnTo>
                    <a:pt x="51758" y="57353"/>
                  </a:lnTo>
                  <a:lnTo>
                    <a:pt x="62155" y="47344"/>
                  </a:lnTo>
                  <a:lnTo>
                    <a:pt x="73859" y="38999"/>
                  </a:lnTo>
                  <a:lnTo>
                    <a:pt x="86867" y="32766"/>
                  </a:lnTo>
                  <a:lnTo>
                    <a:pt x="88391" y="32004"/>
                  </a:lnTo>
                  <a:close/>
                </a:path>
                <a:path w="1816100" h="699770">
                  <a:moveTo>
                    <a:pt x="185165" y="25146"/>
                  </a:moveTo>
                  <a:lnTo>
                    <a:pt x="185165" y="0"/>
                  </a:lnTo>
                  <a:lnTo>
                    <a:pt x="110489" y="126"/>
                  </a:lnTo>
                  <a:lnTo>
                    <a:pt x="106679" y="762"/>
                  </a:lnTo>
                  <a:lnTo>
                    <a:pt x="110489" y="25908"/>
                  </a:lnTo>
                  <a:lnTo>
                    <a:pt x="115061" y="25146"/>
                  </a:lnTo>
                  <a:lnTo>
                    <a:pt x="185165" y="25146"/>
                  </a:lnTo>
                  <a:close/>
                </a:path>
                <a:path w="1816100" h="699770">
                  <a:moveTo>
                    <a:pt x="286511" y="25146"/>
                  </a:moveTo>
                  <a:lnTo>
                    <a:pt x="286511" y="0"/>
                  </a:lnTo>
                  <a:lnTo>
                    <a:pt x="210311" y="0"/>
                  </a:lnTo>
                  <a:lnTo>
                    <a:pt x="210311" y="25146"/>
                  </a:lnTo>
                  <a:lnTo>
                    <a:pt x="286511" y="25146"/>
                  </a:lnTo>
                  <a:close/>
                </a:path>
                <a:path w="1816100" h="699770">
                  <a:moveTo>
                    <a:pt x="387857" y="25146"/>
                  </a:moveTo>
                  <a:lnTo>
                    <a:pt x="387857" y="0"/>
                  </a:lnTo>
                  <a:lnTo>
                    <a:pt x="311657" y="0"/>
                  </a:lnTo>
                  <a:lnTo>
                    <a:pt x="311657" y="25146"/>
                  </a:lnTo>
                  <a:lnTo>
                    <a:pt x="387857" y="25146"/>
                  </a:lnTo>
                  <a:close/>
                </a:path>
                <a:path w="1816100" h="699770">
                  <a:moveTo>
                    <a:pt x="489966" y="25146"/>
                  </a:moveTo>
                  <a:lnTo>
                    <a:pt x="489966" y="0"/>
                  </a:lnTo>
                  <a:lnTo>
                    <a:pt x="413766" y="0"/>
                  </a:lnTo>
                  <a:lnTo>
                    <a:pt x="413766" y="25146"/>
                  </a:lnTo>
                  <a:lnTo>
                    <a:pt x="489966" y="25146"/>
                  </a:lnTo>
                  <a:close/>
                </a:path>
                <a:path w="1816100" h="699770">
                  <a:moveTo>
                    <a:pt x="591311" y="25146"/>
                  </a:moveTo>
                  <a:lnTo>
                    <a:pt x="591311" y="0"/>
                  </a:lnTo>
                  <a:lnTo>
                    <a:pt x="515111" y="0"/>
                  </a:lnTo>
                  <a:lnTo>
                    <a:pt x="515111" y="25146"/>
                  </a:lnTo>
                  <a:lnTo>
                    <a:pt x="591311" y="25146"/>
                  </a:lnTo>
                  <a:close/>
                </a:path>
                <a:path w="1816100" h="699770">
                  <a:moveTo>
                    <a:pt x="692657" y="25146"/>
                  </a:moveTo>
                  <a:lnTo>
                    <a:pt x="692657" y="0"/>
                  </a:lnTo>
                  <a:lnTo>
                    <a:pt x="616457" y="0"/>
                  </a:lnTo>
                  <a:lnTo>
                    <a:pt x="616457" y="25146"/>
                  </a:lnTo>
                  <a:lnTo>
                    <a:pt x="692657" y="25146"/>
                  </a:lnTo>
                  <a:close/>
                </a:path>
                <a:path w="1816100" h="699770">
                  <a:moveTo>
                    <a:pt x="794766" y="25146"/>
                  </a:moveTo>
                  <a:lnTo>
                    <a:pt x="794766" y="0"/>
                  </a:lnTo>
                  <a:lnTo>
                    <a:pt x="718566" y="0"/>
                  </a:lnTo>
                  <a:lnTo>
                    <a:pt x="718566" y="25146"/>
                  </a:lnTo>
                  <a:lnTo>
                    <a:pt x="794766" y="25146"/>
                  </a:lnTo>
                  <a:close/>
                </a:path>
                <a:path w="1816100" h="699770">
                  <a:moveTo>
                    <a:pt x="896111" y="25146"/>
                  </a:moveTo>
                  <a:lnTo>
                    <a:pt x="896111" y="0"/>
                  </a:lnTo>
                  <a:lnTo>
                    <a:pt x="819911" y="0"/>
                  </a:lnTo>
                  <a:lnTo>
                    <a:pt x="819911" y="25146"/>
                  </a:lnTo>
                  <a:lnTo>
                    <a:pt x="896111" y="25146"/>
                  </a:lnTo>
                  <a:close/>
                </a:path>
                <a:path w="1816100" h="699770">
                  <a:moveTo>
                    <a:pt x="997458" y="25146"/>
                  </a:moveTo>
                  <a:lnTo>
                    <a:pt x="997458" y="0"/>
                  </a:lnTo>
                  <a:lnTo>
                    <a:pt x="921258" y="0"/>
                  </a:lnTo>
                  <a:lnTo>
                    <a:pt x="921258" y="25146"/>
                  </a:lnTo>
                  <a:lnTo>
                    <a:pt x="997458" y="25146"/>
                  </a:lnTo>
                  <a:close/>
                </a:path>
                <a:path w="1816100" h="699770">
                  <a:moveTo>
                    <a:pt x="1099566" y="25146"/>
                  </a:moveTo>
                  <a:lnTo>
                    <a:pt x="1099566" y="0"/>
                  </a:lnTo>
                  <a:lnTo>
                    <a:pt x="1023366" y="0"/>
                  </a:lnTo>
                  <a:lnTo>
                    <a:pt x="1023366" y="25146"/>
                  </a:lnTo>
                  <a:lnTo>
                    <a:pt x="1099566" y="25146"/>
                  </a:lnTo>
                  <a:close/>
                </a:path>
                <a:path w="1816100" h="699770">
                  <a:moveTo>
                    <a:pt x="1200911" y="25146"/>
                  </a:moveTo>
                  <a:lnTo>
                    <a:pt x="1200911" y="0"/>
                  </a:lnTo>
                  <a:lnTo>
                    <a:pt x="1124711" y="0"/>
                  </a:lnTo>
                  <a:lnTo>
                    <a:pt x="1124711" y="25146"/>
                  </a:lnTo>
                  <a:lnTo>
                    <a:pt x="1200911" y="25146"/>
                  </a:lnTo>
                  <a:close/>
                </a:path>
                <a:path w="1816100" h="699770">
                  <a:moveTo>
                    <a:pt x="1302258" y="25146"/>
                  </a:moveTo>
                  <a:lnTo>
                    <a:pt x="1302258" y="0"/>
                  </a:lnTo>
                  <a:lnTo>
                    <a:pt x="1226058" y="0"/>
                  </a:lnTo>
                  <a:lnTo>
                    <a:pt x="1226058" y="25146"/>
                  </a:lnTo>
                  <a:lnTo>
                    <a:pt x="1302258" y="25146"/>
                  </a:lnTo>
                  <a:close/>
                </a:path>
                <a:path w="1816100" h="699770">
                  <a:moveTo>
                    <a:pt x="1404366" y="25146"/>
                  </a:moveTo>
                  <a:lnTo>
                    <a:pt x="1404366" y="0"/>
                  </a:lnTo>
                  <a:lnTo>
                    <a:pt x="1328166" y="0"/>
                  </a:lnTo>
                  <a:lnTo>
                    <a:pt x="1328166" y="25146"/>
                  </a:lnTo>
                  <a:lnTo>
                    <a:pt x="1404366" y="25146"/>
                  </a:lnTo>
                  <a:close/>
                </a:path>
                <a:path w="1816100" h="699770">
                  <a:moveTo>
                    <a:pt x="1505711" y="25146"/>
                  </a:moveTo>
                  <a:lnTo>
                    <a:pt x="1505711" y="0"/>
                  </a:lnTo>
                  <a:lnTo>
                    <a:pt x="1429511" y="0"/>
                  </a:lnTo>
                  <a:lnTo>
                    <a:pt x="1429511" y="25146"/>
                  </a:lnTo>
                  <a:lnTo>
                    <a:pt x="1505711" y="25146"/>
                  </a:lnTo>
                  <a:close/>
                </a:path>
                <a:path w="1816100" h="699770">
                  <a:moveTo>
                    <a:pt x="1607058" y="25146"/>
                  </a:moveTo>
                  <a:lnTo>
                    <a:pt x="1607058" y="0"/>
                  </a:lnTo>
                  <a:lnTo>
                    <a:pt x="1530858" y="0"/>
                  </a:lnTo>
                  <a:lnTo>
                    <a:pt x="1530858" y="25146"/>
                  </a:lnTo>
                  <a:lnTo>
                    <a:pt x="1607058" y="25146"/>
                  </a:lnTo>
                  <a:close/>
                </a:path>
                <a:path w="1816100" h="699770">
                  <a:moveTo>
                    <a:pt x="1710689" y="1524"/>
                  </a:moveTo>
                  <a:lnTo>
                    <a:pt x="1703069" y="0"/>
                  </a:lnTo>
                  <a:lnTo>
                    <a:pt x="1632965" y="0"/>
                  </a:lnTo>
                  <a:lnTo>
                    <a:pt x="1632965" y="25146"/>
                  </a:lnTo>
                  <a:lnTo>
                    <a:pt x="1696212" y="25146"/>
                  </a:lnTo>
                  <a:lnTo>
                    <a:pt x="1706879" y="26670"/>
                  </a:lnTo>
                  <a:lnTo>
                    <a:pt x="1710689" y="1524"/>
                  </a:lnTo>
                  <a:close/>
                </a:path>
                <a:path w="1816100" h="699770">
                  <a:moveTo>
                    <a:pt x="1799843" y="63246"/>
                  </a:moveTo>
                  <a:lnTo>
                    <a:pt x="1769716" y="27817"/>
                  </a:lnTo>
                  <a:lnTo>
                    <a:pt x="1737360" y="8382"/>
                  </a:lnTo>
                  <a:lnTo>
                    <a:pt x="1728977" y="32766"/>
                  </a:lnTo>
                  <a:lnTo>
                    <a:pt x="1730502" y="32766"/>
                  </a:lnTo>
                  <a:lnTo>
                    <a:pt x="1744196" y="40516"/>
                  </a:lnTo>
                  <a:lnTo>
                    <a:pt x="1754724" y="48120"/>
                  </a:lnTo>
                  <a:lnTo>
                    <a:pt x="1763999" y="57190"/>
                  </a:lnTo>
                  <a:lnTo>
                    <a:pt x="1773936" y="69342"/>
                  </a:lnTo>
                  <a:lnTo>
                    <a:pt x="1778508" y="76962"/>
                  </a:lnTo>
                  <a:lnTo>
                    <a:pt x="1799843" y="63246"/>
                  </a:lnTo>
                  <a:close/>
                </a:path>
                <a:path w="1816100" h="699770">
                  <a:moveTo>
                    <a:pt x="1815846" y="169163"/>
                  </a:moveTo>
                  <a:lnTo>
                    <a:pt x="1815846" y="118110"/>
                  </a:lnTo>
                  <a:lnTo>
                    <a:pt x="1815084" y="111251"/>
                  </a:lnTo>
                  <a:lnTo>
                    <a:pt x="1813560" y="99060"/>
                  </a:lnTo>
                  <a:lnTo>
                    <a:pt x="1811274" y="90678"/>
                  </a:lnTo>
                  <a:lnTo>
                    <a:pt x="1786127" y="96774"/>
                  </a:lnTo>
                  <a:lnTo>
                    <a:pt x="1788414" y="105156"/>
                  </a:lnTo>
                  <a:lnTo>
                    <a:pt x="1789938" y="115062"/>
                  </a:lnTo>
                  <a:lnTo>
                    <a:pt x="1790700" y="119634"/>
                  </a:lnTo>
                  <a:lnTo>
                    <a:pt x="1790700" y="169163"/>
                  </a:lnTo>
                  <a:lnTo>
                    <a:pt x="1815846" y="169163"/>
                  </a:lnTo>
                  <a:close/>
                </a:path>
                <a:path w="1816100" h="699770">
                  <a:moveTo>
                    <a:pt x="1815846" y="271272"/>
                  </a:moveTo>
                  <a:lnTo>
                    <a:pt x="1815846" y="195072"/>
                  </a:lnTo>
                  <a:lnTo>
                    <a:pt x="1790700" y="195072"/>
                  </a:lnTo>
                  <a:lnTo>
                    <a:pt x="1790700" y="271272"/>
                  </a:lnTo>
                  <a:lnTo>
                    <a:pt x="1815846" y="271272"/>
                  </a:lnTo>
                  <a:close/>
                </a:path>
                <a:path w="1816100" h="699770">
                  <a:moveTo>
                    <a:pt x="1815846" y="372618"/>
                  </a:moveTo>
                  <a:lnTo>
                    <a:pt x="1815846" y="296418"/>
                  </a:lnTo>
                  <a:lnTo>
                    <a:pt x="1790700" y="296418"/>
                  </a:lnTo>
                  <a:lnTo>
                    <a:pt x="1790700" y="372618"/>
                  </a:lnTo>
                  <a:lnTo>
                    <a:pt x="1815846" y="372618"/>
                  </a:lnTo>
                  <a:close/>
                </a:path>
                <a:path w="1816100" h="699770">
                  <a:moveTo>
                    <a:pt x="1815846" y="473963"/>
                  </a:moveTo>
                  <a:lnTo>
                    <a:pt x="1815846" y="397763"/>
                  </a:lnTo>
                  <a:lnTo>
                    <a:pt x="1790700" y="397763"/>
                  </a:lnTo>
                  <a:lnTo>
                    <a:pt x="1790700" y="473963"/>
                  </a:lnTo>
                  <a:lnTo>
                    <a:pt x="1815846" y="473963"/>
                  </a:lnTo>
                  <a:close/>
                </a:path>
                <a:path w="1816100" h="699770">
                  <a:moveTo>
                    <a:pt x="1815846" y="576072"/>
                  </a:moveTo>
                  <a:lnTo>
                    <a:pt x="1815846" y="499872"/>
                  </a:lnTo>
                  <a:lnTo>
                    <a:pt x="1790700" y="499872"/>
                  </a:lnTo>
                  <a:lnTo>
                    <a:pt x="1790700" y="575310"/>
                  </a:lnTo>
                  <a:lnTo>
                    <a:pt x="1815846" y="576072"/>
                  </a:lnTo>
                  <a:close/>
                </a:path>
                <a:path w="1816100" h="699770">
                  <a:moveTo>
                    <a:pt x="1812036" y="604266"/>
                  </a:moveTo>
                  <a:lnTo>
                    <a:pt x="1787652" y="597408"/>
                  </a:lnTo>
                  <a:lnTo>
                    <a:pt x="1786127" y="604266"/>
                  </a:lnTo>
                  <a:lnTo>
                    <a:pt x="1780666" y="617636"/>
                  </a:lnTo>
                  <a:lnTo>
                    <a:pt x="1773335" y="630045"/>
                  </a:lnTo>
                  <a:lnTo>
                    <a:pt x="1764400" y="641375"/>
                  </a:lnTo>
                  <a:lnTo>
                    <a:pt x="1754124" y="651510"/>
                  </a:lnTo>
                  <a:lnTo>
                    <a:pt x="1751076" y="653034"/>
                  </a:lnTo>
                  <a:lnTo>
                    <a:pt x="1766315" y="673608"/>
                  </a:lnTo>
                  <a:lnTo>
                    <a:pt x="1795291" y="643370"/>
                  </a:lnTo>
                  <a:lnTo>
                    <a:pt x="1810512" y="610362"/>
                  </a:lnTo>
                  <a:lnTo>
                    <a:pt x="1812036" y="604266"/>
                  </a:lnTo>
                  <a:close/>
                </a:path>
                <a:path w="1816100" h="699770">
                  <a:moveTo>
                    <a:pt x="1742693" y="688086"/>
                  </a:moveTo>
                  <a:lnTo>
                    <a:pt x="1732026" y="665226"/>
                  </a:lnTo>
                  <a:lnTo>
                    <a:pt x="1728977" y="665988"/>
                  </a:lnTo>
                  <a:lnTo>
                    <a:pt x="1719908" y="669730"/>
                  </a:lnTo>
                  <a:lnTo>
                    <a:pt x="1710418" y="672222"/>
                  </a:lnTo>
                  <a:lnTo>
                    <a:pt x="1700683" y="673501"/>
                  </a:lnTo>
                  <a:lnTo>
                    <a:pt x="1662684" y="673608"/>
                  </a:lnTo>
                  <a:lnTo>
                    <a:pt x="1662684" y="699516"/>
                  </a:lnTo>
                  <a:lnTo>
                    <a:pt x="1690877" y="699516"/>
                  </a:lnTo>
                  <a:lnTo>
                    <a:pt x="1703762" y="698531"/>
                  </a:lnTo>
                  <a:lnTo>
                    <a:pt x="1716085" y="696725"/>
                  </a:lnTo>
                  <a:lnTo>
                    <a:pt x="1728188" y="693647"/>
                  </a:lnTo>
                  <a:lnTo>
                    <a:pt x="1740408" y="688848"/>
                  </a:lnTo>
                  <a:lnTo>
                    <a:pt x="1742693" y="688086"/>
                  </a:lnTo>
                  <a:close/>
                </a:path>
                <a:path w="1816100" h="699770">
                  <a:moveTo>
                    <a:pt x="1636776" y="699516"/>
                  </a:moveTo>
                  <a:lnTo>
                    <a:pt x="1636776" y="673608"/>
                  </a:lnTo>
                  <a:lnTo>
                    <a:pt x="1560575" y="673608"/>
                  </a:lnTo>
                  <a:lnTo>
                    <a:pt x="1560575" y="699516"/>
                  </a:lnTo>
                  <a:lnTo>
                    <a:pt x="1636776" y="699516"/>
                  </a:lnTo>
                  <a:close/>
                </a:path>
                <a:path w="1816100" h="699770">
                  <a:moveTo>
                    <a:pt x="1535430" y="699516"/>
                  </a:moveTo>
                  <a:lnTo>
                    <a:pt x="1535430" y="673608"/>
                  </a:lnTo>
                  <a:lnTo>
                    <a:pt x="1459230" y="673608"/>
                  </a:lnTo>
                  <a:lnTo>
                    <a:pt x="1459230" y="699516"/>
                  </a:lnTo>
                  <a:lnTo>
                    <a:pt x="1535430" y="699516"/>
                  </a:lnTo>
                  <a:close/>
                </a:path>
                <a:path w="1816100" h="699770">
                  <a:moveTo>
                    <a:pt x="1434084" y="699516"/>
                  </a:moveTo>
                  <a:lnTo>
                    <a:pt x="1434084" y="673608"/>
                  </a:lnTo>
                  <a:lnTo>
                    <a:pt x="1357884" y="673608"/>
                  </a:lnTo>
                  <a:lnTo>
                    <a:pt x="1357884" y="699516"/>
                  </a:lnTo>
                  <a:lnTo>
                    <a:pt x="1434084" y="699516"/>
                  </a:lnTo>
                  <a:close/>
                </a:path>
                <a:path w="1816100" h="699770">
                  <a:moveTo>
                    <a:pt x="1331975" y="699516"/>
                  </a:moveTo>
                  <a:lnTo>
                    <a:pt x="1331975" y="673608"/>
                  </a:lnTo>
                  <a:lnTo>
                    <a:pt x="1255775" y="673608"/>
                  </a:lnTo>
                  <a:lnTo>
                    <a:pt x="1255775" y="699516"/>
                  </a:lnTo>
                  <a:lnTo>
                    <a:pt x="1331975" y="699516"/>
                  </a:lnTo>
                  <a:close/>
                </a:path>
                <a:path w="1816100" h="699770">
                  <a:moveTo>
                    <a:pt x="1230630" y="699516"/>
                  </a:moveTo>
                  <a:lnTo>
                    <a:pt x="1230630" y="673608"/>
                  </a:lnTo>
                  <a:lnTo>
                    <a:pt x="1154430" y="673608"/>
                  </a:lnTo>
                  <a:lnTo>
                    <a:pt x="1154430" y="699516"/>
                  </a:lnTo>
                  <a:lnTo>
                    <a:pt x="1230630" y="699516"/>
                  </a:lnTo>
                  <a:close/>
                </a:path>
                <a:path w="1816100" h="699770">
                  <a:moveTo>
                    <a:pt x="1129284" y="699516"/>
                  </a:moveTo>
                  <a:lnTo>
                    <a:pt x="1129284" y="673608"/>
                  </a:lnTo>
                  <a:lnTo>
                    <a:pt x="1053084" y="673608"/>
                  </a:lnTo>
                  <a:lnTo>
                    <a:pt x="1053084" y="699516"/>
                  </a:lnTo>
                  <a:lnTo>
                    <a:pt x="1129284" y="699516"/>
                  </a:lnTo>
                  <a:close/>
                </a:path>
                <a:path w="1816100" h="699770">
                  <a:moveTo>
                    <a:pt x="1027175" y="699516"/>
                  </a:moveTo>
                  <a:lnTo>
                    <a:pt x="1027175" y="673608"/>
                  </a:lnTo>
                  <a:lnTo>
                    <a:pt x="950975" y="673608"/>
                  </a:lnTo>
                  <a:lnTo>
                    <a:pt x="950975" y="699516"/>
                  </a:lnTo>
                  <a:lnTo>
                    <a:pt x="1027175" y="699516"/>
                  </a:lnTo>
                  <a:close/>
                </a:path>
                <a:path w="1816100" h="699770">
                  <a:moveTo>
                    <a:pt x="925829" y="699516"/>
                  </a:moveTo>
                  <a:lnTo>
                    <a:pt x="925829" y="673608"/>
                  </a:lnTo>
                  <a:lnTo>
                    <a:pt x="849629" y="673608"/>
                  </a:lnTo>
                  <a:lnTo>
                    <a:pt x="849629" y="699516"/>
                  </a:lnTo>
                  <a:lnTo>
                    <a:pt x="925829" y="699516"/>
                  </a:lnTo>
                  <a:close/>
                </a:path>
                <a:path w="1816100" h="699770">
                  <a:moveTo>
                    <a:pt x="824484" y="699516"/>
                  </a:moveTo>
                  <a:lnTo>
                    <a:pt x="824484" y="673608"/>
                  </a:lnTo>
                  <a:lnTo>
                    <a:pt x="748284" y="673608"/>
                  </a:lnTo>
                  <a:lnTo>
                    <a:pt x="748284" y="699516"/>
                  </a:lnTo>
                  <a:lnTo>
                    <a:pt x="824484" y="699516"/>
                  </a:lnTo>
                  <a:close/>
                </a:path>
                <a:path w="1816100" h="699770">
                  <a:moveTo>
                    <a:pt x="722376" y="699516"/>
                  </a:moveTo>
                  <a:lnTo>
                    <a:pt x="722376" y="673608"/>
                  </a:lnTo>
                  <a:lnTo>
                    <a:pt x="646176" y="673608"/>
                  </a:lnTo>
                  <a:lnTo>
                    <a:pt x="646176" y="699516"/>
                  </a:lnTo>
                  <a:lnTo>
                    <a:pt x="722376" y="699516"/>
                  </a:lnTo>
                  <a:close/>
                </a:path>
                <a:path w="1816100" h="699770">
                  <a:moveTo>
                    <a:pt x="621029" y="699516"/>
                  </a:moveTo>
                  <a:lnTo>
                    <a:pt x="621029" y="673608"/>
                  </a:lnTo>
                  <a:lnTo>
                    <a:pt x="544829" y="673608"/>
                  </a:lnTo>
                  <a:lnTo>
                    <a:pt x="544829" y="699516"/>
                  </a:lnTo>
                  <a:lnTo>
                    <a:pt x="621029" y="699516"/>
                  </a:lnTo>
                  <a:close/>
                </a:path>
                <a:path w="1816100" h="699770">
                  <a:moveTo>
                    <a:pt x="519683" y="699516"/>
                  </a:moveTo>
                  <a:lnTo>
                    <a:pt x="519683" y="673608"/>
                  </a:lnTo>
                  <a:lnTo>
                    <a:pt x="443483" y="673608"/>
                  </a:lnTo>
                  <a:lnTo>
                    <a:pt x="443483" y="699516"/>
                  </a:lnTo>
                  <a:lnTo>
                    <a:pt x="519683" y="699516"/>
                  </a:lnTo>
                  <a:close/>
                </a:path>
                <a:path w="1816100" h="699770">
                  <a:moveTo>
                    <a:pt x="417575" y="699516"/>
                  </a:moveTo>
                  <a:lnTo>
                    <a:pt x="417575" y="673608"/>
                  </a:lnTo>
                  <a:lnTo>
                    <a:pt x="341375" y="673608"/>
                  </a:lnTo>
                  <a:lnTo>
                    <a:pt x="341375" y="699516"/>
                  </a:lnTo>
                  <a:lnTo>
                    <a:pt x="417575" y="699516"/>
                  </a:lnTo>
                  <a:close/>
                </a:path>
                <a:path w="1816100" h="699770">
                  <a:moveTo>
                    <a:pt x="316229" y="699516"/>
                  </a:moveTo>
                  <a:lnTo>
                    <a:pt x="316229" y="673608"/>
                  </a:lnTo>
                  <a:lnTo>
                    <a:pt x="240029" y="673608"/>
                  </a:lnTo>
                  <a:lnTo>
                    <a:pt x="240029" y="699516"/>
                  </a:lnTo>
                  <a:lnTo>
                    <a:pt x="316229" y="699516"/>
                  </a:lnTo>
                  <a:close/>
                </a:path>
                <a:path w="1816100" h="699770">
                  <a:moveTo>
                    <a:pt x="214883" y="699516"/>
                  </a:moveTo>
                  <a:lnTo>
                    <a:pt x="214883" y="673608"/>
                  </a:lnTo>
                  <a:lnTo>
                    <a:pt x="138683" y="673608"/>
                  </a:lnTo>
                  <a:lnTo>
                    <a:pt x="138683" y="699516"/>
                  </a:lnTo>
                  <a:lnTo>
                    <a:pt x="214883" y="699516"/>
                  </a:lnTo>
                  <a:close/>
                </a:path>
                <a:path w="1816100" h="699770">
                  <a:moveTo>
                    <a:pt x="115061" y="673608"/>
                  </a:moveTo>
                  <a:lnTo>
                    <a:pt x="70168" y="657711"/>
                  </a:lnTo>
                  <a:lnTo>
                    <a:pt x="54101" y="644651"/>
                  </a:lnTo>
                  <a:lnTo>
                    <a:pt x="37337" y="662940"/>
                  </a:lnTo>
                  <a:lnTo>
                    <a:pt x="71575" y="687262"/>
                  </a:lnTo>
                  <a:lnTo>
                    <a:pt x="111251" y="698754"/>
                  </a:lnTo>
                  <a:lnTo>
                    <a:pt x="115061" y="67360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8167" y="604520"/>
            <a:ext cx="686180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Cloud</a:t>
            </a:r>
            <a:r>
              <a:rPr spc="-110" dirty="0"/>
              <a:t> </a:t>
            </a:r>
            <a:r>
              <a:rPr dirty="0"/>
              <a:t>Service</a:t>
            </a:r>
            <a:r>
              <a:rPr spc="-105" dirty="0"/>
              <a:t> </a:t>
            </a:r>
            <a:r>
              <a:rPr dirty="0"/>
              <a:t>Layers</a:t>
            </a:r>
            <a:r>
              <a:rPr spc="-105" dirty="0"/>
              <a:t> </a:t>
            </a:r>
            <a:r>
              <a:rPr dirty="0"/>
              <a:t>in</a:t>
            </a:r>
            <a:r>
              <a:rPr spc="-105" dirty="0"/>
              <a:t> </a:t>
            </a:r>
            <a:r>
              <a:rPr spc="-25" dirty="0"/>
              <a:t>the</a:t>
            </a:r>
          </a:p>
        </p:txBody>
      </p:sp>
      <p:sp>
        <p:nvSpPr>
          <p:cNvPr id="295" name="object 29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198346" y="1275054"/>
            <a:ext cx="36607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solidFill>
                  <a:srgbClr val="C41230"/>
                </a:solidFill>
                <a:latin typeface="Arial MT"/>
                <a:cs typeface="Arial MT"/>
              </a:rPr>
              <a:t>Service</a:t>
            </a:r>
            <a:r>
              <a:rPr sz="4400" spc="-150" dirty="0">
                <a:solidFill>
                  <a:srgbClr val="C41230"/>
                </a:solidFill>
                <a:latin typeface="Arial MT"/>
                <a:cs typeface="Arial MT"/>
              </a:rPr>
              <a:t> </a:t>
            </a:r>
            <a:r>
              <a:rPr sz="4400" spc="-10" dirty="0">
                <a:solidFill>
                  <a:srgbClr val="C41230"/>
                </a:solidFill>
                <a:latin typeface="Arial MT"/>
                <a:cs typeface="Arial MT"/>
              </a:rPr>
              <a:t>Levels</a:t>
            </a:r>
            <a:endParaRPr sz="4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38427" y="3845051"/>
            <a:ext cx="1305560" cy="2104390"/>
            <a:chOff x="1138427" y="3845051"/>
            <a:chExt cx="1305560" cy="21043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5942838"/>
              <a:ext cx="1223771" cy="76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5656325"/>
              <a:ext cx="71628" cy="28727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38428" y="5651754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5" y="4572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80"/>
                  </a:lnTo>
                  <a:lnTo>
                    <a:pt x="4571" y="297180"/>
                  </a:lnTo>
                  <a:lnTo>
                    <a:pt x="4571" y="71627"/>
                  </a:lnTo>
                  <a:lnTo>
                    <a:pt x="9905" y="71627"/>
                  </a:lnTo>
                  <a:lnTo>
                    <a:pt x="76962" y="4572"/>
                  </a:lnTo>
                  <a:lnTo>
                    <a:pt x="1293875" y="4572"/>
                  </a:lnTo>
                  <a:lnTo>
                    <a:pt x="1296924" y="1523"/>
                  </a:lnTo>
                  <a:lnTo>
                    <a:pt x="1299945" y="4545"/>
                  </a:lnTo>
                  <a:lnTo>
                    <a:pt x="1305305" y="4572"/>
                  </a:lnTo>
                  <a:close/>
                </a:path>
                <a:path w="1305560" h="297179">
                  <a:moveTo>
                    <a:pt x="9905" y="71628"/>
                  </a:moveTo>
                  <a:lnTo>
                    <a:pt x="4571" y="71627"/>
                  </a:lnTo>
                  <a:lnTo>
                    <a:pt x="4571" y="76962"/>
                  </a:lnTo>
                  <a:lnTo>
                    <a:pt x="9905" y="71628"/>
                  </a:lnTo>
                  <a:close/>
                </a:path>
                <a:path w="1305560" h="297179">
                  <a:moveTo>
                    <a:pt x="1235963" y="291846"/>
                  </a:moveTo>
                  <a:lnTo>
                    <a:pt x="4571" y="291846"/>
                  </a:lnTo>
                  <a:lnTo>
                    <a:pt x="4571" y="297180"/>
                  </a:lnTo>
                  <a:lnTo>
                    <a:pt x="1230629" y="297179"/>
                  </a:lnTo>
                  <a:lnTo>
                    <a:pt x="1235963" y="291846"/>
                  </a:lnTo>
                  <a:close/>
                </a:path>
                <a:path w="1305560" h="297179">
                  <a:moveTo>
                    <a:pt x="1303781" y="224027"/>
                  </a:moveTo>
                  <a:lnTo>
                    <a:pt x="1303781" y="8381"/>
                  </a:lnTo>
                  <a:lnTo>
                    <a:pt x="1299945" y="12218"/>
                  </a:lnTo>
                  <a:lnTo>
                    <a:pt x="1299209" y="220980"/>
                  </a:lnTo>
                  <a:lnTo>
                    <a:pt x="1229105" y="291084"/>
                  </a:lnTo>
                  <a:lnTo>
                    <a:pt x="76962" y="291804"/>
                  </a:lnTo>
                  <a:lnTo>
                    <a:pt x="1235963" y="291846"/>
                  </a:lnTo>
                  <a:lnTo>
                    <a:pt x="1303781" y="224027"/>
                  </a:lnTo>
                  <a:close/>
                </a:path>
                <a:path w="1305560" h="297179">
                  <a:moveTo>
                    <a:pt x="1299945" y="4572"/>
                  </a:moveTo>
                  <a:lnTo>
                    <a:pt x="1299209" y="3809"/>
                  </a:lnTo>
                  <a:lnTo>
                    <a:pt x="1296924" y="1523"/>
                  </a:lnTo>
                  <a:lnTo>
                    <a:pt x="1293875" y="4572"/>
                  </a:lnTo>
                  <a:lnTo>
                    <a:pt x="1299945" y="4572"/>
                  </a:lnTo>
                  <a:close/>
                </a:path>
                <a:path w="1305560" h="297179">
                  <a:moveTo>
                    <a:pt x="1305305" y="222503"/>
                  </a:moveTo>
                  <a:lnTo>
                    <a:pt x="1305305" y="4572"/>
                  </a:lnTo>
                  <a:lnTo>
                    <a:pt x="1299945" y="4572"/>
                  </a:lnTo>
                  <a:lnTo>
                    <a:pt x="1303781" y="8381"/>
                  </a:lnTo>
                  <a:lnTo>
                    <a:pt x="1303781" y="224027"/>
                  </a:lnTo>
                  <a:lnTo>
                    <a:pt x="1305305" y="222503"/>
                  </a:lnTo>
                  <a:close/>
                </a:path>
                <a:path w="1305560" h="297179">
                  <a:moveTo>
                    <a:pt x="1303781" y="8381"/>
                  </a:moveTo>
                  <a:lnTo>
                    <a:pt x="1299945" y="4545"/>
                  </a:lnTo>
                  <a:lnTo>
                    <a:pt x="1299945" y="12192"/>
                  </a:lnTo>
                  <a:lnTo>
                    <a:pt x="1303781" y="838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2999" y="5728715"/>
              <a:ext cx="1223772" cy="21488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5656325"/>
              <a:ext cx="71627" cy="2872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5656325"/>
              <a:ext cx="1295400" cy="7238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38427" y="5651753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1627"/>
                  </a:lnTo>
                  <a:lnTo>
                    <a:pt x="16764" y="71627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764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5" y="76962"/>
                  </a:lnTo>
                  <a:lnTo>
                    <a:pt x="9905" y="78486"/>
                  </a:lnTo>
                  <a:lnTo>
                    <a:pt x="16764" y="71627"/>
                  </a:lnTo>
                  <a:close/>
                </a:path>
                <a:path w="1305560" h="297179">
                  <a:moveTo>
                    <a:pt x="9905" y="287273"/>
                  </a:moveTo>
                  <a:lnTo>
                    <a:pt x="9905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5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5" y="291845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5" y="291845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5" y="78486"/>
                  </a:moveTo>
                  <a:lnTo>
                    <a:pt x="9905" y="76962"/>
                  </a:lnTo>
                  <a:lnTo>
                    <a:pt x="8382" y="80009"/>
                  </a:lnTo>
                  <a:lnTo>
                    <a:pt x="9905" y="78486"/>
                  </a:lnTo>
                  <a:close/>
                </a:path>
                <a:path w="1305560" h="297179">
                  <a:moveTo>
                    <a:pt x="1226820" y="71628"/>
                  </a:moveTo>
                  <a:lnTo>
                    <a:pt x="16764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820" y="71628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1627"/>
                  </a:moveTo>
                  <a:lnTo>
                    <a:pt x="1226820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820" y="71628"/>
                  </a:lnTo>
                  <a:lnTo>
                    <a:pt x="1228344" y="71627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4571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4571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5718810"/>
              <a:ext cx="1223772" cy="76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5432297"/>
              <a:ext cx="71628" cy="28727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38428" y="5427725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5" y="4572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7"/>
                  </a:lnTo>
                  <a:lnTo>
                    <a:pt x="9144" y="71627"/>
                  </a:lnTo>
                  <a:lnTo>
                    <a:pt x="76200" y="4572"/>
                  </a:lnTo>
                  <a:lnTo>
                    <a:pt x="1293875" y="4572"/>
                  </a:lnTo>
                  <a:lnTo>
                    <a:pt x="1296924" y="1523"/>
                  </a:lnTo>
                  <a:lnTo>
                    <a:pt x="1299945" y="4545"/>
                  </a:lnTo>
                  <a:lnTo>
                    <a:pt x="1305305" y="4572"/>
                  </a:lnTo>
                  <a:close/>
                </a:path>
                <a:path w="1305560" h="296545">
                  <a:moveTo>
                    <a:pt x="9144" y="71627"/>
                  </a:moveTo>
                  <a:lnTo>
                    <a:pt x="4571" y="71627"/>
                  </a:lnTo>
                  <a:lnTo>
                    <a:pt x="4571" y="76200"/>
                  </a:lnTo>
                  <a:lnTo>
                    <a:pt x="9144" y="71627"/>
                  </a:lnTo>
                  <a:close/>
                </a:path>
                <a:path w="1305560" h="296545">
                  <a:moveTo>
                    <a:pt x="1235249" y="291846"/>
                  </a:moveTo>
                  <a:lnTo>
                    <a:pt x="4571" y="291846"/>
                  </a:lnTo>
                  <a:lnTo>
                    <a:pt x="4571" y="296418"/>
                  </a:lnTo>
                  <a:lnTo>
                    <a:pt x="1230629" y="296417"/>
                  </a:lnTo>
                  <a:lnTo>
                    <a:pt x="1235249" y="291846"/>
                  </a:lnTo>
                  <a:close/>
                </a:path>
                <a:path w="1305560" h="296545">
                  <a:moveTo>
                    <a:pt x="1303781" y="224012"/>
                  </a:moveTo>
                  <a:lnTo>
                    <a:pt x="1303781" y="8381"/>
                  </a:lnTo>
                  <a:lnTo>
                    <a:pt x="1299945" y="12218"/>
                  </a:lnTo>
                  <a:lnTo>
                    <a:pt x="1299209" y="220979"/>
                  </a:lnTo>
                  <a:lnTo>
                    <a:pt x="1229105" y="291084"/>
                  </a:lnTo>
                  <a:lnTo>
                    <a:pt x="76199" y="291804"/>
                  </a:lnTo>
                  <a:lnTo>
                    <a:pt x="1235249" y="291846"/>
                  </a:lnTo>
                  <a:lnTo>
                    <a:pt x="1303781" y="224012"/>
                  </a:lnTo>
                  <a:close/>
                </a:path>
                <a:path w="1305560" h="296545">
                  <a:moveTo>
                    <a:pt x="1299945" y="4572"/>
                  </a:moveTo>
                  <a:lnTo>
                    <a:pt x="1299209" y="3809"/>
                  </a:lnTo>
                  <a:lnTo>
                    <a:pt x="1296924" y="1523"/>
                  </a:lnTo>
                  <a:lnTo>
                    <a:pt x="1293875" y="4572"/>
                  </a:lnTo>
                  <a:lnTo>
                    <a:pt x="1299945" y="4572"/>
                  </a:lnTo>
                  <a:close/>
                </a:path>
                <a:path w="1305560" h="296545">
                  <a:moveTo>
                    <a:pt x="1305305" y="222503"/>
                  </a:moveTo>
                  <a:lnTo>
                    <a:pt x="1305305" y="4572"/>
                  </a:lnTo>
                  <a:lnTo>
                    <a:pt x="1299945" y="4572"/>
                  </a:lnTo>
                  <a:lnTo>
                    <a:pt x="1303781" y="8381"/>
                  </a:lnTo>
                  <a:lnTo>
                    <a:pt x="1303781" y="224012"/>
                  </a:lnTo>
                  <a:lnTo>
                    <a:pt x="1305305" y="222503"/>
                  </a:lnTo>
                  <a:close/>
                </a:path>
                <a:path w="1305560" h="296545">
                  <a:moveTo>
                    <a:pt x="1303781" y="8381"/>
                  </a:moveTo>
                  <a:lnTo>
                    <a:pt x="1299945" y="4545"/>
                  </a:lnTo>
                  <a:lnTo>
                    <a:pt x="1299945" y="12191"/>
                  </a:lnTo>
                  <a:lnTo>
                    <a:pt x="1303781" y="838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5503925"/>
              <a:ext cx="1223772" cy="21564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66772" y="5432297"/>
              <a:ext cx="71627" cy="2872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5432297"/>
              <a:ext cx="1295400" cy="7162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138427" y="5427725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764" y="71627"/>
                  </a:lnTo>
                  <a:lnTo>
                    <a:pt x="76962" y="11429"/>
                  </a:lnTo>
                  <a:lnTo>
                    <a:pt x="76962" y="9143"/>
                  </a:lnTo>
                  <a:lnTo>
                    <a:pt x="80010" y="8381"/>
                  </a:lnTo>
                  <a:lnTo>
                    <a:pt x="80010" y="9143"/>
                  </a:lnTo>
                  <a:lnTo>
                    <a:pt x="1289304" y="9143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12"/>
                  </a:lnTo>
                  <a:lnTo>
                    <a:pt x="1305306" y="222503"/>
                  </a:lnTo>
                  <a:close/>
                </a:path>
                <a:path w="1305560" h="296545">
                  <a:moveTo>
                    <a:pt x="16764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85"/>
                  </a:lnTo>
                  <a:lnTo>
                    <a:pt x="16764" y="71627"/>
                  </a:lnTo>
                  <a:close/>
                </a:path>
                <a:path w="1305560" h="296545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6545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60" h="296545">
                  <a:moveTo>
                    <a:pt x="9906" y="78485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6545">
                  <a:moveTo>
                    <a:pt x="1226820" y="71628"/>
                  </a:moveTo>
                  <a:lnTo>
                    <a:pt x="16764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20" y="71628"/>
                  </a:lnTo>
                  <a:close/>
                </a:path>
                <a:path w="1305560" h="296545">
                  <a:moveTo>
                    <a:pt x="80010" y="8381"/>
                  </a:moveTo>
                  <a:lnTo>
                    <a:pt x="76962" y="9143"/>
                  </a:lnTo>
                  <a:lnTo>
                    <a:pt x="79247" y="9143"/>
                  </a:lnTo>
                  <a:lnTo>
                    <a:pt x="80010" y="8381"/>
                  </a:lnTo>
                  <a:close/>
                </a:path>
                <a:path w="1305560" h="296545">
                  <a:moveTo>
                    <a:pt x="79247" y="9144"/>
                  </a:moveTo>
                  <a:lnTo>
                    <a:pt x="76962" y="9143"/>
                  </a:lnTo>
                  <a:lnTo>
                    <a:pt x="76962" y="11429"/>
                  </a:lnTo>
                  <a:lnTo>
                    <a:pt x="79247" y="9144"/>
                  </a:lnTo>
                  <a:close/>
                </a:path>
                <a:path w="1305560" h="296545">
                  <a:moveTo>
                    <a:pt x="80010" y="9143"/>
                  </a:moveTo>
                  <a:lnTo>
                    <a:pt x="80010" y="8381"/>
                  </a:lnTo>
                  <a:lnTo>
                    <a:pt x="79247" y="9144"/>
                  </a:lnTo>
                  <a:lnTo>
                    <a:pt x="80010" y="9143"/>
                  </a:lnTo>
                  <a:close/>
                </a:path>
                <a:path w="1305560" h="296545">
                  <a:moveTo>
                    <a:pt x="1232916" y="79247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6545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6545">
                  <a:moveTo>
                    <a:pt x="1232916" y="294155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55"/>
                  </a:lnTo>
                  <a:close/>
                </a:path>
                <a:path w="1305560" h="296545">
                  <a:moveTo>
                    <a:pt x="1228344" y="71627"/>
                  </a:moveTo>
                  <a:lnTo>
                    <a:pt x="1226820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60" h="296545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6545">
                  <a:moveTo>
                    <a:pt x="1299972" y="12191"/>
                  </a:moveTo>
                  <a:lnTo>
                    <a:pt x="1299972" y="9143"/>
                  </a:lnTo>
                  <a:lnTo>
                    <a:pt x="1289304" y="9143"/>
                  </a:lnTo>
                  <a:lnTo>
                    <a:pt x="1226820" y="71628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6545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55"/>
                  </a:lnTo>
                  <a:lnTo>
                    <a:pt x="1295400" y="232308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6545">
                  <a:moveTo>
                    <a:pt x="1303782" y="8381"/>
                  </a:moveTo>
                  <a:lnTo>
                    <a:pt x="1296924" y="1523"/>
                  </a:lnTo>
                  <a:lnTo>
                    <a:pt x="1289304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60" h="296545">
                  <a:moveTo>
                    <a:pt x="1303782" y="224012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00"/>
                  </a:lnTo>
                  <a:lnTo>
                    <a:pt x="1303782" y="224012"/>
                  </a:lnTo>
                  <a:close/>
                </a:path>
                <a:path w="1305560" h="296545">
                  <a:moveTo>
                    <a:pt x="1296924" y="230800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308"/>
                  </a:lnTo>
                  <a:lnTo>
                    <a:pt x="1296924" y="230800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5485638"/>
              <a:ext cx="1223772" cy="76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5199125"/>
              <a:ext cx="71628" cy="28727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138428" y="5194553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5" y="4572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80"/>
                  </a:lnTo>
                  <a:lnTo>
                    <a:pt x="4571" y="297180"/>
                  </a:lnTo>
                  <a:lnTo>
                    <a:pt x="4571" y="71627"/>
                  </a:lnTo>
                  <a:lnTo>
                    <a:pt x="9905" y="71627"/>
                  </a:lnTo>
                  <a:lnTo>
                    <a:pt x="76962" y="4572"/>
                  </a:lnTo>
                  <a:lnTo>
                    <a:pt x="1293875" y="4572"/>
                  </a:lnTo>
                  <a:lnTo>
                    <a:pt x="1296924" y="1523"/>
                  </a:lnTo>
                  <a:lnTo>
                    <a:pt x="1299945" y="4545"/>
                  </a:lnTo>
                  <a:lnTo>
                    <a:pt x="1305305" y="4572"/>
                  </a:lnTo>
                  <a:close/>
                </a:path>
                <a:path w="1305560" h="297179">
                  <a:moveTo>
                    <a:pt x="9905" y="71628"/>
                  </a:moveTo>
                  <a:lnTo>
                    <a:pt x="4571" y="71627"/>
                  </a:lnTo>
                  <a:lnTo>
                    <a:pt x="4571" y="76962"/>
                  </a:lnTo>
                  <a:lnTo>
                    <a:pt x="9905" y="71628"/>
                  </a:lnTo>
                  <a:close/>
                </a:path>
                <a:path w="1305560" h="297179">
                  <a:moveTo>
                    <a:pt x="1235963" y="291846"/>
                  </a:moveTo>
                  <a:lnTo>
                    <a:pt x="4571" y="291846"/>
                  </a:lnTo>
                  <a:lnTo>
                    <a:pt x="4571" y="297180"/>
                  </a:lnTo>
                  <a:lnTo>
                    <a:pt x="1230629" y="297179"/>
                  </a:lnTo>
                  <a:lnTo>
                    <a:pt x="1235963" y="291846"/>
                  </a:lnTo>
                  <a:close/>
                </a:path>
                <a:path w="1305560" h="297179">
                  <a:moveTo>
                    <a:pt x="1303781" y="224027"/>
                  </a:moveTo>
                  <a:lnTo>
                    <a:pt x="1303781" y="8381"/>
                  </a:lnTo>
                  <a:lnTo>
                    <a:pt x="1299945" y="12218"/>
                  </a:lnTo>
                  <a:lnTo>
                    <a:pt x="1299209" y="220980"/>
                  </a:lnTo>
                  <a:lnTo>
                    <a:pt x="1229105" y="291084"/>
                  </a:lnTo>
                  <a:lnTo>
                    <a:pt x="76962" y="291804"/>
                  </a:lnTo>
                  <a:lnTo>
                    <a:pt x="1235963" y="291846"/>
                  </a:lnTo>
                  <a:lnTo>
                    <a:pt x="1303781" y="224027"/>
                  </a:lnTo>
                  <a:close/>
                </a:path>
                <a:path w="1305560" h="297179">
                  <a:moveTo>
                    <a:pt x="1299945" y="4572"/>
                  </a:moveTo>
                  <a:lnTo>
                    <a:pt x="1299209" y="3809"/>
                  </a:lnTo>
                  <a:lnTo>
                    <a:pt x="1296924" y="1523"/>
                  </a:lnTo>
                  <a:lnTo>
                    <a:pt x="1293875" y="4572"/>
                  </a:lnTo>
                  <a:lnTo>
                    <a:pt x="1299945" y="4572"/>
                  </a:lnTo>
                  <a:close/>
                </a:path>
                <a:path w="1305560" h="297179">
                  <a:moveTo>
                    <a:pt x="1305305" y="222503"/>
                  </a:moveTo>
                  <a:lnTo>
                    <a:pt x="1305305" y="4572"/>
                  </a:lnTo>
                  <a:lnTo>
                    <a:pt x="1299945" y="4572"/>
                  </a:lnTo>
                  <a:lnTo>
                    <a:pt x="1303781" y="8381"/>
                  </a:lnTo>
                  <a:lnTo>
                    <a:pt x="1303781" y="224027"/>
                  </a:lnTo>
                  <a:lnTo>
                    <a:pt x="1305305" y="222503"/>
                  </a:lnTo>
                  <a:close/>
                </a:path>
                <a:path w="1305560" h="297179">
                  <a:moveTo>
                    <a:pt x="1303781" y="8381"/>
                  </a:moveTo>
                  <a:lnTo>
                    <a:pt x="1299945" y="4545"/>
                  </a:lnTo>
                  <a:lnTo>
                    <a:pt x="1299945" y="12191"/>
                  </a:lnTo>
                  <a:lnTo>
                    <a:pt x="1303781" y="838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2999" y="5271515"/>
              <a:ext cx="1223772" cy="21488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772" y="5199125"/>
              <a:ext cx="71627" cy="28727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5199125"/>
              <a:ext cx="1295400" cy="7238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138427" y="5194553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1627"/>
                  </a:lnTo>
                  <a:lnTo>
                    <a:pt x="16764" y="71627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764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5" y="76962"/>
                  </a:lnTo>
                  <a:lnTo>
                    <a:pt x="9905" y="78486"/>
                  </a:lnTo>
                  <a:lnTo>
                    <a:pt x="16764" y="71627"/>
                  </a:lnTo>
                  <a:close/>
                </a:path>
                <a:path w="1305560" h="297179">
                  <a:moveTo>
                    <a:pt x="9905" y="287273"/>
                  </a:moveTo>
                  <a:lnTo>
                    <a:pt x="9905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5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5" y="291845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5" y="291845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5" y="78486"/>
                  </a:moveTo>
                  <a:lnTo>
                    <a:pt x="9905" y="76962"/>
                  </a:lnTo>
                  <a:lnTo>
                    <a:pt x="8382" y="80009"/>
                  </a:lnTo>
                  <a:lnTo>
                    <a:pt x="9905" y="78486"/>
                  </a:lnTo>
                  <a:close/>
                </a:path>
                <a:path w="1305560" h="297179">
                  <a:moveTo>
                    <a:pt x="1226820" y="71628"/>
                  </a:moveTo>
                  <a:lnTo>
                    <a:pt x="16764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820" y="71628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1627"/>
                  </a:moveTo>
                  <a:lnTo>
                    <a:pt x="1226820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820" y="71628"/>
                  </a:lnTo>
                  <a:lnTo>
                    <a:pt x="1228344" y="71627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4571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4571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5261610"/>
              <a:ext cx="1223772" cy="76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975097"/>
              <a:ext cx="71628" cy="28727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138428" y="4970525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5" y="4572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7"/>
                  </a:lnTo>
                  <a:lnTo>
                    <a:pt x="9144" y="71627"/>
                  </a:lnTo>
                  <a:lnTo>
                    <a:pt x="76200" y="4572"/>
                  </a:lnTo>
                  <a:lnTo>
                    <a:pt x="1293875" y="4572"/>
                  </a:lnTo>
                  <a:lnTo>
                    <a:pt x="1296924" y="1523"/>
                  </a:lnTo>
                  <a:lnTo>
                    <a:pt x="1299945" y="4545"/>
                  </a:lnTo>
                  <a:lnTo>
                    <a:pt x="1305305" y="4572"/>
                  </a:lnTo>
                  <a:close/>
                </a:path>
                <a:path w="1305560" h="296545">
                  <a:moveTo>
                    <a:pt x="9144" y="71627"/>
                  </a:moveTo>
                  <a:lnTo>
                    <a:pt x="4571" y="71627"/>
                  </a:lnTo>
                  <a:lnTo>
                    <a:pt x="4571" y="76200"/>
                  </a:lnTo>
                  <a:lnTo>
                    <a:pt x="9144" y="71627"/>
                  </a:lnTo>
                  <a:close/>
                </a:path>
                <a:path w="1305560" h="296545">
                  <a:moveTo>
                    <a:pt x="1235249" y="291846"/>
                  </a:moveTo>
                  <a:lnTo>
                    <a:pt x="4571" y="291846"/>
                  </a:lnTo>
                  <a:lnTo>
                    <a:pt x="4571" y="296418"/>
                  </a:lnTo>
                  <a:lnTo>
                    <a:pt x="1230629" y="296417"/>
                  </a:lnTo>
                  <a:lnTo>
                    <a:pt x="1235249" y="291846"/>
                  </a:lnTo>
                  <a:close/>
                </a:path>
                <a:path w="1305560" h="296545">
                  <a:moveTo>
                    <a:pt x="1303781" y="224012"/>
                  </a:moveTo>
                  <a:lnTo>
                    <a:pt x="1303781" y="8381"/>
                  </a:lnTo>
                  <a:lnTo>
                    <a:pt x="1299945" y="12218"/>
                  </a:lnTo>
                  <a:lnTo>
                    <a:pt x="1299209" y="220979"/>
                  </a:lnTo>
                  <a:lnTo>
                    <a:pt x="1229105" y="291084"/>
                  </a:lnTo>
                  <a:lnTo>
                    <a:pt x="76199" y="291804"/>
                  </a:lnTo>
                  <a:lnTo>
                    <a:pt x="1235249" y="291846"/>
                  </a:lnTo>
                  <a:lnTo>
                    <a:pt x="1303781" y="224012"/>
                  </a:lnTo>
                  <a:close/>
                </a:path>
                <a:path w="1305560" h="296545">
                  <a:moveTo>
                    <a:pt x="1299945" y="4572"/>
                  </a:moveTo>
                  <a:lnTo>
                    <a:pt x="1299209" y="3809"/>
                  </a:lnTo>
                  <a:lnTo>
                    <a:pt x="1296924" y="1523"/>
                  </a:lnTo>
                  <a:lnTo>
                    <a:pt x="1293875" y="4572"/>
                  </a:lnTo>
                  <a:lnTo>
                    <a:pt x="1299945" y="4572"/>
                  </a:lnTo>
                  <a:close/>
                </a:path>
                <a:path w="1305560" h="296545">
                  <a:moveTo>
                    <a:pt x="1305305" y="222503"/>
                  </a:moveTo>
                  <a:lnTo>
                    <a:pt x="1305305" y="4572"/>
                  </a:lnTo>
                  <a:lnTo>
                    <a:pt x="1299945" y="4572"/>
                  </a:lnTo>
                  <a:lnTo>
                    <a:pt x="1303781" y="8381"/>
                  </a:lnTo>
                  <a:lnTo>
                    <a:pt x="1303781" y="224012"/>
                  </a:lnTo>
                  <a:lnTo>
                    <a:pt x="1305305" y="222503"/>
                  </a:lnTo>
                  <a:close/>
                </a:path>
                <a:path w="1305560" h="296545">
                  <a:moveTo>
                    <a:pt x="1303781" y="8381"/>
                  </a:moveTo>
                  <a:lnTo>
                    <a:pt x="1299945" y="4545"/>
                  </a:lnTo>
                  <a:lnTo>
                    <a:pt x="1299945" y="12191"/>
                  </a:lnTo>
                  <a:lnTo>
                    <a:pt x="1303781" y="838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5046725"/>
              <a:ext cx="1223772" cy="21564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66772" y="4975097"/>
              <a:ext cx="71627" cy="28727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975097"/>
              <a:ext cx="1295400" cy="7162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138427" y="4970525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764" y="71627"/>
                  </a:lnTo>
                  <a:lnTo>
                    <a:pt x="76962" y="11429"/>
                  </a:lnTo>
                  <a:lnTo>
                    <a:pt x="76962" y="9143"/>
                  </a:lnTo>
                  <a:lnTo>
                    <a:pt x="80010" y="8381"/>
                  </a:lnTo>
                  <a:lnTo>
                    <a:pt x="80010" y="9143"/>
                  </a:lnTo>
                  <a:lnTo>
                    <a:pt x="1289304" y="9143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12"/>
                  </a:lnTo>
                  <a:lnTo>
                    <a:pt x="1305306" y="222503"/>
                  </a:lnTo>
                  <a:close/>
                </a:path>
                <a:path w="1305560" h="296545">
                  <a:moveTo>
                    <a:pt x="16764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85"/>
                  </a:lnTo>
                  <a:lnTo>
                    <a:pt x="16764" y="71627"/>
                  </a:lnTo>
                  <a:close/>
                </a:path>
                <a:path w="1305560" h="296545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6545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60" h="296545">
                  <a:moveTo>
                    <a:pt x="9906" y="78485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6545">
                  <a:moveTo>
                    <a:pt x="1226820" y="71628"/>
                  </a:moveTo>
                  <a:lnTo>
                    <a:pt x="16764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20" y="71628"/>
                  </a:lnTo>
                  <a:close/>
                </a:path>
                <a:path w="1305560" h="296545">
                  <a:moveTo>
                    <a:pt x="80010" y="8381"/>
                  </a:moveTo>
                  <a:lnTo>
                    <a:pt x="76962" y="9143"/>
                  </a:lnTo>
                  <a:lnTo>
                    <a:pt x="79247" y="9143"/>
                  </a:lnTo>
                  <a:lnTo>
                    <a:pt x="80010" y="8381"/>
                  </a:lnTo>
                  <a:close/>
                </a:path>
                <a:path w="1305560" h="296545">
                  <a:moveTo>
                    <a:pt x="79247" y="9144"/>
                  </a:moveTo>
                  <a:lnTo>
                    <a:pt x="76962" y="9143"/>
                  </a:lnTo>
                  <a:lnTo>
                    <a:pt x="76962" y="11429"/>
                  </a:lnTo>
                  <a:lnTo>
                    <a:pt x="79247" y="9144"/>
                  </a:lnTo>
                  <a:close/>
                </a:path>
                <a:path w="1305560" h="296545">
                  <a:moveTo>
                    <a:pt x="80010" y="9143"/>
                  </a:moveTo>
                  <a:lnTo>
                    <a:pt x="80010" y="8381"/>
                  </a:lnTo>
                  <a:lnTo>
                    <a:pt x="79247" y="9144"/>
                  </a:lnTo>
                  <a:lnTo>
                    <a:pt x="80010" y="9143"/>
                  </a:lnTo>
                  <a:close/>
                </a:path>
                <a:path w="1305560" h="296545">
                  <a:moveTo>
                    <a:pt x="1232916" y="79247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6545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6545">
                  <a:moveTo>
                    <a:pt x="1232916" y="294155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55"/>
                  </a:lnTo>
                  <a:close/>
                </a:path>
                <a:path w="1305560" h="296545">
                  <a:moveTo>
                    <a:pt x="1228344" y="71627"/>
                  </a:moveTo>
                  <a:lnTo>
                    <a:pt x="1226820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60" h="296545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6545">
                  <a:moveTo>
                    <a:pt x="1299972" y="12191"/>
                  </a:moveTo>
                  <a:lnTo>
                    <a:pt x="1299972" y="9143"/>
                  </a:lnTo>
                  <a:lnTo>
                    <a:pt x="1289304" y="9143"/>
                  </a:lnTo>
                  <a:lnTo>
                    <a:pt x="1226820" y="71628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6545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55"/>
                  </a:lnTo>
                  <a:lnTo>
                    <a:pt x="1295400" y="232308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6545">
                  <a:moveTo>
                    <a:pt x="1303782" y="8381"/>
                  </a:moveTo>
                  <a:lnTo>
                    <a:pt x="1296924" y="1523"/>
                  </a:lnTo>
                  <a:lnTo>
                    <a:pt x="1289304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60" h="296545">
                  <a:moveTo>
                    <a:pt x="1303782" y="224012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00"/>
                  </a:lnTo>
                  <a:lnTo>
                    <a:pt x="1303782" y="224012"/>
                  </a:lnTo>
                  <a:close/>
                </a:path>
                <a:path w="1305560" h="296545">
                  <a:moveTo>
                    <a:pt x="1296924" y="230800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308"/>
                  </a:lnTo>
                  <a:lnTo>
                    <a:pt x="1296924" y="230800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5033010"/>
              <a:ext cx="1223772" cy="76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746497"/>
              <a:ext cx="71628" cy="28727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138428" y="4741925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5" y="4572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7"/>
                  </a:lnTo>
                  <a:lnTo>
                    <a:pt x="9144" y="71627"/>
                  </a:lnTo>
                  <a:lnTo>
                    <a:pt x="76200" y="4572"/>
                  </a:lnTo>
                  <a:lnTo>
                    <a:pt x="1293876" y="4572"/>
                  </a:lnTo>
                  <a:lnTo>
                    <a:pt x="1296924" y="1523"/>
                  </a:lnTo>
                  <a:lnTo>
                    <a:pt x="1299945" y="4545"/>
                  </a:lnTo>
                  <a:lnTo>
                    <a:pt x="1305305" y="4572"/>
                  </a:lnTo>
                  <a:close/>
                </a:path>
                <a:path w="1305560" h="296545">
                  <a:moveTo>
                    <a:pt x="9144" y="71627"/>
                  </a:moveTo>
                  <a:lnTo>
                    <a:pt x="4571" y="71627"/>
                  </a:lnTo>
                  <a:lnTo>
                    <a:pt x="4571" y="76200"/>
                  </a:lnTo>
                  <a:lnTo>
                    <a:pt x="9144" y="71627"/>
                  </a:lnTo>
                  <a:close/>
                </a:path>
                <a:path w="1305560" h="296545">
                  <a:moveTo>
                    <a:pt x="1235249" y="291846"/>
                  </a:moveTo>
                  <a:lnTo>
                    <a:pt x="4571" y="291846"/>
                  </a:lnTo>
                  <a:lnTo>
                    <a:pt x="4571" y="296418"/>
                  </a:lnTo>
                  <a:lnTo>
                    <a:pt x="1230629" y="296417"/>
                  </a:lnTo>
                  <a:lnTo>
                    <a:pt x="1235249" y="291846"/>
                  </a:lnTo>
                  <a:close/>
                </a:path>
                <a:path w="1305560" h="296545">
                  <a:moveTo>
                    <a:pt x="1303781" y="224012"/>
                  </a:moveTo>
                  <a:lnTo>
                    <a:pt x="1303781" y="8382"/>
                  </a:lnTo>
                  <a:lnTo>
                    <a:pt x="1299945" y="12218"/>
                  </a:lnTo>
                  <a:lnTo>
                    <a:pt x="1299209" y="220979"/>
                  </a:lnTo>
                  <a:lnTo>
                    <a:pt x="1229105" y="291084"/>
                  </a:lnTo>
                  <a:lnTo>
                    <a:pt x="76199" y="291804"/>
                  </a:lnTo>
                  <a:lnTo>
                    <a:pt x="1235249" y="291846"/>
                  </a:lnTo>
                  <a:lnTo>
                    <a:pt x="1303781" y="224012"/>
                  </a:lnTo>
                  <a:close/>
                </a:path>
                <a:path w="1305560" h="296545">
                  <a:moveTo>
                    <a:pt x="1299945" y="4572"/>
                  </a:moveTo>
                  <a:lnTo>
                    <a:pt x="1299209" y="3809"/>
                  </a:lnTo>
                  <a:lnTo>
                    <a:pt x="1296924" y="1523"/>
                  </a:lnTo>
                  <a:lnTo>
                    <a:pt x="1293876" y="4572"/>
                  </a:lnTo>
                  <a:lnTo>
                    <a:pt x="1299945" y="4572"/>
                  </a:lnTo>
                  <a:close/>
                </a:path>
                <a:path w="1305560" h="296545">
                  <a:moveTo>
                    <a:pt x="1305305" y="222503"/>
                  </a:moveTo>
                  <a:lnTo>
                    <a:pt x="1305305" y="4572"/>
                  </a:lnTo>
                  <a:lnTo>
                    <a:pt x="1299945" y="4572"/>
                  </a:lnTo>
                  <a:lnTo>
                    <a:pt x="1303781" y="8381"/>
                  </a:lnTo>
                  <a:lnTo>
                    <a:pt x="1303781" y="224012"/>
                  </a:lnTo>
                  <a:lnTo>
                    <a:pt x="1305305" y="222503"/>
                  </a:lnTo>
                  <a:close/>
                </a:path>
                <a:path w="1305560" h="296545">
                  <a:moveTo>
                    <a:pt x="1303781" y="8382"/>
                  </a:moveTo>
                  <a:lnTo>
                    <a:pt x="1299945" y="4545"/>
                  </a:lnTo>
                  <a:lnTo>
                    <a:pt x="1299945" y="12191"/>
                  </a:lnTo>
                  <a:lnTo>
                    <a:pt x="1303781" y="8382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4818125"/>
              <a:ext cx="1223772" cy="21564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66772" y="4746497"/>
              <a:ext cx="71627" cy="28727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746497"/>
              <a:ext cx="1295400" cy="7162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138427" y="4741925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764" y="71627"/>
                  </a:lnTo>
                  <a:lnTo>
                    <a:pt x="76962" y="11429"/>
                  </a:lnTo>
                  <a:lnTo>
                    <a:pt x="76962" y="9143"/>
                  </a:lnTo>
                  <a:lnTo>
                    <a:pt x="80010" y="8381"/>
                  </a:lnTo>
                  <a:lnTo>
                    <a:pt x="80010" y="9143"/>
                  </a:lnTo>
                  <a:lnTo>
                    <a:pt x="1289304" y="9143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12"/>
                  </a:lnTo>
                  <a:lnTo>
                    <a:pt x="1305306" y="222503"/>
                  </a:lnTo>
                  <a:close/>
                </a:path>
                <a:path w="1305560" h="296545">
                  <a:moveTo>
                    <a:pt x="16764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85"/>
                  </a:lnTo>
                  <a:lnTo>
                    <a:pt x="16764" y="71627"/>
                  </a:lnTo>
                  <a:close/>
                </a:path>
                <a:path w="1305560" h="296545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6545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60" h="296545">
                  <a:moveTo>
                    <a:pt x="9906" y="78485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6545">
                  <a:moveTo>
                    <a:pt x="1226820" y="71628"/>
                  </a:moveTo>
                  <a:lnTo>
                    <a:pt x="16764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20" y="71628"/>
                  </a:lnTo>
                  <a:close/>
                </a:path>
                <a:path w="1305560" h="296545">
                  <a:moveTo>
                    <a:pt x="80010" y="8381"/>
                  </a:moveTo>
                  <a:lnTo>
                    <a:pt x="76962" y="9143"/>
                  </a:lnTo>
                  <a:lnTo>
                    <a:pt x="79247" y="9143"/>
                  </a:lnTo>
                  <a:lnTo>
                    <a:pt x="80010" y="8381"/>
                  </a:lnTo>
                  <a:close/>
                </a:path>
                <a:path w="1305560" h="296545">
                  <a:moveTo>
                    <a:pt x="79247" y="9144"/>
                  </a:moveTo>
                  <a:lnTo>
                    <a:pt x="76962" y="9143"/>
                  </a:lnTo>
                  <a:lnTo>
                    <a:pt x="76962" y="11429"/>
                  </a:lnTo>
                  <a:lnTo>
                    <a:pt x="79247" y="9144"/>
                  </a:lnTo>
                  <a:close/>
                </a:path>
                <a:path w="1305560" h="296545">
                  <a:moveTo>
                    <a:pt x="80010" y="9143"/>
                  </a:moveTo>
                  <a:lnTo>
                    <a:pt x="80010" y="8381"/>
                  </a:lnTo>
                  <a:lnTo>
                    <a:pt x="79247" y="9144"/>
                  </a:lnTo>
                  <a:lnTo>
                    <a:pt x="80010" y="9143"/>
                  </a:lnTo>
                  <a:close/>
                </a:path>
                <a:path w="1305560" h="296545">
                  <a:moveTo>
                    <a:pt x="1232916" y="79247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6545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6545">
                  <a:moveTo>
                    <a:pt x="1232916" y="294155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55"/>
                  </a:lnTo>
                  <a:close/>
                </a:path>
                <a:path w="1305560" h="296545">
                  <a:moveTo>
                    <a:pt x="1228344" y="71627"/>
                  </a:moveTo>
                  <a:lnTo>
                    <a:pt x="1226820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60" h="296545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6545">
                  <a:moveTo>
                    <a:pt x="1299972" y="12191"/>
                  </a:moveTo>
                  <a:lnTo>
                    <a:pt x="1299972" y="9143"/>
                  </a:lnTo>
                  <a:lnTo>
                    <a:pt x="1289304" y="9143"/>
                  </a:lnTo>
                  <a:lnTo>
                    <a:pt x="1226820" y="71628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6545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55"/>
                  </a:lnTo>
                  <a:lnTo>
                    <a:pt x="1295400" y="232308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6545">
                  <a:moveTo>
                    <a:pt x="1303782" y="8381"/>
                  </a:moveTo>
                  <a:lnTo>
                    <a:pt x="1296924" y="1523"/>
                  </a:lnTo>
                  <a:lnTo>
                    <a:pt x="1289304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60" h="296545">
                  <a:moveTo>
                    <a:pt x="1303782" y="224012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00"/>
                  </a:lnTo>
                  <a:lnTo>
                    <a:pt x="1303782" y="224012"/>
                  </a:lnTo>
                  <a:close/>
                </a:path>
                <a:path w="1305560" h="296545">
                  <a:moveTo>
                    <a:pt x="1296924" y="230800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308"/>
                  </a:lnTo>
                  <a:lnTo>
                    <a:pt x="1296924" y="230800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808982"/>
              <a:ext cx="1223772" cy="76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522469"/>
              <a:ext cx="71628" cy="28727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138428" y="4517897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4572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7"/>
                  </a:lnTo>
                  <a:lnTo>
                    <a:pt x="9144" y="71627"/>
                  </a:lnTo>
                  <a:lnTo>
                    <a:pt x="76200" y="4572"/>
                  </a:lnTo>
                  <a:lnTo>
                    <a:pt x="1293154" y="4572"/>
                  </a:lnTo>
                  <a:lnTo>
                    <a:pt x="1296924" y="761"/>
                  </a:lnTo>
                  <a:lnTo>
                    <a:pt x="1300734" y="4571"/>
                  </a:lnTo>
                  <a:lnTo>
                    <a:pt x="1305306" y="4572"/>
                  </a:lnTo>
                  <a:close/>
                </a:path>
                <a:path w="1305560" h="296545">
                  <a:moveTo>
                    <a:pt x="9144" y="71627"/>
                  </a:moveTo>
                  <a:lnTo>
                    <a:pt x="4571" y="71627"/>
                  </a:lnTo>
                  <a:lnTo>
                    <a:pt x="4571" y="76200"/>
                  </a:lnTo>
                  <a:lnTo>
                    <a:pt x="9144" y="71627"/>
                  </a:lnTo>
                  <a:close/>
                </a:path>
                <a:path w="1305560" h="296545">
                  <a:moveTo>
                    <a:pt x="1235202" y="291846"/>
                  </a:moveTo>
                  <a:lnTo>
                    <a:pt x="4571" y="291846"/>
                  </a:lnTo>
                  <a:lnTo>
                    <a:pt x="4571" y="296418"/>
                  </a:lnTo>
                  <a:lnTo>
                    <a:pt x="1230630" y="296417"/>
                  </a:lnTo>
                  <a:lnTo>
                    <a:pt x="1235202" y="291846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9947" y="11454"/>
                  </a:lnTo>
                  <a:lnTo>
                    <a:pt x="1299210" y="220979"/>
                  </a:lnTo>
                  <a:lnTo>
                    <a:pt x="1229106" y="291084"/>
                  </a:lnTo>
                  <a:lnTo>
                    <a:pt x="76200" y="291804"/>
                  </a:lnTo>
                  <a:lnTo>
                    <a:pt x="1235202" y="291846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300734" y="4572"/>
                  </a:moveTo>
                  <a:lnTo>
                    <a:pt x="1296924" y="761"/>
                  </a:lnTo>
                  <a:lnTo>
                    <a:pt x="1293154" y="4572"/>
                  </a:lnTo>
                  <a:lnTo>
                    <a:pt x="1300734" y="4572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300734" y="4572"/>
                  </a:lnTo>
                  <a:lnTo>
                    <a:pt x="1299947" y="4572"/>
                  </a:lnTo>
                  <a:lnTo>
                    <a:pt x="1299947" y="11430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305306" y="221741"/>
                  </a:moveTo>
                  <a:lnTo>
                    <a:pt x="1305306" y="4572"/>
                  </a:lnTo>
                  <a:lnTo>
                    <a:pt x="1300734" y="4572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42999" y="4594097"/>
              <a:ext cx="1223772" cy="21564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66772" y="4522469"/>
              <a:ext cx="71627" cy="28727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522469"/>
              <a:ext cx="1295400" cy="7162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138427" y="4517897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8630" y="9143"/>
                  </a:lnTo>
                  <a:lnTo>
                    <a:pt x="1296924" y="761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60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60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6545">
                  <a:moveTo>
                    <a:pt x="1226058" y="287273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035"/>
                  </a:lnTo>
                  <a:lnTo>
                    <a:pt x="1226058" y="287273"/>
                  </a:lnTo>
                  <a:close/>
                </a:path>
                <a:path w="1305560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60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60" h="296545">
                  <a:moveTo>
                    <a:pt x="1226803" y="71628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28"/>
                  </a:lnTo>
                  <a:close/>
                </a:path>
                <a:path w="1305560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60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60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60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60" h="296545">
                  <a:moveTo>
                    <a:pt x="1232916" y="280415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058" y="287273"/>
                  </a:lnTo>
                  <a:lnTo>
                    <a:pt x="1232916" y="280415"/>
                  </a:lnTo>
                  <a:close/>
                </a:path>
                <a:path w="1305560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60" h="296545">
                  <a:moveTo>
                    <a:pt x="1228344" y="71627"/>
                  </a:moveTo>
                  <a:lnTo>
                    <a:pt x="1226803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60" h="296545">
                  <a:moveTo>
                    <a:pt x="1228344" y="287273"/>
                  </a:moveTo>
                  <a:lnTo>
                    <a:pt x="1226058" y="287273"/>
                  </a:lnTo>
                  <a:lnTo>
                    <a:pt x="1225296" y="288035"/>
                  </a:lnTo>
                  <a:lnTo>
                    <a:pt x="1228344" y="287273"/>
                  </a:lnTo>
                  <a:close/>
                </a:path>
                <a:path w="1305560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035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6545">
                  <a:moveTo>
                    <a:pt x="1296924" y="216407"/>
                  </a:moveTo>
                  <a:lnTo>
                    <a:pt x="1226058" y="287273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60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8630" y="9143"/>
                  </a:lnTo>
                  <a:lnTo>
                    <a:pt x="1226803" y="71628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296924" y="761"/>
                  </a:lnTo>
                  <a:lnTo>
                    <a:pt x="1288630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31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575810"/>
              <a:ext cx="1223772" cy="76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289297"/>
              <a:ext cx="71628" cy="287274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138428" y="4284725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4572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7"/>
                  </a:lnTo>
                  <a:lnTo>
                    <a:pt x="9144" y="71627"/>
                  </a:lnTo>
                  <a:lnTo>
                    <a:pt x="76200" y="4572"/>
                  </a:lnTo>
                  <a:lnTo>
                    <a:pt x="1293876" y="4572"/>
                  </a:lnTo>
                  <a:lnTo>
                    <a:pt x="1296924" y="1523"/>
                  </a:lnTo>
                  <a:lnTo>
                    <a:pt x="1299945" y="4545"/>
                  </a:lnTo>
                  <a:lnTo>
                    <a:pt x="1305306" y="4572"/>
                  </a:lnTo>
                  <a:close/>
                </a:path>
                <a:path w="1305560" h="296545">
                  <a:moveTo>
                    <a:pt x="9144" y="71627"/>
                  </a:moveTo>
                  <a:lnTo>
                    <a:pt x="4571" y="71627"/>
                  </a:lnTo>
                  <a:lnTo>
                    <a:pt x="4571" y="76200"/>
                  </a:lnTo>
                  <a:lnTo>
                    <a:pt x="9144" y="71627"/>
                  </a:lnTo>
                  <a:close/>
                </a:path>
                <a:path w="1305560" h="296545">
                  <a:moveTo>
                    <a:pt x="1235249" y="291846"/>
                  </a:moveTo>
                  <a:lnTo>
                    <a:pt x="4571" y="291846"/>
                  </a:lnTo>
                  <a:lnTo>
                    <a:pt x="4571" y="296418"/>
                  </a:lnTo>
                  <a:lnTo>
                    <a:pt x="1230630" y="296417"/>
                  </a:lnTo>
                  <a:lnTo>
                    <a:pt x="1235249" y="291846"/>
                  </a:lnTo>
                  <a:close/>
                </a:path>
                <a:path w="1305560" h="296545">
                  <a:moveTo>
                    <a:pt x="1303782" y="224012"/>
                  </a:moveTo>
                  <a:lnTo>
                    <a:pt x="1303782" y="8381"/>
                  </a:lnTo>
                  <a:lnTo>
                    <a:pt x="1299945" y="12218"/>
                  </a:lnTo>
                  <a:lnTo>
                    <a:pt x="1299210" y="220979"/>
                  </a:lnTo>
                  <a:lnTo>
                    <a:pt x="1229106" y="291084"/>
                  </a:lnTo>
                  <a:lnTo>
                    <a:pt x="76200" y="291804"/>
                  </a:lnTo>
                  <a:lnTo>
                    <a:pt x="1235249" y="291846"/>
                  </a:lnTo>
                  <a:lnTo>
                    <a:pt x="1303782" y="224012"/>
                  </a:lnTo>
                  <a:close/>
                </a:path>
                <a:path w="1305560" h="296545">
                  <a:moveTo>
                    <a:pt x="1299945" y="4572"/>
                  </a:moveTo>
                  <a:lnTo>
                    <a:pt x="1299210" y="3810"/>
                  </a:lnTo>
                  <a:lnTo>
                    <a:pt x="1296924" y="1523"/>
                  </a:lnTo>
                  <a:lnTo>
                    <a:pt x="1293876" y="4572"/>
                  </a:lnTo>
                  <a:lnTo>
                    <a:pt x="1299945" y="4572"/>
                  </a:lnTo>
                  <a:close/>
                </a:path>
                <a:path w="1305560" h="296545">
                  <a:moveTo>
                    <a:pt x="1305306" y="222503"/>
                  </a:moveTo>
                  <a:lnTo>
                    <a:pt x="1305306" y="4572"/>
                  </a:lnTo>
                  <a:lnTo>
                    <a:pt x="1299945" y="4572"/>
                  </a:lnTo>
                  <a:lnTo>
                    <a:pt x="1303782" y="8381"/>
                  </a:lnTo>
                  <a:lnTo>
                    <a:pt x="1303782" y="224012"/>
                  </a:lnTo>
                  <a:lnTo>
                    <a:pt x="1305306" y="222503"/>
                  </a:lnTo>
                  <a:close/>
                </a:path>
                <a:path w="1305560" h="296545">
                  <a:moveTo>
                    <a:pt x="1303782" y="8381"/>
                  </a:moveTo>
                  <a:lnTo>
                    <a:pt x="1299945" y="4545"/>
                  </a:lnTo>
                  <a:lnTo>
                    <a:pt x="1299945" y="12192"/>
                  </a:lnTo>
                  <a:lnTo>
                    <a:pt x="1303782" y="838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999" y="4360925"/>
              <a:ext cx="1223772" cy="21564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66772" y="4289297"/>
              <a:ext cx="71627" cy="28727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289297"/>
              <a:ext cx="1295400" cy="71627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138427" y="4284725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764" y="71627"/>
                  </a:lnTo>
                  <a:lnTo>
                    <a:pt x="76962" y="11429"/>
                  </a:lnTo>
                  <a:lnTo>
                    <a:pt x="76962" y="9143"/>
                  </a:lnTo>
                  <a:lnTo>
                    <a:pt x="80010" y="8381"/>
                  </a:lnTo>
                  <a:lnTo>
                    <a:pt x="80010" y="9143"/>
                  </a:lnTo>
                  <a:lnTo>
                    <a:pt x="1289304" y="9143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12"/>
                  </a:lnTo>
                  <a:lnTo>
                    <a:pt x="1305306" y="222503"/>
                  </a:lnTo>
                  <a:close/>
                </a:path>
                <a:path w="1305560" h="296545">
                  <a:moveTo>
                    <a:pt x="16764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85"/>
                  </a:lnTo>
                  <a:lnTo>
                    <a:pt x="16764" y="71627"/>
                  </a:lnTo>
                  <a:close/>
                </a:path>
                <a:path w="1305560" h="296545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6545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60" h="296545">
                  <a:moveTo>
                    <a:pt x="9906" y="78485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6545">
                  <a:moveTo>
                    <a:pt x="1226820" y="71628"/>
                  </a:moveTo>
                  <a:lnTo>
                    <a:pt x="16764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20" y="71628"/>
                  </a:lnTo>
                  <a:close/>
                </a:path>
                <a:path w="1305560" h="296545">
                  <a:moveTo>
                    <a:pt x="80010" y="8381"/>
                  </a:moveTo>
                  <a:lnTo>
                    <a:pt x="76962" y="9143"/>
                  </a:lnTo>
                  <a:lnTo>
                    <a:pt x="79247" y="9143"/>
                  </a:lnTo>
                  <a:lnTo>
                    <a:pt x="80010" y="8381"/>
                  </a:lnTo>
                  <a:close/>
                </a:path>
                <a:path w="1305560" h="296545">
                  <a:moveTo>
                    <a:pt x="79247" y="9144"/>
                  </a:moveTo>
                  <a:lnTo>
                    <a:pt x="76962" y="9143"/>
                  </a:lnTo>
                  <a:lnTo>
                    <a:pt x="76962" y="11429"/>
                  </a:lnTo>
                  <a:lnTo>
                    <a:pt x="79247" y="9144"/>
                  </a:lnTo>
                  <a:close/>
                </a:path>
                <a:path w="1305560" h="296545">
                  <a:moveTo>
                    <a:pt x="80010" y="9143"/>
                  </a:moveTo>
                  <a:lnTo>
                    <a:pt x="80010" y="8381"/>
                  </a:lnTo>
                  <a:lnTo>
                    <a:pt x="79247" y="9144"/>
                  </a:lnTo>
                  <a:lnTo>
                    <a:pt x="80010" y="9143"/>
                  </a:lnTo>
                  <a:close/>
                </a:path>
                <a:path w="1305560" h="296545">
                  <a:moveTo>
                    <a:pt x="1232916" y="79247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6545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6545">
                  <a:moveTo>
                    <a:pt x="1232916" y="294155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55"/>
                  </a:lnTo>
                  <a:close/>
                </a:path>
                <a:path w="1305560" h="296545">
                  <a:moveTo>
                    <a:pt x="1228344" y="71627"/>
                  </a:moveTo>
                  <a:lnTo>
                    <a:pt x="1226820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60" h="296545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6545">
                  <a:moveTo>
                    <a:pt x="1299972" y="12191"/>
                  </a:moveTo>
                  <a:lnTo>
                    <a:pt x="1299972" y="9143"/>
                  </a:lnTo>
                  <a:lnTo>
                    <a:pt x="1289304" y="9143"/>
                  </a:lnTo>
                  <a:lnTo>
                    <a:pt x="1226820" y="71628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6545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55"/>
                  </a:lnTo>
                  <a:lnTo>
                    <a:pt x="1295400" y="232308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6545">
                  <a:moveTo>
                    <a:pt x="1303782" y="8381"/>
                  </a:moveTo>
                  <a:lnTo>
                    <a:pt x="1296924" y="1523"/>
                  </a:lnTo>
                  <a:lnTo>
                    <a:pt x="1289304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60" h="296545">
                  <a:moveTo>
                    <a:pt x="1303782" y="224012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00"/>
                  </a:lnTo>
                  <a:lnTo>
                    <a:pt x="1303782" y="224012"/>
                  </a:lnTo>
                  <a:close/>
                </a:path>
                <a:path w="1305560" h="296545">
                  <a:moveTo>
                    <a:pt x="1296924" y="230800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308"/>
                  </a:lnTo>
                  <a:lnTo>
                    <a:pt x="1296924" y="230800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351782"/>
              <a:ext cx="1223772" cy="761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4065269"/>
              <a:ext cx="71627" cy="287274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138428" y="4060697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4572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1" y="71627"/>
                  </a:lnTo>
                  <a:lnTo>
                    <a:pt x="9144" y="71627"/>
                  </a:lnTo>
                  <a:lnTo>
                    <a:pt x="76200" y="4572"/>
                  </a:lnTo>
                  <a:lnTo>
                    <a:pt x="1293154" y="4572"/>
                  </a:lnTo>
                  <a:lnTo>
                    <a:pt x="1296924" y="761"/>
                  </a:lnTo>
                  <a:lnTo>
                    <a:pt x="1300734" y="4572"/>
                  </a:lnTo>
                  <a:lnTo>
                    <a:pt x="1305306" y="4572"/>
                  </a:lnTo>
                  <a:close/>
                </a:path>
                <a:path w="1305560" h="296545">
                  <a:moveTo>
                    <a:pt x="9144" y="71627"/>
                  </a:moveTo>
                  <a:lnTo>
                    <a:pt x="4571" y="71627"/>
                  </a:lnTo>
                  <a:lnTo>
                    <a:pt x="4571" y="76200"/>
                  </a:lnTo>
                  <a:lnTo>
                    <a:pt x="9144" y="71627"/>
                  </a:lnTo>
                  <a:close/>
                </a:path>
                <a:path w="1305560" h="296545">
                  <a:moveTo>
                    <a:pt x="1235201" y="291846"/>
                  </a:moveTo>
                  <a:lnTo>
                    <a:pt x="4572" y="291846"/>
                  </a:lnTo>
                  <a:lnTo>
                    <a:pt x="4572" y="296417"/>
                  </a:lnTo>
                  <a:lnTo>
                    <a:pt x="1230630" y="296417"/>
                  </a:lnTo>
                  <a:lnTo>
                    <a:pt x="1235201" y="291846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9947" y="11454"/>
                  </a:lnTo>
                  <a:lnTo>
                    <a:pt x="1299210" y="220979"/>
                  </a:lnTo>
                  <a:lnTo>
                    <a:pt x="1229106" y="291084"/>
                  </a:lnTo>
                  <a:lnTo>
                    <a:pt x="76199" y="291804"/>
                  </a:lnTo>
                  <a:lnTo>
                    <a:pt x="1235201" y="291846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300734" y="4572"/>
                  </a:moveTo>
                  <a:lnTo>
                    <a:pt x="1296924" y="761"/>
                  </a:lnTo>
                  <a:lnTo>
                    <a:pt x="1293154" y="4572"/>
                  </a:lnTo>
                  <a:lnTo>
                    <a:pt x="1300734" y="4572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300734" y="4572"/>
                  </a:lnTo>
                  <a:lnTo>
                    <a:pt x="1299947" y="4572"/>
                  </a:lnTo>
                  <a:lnTo>
                    <a:pt x="1299947" y="11430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305306" y="221741"/>
                  </a:moveTo>
                  <a:lnTo>
                    <a:pt x="1305306" y="4572"/>
                  </a:lnTo>
                  <a:lnTo>
                    <a:pt x="1300734" y="4572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42999" y="4136897"/>
              <a:ext cx="1223772" cy="215646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66772" y="4065269"/>
              <a:ext cx="71627" cy="28727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4065269"/>
              <a:ext cx="1295400" cy="71627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138427" y="4060697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8630" y="9143"/>
                  </a:lnTo>
                  <a:lnTo>
                    <a:pt x="1296924" y="761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60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60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6545">
                  <a:moveTo>
                    <a:pt x="1226058" y="287273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035"/>
                  </a:lnTo>
                  <a:lnTo>
                    <a:pt x="1226058" y="287273"/>
                  </a:lnTo>
                  <a:close/>
                </a:path>
                <a:path w="1305560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60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60" h="296545">
                  <a:moveTo>
                    <a:pt x="1226803" y="71628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28"/>
                  </a:lnTo>
                  <a:close/>
                </a:path>
                <a:path w="1305560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60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60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60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60" h="296545">
                  <a:moveTo>
                    <a:pt x="1232916" y="280415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058" y="287273"/>
                  </a:lnTo>
                  <a:lnTo>
                    <a:pt x="1232916" y="280415"/>
                  </a:lnTo>
                  <a:close/>
                </a:path>
                <a:path w="1305560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60" h="296545">
                  <a:moveTo>
                    <a:pt x="1228344" y="71627"/>
                  </a:moveTo>
                  <a:lnTo>
                    <a:pt x="1226803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60" h="296545">
                  <a:moveTo>
                    <a:pt x="1228344" y="287273"/>
                  </a:moveTo>
                  <a:lnTo>
                    <a:pt x="1226058" y="287273"/>
                  </a:lnTo>
                  <a:lnTo>
                    <a:pt x="1225296" y="288035"/>
                  </a:lnTo>
                  <a:lnTo>
                    <a:pt x="1228344" y="287273"/>
                  </a:lnTo>
                  <a:close/>
                </a:path>
                <a:path w="1305560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035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6545">
                  <a:moveTo>
                    <a:pt x="1296924" y="216407"/>
                  </a:moveTo>
                  <a:lnTo>
                    <a:pt x="1226058" y="287273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60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8630" y="9143"/>
                  </a:lnTo>
                  <a:lnTo>
                    <a:pt x="1226803" y="71628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296924" y="761"/>
                  </a:lnTo>
                  <a:lnTo>
                    <a:pt x="1288630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31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9" y="4136136"/>
              <a:ext cx="1223772" cy="761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6772" y="3849623"/>
              <a:ext cx="71627" cy="287274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1138428" y="3845051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4572"/>
                  </a:moveTo>
                  <a:lnTo>
                    <a:pt x="1305306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1" y="71627"/>
                  </a:lnTo>
                  <a:lnTo>
                    <a:pt x="9144" y="71627"/>
                  </a:lnTo>
                  <a:lnTo>
                    <a:pt x="76200" y="4572"/>
                  </a:lnTo>
                  <a:lnTo>
                    <a:pt x="1293876" y="4572"/>
                  </a:lnTo>
                  <a:lnTo>
                    <a:pt x="1296924" y="1523"/>
                  </a:lnTo>
                  <a:lnTo>
                    <a:pt x="1299945" y="4545"/>
                  </a:lnTo>
                  <a:lnTo>
                    <a:pt x="1305306" y="4572"/>
                  </a:lnTo>
                  <a:close/>
                </a:path>
                <a:path w="1305560" h="296545">
                  <a:moveTo>
                    <a:pt x="9144" y="71627"/>
                  </a:moveTo>
                  <a:lnTo>
                    <a:pt x="4571" y="71627"/>
                  </a:lnTo>
                  <a:lnTo>
                    <a:pt x="4571" y="76200"/>
                  </a:lnTo>
                  <a:lnTo>
                    <a:pt x="9144" y="71627"/>
                  </a:lnTo>
                  <a:close/>
                </a:path>
                <a:path w="1305560" h="296545">
                  <a:moveTo>
                    <a:pt x="1235249" y="291846"/>
                  </a:moveTo>
                  <a:lnTo>
                    <a:pt x="4572" y="291846"/>
                  </a:lnTo>
                  <a:lnTo>
                    <a:pt x="4572" y="296417"/>
                  </a:lnTo>
                  <a:lnTo>
                    <a:pt x="1230630" y="296417"/>
                  </a:lnTo>
                  <a:lnTo>
                    <a:pt x="1235249" y="291846"/>
                  </a:lnTo>
                  <a:close/>
                </a:path>
                <a:path w="1305560" h="296545">
                  <a:moveTo>
                    <a:pt x="1303782" y="224012"/>
                  </a:moveTo>
                  <a:lnTo>
                    <a:pt x="1303782" y="8381"/>
                  </a:lnTo>
                  <a:lnTo>
                    <a:pt x="1299945" y="12218"/>
                  </a:lnTo>
                  <a:lnTo>
                    <a:pt x="1299210" y="220980"/>
                  </a:lnTo>
                  <a:lnTo>
                    <a:pt x="1229106" y="291084"/>
                  </a:lnTo>
                  <a:lnTo>
                    <a:pt x="76199" y="291804"/>
                  </a:lnTo>
                  <a:lnTo>
                    <a:pt x="1235249" y="291846"/>
                  </a:lnTo>
                  <a:lnTo>
                    <a:pt x="1303782" y="224012"/>
                  </a:lnTo>
                  <a:close/>
                </a:path>
                <a:path w="1305560" h="296545">
                  <a:moveTo>
                    <a:pt x="1299945" y="4572"/>
                  </a:moveTo>
                  <a:lnTo>
                    <a:pt x="1299210" y="3810"/>
                  </a:lnTo>
                  <a:lnTo>
                    <a:pt x="1296924" y="1523"/>
                  </a:lnTo>
                  <a:lnTo>
                    <a:pt x="1293876" y="4572"/>
                  </a:lnTo>
                  <a:lnTo>
                    <a:pt x="1299945" y="4572"/>
                  </a:lnTo>
                  <a:close/>
                </a:path>
                <a:path w="1305560" h="296545">
                  <a:moveTo>
                    <a:pt x="1305306" y="222503"/>
                  </a:moveTo>
                  <a:lnTo>
                    <a:pt x="1305306" y="4572"/>
                  </a:lnTo>
                  <a:lnTo>
                    <a:pt x="1299945" y="4572"/>
                  </a:lnTo>
                  <a:lnTo>
                    <a:pt x="1303782" y="8381"/>
                  </a:lnTo>
                  <a:lnTo>
                    <a:pt x="1303782" y="224012"/>
                  </a:lnTo>
                  <a:lnTo>
                    <a:pt x="1305306" y="222503"/>
                  </a:lnTo>
                  <a:close/>
                </a:path>
                <a:path w="1305560" h="296545">
                  <a:moveTo>
                    <a:pt x="1303782" y="8381"/>
                  </a:moveTo>
                  <a:lnTo>
                    <a:pt x="1299945" y="4545"/>
                  </a:lnTo>
                  <a:lnTo>
                    <a:pt x="1299945" y="12191"/>
                  </a:lnTo>
                  <a:lnTo>
                    <a:pt x="1303782" y="838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42999" y="3921251"/>
              <a:ext cx="1223772" cy="215646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66772" y="3849623"/>
              <a:ext cx="71627" cy="287274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99" y="3849623"/>
              <a:ext cx="1295400" cy="71627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1138427" y="3845051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764" y="71627"/>
                  </a:lnTo>
                  <a:lnTo>
                    <a:pt x="76962" y="11429"/>
                  </a:lnTo>
                  <a:lnTo>
                    <a:pt x="76962" y="9143"/>
                  </a:lnTo>
                  <a:lnTo>
                    <a:pt x="80010" y="8381"/>
                  </a:lnTo>
                  <a:lnTo>
                    <a:pt x="80010" y="9143"/>
                  </a:lnTo>
                  <a:lnTo>
                    <a:pt x="1289304" y="9143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12"/>
                  </a:lnTo>
                  <a:lnTo>
                    <a:pt x="1305306" y="222503"/>
                  </a:lnTo>
                  <a:close/>
                </a:path>
                <a:path w="1305560" h="296545">
                  <a:moveTo>
                    <a:pt x="16764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85"/>
                  </a:lnTo>
                  <a:lnTo>
                    <a:pt x="16764" y="71627"/>
                  </a:lnTo>
                  <a:close/>
                </a:path>
                <a:path w="1305560" h="296545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6545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60" h="296545">
                  <a:moveTo>
                    <a:pt x="9906" y="78485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6545">
                  <a:moveTo>
                    <a:pt x="1226820" y="71628"/>
                  </a:moveTo>
                  <a:lnTo>
                    <a:pt x="16764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20" y="71628"/>
                  </a:lnTo>
                  <a:close/>
                </a:path>
                <a:path w="1305560" h="296545">
                  <a:moveTo>
                    <a:pt x="80010" y="8381"/>
                  </a:moveTo>
                  <a:lnTo>
                    <a:pt x="76962" y="9143"/>
                  </a:lnTo>
                  <a:lnTo>
                    <a:pt x="79247" y="9143"/>
                  </a:lnTo>
                  <a:lnTo>
                    <a:pt x="80010" y="8381"/>
                  </a:lnTo>
                  <a:close/>
                </a:path>
                <a:path w="1305560" h="296545">
                  <a:moveTo>
                    <a:pt x="79247" y="9144"/>
                  </a:moveTo>
                  <a:lnTo>
                    <a:pt x="76962" y="9143"/>
                  </a:lnTo>
                  <a:lnTo>
                    <a:pt x="76962" y="11429"/>
                  </a:lnTo>
                  <a:lnTo>
                    <a:pt x="79247" y="9144"/>
                  </a:lnTo>
                  <a:close/>
                </a:path>
                <a:path w="1305560" h="296545">
                  <a:moveTo>
                    <a:pt x="80010" y="9143"/>
                  </a:moveTo>
                  <a:lnTo>
                    <a:pt x="80010" y="8381"/>
                  </a:lnTo>
                  <a:lnTo>
                    <a:pt x="79247" y="9144"/>
                  </a:lnTo>
                  <a:lnTo>
                    <a:pt x="80010" y="9143"/>
                  </a:lnTo>
                  <a:close/>
                </a:path>
                <a:path w="1305560" h="296545">
                  <a:moveTo>
                    <a:pt x="1232916" y="79247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6545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6545">
                  <a:moveTo>
                    <a:pt x="1232916" y="294155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55"/>
                  </a:lnTo>
                  <a:close/>
                </a:path>
                <a:path w="1305560" h="296545">
                  <a:moveTo>
                    <a:pt x="1228344" y="71627"/>
                  </a:moveTo>
                  <a:lnTo>
                    <a:pt x="1226820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60" h="296545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6545">
                  <a:moveTo>
                    <a:pt x="1299972" y="12191"/>
                  </a:moveTo>
                  <a:lnTo>
                    <a:pt x="1299972" y="9143"/>
                  </a:lnTo>
                  <a:lnTo>
                    <a:pt x="1289304" y="9143"/>
                  </a:lnTo>
                  <a:lnTo>
                    <a:pt x="1226820" y="71628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6545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55"/>
                  </a:lnTo>
                  <a:lnTo>
                    <a:pt x="1295400" y="232308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6545">
                  <a:moveTo>
                    <a:pt x="1303782" y="8381"/>
                  </a:moveTo>
                  <a:lnTo>
                    <a:pt x="1296924" y="1523"/>
                  </a:lnTo>
                  <a:lnTo>
                    <a:pt x="1289304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60" h="296545">
                  <a:moveTo>
                    <a:pt x="1303782" y="224012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00"/>
                  </a:lnTo>
                  <a:lnTo>
                    <a:pt x="1303782" y="224012"/>
                  </a:lnTo>
                  <a:close/>
                </a:path>
                <a:path w="1305560" h="296545">
                  <a:moveTo>
                    <a:pt x="1296924" y="230800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308"/>
                  </a:lnTo>
                  <a:lnTo>
                    <a:pt x="1296924" y="230800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1281938" y="3868470"/>
            <a:ext cx="946150" cy="204851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54940" marR="147955" algn="ctr">
              <a:lnSpc>
                <a:spcPct val="147200"/>
              </a:lnSpc>
              <a:spcBef>
                <a:spcPts val="30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Applications 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Runtime Middleware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Operating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System</a:t>
            </a:r>
            <a:endParaRPr sz="1000">
              <a:latin typeface="Calibri"/>
              <a:cs typeface="Calibri"/>
            </a:endParaRPr>
          </a:p>
          <a:p>
            <a:pPr marL="127635" marR="121285" algn="ctr">
              <a:lnSpc>
                <a:spcPct val="149200"/>
              </a:lnSpc>
              <a:spcBef>
                <a:spcPts val="10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Virtualization Servers Storage Networking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5405627" y="3832097"/>
            <a:ext cx="1305560" cy="2103120"/>
            <a:chOff x="5405627" y="3832097"/>
            <a:chExt cx="1305560" cy="2103120"/>
          </a:xfrm>
        </p:grpSpPr>
        <p:pic>
          <p:nvPicPr>
            <p:cNvPr id="70" name="object 7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199" y="5929884"/>
              <a:ext cx="1223771" cy="761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33972" y="5643371"/>
              <a:ext cx="71627" cy="287274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5405627" y="5638799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5" y="4572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6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8"/>
                  </a:lnTo>
                  <a:lnTo>
                    <a:pt x="9144" y="71628"/>
                  </a:lnTo>
                  <a:lnTo>
                    <a:pt x="76200" y="4572"/>
                  </a:lnTo>
                  <a:lnTo>
                    <a:pt x="1293876" y="4572"/>
                  </a:lnTo>
                  <a:lnTo>
                    <a:pt x="1296924" y="1523"/>
                  </a:lnTo>
                  <a:lnTo>
                    <a:pt x="1299945" y="4545"/>
                  </a:lnTo>
                  <a:lnTo>
                    <a:pt x="1305305" y="4572"/>
                  </a:lnTo>
                  <a:close/>
                </a:path>
                <a:path w="1305559" h="296545">
                  <a:moveTo>
                    <a:pt x="9144" y="71628"/>
                  </a:moveTo>
                  <a:lnTo>
                    <a:pt x="4571" y="71628"/>
                  </a:lnTo>
                  <a:lnTo>
                    <a:pt x="4571" y="76200"/>
                  </a:lnTo>
                  <a:lnTo>
                    <a:pt x="9144" y="71628"/>
                  </a:lnTo>
                  <a:close/>
                </a:path>
                <a:path w="1305559" h="296545">
                  <a:moveTo>
                    <a:pt x="1235249" y="291846"/>
                  </a:moveTo>
                  <a:lnTo>
                    <a:pt x="4571" y="291846"/>
                  </a:lnTo>
                  <a:lnTo>
                    <a:pt x="4571" y="296418"/>
                  </a:lnTo>
                  <a:lnTo>
                    <a:pt x="1230629" y="296417"/>
                  </a:lnTo>
                  <a:lnTo>
                    <a:pt x="1235249" y="291846"/>
                  </a:lnTo>
                  <a:close/>
                </a:path>
                <a:path w="1305559" h="296545">
                  <a:moveTo>
                    <a:pt x="1303781" y="224012"/>
                  </a:moveTo>
                  <a:lnTo>
                    <a:pt x="1303781" y="8382"/>
                  </a:lnTo>
                  <a:lnTo>
                    <a:pt x="1299945" y="12218"/>
                  </a:lnTo>
                  <a:lnTo>
                    <a:pt x="1299210" y="220979"/>
                  </a:lnTo>
                  <a:lnTo>
                    <a:pt x="1229105" y="291083"/>
                  </a:lnTo>
                  <a:lnTo>
                    <a:pt x="76199" y="291804"/>
                  </a:lnTo>
                  <a:lnTo>
                    <a:pt x="1235249" y="291846"/>
                  </a:lnTo>
                  <a:lnTo>
                    <a:pt x="1303781" y="224012"/>
                  </a:lnTo>
                  <a:close/>
                </a:path>
                <a:path w="1305559" h="296545">
                  <a:moveTo>
                    <a:pt x="1299945" y="4572"/>
                  </a:moveTo>
                  <a:lnTo>
                    <a:pt x="1299210" y="3810"/>
                  </a:lnTo>
                  <a:lnTo>
                    <a:pt x="1296924" y="1523"/>
                  </a:lnTo>
                  <a:lnTo>
                    <a:pt x="1293876" y="4572"/>
                  </a:lnTo>
                  <a:lnTo>
                    <a:pt x="1299945" y="4572"/>
                  </a:lnTo>
                  <a:close/>
                </a:path>
                <a:path w="1305559" h="296545">
                  <a:moveTo>
                    <a:pt x="1305305" y="222504"/>
                  </a:moveTo>
                  <a:lnTo>
                    <a:pt x="1305305" y="4572"/>
                  </a:lnTo>
                  <a:lnTo>
                    <a:pt x="1299945" y="4572"/>
                  </a:lnTo>
                  <a:lnTo>
                    <a:pt x="1303781" y="8382"/>
                  </a:lnTo>
                  <a:lnTo>
                    <a:pt x="1303781" y="224012"/>
                  </a:lnTo>
                  <a:lnTo>
                    <a:pt x="1305305" y="222504"/>
                  </a:lnTo>
                  <a:close/>
                </a:path>
                <a:path w="1305559" h="296545">
                  <a:moveTo>
                    <a:pt x="1303781" y="8382"/>
                  </a:moveTo>
                  <a:lnTo>
                    <a:pt x="1299945" y="4545"/>
                  </a:lnTo>
                  <a:lnTo>
                    <a:pt x="1299945" y="12192"/>
                  </a:lnTo>
                  <a:lnTo>
                    <a:pt x="1303781" y="83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10199" y="5714999"/>
              <a:ext cx="1223772" cy="215646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33972" y="5643371"/>
              <a:ext cx="71627" cy="287274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10199" y="5643371"/>
              <a:ext cx="1295399" cy="71627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5405627" y="5638799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764" y="71627"/>
                  </a:lnTo>
                  <a:lnTo>
                    <a:pt x="76962" y="11429"/>
                  </a:lnTo>
                  <a:lnTo>
                    <a:pt x="76962" y="9143"/>
                  </a:lnTo>
                  <a:lnTo>
                    <a:pt x="80010" y="8381"/>
                  </a:lnTo>
                  <a:lnTo>
                    <a:pt x="80010" y="9143"/>
                  </a:lnTo>
                  <a:lnTo>
                    <a:pt x="1289304" y="9143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12"/>
                  </a:lnTo>
                  <a:lnTo>
                    <a:pt x="1305306" y="222503"/>
                  </a:lnTo>
                  <a:close/>
                </a:path>
                <a:path w="1305559" h="296545">
                  <a:moveTo>
                    <a:pt x="16764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85"/>
                  </a:lnTo>
                  <a:lnTo>
                    <a:pt x="16764" y="71627"/>
                  </a:lnTo>
                  <a:close/>
                </a:path>
                <a:path w="1305559" h="296545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59" h="296545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59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59" h="296545">
                  <a:moveTo>
                    <a:pt x="9906" y="78485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59" h="296545">
                  <a:moveTo>
                    <a:pt x="1226820" y="71628"/>
                  </a:moveTo>
                  <a:lnTo>
                    <a:pt x="16764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20" y="71628"/>
                  </a:lnTo>
                  <a:close/>
                </a:path>
                <a:path w="1305559" h="296545">
                  <a:moveTo>
                    <a:pt x="80010" y="8381"/>
                  </a:moveTo>
                  <a:lnTo>
                    <a:pt x="76962" y="9143"/>
                  </a:lnTo>
                  <a:lnTo>
                    <a:pt x="79247" y="9143"/>
                  </a:lnTo>
                  <a:lnTo>
                    <a:pt x="80010" y="8381"/>
                  </a:lnTo>
                  <a:close/>
                </a:path>
                <a:path w="1305559" h="296545">
                  <a:moveTo>
                    <a:pt x="79247" y="9144"/>
                  </a:moveTo>
                  <a:lnTo>
                    <a:pt x="76962" y="9143"/>
                  </a:lnTo>
                  <a:lnTo>
                    <a:pt x="76962" y="11429"/>
                  </a:lnTo>
                  <a:lnTo>
                    <a:pt x="79247" y="9144"/>
                  </a:lnTo>
                  <a:close/>
                </a:path>
                <a:path w="1305559" h="296545">
                  <a:moveTo>
                    <a:pt x="80010" y="9143"/>
                  </a:moveTo>
                  <a:lnTo>
                    <a:pt x="80010" y="8381"/>
                  </a:lnTo>
                  <a:lnTo>
                    <a:pt x="79247" y="9144"/>
                  </a:lnTo>
                  <a:lnTo>
                    <a:pt x="80010" y="9143"/>
                  </a:lnTo>
                  <a:close/>
                </a:path>
                <a:path w="1305559" h="296545">
                  <a:moveTo>
                    <a:pt x="1232916" y="79247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59" h="296545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59" h="296545">
                  <a:moveTo>
                    <a:pt x="1232916" y="294155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55"/>
                  </a:lnTo>
                  <a:close/>
                </a:path>
                <a:path w="1305559" h="296545">
                  <a:moveTo>
                    <a:pt x="1228344" y="71627"/>
                  </a:moveTo>
                  <a:lnTo>
                    <a:pt x="1226820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59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59" h="296545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59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59" h="296545">
                  <a:moveTo>
                    <a:pt x="1299972" y="12191"/>
                  </a:moveTo>
                  <a:lnTo>
                    <a:pt x="1299972" y="9143"/>
                  </a:lnTo>
                  <a:lnTo>
                    <a:pt x="1289304" y="9143"/>
                  </a:lnTo>
                  <a:lnTo>
                    <a:pt x="1226820" y="71628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59" h="296545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55"/>
                  </a:lnTo>
                  <a:lnTo>
                    <a:pt x="1295400" y="232308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59" h="296545">
                  <a:moveTo>
                    <a:pt x="1303782" y="8381"/>
                  </a:moveTo>
                  <a:lnTo>
                    <a:pt x="1296924" y="1523"/>
                  </a:lnTo>
                  <a:lnTo>
                    <a:pt x="1289304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59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59" h="296545">
                  <a:moveTo>
                    <a:pt x="1303782" y="224012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00"/>
                  </a:lnTo>
                  <a:lnTo>
                    <a:pt x="1303782" y="224012"/>
                  </a:lnTo>
                  <a:close/>
                </a:path>
                <a:path w="1305559" h="296545">
                  <a:moveTo>
                    <a:pt x="1296924" y="230800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308"/>
                  </a:lnTo>
                  <a:lnTo>
                    <a:pt x="1296924" y="23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199" y="5705856"/>
              <a:ext cx="1223771" cy="761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33972" y="5419343"/>
              <a:ext cx="71627" cy="287274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5405627" y="5414771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5" y="4572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6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8"/>
                  </a:lnTo>
                  <a:lnTo>
                    <a:pt x="9144" y="71628"/>
                  </a:lnTo>
                  <a:lnTo>
                    <a:pt x="76200" y="4572"/>
                  </a:lnTo>
                  <a:lnTo>
                    <a:pt x="1293154" y="4572"/>
                  </a:lnTo>
                  <a:lnTo>
                    <a:pt x="1296924" y="762"/>
                  </a:lnTo>
                  <a:lnTo>
                    <a:pt x="1300733" y="4572"/>
                  </a:lnTo>
                  <a:lnTo>
                    <a:pt x="1305305" y="4572"/>
                  </a:lnTo>
                  <a:close/>
                </a:path>
                <a:path w="1305559" h="296545">
                  <a:moveTo>
                    <a:pt x="9144" y="71628"/>
                  </a:moveTo>
                  <a:lnTo>
                    <a:pt x="4571" y="71628"/>
                  </a:lnTo>
                  <a:lnTo>
                    <a:pt x="4571" y="76200"/>
                  </a:lnTo>
                  <a:lnTo>
                    <a:pt x="9144" y="71628"/>
                  </a:lnTo>
                  <a:close/>
                </a:path>
                <a:path w="1305559" h="296545">
                  <a:moveTo>
                    <a:pt x="1235202" y="291845"/>
                  </a:moveTo>
                  <a:lnTo>
                    <a:pt x="4571" y="291845"/>
                  </a:lnTo>
                  <a:lnTo>
                    <a:pt x="4571" y="296418"/>
                  </a:lnTo>
                  <a:lnTo>
                    <a:pt x="1230629" y="296417"/>
                  </a:lnTo>
                  <a:lnTo>
                    <a:pt x="1235202" y="291845"/>
                  </a:lnTo>
                  <a:close/>
                </a:path>
                <a:path w="1305559" h="296545">
                  <a:moveTo>
                    <a:pt x="1303781" y="223266"/>
                  </a:moveTo>
                  <a:lnTo>
                    <a:pt x="1303781" y="7620"/>
                  </a:lnTo>
                  <a:lnTo>
                    <a:pt x="1299947" y="11454"/>
                  </a:lnTo>
                  <a:lnTo>
                    <a:pt x="1299210" y="220979"/>
                  </a:lnTo>
                  <a:lnTo>
                    <a:pt x="1229105" y="291083"/>
                  </a:lnTo>
                  <a:lnTo>
                    <a:pt x="76200" y="291804"/>
                  </a:lnTo>
                  <a:lnTo>
                    <a:pt x="1235202" y="291845"/>
                  </a:lnTo>
                  <a:lnTo>
                    <a:pt x="1303781" y="223266"/>
                  </a:lnTo>
                  <a:close/>
                </a:path>
                <a:path w="1305559" h="296545">
                  <a:moveTo>
                    <a:pt x="1300733" y="4572"/>
                  </a:moveTo>
                  <a:lnTo>
                    <a:pt x="1296924" y="762"/>
                  </a:lnTo>
                  <a:lnTo>
                    <a:pt x="1293154" y="4572"/>
                  </a:lnTo>
                  <a:lnTo>
                    <a:pt x="1300733" y="4572"/>
                  </a:lnTo>
                  <a:close/>
                </a:path>
                <a:path w="1305559" h="296545">
                  <a:moveTo>
                    <a:pt x="1303781" y="7620"/>
                  </a:moveTo>
                  <a:lnTo>
                    <a:pt x="1300733" y="4572"/>
                  </a:lnTo>
                  <a:lnTo>
                    <a:pt x="1299947" y="4572"/>
                  </a:lnTo>
                  <a:lnTo>
                    <a:pt x="1299947" y="11430"/>
                  </a:lnTo>
                  <a:lnTo>
                    <a:pt x="1303781" y="7620"/>
                  </a:lnTo>
                  <a:close/>
                </a:path>
                <a:path w="1305559" h="296545">
                  <a:moveTo>
                    <a:pt x="1305305" y="221742"/>
                  </a:moveTo>
                  <a:lnTo>
                    <a:pt x="1305305" y="4572"/>
                  </a:lnTo>
                  <a:lnTo>
                    <a:pt x="1300733" y="4572"/>
                  </a:lnTo>
                  <a:lnTo>
                    <a:pt x="1303781" y="7620"/>
                  </a:lnTo>
                  <a:lnTo>
                    <a:pt x="1303781" y="223266"/>
                  </a:lnTo>
                  <a:lnTo>
                    <a:pt x="1305305" y="2217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10199" y="5490971"/>
              <a:ext cx="1223772" cy="215646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33972" y="5419343"/>
              <a:ext cx="71627" cy="287273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10199" y="5419343"/>
              <a:ext cx="1295399" cy="71627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5405627" y="5414771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8630" y="9143"/>
                  </a:lnTo>
                  <a:lnTo>
                    <a:pt x="1296924" y="761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59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59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59" h="296545">
                  <a:moveTo>
                    <a:pt x="1226058" y="287273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035"/>
                  </a:lnTo>
                  <a:lnTo>
                    <a:pt x="1226058" y="287273"/>
                  </a:lnTo>
                  <a:close/>
                </a:path>
                <a:path w="1305559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59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59" h="296545">
                  <a:moveTo>
                    <a:pt x="1226803" y="71628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28"/>
                  </a:lnTo>
                  <a:close/>
                </a:path>
                <a:path w="1305559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59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59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59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59" h="296545">
                  <a:moveTo>
                    <a:pt x="1232916" y="280415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058" y="287273"/>
                  </a:lnTo>
                  <a:lnTo>
                    <a:pt x="1232916" y="280415"/>
                  </a:lnTo>
                  <a:close/>
                </a:path>
                <a:path w="1305559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59" h="296545">
                  <a:moveTo>
                    <a:pt x="1228344" y="71627"/>
                  </a:moveTo>
                  <a:lnTo>
                    <a:pt x="1226803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59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59" h="296545">
                  <a:moveTo>
                    <a:pt x="1228344" y="287273"/>
                  </a:moveTo>
                  <a:lnTo>
                    <a:pt x="1226058" y="287273"/>
                  </a:lnTo>
                  <a:lnTo>
                    <a:pt x="1225296" y="288035"/>
                  </a:lnTo>
                  <a:lnTo>
                    <a:pt x="1228344" y="287273"/>
                  </a:lnTo>
                  <a:close/>
                </a:path>
                <a:path w="1305559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035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59" h="296545">
                  <a:moveTo>
                    <a:pt x="1296924" y="216407"/>
                  </a:moveTo>
                  <a:lnTo>
                    <a:pt x="1226058" y="287273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59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8630" y="9143"/>
                  </a:lnTo>
                  <a:lnTo>
                    <a:pt x="1226803" y="71628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59" h="296545">
                  <a:moveTo>
                    <a:pt x="1303782" y="7619"/>
                  </a:moveTo>
                  <a:lnTo>
                    <a:pt x="1296924" y="761"/>
                  </a:lnTo>
                  <a:lnTo>
                    <a:pt x="1288630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59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59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31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59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199" y="5472684"/>
              <a:ext cx="1223771" cy="761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33972" y="5186171"/>
              <a:ext cx="71627" cy="287274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5405627" y="5181599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5" y="4572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6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8"/>
                  </a:lnTo>
                  <a:lnTo>
                    <a:pt x="9144" y="71628"/>
                  </a:lnTo>
                  <a:lnTo>
                    <a:pt x="76200" y="4572"/>
                  </a:lnTo>
                  <a:lnTo>
                    <a:pt x="1293876" y="4572"/>
                  </a:lnTo>
                  <a:lnTo>
                    <a:pt x="1296924" y="1523"/>
                  </a:lnTo>
                  <a:lnTo>
                    <a:pt x="1299945" y="4545"/>
                  </a:lnTo>
                  <a:lnTo>
                    <a:pt x="1305305" y="4572"/>
                  </a:lnTo>
                  <a:close/>
                </a:path>
                <a:path w="1305559" h="296545">
                  <a:moveTo>
                    <a:pt x="9144" y="71628"/>
                  </a:moveTo>
                  <a:lnTo>
                    <a:pt x="4571" y="71628"/>
                  </a:lnTo>
                  <a:lnTo>
                    <a:pt x="4571" y="76200"/>
                  </a:lnTo>
                  <a:lnTo>
                    <a:pt x="9144" y="71628"/>
                  </a:lnTo>
                  <a:close/>
                </a:path>
                <a:path w="1305559" h="296545">
                  <a:moveTo>
                    <a:pt x="1235249" y="291846"/>
                  </a:moveTo>
                  <a:lnTo>
                    <a:pt x="4571" y="291846"/>
                  </a:lnTo>
                  <a:lnTo>
                    <a:pt x="4571" y="296418"/>
                  </a:lnTo>
                  <a:lnTo>
                    <a:pt x="1230629" y="296417"/>
                  </a:lnTo>
                  <a:lnTo>
                    <a:pt x="1235249" y="291846"/>
                  </a:lnTo>
                  <a:close/>
                </a:path>
                <a:path w="1305559" h="296545">
                  <a:moveTo>
                    <a:pt x="1303781" y="224012"/>
                  </a:moveTo>
                  <a:lnTo>
                    <a:pt x="1303781" y="8382"/>
                  </a:lnTo>
                  <a:lnTo>
                    <a:pt x="1299945" y="12218"/>
                  </a:lnTo>
                  <a:lnTo>
                    <a:pt x="1299210" y="220979"/>
                  </a:lnTo>
                  <a:lnTo>
                    <a:pt x="1229105" y="291083"/>
                  </a:lnTo>
                  <a:lnTo>
                    <a:pt x="76200" y="291804"/>
                  </a:lnTo>
                  <a:lnTo>
                    <a:pt x="1235249" y="291846"/>
                  </a:lnTo>
                  <a:lnTo>
                    <a:pt x="1303781" y="224012"/>
                  </a:lnTo>
                  <a:close/>
                </a:path>
                <a:path w="1305559" h="296545">
                  <a:moveTo>
                    <a:pt x="1299945" y="4572"/>
                  </a:moveTo>
                  <a:lnTo>
                    <a:pt x="1299210" y="3810"/>
                  </a:lnTo>
                  <a:lnTo>
                    <a:pt x="1296924" y="1523"/>
                  </a:lnTo>
                  <a:lnTo>
                    <a:pt x="1293876" y="4572"/>
                  </a:lnTo>
                  <a:lnTo>
                    <a:pt x="1299945" y="4572"/>
                  </a:lnTo>
                  <a:close/>
                </a:path>
                <a:path w="1305559" h="296545">
                  <a:moveTo>
                    <a:pt x="1305305" y="222504"/>
                  </a:moveTo>
                  <a:lnTo>
                    <a:pt x="1305305" y="4572"/>
                  </a:lnTo>
                  <a:lnTo>
                    <a:pt x="1299945" y="4572"/>
                  </a:lnTo>
                  <a:lnTo>
                    <a:pt x="1303781" y="8382"/>
                  </a:lnTo>
                  <a:lnTo>
                    <a:pt x="1303781" y="224012"/>
                  </a:lnTo>
                  <a:lnTo>
                    <a:pt x="1305305" y="222504"/>
                  </a:lnTo>
                  <a:close/>
                </a:path>
                <a:path w="1305559" h="296545">
                  <a:moveTo>
                    <a:pt x="1303781" y="8382"/>
                  </a:moveTo>
                  <a:lnTo>
                    <a:pt x="1299945" y="4545"/>
                  </a:lnTo>
                  <a:lnTo>
                    <a:pt x="1299945" y="12192"/>
                  </a:lnTo>
                  <a:lnTo>
                    <a:pt x="1303781" y="83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10199" y="5257799"/>
              <a:ext cx="1223772" cy="215646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33972" y="5186171"/>
              <a:ext cx="71627" cy="287274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10199" y="5186171"/>
              <a:ext cx="1295399" cy="71627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5405627" y="5181599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764" y="71627"/>
                  </a:lnTo>
                  <a:lnTo>
                    <a:pt x="76962" y="11429"/>
                  </a:lnTo>
                  <a:lnTo>
                    <a:pt x="76962" y="9143"/>
                  </a:lnTo>
                  <a:lnTo>
                    <a:pt x="80010" y="8381"/>
                  </a:lnTo>
                  <a:lnTo>
                    <a:pt x="80010" y="9143"/>
                  </a:lnTo>
                  <a:lnTo>
                    <a:pt x="1289304" y="9143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12"/>
                  </a:lnTo>
                  <a:lnTo>
                    <a:pt x="1305306" y="222503"/>
                  </a:lnTo>
                  <a:close/>
                </a:path>
                <a:path w="1305559" h="296545">
                  <a:moveTo>
                    <a:pt x="16764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85"/>
                  </a:lnTo>
                  <a:lnTo>
                    <a:pt x="16764" y="71627"/>
                  </a:lnTo>
                  <a:close/>
                </a:path>
                <a:path w="1305559" h="296545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59" h="296545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59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59" h="296545">
                  <a:moveTo>
                    <a:pt x="9906" y="78485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59" h="296545">
                  <a:moveTo>
                    <a:pt x="1226820" y="71628"/>
                  </a:moveTo>
                  <a:lnTo>
                    <a:pt x="16764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20" y="71628"/>
                  </a:lnTo>
                  <a:close/>
                </a:path>
                <a:path w="1305559" h="296545">
                  <a:moveTo>
                    <a:pt x="80010" y="8381"/>
                  </a:moveTo>
                  <a:lnTo>
                    <a:pt x="76962" y="9143"/>
                  </a:lnTo>
                  <a:lnTo>
                    <a:pt x="79247" y="9143"/>
                  </a:lnTo>
                  <a:lnTo>
                    <a:pt x="80010" y="8381"/>
                  </a:lnTo>
                  <a:close/>
                </a:path>
                <a:path w="1305559" h="296545">
                  <a:moveTo>
                    <a:pt x="79247" y="9144"/>
                  </a:moveTo>
                  <a:lnTo>
                    <a:pt x="76962" y="9143"/>
                  </a:lnTo>
                  <a:lnTo>
                    <a:pt x="76962" y="11429"/>
                  </a:lnTo>
                  <a:lnTo>
                    <a:pt x="79247" y="9144"/>
                  </a:lnTo>
                  <a:close/>
                </a:path>
                <a:path w="1305559" h="296545">
                  <a:moveTo>
                    <a:pt x="80010" y="9143"/>
                  </a:moveTo>
                  <a:lnTo>
                    <a:pt x="80010" y="8381"/>
                  </a:lnTo>
                  <a:lnTo>
                    <a:pt x="79247" y="9144"/>
                  </a:lnTo>
                  <a:lnTo>
                    <a:pt x="80010" y="9143"/>
                  </a:lnTo>
                  <a:close/>
                </a:path>
                <a:path w="1305559" h="296545">
                  <a:moveTo>
                    <a:pt x="1232916" y="79247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59" h="296545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59" h="296545">
                  <a:moveTo>
                    <a:pt x="1232916" y="294155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55"/>
                  </a:lnTo>
                  <a:close/>
                </a:path>
                <a:path w="1305559" h="296545">
                  <a:moveTo>
                    <a:pt x="1228344" y="71627"/>
                  </a:moveTo>
                  <a:lnTo>
                    <a:pt x="1226820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59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59" h="296545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59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59" h="296545">
                  <a:moveTo>
                    <a:pt x="1299972" y="12191"/>
                  </a:moveTo>
                  <a:lnTo>
                    <a:pt x="1299972" y="9143"/>
                  </a:lnTo>
                  <a:lnTo>
                    <a:pt x="1289304" y="9143"/>
                  </a:lnTo>
                  <a:lnTo>
                    <a:pt x="1226820" y="71628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59" h="296545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55"/>
                  </a:lnTo>
                  <a:lnTo>
                    <a:pt x="1295400" y="232308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59" h="296545">
                  <a:moveTo>
                    <a:pt x="1303782" y="8381"/>
                  </a:moveTo>
                  <a:lnTo>
                    <a:pt x="1296924" y="1523"/>
                  </a:lnTo>
                  <a:lnTo>
                    <a:pt x="1289304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59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59" h="296545">
                  <a:moveTo>
                    <a:pt x="1303782" y="224012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00"/>
                  </a:lnTo>
                  <a:lnTo>
                    <a:pt x="1303782" y="224012"/>
                  </a:lnTo>
                  <a:close/>
                </a:path>
                <a:path w="1305559" h="296545">
                  <a:moveTo>
                    <a:pt x="1296924" y="230800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308"/>
                  </a:lnTo>
                  <a:lnTo>
                    <a:pt x="1296924" y="23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199" y="5248656"/>
              <a:ext cx="1223771" cy="761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33972" y="4962143"/>
              <a:ext cx="71627" cy="287274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5405627" y="4957571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5" y="4572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6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8"/>
                  </a:lnTo>
                  <a:lnTo>
                    <a:pt x="9144" y="71628"/>
                  </a:lnTo>
                  <a:lnTo>
                    <a:pt x="76200" y="4572"/>
                  </a:lnTo>
                  <a:lnTo>
                    <a:pt x="1293154" y="4572"/>
                  </a:lnTo>
                  <a:lnTo>
                    <a:pt x="1296924" y="762"/>
                  </a:lnTo>
                  <a:lnTo>
                    <a:pt x="1300733" y="4572"/>
                  </a:lnTo>
                  <a:lnTo>
                    <a:pt x="1305305" y="4572"/>
                  </a:lnTo>
                  <a:close/>
                </a:path>
                <a:path w="1305559" h="296545">
                  <a:moveTo>
                    <a:pt x="9144" y="71628"/>
                  </a:moveTo>
                  <a:lnTo>
                    <a:pt x="4571" y="71628"/>
                  </a:lnTo>
                  <a:lnTo>
                    <a:pt x="4571" y="76200"/>
                  </a:lnTo>
                  <a:lnTo>
                    <a:pt x="9144" y="71628"/>
                  </a:lnTo>
                  <a:close/>
                </a:path>
                <a:path w="1305559" h="296545">
                  <a:moveTo>
                    <a:pt x="1235202" y="291845"/>
                  </a:moveTo>
                  <a:lnTo>
                    <a:pt x="4571" y="291845"/>
                  </a:lnTo>
                  <a:lnTo>
                    <a:pt x="4571" y="296418"/>
                  </a:lnTo>
                  <a:lnTo>
                    <a:pt x="1230629" y="296417"/>
                  </a:lnTo>
                  <a:lnTo>
                    <a:pt x="1235202" y="291845"/>
                  </a:lnTo>
                  <a:close/>
                </a:path>
                <a:path w="1305559" h="296545">
                  <a:moveTo>
                    <a:pt x="1303781" y="223266"/>
                  </a:moveTo>
                  <a:lnTo>
                    <a:pt x="1303781" y="7620"/>
                  </a:lnTo>
                  <a:lnTo>
                    <a:pt x="1299947" y="11454"/>
                  </a:lnTo>
                  <a:lnTo>
                    <a:pt x="1299210" y="220979"/>
                  </a:lnTo>
                  <a:lnTo>
                    <a:pt x="1229105" y="291083"/>
                  </a:lnTo>
                  <a:lnTo>
                    <a:pt x="76200" y="291804"/>
                  </a:lnTo>
                  <a:lnTo>
                    <a:pt x="1235202" y="291845"/>
                  </a:lnTo>
                  <a:lnTo>
                    <a:pt x="1303781" y="223266"/>
                  </a:lnTo>
                  <a:close/>
                </a:path>
                <a:path w="1305559" h="296545">
                  <a:moveTo>
                    <a:pt x="1300733" y="4572"/>
                  </a:moveTo>
                  <a:lnTo>
                    <a:pt x="1296924" y="762"/>
                  </a:lnTo>
                  <a:lnTo>
                    <a:pt x="1293154" y="4572"/>
                  </a:lnTo>
                  <a:lnTo>
                    <a:pt x="1300733" y="4572"/>
                  </a:lnTo>
                  <a:close/>
                </a:path>
                <a:path w="1305559" h="296545">
                  <a:moveTo>
                    <a:pt x="1303781" y="7620"/>
                  </a:moveTo>
                  <a:lnTo>
                    <a:pt x="1300733" y="4572"/>
                  </a:lnTo>
                  <a:lnTo>
                    <a:pt x="1299947" y="4572"/>
                  </a:lnTo>
                  <a:lnTo>
                    <a:pt x="1299947" y="11430"/>
                  </a:lnTo>
                  <a:lnTo>
                    <a:pt x="1303781" y="7620"/>
                  </a:lnTo>
                  <a:close/>
                </a:path>
                <a:path w="1305559" h="296545">
                  <a:moveTo>
                    <a:pt x="1305305" y="221742"/>
                  </a:moveTo>
                  <a:lnTo>
                    <a:pt x="1305305" y="4572"/>
                  </a:lnTo>
                  <a:lnTo>
                    <a:pt x="1300733" y="4572"/>
                  </a:lnTo>
                  <a:lnTo>
                    <a:pt x="1303781" y="7620"/>
                  </a:lnTo>
                  <a:lnTo>
                    <a:pt x="1303781" y="223266"/>
                  </a:lnTo>
                  <a:lnTo>
                    <a:pt x="1305305" y="2217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10199" y="5033771"/>
              <a:ext cx="1223772" cy="215646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33972" y="4962143"/>
              <a:ext cx="71627" cy="287273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10199" y="4962143"/>
              <a:ext cx="1295399" cy="71627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5405627" y="4957571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8630" y="9143"/>
                  </a:lnTo>
                  <a:lnTo>
                    <a:pt x="1296924" y="761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59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59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59" h="296545">
                  <a:moveTo>
                    <a:pt x="1226058" y="287273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035"/>
                  </a:lnTo>
                  <a:lnTo>
                    <a:pt x="1226058" y="287273"/>
                  </a:lnTo>
                  <a:close/>
                </a:path>
                <a:path w="1305559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59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59" h="296545">
                  <a:moveTo>
                    <a:pt x="1226803" y="71628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28"/>
                  </a:lnTo>
                  <a:close/>
                </a:path>
                <a:path w="1305559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59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59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59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59" h="296545">
                  <a:moveTo>
                    <a:pt x="1232916" y="280415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058" y="287273"/>
                  </a:lnTo>
                  <a:lnTo>
                    <a:pt x="1232916" y="280415"/>
                  </a:lnTo>
                  <a:close/>
                </a:path>
                <a:path w="1305559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59" h="296545">
                  <a:moveTo>
                    <a:pt x="1228344" y="71627"/>
                  </a:moveTo>
                  <a:lnTo>
                    <a:pt x="1226803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59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59" h="296545">
                  <a:moveTo>
                    <a:pt x="1228344" y="287273"/>
                  </a:moveTo>
                  <a:lnTo>
                    <a:pt x="1226058" y="287273"/>
                  </a:lnTo>
                  <a:lnTo>
                    <a:pt x="1225296" y="288035"/>
                  </a:lnTo>
                  <a:lnTo>
                    <a:pt x="1228344" y="287273"/>
                  </a:lnTo>
                  <a:close/>
                </a:path>
                <a:path w="1305559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035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59" h="296545">
                  <a:moveTo>
                    <a:pt x="1296924" y="216407"/>
                  </a:moveTo>
                  <a:lnTo>
                    <a:pt x="1226058" y="287273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59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8630" y="9143"/>
                  </a:lnTo>
                  <a:lnTo>
                    <a:pt x="1226803" y="71628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59" h="296545">
                  <a:moveTo>
                    <a:pt x="1303782" y="7619"/>
                  </a:moveTo>
                  <a:lnTo>
                    <a:pt x="1296924" y="761"/>
                  </a:lnTo>
                  <a:lnTo>
                    <a:pt x="1288630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59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59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31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59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8" name="object 9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199" y="5020056"/>
              <a:ext cx="1223771" cy="761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33972" y="4733543"/>
              <a:ext cx="71627" cy="287274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5405627" y="4728971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5" y="4572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6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8"/>
                  </a:lnTo>
                  <a:lnTo>
                    <a:pt x="9144" y="71628"/>
                  </a:lnTo>
                  <a:lnTo>
                    <a:pt x="76200" y="4572"/>
                  </a:lnTo>
                  <a:lnTo>
                    <a:pt x="1293154" y="4572"/>
                  </a:lnTo>
                  <a:lnTo>
                    <a:pt x="1296924" y="762"/>
                  </a:lnTo>
                  <a:lnTo>
                    <a:pt x="1300733" y="4572"/>
                  </a:lnTo>
                  <a:lnTo>
                    <a:pt x="1305305" y="4572"/>
                  </a:lnTo>
                  <a:close/>
                </a:path>
                <a:path w="1305559" h="296545">
                  <a:moveTo>
                    <a:pt x="9144" y="71628"/>
                  </a:moveTo>
                  <a:lnTo>
                    <a:pt x="4571" y="71628"/>
                  </a:lnTo>
                  <a:lnTo>
                    <a:pt x="4571" y="76200"/>
                  </a:lnTo>
                  <a:lnTo>
                    <a:pt x="9144" y="71628"/>
                  </a:lnTo>
                  <a:close/>
                </a:path>
                <a:path w="1305559" h="296545">
                  <a:moveTo>
                    <a:pt x="1235202" y="291845"/>
                  </a:moveTo>
                  <a:lnTo>
                    <a:pt x="4571" y="291845"/>
                  </a:lnTo>
                  <a:lnTo>
                    <a:pt x="4571" y="296418"/>
                  </a:lnTo>
                  <a:lnTo>
                    <a:pt x="1230629" y="296417"/>
                  </a:lnTo>
                  <a:lnTo>
                    <a:pt x="1235202" y="291845"/>
                  </a:lnTo>
                  <a:close/>
                </a:path>
                <a:path w="1305559" h="296545">
                  <a:moveTo>
                    <a:pt x="1303781" y="223266"/>
                  </a:moveTo>
                  <a:lnTo>
                    <a:pt x="1303781" y="7620"/>
                  </a:lnTo>
                  <a:lnTo>
                    <a:pt x="1299947" y="11454"/>
                  </a:lnTo>
                  <a:lnTo>
                    <a:pt x="1299210" y="220979"/>
                  </a:lnTo>
                  <a:lnTo>
                    <a:pt x="1229105" y="291083"/>
                  </a:lnTo>
                  <a:lnTo>
                    <a:pt x="76200" y="291804"/>
                  </a:lnTo>
                  <a:lnTo>
                    <a:pt x="1235202" y="291845"/>
                  </a:lnTo>
                  <a:lnTo>
                    <a:pt x="1303781" y="223266"/>
                  </a:lnTo>
                  <a:close/>
                </a:path>
                <a:path w="1305559" h="296545">
                  <a:moveTo>
                    <a:pt x="1300733" y="4572"/>
                  </a:moveTo>
                  <a:lnTo>
                    <a:pt x="1296924" y="762"/>
                  </a:lnTo>
                  <a:lnTo>
                    <a:pt x="1293154" y="4572"/>
                  </a:lnTo>
                  <a:lnTo>
                    <a:pt x="1300733" y="4572"/>
                  </a:lnTo>
                  <a:close/>
                </a:path>
                <a:path w="1305559" h="296545">
                  <a:moveTo>
                    <a:pt x="1303781" y="7620"/>
                  </a:moveTo>
                  <a:lnTo>
                    <a:pt x="1300733" y="4572"/>
                  </a:lnTo>
                  <a:lnTo>
                    <a:pt x="1299947" y="4572"/>
                  </a:lnTo>
                  <a:lnTo>
                    <a:pt x="1299947" y="11430"/>
                  </a:lnTo>
                  <a:lnTo>
                    <a:pt x="1303781" y="7620"/>
                  </a:lnTo>
                  <a:close/>
                </a:path>
                <a:path w="1305559" h="296545">
                  <a:moveTo>
                    <a:pt x="1305305" y="221742"/>
                  </a:moveTo>
                  <a:lnTo>
                    <a:pt x="1305305" y="4572"/>
                  </a:lnTo>
                  <a:lnTo>
                    <a:pt x="1300733" y="4572"/>
                  </a:lnTo>
                  <a:lnTo>
                    <a:pt x="1303781" y="7620"/>
                  </a:lnTo>
                  <a:lnTo>
                    <a:pt x="1303781" y="223266"/>
                  </a:lnTo>
                  <a:lnTo>
                    <a:pt x="1305305" y="2217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10199" y="4805171"/>
              <a:ext cx="1223772" cy="215646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33972" y="4733543"/>
              <a:ext cx="71627" cy="287273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10199" y="4733543"/>
              <a:ext cx="1295399" cy="71627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5405627" y="4728971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8630" y="9143"/>
                  </a:lnTo>
                  <a:lnTo>
                    <a:pt x="1296924" y="761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59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59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59" h="296545">
                  <a:moveTo>
                    <a:pt x="1226058" y="287273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035"/>
                  </a:lnTo>
                  <a:lnTo>
                    <a:pt x="1226058" y="287273"/>
                  </a:lnTo>
                  <a:close/>
                </a:path>
                <a:path w="1305559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59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59" h="296545">
                  <a:moveTo>
                    <a:pt x="1226803" y="71628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28"/>
                  </a:lnTo>
                  <a:close/>
                </a:path>
                <a:path w="1305559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59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59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59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59" h="296545">
                  <a:moveTo>
                    <a:pt x="1232916" y="280415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058" y="287273"/>
                  </a:lnTo>
                  <a:lnTo>
                    <a:pt x="1232916" y="280415"/>
                  </a:lnTo>
                  <a:close/>
                </a:path>
                <a:path w="1305559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59" h="296545">
                  <a:moveTo>
                    <a:pt x="1228344" y="71627"/>
                  </a:moveTo>
                  <a:lnTo>
                    <a:pt x="1226803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59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59" h="296545">
                  <a:moveTo>
                    <a:pt x="1228344" y="287273"/>
                  </a:moveTo>
                  <a:lnTo>
                    <a:pt x="1226058" y="287273"/>
                  </a:lnTo>
                  <a:lnTo>
                    <a:pt x="1225296" y="288035"/>
                  </a:lnTo>
                  <a:lnTo>
                    <a:pt x="1228344" y="287273"/>
                  </a:lnTo>
                  <a:close/>
                </a:path>
                <a:path w="1305559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035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59" h="296545">
                  <a:moveTo>
                    <a:pt x="1296924" y="216407"/>
                  </a:moveTo>
                  <a:lnTo>
                    <a:pt x="1226058" y="287273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59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8630" y="9143"/>
                  </a:lnTo>
                  <a:lnTo>
                    <a:pt x="1226803" y="71628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59" h="296545">
                  <a:moveTo>
                    <a:pt x="1303782" y="7619"/>
                  </a:moveTo>
                  <a:lnTo>
                    <a:pt x="1296924" y="761"/>
                  </a:lnTo>
                  <a:lnTo>
                    <a:pt x="1288630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59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59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31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59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199" y="4796027"/>
              <a:ext cx="1223772" cy="762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33972" y="4509515"/>
              <a:ext cx="71627" cy="287274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5405627" y="450418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59" h="297179">
                  <a:moveTo>
                    <a:pt x="1305305" y="5334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6"/>
                  </a:lnTo>
                  <a:lnTo>
                    <a:pt x="0" y="297180"/>
                  </a:lnTo>
                  <a:lnTo>
                    <a:pt x="4572" y="297180"/>
                  </a:lnTo>
                  <a:lnTo>
                    <a:pt x="4572" y="72390"/>
                  </a:lnTo>
                  <a:lnTo>
                    <a:pt x="9144" y="72390"/>
                  </a:lnTo>
                  <a:lnTo>
                    <a:pt x="76200" y="5333"/>
                  </a:lnTo>
                  <a:lnTo>
                    <a:pt x="1293114" y="5334"/>
                  </a:lnTo>
                  <a:lnTo>
                    <a:pt x="1296924" y="1524"/>
                  </a:lnTo>
                  <a:lnTo>
                    <a:pt x="1300733" y="5334"/>
                  </a:lnTo>
                  <a:lnTo>
                    <a:pt x="1305305" y="5334"/>
                  </a:lnTo>
                  <a:close/>
                </a:path>
                <a:path w="1305559" h="297179">
                  <a:moveTo>
                    <a:pt x="9144" y="72390"/>
                  </a:moveTo>
                  <a:lnTo>
                    <a:pt x="4572" y="72390"/>
                  </a:lnTo>
                  <a:lnTo>
                    <a:pt x="4572" y="76962"/>
                  </a:lnTo>
                  <a:lnTo>
                    <a:pt x="9144" y="72390"/>
                  </a:lnTo>
                  <a:close/>
                </a:path>
                <a:path w="1305559" h="297179">
                  <a:moveTo>
                    <a:pt x="1235202" y="292607"/>
                  </a:moveTo>
                  <a:lnTo>
                    <a:pt x="4572" y="292607"/>
                  </a:lnTo>
                  <a:lnTo>
                    <a:pt x="4572" y="297180"/>
                  </a:lnTo>
                  <a:lnTo>
                    <a:pt x="1230629" y="297180"/>
                  </a:lnTo>
                  <a:lnTo>
                    <a:pt x="1235202" y="292607"/>
                  </a:lnTo>
                  <a:close/>
                </a:path>
                <a:path w="1305559" h="297179">
                  <a:moveTo>
                    <a:pt x="1303781" y="224028"/>
                  </a:moveTo>
                  <a:lnTo>
                    <a:pt x="1303781" y="8382"/>
                  </a:lnTo>
                  <a:lnTo>
                    <a:pt x="1299947" y="12216"/>
                  </a:lnTo>
                  <a:lnTo>
                    <a:pt x="1299210" y="220979"/>
                  </a:lnTo>
                  <a:lnTo>
                    <a:pt x="1228344" y="291845"/>
                  </a:lnTo>
                  <a:lnTo>
                    <a:pt x="76200" y="292566"/>
                  </a:lnTo>
                  <a:lnTo>
                    <a:pt x="1235202" y="292607"/>
                  </a:lnTo>
                  <a:lnTo>
                    <a:pt x="1303781" y="224028"/>
                  </a:lnTo>
                  <a:close/>
                </a:path>
                <a:path w="1305559" h="297179">
                  <a:moveTo>
                    <a:pt x="1300733" y="5334"/>
                  </a:moveTo>
                  <a:lnTo>
                    <a:pt x="1296924" y="1524"/>
                  </a:lnTo>
                  <a:lnTo>
                    <a:pt x="1293114" y="5334"/>
                  </a:lnTo>
                  <a:lnTo>
                    <a:pt x="1300733" y="5334"/>
                  </a:lnTo>
                  <a:close/>
                </a:path>
                <a:path w="1305559" h="297179">
                  <a:moveTo>
                    <a:pt x="1303781" y="8382"/>
                  </a:moveTo>
                  <a:lnTo>
                    <a:pt x="1300733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1" y="8382"/>
                  </a:lnTo>
                  <a:close/>
                </a:path>
                <a:path w="1305559" h="297179">
                  <a:moveTo>
                    <a:pt x="1305305" y="222504"/>
                  </a:moveTo>
                  <a:lnTo>
                    <a:pt x="1305305" y="5334"/>
                  </a:lnTo>
                  <a:lnTo>
                    <a:pt x="1300733" y="5334"/>
                  </a:lnTo>
                  <a:lnTo>
                    <a:pt x="1303781" y="8382"/>
                  </a:lnTo>
                  <a:lnTo>
                    <a:pt x="1303781" y="224028"/>
                  </a:lnTo>
                  <a:lnTo>
                    <a:pt x="1305305" y="2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410199" y="4581143"/>
              <a:ext cx="1223772" cy="215646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633972" y="4509515"/>
              <a:ext cx="71627" cy="287274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10199" y="4509515"/>
              <a:ext cx="1295400" cy="71628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5405627" y="450418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59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59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59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59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59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59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59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59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59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59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59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59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59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59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59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59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59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59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59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59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59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59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59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199" y="4562856"/>
              <a:ext cx="1223771" cy="761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33972" y="4276343"/>
              <a:ext cx="71627" cy="287274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5405627" y="4271772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5" y="4572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7"/>
                  </a:lnTo>
                  <a:lnTo>
                    <a:pt x="9144" y="71627"/>
                  </a:lnTo>
                  <a:lnTo>
                    <a:pt x="76200" y="4572"/>
                  </a:lnTo>
                  <a:lnTo>
                    <a:pt x="1293154" y="4572"/>
                  </a:lnTo>
                  <a:lnTo>
                    <a:pt x="1296924" y="762"/>
                  </a:lnTo>
                  <a:lnTo>
                    <a:pt x="1300733" y="4571"/>
                  </a:lnTo>
                  <a:lnTo>
                    <a:pt x="1305305" y="4572"/>
                  </a:lnTo>
                  <a:close/>
                </a:path>
                <a:path w="1305559" h="296545">
                  <a:moveTo>
                    <a:pt x="9144" y="71627"/>
                  </a:moveTo>
                  <a:lnTo>
                    <a:pt x="4571" y="71627"/>
                  </a:lnTo>
                  <a:lnTo>
                    <a:pt x="4571" y="76200"/>
                  </a:lnTo>
                  <a:lnTo>
                    <a:pt x="9144" y="71627"/>
                  </a:lnTo>
                  <a:close/>
                </a:path>
                <a:path w="1305559" h="296545">
                  <a:moveTo>
                    <a:pt x="1235202" y="291845"/>
                  </a:moveTo>
                  <a:lnTo>
                    <a:pt x="4571" y="291845"/>
                  </a:lnTo>
                  <a:lnTo>
                    <a:pt x="4571" y="296418"/>
                  </a:lnTo>
                  <a:lnTo>
                    <a:pt x="1230629" y="296417"/>
                  </a:lnTo>
                  <a:lnTo>
                    <a:pt x="1235202" y="291845"/>
                  </a:lnTo>
                  <a:close/>
                </a:path>
                <a:path w="1305559" h="296545">
                  <a:moveTo>
                    <a:pt x="1303781" y="223266"/>
                  </a:moveTo>
                  <a:lnTo>
                    <a:pt x="1303781" y="7620"/>
                  </a:lnTo>
                  <a:lnTo>
                    <a:pt x="1299947" y="11454"/>
                  </a:lnTo>
                  <a:lnTo>
                    <a:pt x="1299210" y="220979"/>
                  </a:lnTo>
                  <a:lnTo>
                    <a:pt x="1229105" y="291083"/>
                  </a:lnTo>
                  <a:lnTo>
                    <a:pt x="76200" y="291804"/>
                  </a:lnTo>
                  <a:lnTo>
                    <a:pt x="1235202" y="291845"/>
                  </a:lnTo>
                  <a:lnTo>
                    <a:pt x="1303781" y="223266"/>
                  </a:lnTo>
                  <a:close/>
                </a:path>
                <a:path w="1305559" h="296545">
                  <a:moveTo>
                    <a:pt x="1300733" y="4572"/>
                  </a:moveTo>
                  <a:lnTo>
                    <a:pt x="1296924" y="762"/>
                  </a:lnTo>
                  <a:lnTo>
                    <a:pt x="1293154" y="4572"/>
                  </a:lnTo>
                  <a:lnTo>
                    <a:pt x="1300733" y="4572"/>
                  </a:lnTo>
                  <a:close/>
                </a:path>
                <a:path w="1305559" h="296545">
                  <a:moveTo>
                    <a:pt x="1303781" y="7620"/>
                  </a:moveTo>
                  <a:lnTo>
                    <a:pt x="1300733" y="4572"/>
                  </a:lnTo>
                  <a:lnTo>
                    <a:pt x="1299947" y="4572"/>
                  </a:lnTo>
                  <a:lnTo>
                    <a:pt x="1299947" y="11430"/>
                  </a:lnTo>
                  <a:lnTo>
                    <a:pt x="1303781" y="7620"/>
                  </a:lnTo>
                  <a:close/>
                </a:path>
                <a:path w="1305559" h="296545">
                  <a:moveTo>
                    <a:pt x="1305305" y="221742"/>
                  </a:moveTo>
                  <a:lnTo>
                    <a:pt x="1305305" y="4572"/>
                  </a:lnTo>
                  <a:lnTo>
                    <a:pt x="1300733" y="4572"/>
                  </a:lnTo>
                  <a:lnTo>
                    <a:pt x="1303781" y="7620"/>
                  </a:lnTo>
                  <a:lnTo>
                    <a:pt x="1303781" y="223266"/>
                  </a:lnTo>
                  <a:lnTo>
                    <a:pt x="1305305" y="2217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5" name="object 11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10199" y="4347971"/>
              <a:ext cx="1223772" cy="215646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33972" y="4276343"/>
              <a:ext cx="71627" cy="287273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10199" y="4276343"/>
              <a:ext cx="1295399" cy="71627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5405627" y="4271771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8630" y="9143"/>
                  </a:lnTo>
                  <a:lnTo>
                    <a:pt x="1296924" y="761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59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59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59" h="296545">
                  <a:moveTo>
                    <a:pt x="1226058" y="287273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035"/>
                  </a:lnTo>
                  <a:lnTo>
                    <a:pt x="1226058" y="287273"/>
                  </a:lnTo>
                  <a:close/>
                </a:path>
                <a:path w="1305559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59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59" h="296545">
                  <a:moveTo>
                    <a:pt x="1226803" y="71628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28"/>
                  </a:lnTo>
                  <a:close/>
                </a:path>
                <a:path w="1305559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59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59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59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59" h="296545">
                  <a:moveTo>
                    <a:pt x="1232916" y="280415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058" y="287273"/>
                  </a:lnTo>
                  <a:lnTo>
                    <a:pt x="1232916" y="280415"/>
                  </a:lnTo>
                  <a:close/>
                </a:path>
                <a:path w="1305559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59" h="296545">
                  <a:moveTo>
                    <a:pt x="1228344" y="71627"/>
                  </a:moveTo>
                  <a:lnTo>
                    <a:pt x="1226803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59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59" h="296545">
                  <a:moveTo>
                    <a:pt x="1228344" y="287273"/>
                  </a:moveTo>
                  <a:lnTo>
                    <a:pt x="1226058" y="287273"/>
                  </a:lnTo>
                  <a:lnTo>
                    <a:pt x="1225296" y="288035"/>
                  </a:lnTo>
                  <a:lnTo>
                    <a:pt x="1228344" y="287273"/>
                  </a:lnTo>
                  <a:close/>
                </a:path>
                <a:path w="1305559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035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59" h="296545">
                  <a:moveTo>
                    <a:pt x="1296924" y="216407"/>
                  </a:moveTo>
                  <a:lnTo>
                    <a:pt x="1226058" y="287273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59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8630" y="9143"/>
                  </a:lnTo>
                  <a:lnTo>
                    <a:pt x="1226803" y="71628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59" h="296545">
                  <a:moveTo>
                    <a:pt x="1303782" y="7619"/>
                  </a:moveTo>
                  <a:lnTo>
                    <a:pt x="1296924" y="761"/>
                  </a:lnTo>
                  <a:lnTo>
                    <a:pt x="1288630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59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59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31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59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9" name="object 1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199" y="4338827"/>
              <a:ext cx="1223772" cy="762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33972" y="4052315"/>
              <a:ext cx="71627" cy="287274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5405627" y="404698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59" h="297179">
                  <a:moveTo>
                    <a:pt x="1305305" y="5334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2" y="297179"/>
                  </a:lnTo>
                  <a:lnTo>
                    <a:pt x="4572" y="72389"/>
                  </a:lnTo>
                  <a:lnTo>
                    <a:pt x="9144" y="72389"/>
                  </a:lnTo>
                  <a:lnTo>
                    <a:pt x="76200" y="5333"/>
                  </a:lnTo>
                  <a:lnTo>
                    <a:pt x="1293114" y="5334"/>
                  </a:lnTo>
                  <a:lnTo>
                    <a:pt x="1296924" y="1524"/>
                  </a:lnTo>
                  <a:lnTo>
                    <a:pt x="1300733" y="5334"/>
                  </a:lnTo>
                  <a:lnTo>
                    <a:pt x="1305305" y="5334"/>
                  </a:lnTo>
                  <a:close/>
                </a:path>
                <a:path w="1305559" h="297179">
                  <a:moveTo>
                    <a:pt x="9144" y="72389"/>
                  </a:moveTo>
                  <a:lnTo>
                    <a:pt x="4572" y="72389"/>
                  </a:lnTo>
                  <a:lnTo>
                    <a:pt x="4572" y="76962"/>
                  </a:lnTo>
                  <a:lnTo>
                    <a:pt x="9144" y="72389"/>
                  </a:lnTo>
                  <a:close/>
                </a:path>
                <a:path w="1305559" h="297179">
                  <a:moveTo>
                    <a:pt x="1235202" y="292608"/>
                  </a:moveTo>
                  <a:lnTo>
                    <a:pt x="4572" y="292607"/>
                  </a:lnTo>
                  <a:lnTo>
                    <a:pt x="4572" y="297179"/>
                  </a:lnTo>
                  <a:lnTo>
                    <a:pt x="1230629" y="297180"/>
                  </a:lnTo>
                  <a:lnTo>
                    <a:pt x="1235202" y="292608"/>
                  </a:lnTo>
                  <a:close/>
                </a:path>
                <a:path w="1305559" h="297179">
                  <a:moveTo>
                    <a:pt x="1303781" y="224028"/>
                  </a:moveTo>
                  <a:lnTo>
                    <a:pt x="1303781" y="8382"/>
                  </a:lnTo>
                  <a:lnTo>
                    <a:pt x="1299947" y="12216"/>
                  </a:lnTo>
                  <a:lnTo>
                    <a:pt x="1299210" y="220979"/>
                  </a:lnTo>
                  <a:lnTo>
                    <a:pt x="1228344" y="291845"/>
                  </a:lnTo>
                  <a:lnTo>
                    <a:pt x="76200" y="292566"/>
                  </a:lnTo>
                  <a:lnTo>
                    <a:pt x="1235202" y="292608"/>
                  </a:lnTo>
                  <a:lnTo>
                    <a:pt x="1303781" y="224028"/>
                  </a:lnTo>
                  <a:close/>
                </a:path>
                <a:path w="1305559" h="297179">
                  <a:moveTo>
                    <a:pt x="1300733" y="5334"/>
                  </a:moveTo>
                  <a:lnTo>
                    <a:pt x="1296924" y="1524"/>
                  </a:lnTo>
                  <a:lnTo>
                    <a:pt x="1293114" y="5334"/>
                  </a:lnTo>
                  <a:lnTo>
                    <a:pt x="1300733" y="5334"/>
                  </a:lnTo>
                  <a:close/>
                </a:path>
                <a:path w="1305559" h="297179">
                  <a:moveTo>
                    <a:pt x="1303781" y="8382"/>
                  </a:moveTo>
                  <a:lnTo>
                    <a:pt x="1300733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1" y="8382"/>
                  </a:lnTo>
                  <a:close/>
                </a:path>
                <a:path w="1305559" h="297179">
                  <a:moveTo>
                    <a:pt x="1305305" y="222504"/>
                  </a:moveTo>
                  <a:lnTo>
                    <a:pt x="1305305" y="5334"/>
                  </a:lnTo>
                  <a:lnTo>
                    <a:pt x="1300733" y="5334"/>
                  </a:lnTo>
                  <a:lnTo>
                    <a:pt x="1303781" y="8382"/>
                  </a:lnTo>
                  <a:lnTo>
                    <a:pt x="1303781" y="224028"/>
                  </a:lnTo>
                  <a:lnTo>
                    <a:pt x="1305305" y="22250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2" name="object 1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410199" y="4123943"/>
              <a:ext cx="1223772" cy="215646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633972" y="4052315"/>
              <a:ext cx="71627" cy="287274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10199" y="4052315"/>
              <a:ext cx="1295400" cy="71628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5405627" y="404698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59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59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59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59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59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59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59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59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59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59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59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59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59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59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59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59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59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59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59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59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59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59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59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6" name="object 1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199" y="4123182"/>
              <a:ext cx="1223771" cy="761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33972" y="3836669"/>
              <a:ext cx="71627" cy="287274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5405627" y="3832097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5" y="4572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9144" y="71627"/>
                  </a:lnTo>
                  <a:lnTo>
                    <a:pt x="76200" y="4572"/>
                  </a:lnTo>
                  <a:lnTo>
                    <a:pt x="1293154" y="4572"/>
                  </a:lnTo>
                  <a:lnTo>
                    <a:pt x="1296924" y="762"/>
                  </a:lnTo>
                  <a:lnTo>
                    <a:pt x="1300733" y="4571"/>
                  </a:lnTo>
                  <a:lnTo>
                    <a:pt x="1305305" y="4572"/>
                  </a:lnTo>
                  <a:close/>
                </a:path>
                <a:path w="1305559" h="296545">
                  <a:moveTo>
                    <a:pt x="9144" y="71627"/>
                  </a:moveTo>
                  <a:lnTo>
                    <a:pt x="4572" y="71627"/>
                  </a:lnTo>
                  <a:lnTo>
                    <a:pt x="4572" y="76200"/>
                  </a:lnTo>
                  <a:lnTo>
                    <a:pt x="9144" y="71627"/>
                  </a:lnTo>
                  <a:close/>
                </a:path>
                <a:path w="1305559" h="296545">
                  <a:moveTo>
                    <a:pt x="1235202" y="291846"/>
                  </a:moveTo>
                  <a:lnTo>
                    <a:pt x="4572" y="291846"/>
                  </a:lnTo>
                  <a:lnTo>
                    <a:pt x="4572" y="296417"/>
                  </a:lnTo>
                  <a:lnTo>
                    <a:pt x="1230629" y="296418"/>
                  </a:lnTo>
                  <a:lnTo>
                    <a:pt x="1235202" y="291846"/>
                  </a:lnTo>
                  <a:close/>
                </a:path>
                <a:path w="1305559" h="296545">
                  <a:moveTo>
                    <a:pt x="1303781" y="223266"/>
                  </a:moveTo>
                  <a:lnTo>
                    <a:pt x="1303781" y="7620"/>
                  </a:lnTo>
                  <a:lnTo>
                    <a:pt x="1299947" y="11454"/>
                  </a:lnTo>
                  <a:lnTo>
                    <a:pt x="1299210" y="220979"/>
                  </a:lnTo>
                  <a:lnTo>
                    <a:pt x="1229105" y="291084"/>
                  </a:lnTo>
                  <a:lnTo>
                    <a:pt x="76199" y="291804"/>
                  </a:lnTo>
                  <a:lnTo>
                    <a:pt x="1235202" y="291846"/>
                  </a:lnTo>
                  <a:lnTo>
                    <a:pt x="1303781" y="223266"/>
                  </a:lnTo>
                  <a:close/>
                </a:path>
                <a:path w="1305559" h="296545">
                  <a:moveTo>
                    <a:pt x="1300733" y="4572"/>
                  </a:moveTo>
                  <a:lnTo>
                    <a:pt x="1296924" y="762"/>
                  </a:lnTo>
                  <a:lnTo>
                    <a:pt x="1293154" y="4572"/>
                  </a:lnTo>
                  <a:lnTo>
                    <a:pt x="1300733" y="4572"/>
                  </a:lnTo>
                  <a:close/>
                </a:path>
                <a:path w="1305559" h="296545">
                  <a:moveTo>
                    <a:pt x="1303781" y="7620"/>
                  </a:moveTo>
                  <a:lnTo>
                    <a:pt x="1300733" y="4572"/>
                  </a:lnTo>
                  <a:lnTo>
                    <a:pt x="1299947" y="4572"/>
                  </a:lnTo>
                  <a:lnTo>
                    <a:pt x="1299947" y="11430"/>
                  </a:lnTo>
                  <a:lnTo>
                    <a:pt x="1303781" y="7620"/>
                  </a:lnTo>
                  <a:close/>
                </a:path>
                <a:path w="1305559" h="296545">
                  <a:moveTo>
                    <a:pt x="1305305" y="221742"/>
                  </a:moveTo>
                  <a:lnTo>
                    <a:pt x="1305305" y="4572"/>
                  </a:lnTo>
                  <a:lnTo>
                    <a:pt x="1300733" y="4572"/>
                  </a:lnTo>
                  <a:lnTo>
                    <a:pt x="1303781" y="7620"/>
                  </a:lnTo>
                  <a:lnTo>
                    <a:pt x="1303781" y="223266"/>
                  </a:lnTo>
                  <a:lnTo>
                    <a:pt x="1305305" y="221742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10199" y="3908297"/>
              <a:ext cx="1223772" cy="215646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33972" y="3836669"/>
              <a:ext cx="71627" cy="287274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10199" y="3836669"/>
              <a:ext cx="1295399" cy="71627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5405627" y="3832097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8630" y="9143"/>
                  </a:lnTo>
                  <a:lnTo>
                    <a:pt x="1296924" y="761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59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59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59" h="296545">
                  <a:moveTo>
                    <a:pt x="1226058" y="287273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035"/>
                  </a:lnTo>
                  <a:lnTo>
                    <a:pt x="1226058" y="287273"/>
                  </a:lnTo>
                  <a:close/>
                </a:path>
                <a:path w="1305559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59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59" h="296545">
                  <a:moveTo>
                    <a:pt x="1226803" y="71628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28"/>
                  </a:lnTo>
                  <a:close/>
                </a:path>
                <a:path w="1305559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59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59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59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59" h="296545">
                  <a:moveTo>
                    <a:pt x="1232916" y="280415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058" y="287273"/>
                  </a:lnTo>
                  <a:lnTo>
                    <a:pt x="1232916" y="280415"/>
                  </a:lnTo>
                  <a:close/>
                </a:path>
                <a:path w="1305559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59" h="296545">
                  <a:moveTo>
                    <a:pt x="1228344" y="71627"/>
                  </a:moveTo>
                  <a:lnTo>
                    <a:pt x="1226803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59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59" h="296545">
                  <a:moveTo>
                    <a:pt x="1228344" y="287273"/>
                  </a:moveTo>
                  <a:lnTo>
                    <a:pt x="1226058" y="287273"/>
                  </a:lnTo>
                  <a:lnTo>
                    <a:pt x="1225296" y="288035"/>
                  </a:lnTo>
                  <a:lnTo>
                    <a:pt x="1228344" y="287273"/>
                  </a:lnTo>
                  <a:close/>
                </a:path>
                <a:path w="1305559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035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59" h="296545">
                  <a:moveTo>
                    <a:pt x="1296924" y="216407"/>
                  </a:moveTo>
                  <a:lnTo>
                    <a:pt x="1226058" y="287273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59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8630" y="9143"/>
                  </a:lnTo>
                  <a:lnTo>
                    <a:pt x="1226803" y="71628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59" h="296545">
                  <a:moveTo>
                    <a:pt x="1303782" y="7619"/>
                  </a:moveTo>
                  <a:lnTo>
                    <a:pt x="1296924" y="761"/>
                  </a:lnTo>
                  <a:lnTo>
                    <a:pt x="1288630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59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59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31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59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3" name="object 133"/>
          <p:cNvSpPr txBox="1"/>
          <p:nvPr/>
        </p:nvSpPr>
        <p:spPr>
          <a:xfrm>
            <a:off x="5549138" y="3855516"/>
            <a:ext cx="946150" cy="204787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54940" marR="147955" algn="ctr">
              <a:lnSpc>
                <a:spcPct val="147200"/>
              </a:lnSpc>
              <a:spcBef>
                <a:spcPts val="30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Applications 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000" spc="-10" dirty="0">
                <a:latin typeface="Calibri"/>
                <a:cs typeface="Calibri"/>
              </a:rPr>
              <a:t>Runtime Middleware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alibri"/>
                <a:cs typeface="Calibri"/>
              </a:rPr>
              <a:t>Operating</a:t>
            </a:r>
            <a:r>
              <a:rPr sz="1000" spc="-10" dirty="0">
                <a:latin typeface="Calibri"/>
                <a:cs typeface="Calibri"/>
              </a:rPr>
              <a:t> System</a:t>
            </a:r>
            <a:endParaRPr sz="1000">
              <a:latin typeface="Calibri"/>
              <a:cs typeface="Calibri"/>
            </a:endParaRPr>
          </a:p>
          <a:p>
            <a:pPr marL="127635" marR="121285" algn="ctr">
              <a:lnSpc>
                <a:spcPct val="149000"/>
              </a:lnSpc>
              <a:spcBef>
                <a:spcPts val="10"/>
              </a:spcBef>
            </a:pPr>
            <a:r>
              <a:rPr sz="1000" spc="-10" dirty="0">
                <a:latin typeface="Calibri"/>
                <a:cs typeface="Calibri"/>
              </a:rPr>
              <a:t>Virtualization Servers Storage Networking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3272027" y="3832097"/>
            <a:ext cx="1305560" cy="2091689"/>
            <a:chOff x="3272027" y="3832097"/>
            <a:chExt cx="1305560" cy="2091689"/>
          </a:xfrm>
        </p:grpSpPr>
        <p:pic>
          <p:nvPicPr>
            <p:cNvPr id="135" name="object 1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6599" y="5917692"/>
              <a:ext cx="1223772" cy="761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2" y="5631179"/>
              <a:ext cx="71627" cy="287274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3272027" y="5626607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5" y="4571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6"/>
                  </a:lnTo>
                  <a:lnTo>
                    <a:pt x="0" y="297180"/>
                  </a:lnTo>
                  <a:lnTo>
                    <a:pt x="4571" y="297180"/>
                  </a:lnTo>
                  <a:lnTo>
                    <a:pt x="4571" y="71628"/>
                  </a:lnTo>
                  <a:lnTo>
                    <a:pt x="9905" y="71628"/>
                  </a:lnTo>
                  <a:lnTo>
                    <a:pt x="76962" y="4571"/>
                  </a:lnTo>
                  <a:lnTo>
                    <a:pt x="1293876" y="4571"/>
                  </a:lnTo>
                  <a:lnTo>
                    <a:pt x="1296924" y="1523"/>
                  </a:lnTo>
                  <a:lnTo>
                    <a:pt x="1299945" y="4545"/>
                  </a:lnTo>
                  <a:lnTo>
                    <a:pt x="1305305" y="4571"/>
                  </a:lnTo>
                  <a:close/>
                </a:path>
                <a:path w="1305560" h="297179">
                  <a:moveTo>
                    <a:pt x="9905" y="71628"/>
                  </a:moveTo>
                  <a:lnTo>
                    <a:pt x="4571" y="71628"/>
                  </a:lnTo>
                  <a:lnTo>
                    <a:pt x="4571" y="76962"/>
                  </a:lnTo>
                  <a:lnTo>
                    <a:pt x="9905" y="71628"/>
                  </a:lnTo>
                  <a:close/>
                </a:path>
                <a:path w="1305560" h="297179">
                  <a:moveTo>
                    <a:pt x="1235964" y="291845"/>
                  </a:moveTo>
                  <a:lnTo>
                    <a:pt x="4571" y="291845"/>
                  </a:lnTo>
                  <a:lnTo>
                    <a:pt x="4571" y="297180"/>
                  </a:lnTo>
                  <a:lnTo>
                    <a:pt x="1230629" y="297180"/>
                  </a:lnTo>
                  <a:lnTo>
                    <a:pt x="1235964" y="291845"/>
                  </a:lnTo>
                  <a:close/>
                </a:path>
                <a:path w="1305560" h="297179">
                  <a:moveTo>
                    <a:pt x="1303781" y="224028"/>
                  </a:moveTo>
                  <a:lnTo>
                    <a:pt x="1303781" y="8382"/>
                  </a:lnTo>
                  <a:lnTo>
                    <a:pt x="1299945" y="12218"/>
                  </a:lnTo>
                  <a:lnTo>
                    <a:pt x="1299210" y="220979"/>
                  </a:lnTo>
                  <a:lnTo>
                    <a:pt x="1229106" y="291083"/>
                  </a:lnTo>
                  <a:lnTo>
                    <a:pt x="76961" y="291804"/>
                  </a:lnTo>
                  <a:lnTo>
                    <a:pt x="1235964" y="291845"/>
                  </a:lnTo>
                  <a:lnTo>
                    <a:pt x="1303781" y="224028"/>
                  </a:lnTo>
                  <a:close/>
                </a:path>
                <a:path w="1305560" h="297179">
                  <a:moveTo>
                    <a:pt x="1299945" y="4571"/>
                  </a:moveTo>
                  <a:lnTo>
                    <a:pt x="1299210" y="3810"/>
                  </a:lnTo>
                  <a:lnTo>
                    <a:pt x="1296924" y="1523"/>
                  </a:lnTo>
                  <a:lnTo>
                    <a:pt x="1293876" y="4571"/>
                  </a:lnTo>
                  <a:lnTo>
                    <a:pt x="1299945" y="4571"/>
                  </a:lnTo>
                  <a:close/>
                </a:path>
                <a:path w="1305560" h="297179">
                  <a:moveTo>
                    <a:pt x="1305305" y="222504"/>
                  </a:moveTo>
                  <a:lnTo>
                    <a:pt x="1305305" y="4571"/>
                  </a:lnTo>
                  <a:lnTo>
                    <a:pt x="1299945" y="4572"/>
                  </a:lnTo>
                  <a:lnTo>
                    <a:pt x="1303781" y="8382"/>
                  </a:lnTo>
                  <a:lnTo>
                    <a:pt x="1303781" y="224028"/>
                  </a:lnTo>
                  <a:lnTo>
                    <a:pt x="1305305" y="222504"/>
                  </a:lnTo>
                  <a:close/>
                </a:path>
                <a:path w="1305560" h="297179">
                  <a:moveTo>
                    <a:pt x="1303781" y="8382"/>
                  </a:moveTo>
                  <a:lnTo>
                    <a:pt x="1299945" y="4545"/>
                  </a:lnTo>
                  <a:lnTo>
                    <a:pt x="1299945" y="12191"/>
                  </a:lnTo>
                  <a:lnTo>
                    <a:pt x="1303781" y="83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8" name="object 13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276599" y="5703569"/>
              <a:ext cx="1223772" cy="214884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00372" y="5631179"/>
              <a:ext cx="71627" cy="287274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76599" y="5631179"/>
              <a:ext cx="1295400" cy="72390"/>
            </a:xfrm>
            <a:prstGeom prst="rect">
              <a:avLst/>
            </a:prstGeom>
          </p:spPr>
        </p:pic>
        <p:sp>
          <p:nvSpPr>
            <p:cNvPr id="141" name="object 141"/>
            <p:cNvSpPr/>
            <p:nvPr/>
          </p:nvSpPr>
          <p:spPr>
            <a:xfrm>
              <a:off x="3272027" y="5626607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1627"/>
                  </a:lnTo>
                  <a:lnTo>
                    <a:pt x="16764" y="71627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764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5" y="76962"/>
                  </a:lnTo>
                  <a:lnTo>
                    <a:pt x="9905" y="78486"/>
                  </a:lnTo>
                  <a:lnTo>
                    <a:pt x="16764" y="71627"/>
                  </a:lnTo>
                  <a:close/>
                </a:path>
                <a:path w="1305560" h="297179">
                  <a:moveTo>
                    <a:pt x="9905" y="287273"/>
                  </a:moveTo>
                  <a:lnTo>
                    <a:pt x="9905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5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5" y="291845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5" y="291845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5" y="78486"/>
                  </a:moveTo>
                  <a:lnTo>
                    <a:pt x="9905" y="76962"/>
                  </a:lnTo>
                  <a:lnTo>
                    <a:pt x="8382" y="80009"/>
                  </a:lnTo>
                  <a:lnTo>
                    <a:pt x="9905" y="78486"/>
                  </a:lnTo>
                  <a:close/>
                </a:path>
                <a:path w="1305560" h="297179">
                  <a:moveTo>
                    <a:pt x="1226820" y="71628"/>
                  </a:moveTo>
                  <a:lnTo>
                    <a:pt x="16764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820" y="71628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1627"/>
                  </a:moveTo>
                  <a:lnTo>
                    <a:pt x="1226820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820" y="71628"/>
                  </a:lnTo>
                  <a:lnTo>
                    <a:pt x="1228344" y="71627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4571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4571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6599" y="5693664"/>
              <a:ext cx="1223771" cy="761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2" y="5407151"/>
              <a:ext cx="71627" cy="287274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3272027" y="5402579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5" y="4572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6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8"/>
                  </a:lnTo>
                  <a:lnTo>
                    <a:pt x="9144" y="71628"/>
                  </a:lnTo>
                  <a:lnTo>
                    <a:pt x="76200" y="4572"/>
                  </a:lnTo>
                  <a:lnTo>
                    <a:pt x="1293875" y="4572"/>
                  </a:lnTo>
                  <a:lnTo>
                    <a:pt x="1296924" y="1523"/>
                  </a:lnTo>
                  <a:lnTo>
                    <a:pt x="1300353" y="4572"/>
                  </a:lnTo>
                  <a:lnTo>
                    <a:pt x="1305305" y="4572"/>
                  </a:lnTo>
                  <a:close/>
                </a:path>
                <a:path w="1305560" h="296545">
                  <a:moveTo>
                    <a:pt x="9144" y="71628"/>
                  </a:moveTo>
                  <a:lnTo>
                    <a:pt x="4571" y="71628"/>
                  </a:lnTo>
                  <a:lnTo>
                    <a:pt x="4571" y="76200"/>
                  </a:lnTo>
                  <a:lnTo>
                    <a:pt x="9144" y="71628"/>
                  </a:lnTo>
                  <a:close/>
                </a:path>
                <a:path w="1305560" h="296545">
                  <a:moveTo>
                    <a:pt x="1235201" y="291846"/>
                  </a:moveTo>
                  <a:lnTo>
                    <a:pt x="4571" y="291846"/>
                  </a:lnTo>
                  <a:lnTo>
                    <a:pt x="4571" y="296418"/>
                  </a:lnTo>
                  <a:lnTo>
                    <a:pt x="1230629" y="296417"/>
                  </a:lnTo>
                  <a:lnTo>
                    <a:pt x="1235201" y="291846"/>
                  </a:lnTo>
                  <a:close/>
                </a:path>
                <a:path w="1305560" h="296545">
                  <a:moveTo>
                    <a:pt x="1303781" y="223266"/>
                  </a:moveTo>
                  <a:lnTo>
                    <a:pt x="1303781" y="7620"/>
                  </a:lnTo>
                  <a:lnTo>
                    <a:pt x="1299947" y="11494"/>
                  </a:lnTo>
                  <a:lnTo>
                    <a:pt x="1299210" y="220980"/>
                  </a:lnTo>
                  <a:lnTo>
                    <a:pt x="1229106" y="291084"/>
                  </a:lnTo>
                  <a:lnTo>
                    <a:pt x="76200" y="291804"/>
                  </a:lnTo>
                  <a:lnTo>
                    <a:pt x="1235201" y="291846"/>
                  </a:lnTo>
                  <a:lnTo>
                    <a:pt x="1303781" y="223266"/>
                  </a:lnTo>
                  <a:close/>
                </a:path>
                <a:path w="1305560" h="296545">
                  <a:moveTo>
                    <a:pt x="1300353" y="4572"/>
                  </a:moveTo>
                  <a:lnTo>
                    <a:pt x="1296924" y="1523"/>
                  </a:lnTo>
                  <a:lnTo>
                    <a:pt x="1293875" y="4572"/>
                  </a:lnTo>
                  <a:lnTo>
                    <a:pt x="1300353" y="4572"/>
                  </a:lnTo>
                  <a:close/>
                </a:path>
                <a:path w="1305560" h="296545">
                  <a:moveTo>
                    <a:pt x="1303781" y="7620"/>
                  </a:moveTo>
                  <a:lnTo>
                    <a:pt x="1300353" y="4572"/>
                  </a:lnTo>
                  <a:lnTo>
                    <a:pt x="1299947" y="4572"/>
                  </a:lnTo>
                  <a:lnTo>
                    <a:pt x="1299947" y="11469"/>
                  </a:lnTo>
                  <a:lnTo>
                    <a:pt x="1303781" y="7620"/>
                  </a:lnTo>
                  <a:close/>
                </a:path>
                <a:path w="1305560" h="296545">
                  <a:moveTo>
                    <a:pt x="1305305" y="221742"/>
                  </a:moveTo>
                  <a:lnTo>
                    <a:pt x="1305305" y="4572"/>
                  </a:lnTo>
                  <a:lnTo>
                    <a:pt x="1300353" y="4572"/>
                  </a:lnTo>
                  <a:lnTo>
                    <a:pt x="1303781" y="7620"/>
                  </a:lnTo>
                  <a:lnTo>
                    <a:pt x="1303781" y="223266"/>
                  </a:lnTo>
                  <a:lnTo>
                    <a:pt x="1305305" y="2217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" name="object 1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276599" y="5478779"/>
              <a:ext cx="1223772" cy="215646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00372" y="5407151"/>
              <a:ext cx="71627" cy="287274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76599" y="5407151"/>
              <a:ext cx="1295400" cy="71627"/>
            </a:xfrm>
            <a:prstGeom prst="rect">
              <a:avLst/>
            </a:prstGeom>
          </p:spPr>
        </p:pic>
        <p:sp>
          <p:nvSpPr>
            <p:cNvPr id="148" name="object 148"/>
            <p:cNvSpPr/>
            <p:nvPr/>
          </p:nvSpPr>
          <p:spPr>
            <a:xfrm>
              <a:off x="3272027" y="5402579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9304" y="9143"/>
                  </a:lnTo>
                  <a:lnTo>
                    <a:pt x="1296924" y="1523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60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60" h="296545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6545">
                  <a:moveTo>
                    <a:pt x="1226803" y="287274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03" y="287274"/>
                  </a:lnTo>
                  <a:close/>
                </a:path>
                <a:path w="1305560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60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60" h="296545">
                  <a:moveTo>
                    <a:pt x="1226803" y="71644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44"/>
                  </a:lnTo>
                  <a:close/>
                </a:path>
                <a:path w="1305560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60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60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60" h="296545">
                  <a:moveTo>
                    <a:pt x="1232916" y="79224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24"/>
                  </a:lnTo>
                  <a:close/>
                </a:path>
                <a:path w="1305560" h="296545">
                  <a:moveTo>
                    <a:pt x="1232916" y="281096"/>
                  </a:moveTo>
                  <a:lnTo>
                    <a:pt x="1232916" y="79224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03" y="287273"/>
                  </a:lnTo>
                  <a:lnTo>
                    <a:pt x="1232916" y="281096"/>
                  </a:lnTo>
                  <a:close/>
                </a:path>
                <a:path w="1305560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60" h="296545">
                  <a:moveTo>
                    <a:pt x="1228344" y="71627"/>
                  </a:moveTo>
                  <a:lnTo>
                    <a:pt x="1226803" y="71644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60" h="296545">
                  <a:moveTo>
                    <a:pt x="1228344" y="287273"/>
                  </a:moveTo>
                  <a:lnTo>
                    <a:pt x="1226803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6545">
                  <a:moveTo>
                    <a:pt x="1299972" y="11469"/>
                  </a:moveTo>
                  <a:lnTo>
                    <a:pt x="1299972" y="9143"/>
                  </a:lnTo>
                  <a:lnTo>
                    <a:pt x="1289304" y="9143"/>
                  </a:lnTo>
                  <a:lnTo>
                    <a:pt x="1226803" y="71644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9224"/>
                  </a:lnTo>
                  <a:lnTo>
                    <a:pt x="1299972" y="11469"/>
                  </a:lnTo>
                  <a:close/>
                </a:path>
                <a:path w="1305560" h="296545">
                  <a:moveTo>
                    <a:pt x="1296924" y="216407"/>
                  </a:moveTo>
                  <a:lnTo>
                    <a:pt x="1226803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296924" y="1523"/>
                  </a:lnTo>
                  <a:lnTo>
                    <a:pt x="1289304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69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89"/>
                  </a:lnTo>
                  <a:lnTo>
                    <a:pt x="1295400" y="217948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9" name="object 1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6599" y="5474207"/>
              <a:ext cx="1223772" cy="762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2" y="5187695"/>
              <a:ext cx="71627" cy="287274"/>
            </a:xfrm>
            <a:prstGeom prst="rect">
              <a:avLst/>
            </a:prstGeom>
          </p:spPr>
        </p:pic>
        <p:sp>
          <p:nvSpPr>
            <p:cNvPr id="151" name="object 151"/>
            <p:cNvSpPr/>
            <p:nvPr/>
          </p:nvSpPr>
          <p:spPr>
            <a:xfrm>
              <a:off x="3272027" y="518236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5" y="5334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6"/>
                  </a:lnTo>
                  <a:lnTo>
                    <a:pt x="0" y="297180"/>
                  </a:lnTo>
                  <a:lnTo>
                    <a:pt x="4572" y="297180"/>
                  </a:lnTo>
                  <a:lnTo>
                    <a:pt x="4572" y="72390"/>
                  </a:lnTo>
                  <a:lnTo>
                    <a:pt x="9144" y="72390"/>
                  </a:lnTo>
                  <a:lnTo>
                    <a:pt x="76200" y="5334"/>
                  </a:lnTo>
                  <a:lnTo>
                    <a:pt x="1293114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5" y="5334"/>
                  </a:lnTo>
                  <a:close/>
                </a:path>
                <a:path w="1305560" h="297179">
                  <a:moveTo>
                    <a:pt x="9144" y="72390"/>
                  </a:moveTo>
                  <a:lnTo>
                    <a:pt x="4572" y="72390"/>
                  </a:lnTo>
                  <a:lnTo>
                    <a:pt x="4572" y="76962"/>
                  </a:lnTo>
                  <a:lnTo>
                    <a:pt x="9144" y="72390"/>
                  </a:lnTo>
                  <a:close/>
                </a:path>
                <a:path w="1305560" h="297179">
                  <a:moveTo>
                    <a:pt x="1235201" y="292608"/>
                  </a:moveTo>
                  <a:lnTo>
                    <a:pt x="4572" y="292608"/>
                  </a:lnTo>
                  <a:lnTo>
                    <a:pt x="4572" y="297180"/>
                  </a:lnTo>
                  <a:lnTo>
                    <a:pt x="1230629" y="297180"/>
                  </a:lnTo>
                  <a:lnTo>
                    <a:pt x="1235201" y="292608"/>
                  </a:lnTo>
                  <a:close/>
                </a:path>
                <a:path w="1305560" h="297179">
                  <a:moveTo>
                    <a:pt x="1303781" y="224028"/>
                  </a:moveTo>
                  <a:lnTo>
                    <a:pt x="1303781" y="8382"/>
                  </a:lnTo>
                  <a:lnTo>
                    <a:pt x="1299947" y="12216"/>
                  </a:lnTo>
                  <a:lnTo>
                    <a:pt x="1299210" y="220979"/>
                  </a:lnTo>
                  <a:lnTo>
                    <a:pt x="1228344" y="291846"/>
                  </a:lnTo>
                  <a:lnTo>
                    <a:pt x="76200" y="292566"/>
                  </a:lnTo>
                  <a:lnTo>
                    <a:pt x="1235201" y="292608"/>
                  </a:lnTo>
                  <a:lnTo>
                    <a:pt x="1303781" y="224028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4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1" y="8382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1" y="8382"/>
                  </a:lnTo>
                  <a:close/>
                </a:path>
                <a:path w="1305560" h="297179">
                  <a:moveTo>
                    <a:pt x="1305305" y="222504"/>
                  </a:moveTo>
                  <a:lnTo>
                    <a:pt x="1305305" y="5334"/>
                  </a:lnTo>
                  <a:lnTo>
                    <a:pt x="1300734" y="5334"/>
                  </a:lnTo>
                  <a:lnTo>
                    <a:pt x="1303781" y="8382"/>
                  </a:lnTo>
                  <a:lnTo>
                    <a:pt x="1303781" y="224028"/>
                  </a:lnTo>
                  <a:lnTo>
                    <a:pt x="1305305" y="2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2" name="object 15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276599" y="5259323"/>
              <a:ext cx="1223772" cy="215646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500372" y="5187695"/>
              <a:ext cx="71627" cy="287274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76599" y="5187695"/>
              <a:ext cx="1295400" cy="71627"/>
            </a:xfrm>
            <a:prstGeom prst="rect">
              <a:avLst/>
            </a:prstGeom>
          </p:spPr>
        </p:pic>
        <p:sp>
          <p:nvSpPr>
            <p:cNvPr id="155" name="object 155"/>
            <p:cNvSpPr/>
            <p:nvPr/>
          </p:nvSpPr>
          <p:spPr>
            <a:xfrm>
              <a:off x="3272027" y="518236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6" name="object 15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6599" y="5245607"/>
              <a:ext cx="1223772" cy="762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2" y="4959095"/>
              <a:ext cx="71627" cy="287274"/>
            </a:xfrm>
            <a:prstGeom prst="rect">
              <a:avLst/>
            </a:prstGeom>
          </p:spPr>
        </p:pic>
        <p:sp>
          <p:nvSpPr>
            <p:cNvPr id="158" name="object 158"/>
            <p:cNvSpPr/>
            <p:nvPr/>
          </p:nvSpPr>
          <p:spPr>
            <a:xfrm>
              <a:off x="3272027" y="495376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5" y="5334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6"/>
                  </a:lnTo>
                  <a:lnTo>
                    <a:pt x="0" y="297180"/>
                  </a:lnTo>
                  <a:lnTo>
                    <a:pt x="4572" y="297180"/>
                  </a:lnTo>
                  <a:lnTo>
                    <a:pt x="4572" y="72390"/>
                  </a:lnTo>
                  <a:lnTo>
                    <a:pt x="9144" y="72390"/>
                  </a:lnTo>
                  <a:lnTo>
                    <a:pt x="76200" y="5334"/>
                  </a:lnTo>
                  <a:lnTo>
                    <a:pt x="1293114" y="5334"/>
                  </a:lnTo>
                  <a:lnTo>
                    <a:pt x="1296924" y="1523"/>
                  </a:lnTo>
                  <a:lnTo>
                    <a:pt x="1300734" y="5334"/>
                  </a:lnTo>
                  <a:lnTo>
                    <a:pt x="1305305" y="5334"/>
                  </a:lnTo>
                  <a:close/>
                </a:path>
                <a:path w="1305560" h="297179">
                  <a:moveTo>
                    <a:pt x="9144" y="72390"/>
                  </a:moveTo>
                  <a:lnTo>
                    <a:pt x="4572" y="72390"/>
                  </a:lnTo>
                  <a:lnTo>
                    <a:pt x="4572" y="76962"/>
                  </a:lnTo>
                  <a:lnTo>
                    <a:pt x="9144" y="72390"/>
                  </a:lnTo>
                  <a:close/>
                </a:path>
                <a:path w="1305560" h="297179">
                  <a:moveTo>
                    <a:pt x="1235201" y="292608"/>
                  </a:moveTo>
                  <a:lnTo>
                    <a:pt x="4572" y="292608"/>
                  </a:lnTo>
                  <a:lnTo>
                    <a:pt x="4572" y="297180"/>
                  </a:lnTo>
                  <a:lnTo>
                    <a:pt x="1230629" y="297180"/>
                  </a:lnTo>
                  <a:lnTo>
                    <a:pt x="1235201" y="292608"/>
                  </a:lnTo>
                  <a:close/>
                </a:path>
                <a:path w="1305560" h="297179">
                  <a:moveTo>
                    <a:pt x="1303781" y="224028"/>
                  </a:moveTo>
                  <a:lnTo>
                    <a:pt x="1303781" y="8382"/>
                  </a:lnTo>
                  <a:lnTo>
                    <a:pt x="1299947" y="12216"/>
                  </a:lnTo>
                  <a:lnTo>
                    <a:pt x="1299210" y="220979"/>
                  </a:lnTo>
                  <a:lnTo>
                    <a:pt x="1228344" y="291846"/>
                  </a:lnTo>
                  <a:lnTo>
                    <a:pt x="76200" y="292566"/>
                  </a:lnTo>
                  <a:lnTo>
                    <a:pt x="1235201" y="292608"/>
                  </a:lnTo>
                  <a:lnTo>
                    <a:pt x="1303781" y="224028"/>
                  </a:lnTo>
                  <a:close/>
                </a:path>
                <a:path w="1305560" h="297179">
                  <a:moveTo>
                    <a:pt x="1300734" y="5334"/>
                  </a:moveTo>
                  <a:lnTo>
                    <a:pt x="1296924" y="1523"/>
                  </a:lnTo>
                  <a:lnTo>
                    <a:pt x="1293114" y="5334"/>
                  </a:lnTo>
                  <a:lnTo>
                    <a:pt x="1300734" y="5334"/>
                  </a:lnTo>
                  <a:close/>
                </a:path>
                <a:path w="1305560" h="297179">
                  <a:moveTo>
                    <a:pt x="1303781" y="8382"/>
                  </a:moveTo>
                  <a:lnTo>
                    <a:pt x="1300734" y="5334"/>
                  </a:lnTo>
                  <a:lnTo>
                    <a:pt x="1299947" y="5334"/>
                  </a:lnTo>
                  <a:lnTo>
                    <a:pt x="1299947" y="12192"/>
                  </a:lnTo>
                  <a:lnTo>
                    <a:pt x="1303781" y="8382"/>
                  </a:lnTo>
                  <a:close/>
                </a:path>
                <a:path w="1305560" h="297179">
                  <a:moveTo>
                    <a:pt x="1305305" y="222504"/>
                  </a:moveTo>
                  <a:lnTo>
                    <a:pt x="1305305" y="5334"/>
                  </a:lnTo>
                  <a:lnTo>
                    <a:pt x="1300734" y="5334"/>
                  </a:lnTo>
                  <a:lnTo>
                    <a:pt x="1303781" y="8382"/>
                  </a:lnTo>
                  <a:lnTo>
                    <a:pt x="1303781" y="224028"/>
                  </a:lnTo>
                  <a:lnTo>
                    <a:pt x="1305305" y="2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9" name="object 15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276599" y="5030723"/>
              <a:ext cx="1223772" cy="215646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500372" y="4959095"/>
              <a:ext cx="71627" cy="287274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76599" y="4959095"/>
              <a:ext cx="1295400" cy="71627"/>
            </a:xfrm>
            <a:prstGeom prst="rect">
              <a:avLst/>
            </a:prstGeom>
          </p:spPr>
        </p:pic>
        <p:sp>
          <p:nvSpPr>
            <p:cNvPr id="162" name="object 162"/>
            <p:cNvSpPr/>
            <p:nvPr/>
          </p:nvSpPr>
          <p:spPr>
            <a:xfrm>
              <a:off x="3272027" y="495376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3" name="object 1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6599" y="5020056"/>
              <a:ext cx="1223771" cy="761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2" y="4733543"/>
              <a:ext cx="71627" cy="287273"/>
            </a:xfrm>
            <a:prstGeom prst="rect">
              <a:avLst/>
            </a:prstGeom>
          </p:spPr>
        </p:pic>
        <p:sp>
          <p:nvSpPr>
            <p:cNvPr id="165" name="object 165"/>
            <p:cNvSpPr/>
            <p:nvPr/>
          </p:nvSpPr>
          <p:spPr>
            <a:xfrm>
              <a:off x="3272027" y="4728971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5" y="4572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6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8"/>
                  </a:lnTo>
                  <a:lnTo>
                    <a:pt x="9144" y="71628"/>
                  </a:lnTo>
                  <a:lnTo>
                    <a:pt x="76200" y="4572"/>
                  </a:lnTo>
                  <a:lnTo>
                    <a:pt x="1293154" y="4572"/>
                  </a:lnTo>
                  <a:lnTo>
                    <a:pt x="1296924" y="762"/>
                  </a:lnTo>
                  <a:lnTo>
                    <a:pt x="1300734" y="4572"/>
                  </a:lnTo>
                  <a:lnTo>
                    <a:pt x="1305305" y="4572"/>
                  </a:lnTo>
                  <a:close/>
                </a:path>
                <a:path w="1305560" h="296545">
                  <a:moveTo>
                    <a:pt x="9144" y="71628"/>
                  </a:moveTo>
                  <a:lnTo>
                    <a:pt x="4571" y="71628"/>
                  </a:lnTo>
                  <a:lnTo>
                    <a:pt x="4571" y="76200"/>
                  </a:lnTo>
                  <a:lnTo>
                    <a:pt x="9144" y="71628"/>
                  </a:lnTo>
                  <a:close/>
                </a:path>
                <a:path w="1305560" h="296545">
                  <a:moveTo>
                    <a:pt x="1235202" y="291845"/>
                  </a:moveTo>
                  <a:lnTo>
                    <a:pt x="4571" y="291845"/>
                  </a:lnTo>
                  <a:lnTo>
                    <a:pt x="4571" y="296418"/>
                  </a:lnTo>
                  <a:lnTo>
                    <a:pt x="1230629" y="296417"/>
                  </a:lnTo>
                  <a:lnTo>
                    <a:pt x="1235202" y="291845"/>
                  </a:lnTo>
                  <a:close/>
                </a:path>
                <a:path w="1305560" h="296545">
                  <a:moveTo>
                    <a:pt x="1303781" y="223266"/>
                  </a:moveTo>
                  <a:lnTo>
                    <a:pt x="1303781" y="7620"/>
                  </a:lnTo>
                  <a:lnTo>
                    <a:pt x="1299947" y="11454"/>
                  </a:lnTo>
                  <a:lnTo>
                    <a:pt x="1299210" y="220979"/>
                  </a:lnTo>
                  <a:lnTo>
                    <a:pt x="1229106" y="291083"/>
                  </a:lnTo>
                  <a:lnTo>
                    <a:pt x="76200" y="291804"/>
                  </a:lnTo>
                  <a:lnTo>
                    <a:pt x="1235202" y="291845"/>
                  </a:lnTo>
                  <a:lnTo>
                    <a:pt x="1303781" y="223266"/>
                  </a:lnTo>
                  <a:close/>
                </a:path>
                <a:path w="1305560" h="296545">
                  <a:moveTo>
                    <a:pt x="1300734" y="4572"/>
                  </a:moveTo>
                  <a:lnTo>
                    <a:pt x="1296924" y="762"/>
                  </a:lnTo>
                  <a:lnTo>
                    <a:pt x="1293154" y="4572"/>
                  </a:lnTo>
                  <a:lnTo>
                    <a:pt x="1300734" y="4572"/>
                  </a:lnTo>
                  <a:close/>
                </a:path>
                <a:path w="1305560" h="296545">
                  <a:moveTo>
                    <a:pt x="1303781" y="7620"/>
                  </a:moveTo>
                  <a:lnTo>
                    <a:pt x="1300734" y="4572"/>
                  </a:lnTo>
                  <a:lnTo>
                    <a:pt x="1299947" y="4572"/>
                  </a:lnTo>
                  <a:lnTo>
                    <a:pt x="1299947" y="11430"/>
                  </a:lnTo>
                  <a:lnTo>
                    <a:pt x="1303781" y="7620"/>
                  </a:lnTo>
                  <a:close/>
                </a:path>
                <a:path w="1305560" h="296545">
                  <a:moveTo>
                    <a:pt x="1305305" y="221742"/>
                  </a:moveTo>
                  <a:lnTo>
                    <a:pt x="1305305" y="4572"/>
                  </a:lnTo>
                  <a:lnTo>
                    <a:pt x="1300734" y="4572"/>
                  </a:lnTo>
                  <a:lnTo>
                    <a:pt x="1303781" y="7620"/>
                  </a:lnTo>
                  <a:lnTo>
                    <a:pt x="1303781" y="223266"/>
                  </a:lnTo>
                  <a:lnTo>
                    <a:pt x="1305305" y="221742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6" name="object 16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276599" y="4805171"/>
              <a:ext cx="1223772" cy="215646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00372" y="4733543"/>
              <a:ext cx="71627" cy="287273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76599" y="4733543"/>
              <a:ext cx="1295400" cy="71627"/>
            </a:xfrm>
            <a:prstGeom prst="rect">
              <a:avLst/>
            </a:prstGeom>
          </p:spPr>
        </p:pic>
        <p:sp>
          <p:nvSpPr>
            <p:cNvPr id="169" name="object 169"/>
            <p:cNvSpPr/>
            <p:nvPr/>
          </p:nvSpPr>
          <p:spPr>
            <a:xfrm>
              <a:off x="3272027" y="4728971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8630" y="9143"/>
                  </a:lnTo>
                  <a:lnTo>
                    <a:pt x="1296924" y="761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60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60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6545">
                  <a:moveTo>
                    <a:pt x="1226058" y="287273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035"/>
                  </a:lnTo>
                  <a:lnTo>
                    <a:pt x="1226058" y="287273"/>
                  </a:lnTo>
                  <a:close/>
                </a:path>
                <a:path w="1305560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60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60" h="296545">
                  <a:moveTo>
                    <a:pt x="1226803" y="71628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28"/>
                  </a:lnTo>
                  <a:close/>
                </a:path>
                <a:path w="1305560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60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60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60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60" h="296545">
                  <a:moveTo>
                    <a:pt x="1232916" y="280415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058" y="287273"/>
                  </a:lnTo>
                  <a:lnTo>
                    <a:pt x="1232916" y="280415"/>
                  </a:lnTo>
                  <a:close/>
                </a:path>
                <a:path w="1305560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60" h="296545">
                  <a:moveTo>
                    <a:pt x="1228344" y="71627"/>
                  </a:moveTo>
                  <a:lnTo>
                    <a:pt x="1226803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60" h="296545">
                  <a:moveTo>
                    <a:pt x="1228344" y="287273"/>
                  </a:moveTo>
                  <a:lnTo>
                    <a:pt x="1226058" y="287273"/>
                  </a:lnTo>
                  <a:lnTo>
                    <a:pt x="1225296" y="288035"/>
                  </a:lnTo>
                  <a:lnTo>
                    <a:pt x="1228344" y="287273"/>
                  </a:lnTo>
                  <a:close/>
                </a:path>
                <a:path w="1305560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035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6545">
                  <a:moveTo>
                    <a:pt x="1296924" y="216407"/>
                  </a:moveTo>
                  <a:lnTo>
                    <a:pt x="1226058" y="287273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60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8630" y="9143"/>
                  </a:lnTo>
                  <a:lnTo>
                    <a:pt x="1226803" y="71628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296924" y="761"/>
                  </a:lnTo>
                  <a:lnTo>
                    <a:pt x="1288630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31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0" name="object 17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6599" y="4796027"/>
              <a:ext cx="1223772" cy="762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2" y="4509515"/>
              <a:ext cx="71627" cy="287274"/>
            </a:xfrm>
            <a:prstGeom prst="rect">
              <a:avLst/>
            </a:prstGeom>
          </p:spPr>
        </p:pic>
        <p:sp>
          <p:nvSpPr>
            <p:cNvPr id="172" name="object 172"/>
            <p:cNvSpPr/>
            <p:nvPr/>
          </p:nvSpPr>
          <p:spPr>
            <a:xfrm>
              <a:off x="3272027" y="450418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5" y="5333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6"/>
                  </a:lnTo>
                  <a:lnTo>
                    <a:pt x="0" y="297180"/>
                  </a:lnTo>
                  <a:lnTo>
                    <a:pt x="4572" y="297180"/>
                  </a:lnTo>
                  <a:lnTo>
                    <a:pt x="4572" y="72390"/>
                  </a:lnTo>
                  <a:lnTo>
                    <a:pt x="9144" y="72390"/>
                  </a:lnTo>
                  <a:lnTo>
                    <a:pt x="76200" y="5333"/>
                  </a:lnTo>
                  <a:lnTo>
                    <a:pt x="1293114" y="5333"/>
                  </a:lnTo>
                  <a:lnTo>
                    <a:pt x="1296924" y="1523"/>
                  </a:lnTo>
                  <a:lnTo>
                    <a:pt x="1300733" y="5333"/>
                  </a:lnTo>
                  <a:lnTo>
                    <a:pt x="1305305" y="5333"/>
                  </a:lnTo>
                  <a:close/>
                </a:path>
                <a:path w="1305560" h="297179">
                  <a:moveTo>
                    <a:pt x="9144" y="72390"/>
                  </a:moveTo>
                  <a:lnTo>
                    <a:pt x="4572" y="72390"/>
                  </a:lnTo>
                  <a:lnTo>
                    <a:pt x="4572" y="76962"/>
                  </a:lnTo>
                  <a:lnTo>
                    <a:pt x="9144" y="72390"/>
                  </a:lnTo>
                  <a:close/>
                </a:path>
                <a:path w="1305560" h="297179">
                  <a:moveTo>
                    <a:pt x="1235202" y="292607"/>
                  </a:moveTo>
                  <a:lnTo>
                    <a:pt x="4572" y="292607"/>
                  </a:lnTo>
                  <a:lnTo>
                    <a:pt x="4572" y="297180"/>
                  </a:lnTo>
                  <a:lnTo>
                    <a:pt x="1230629" y="297180"/>
                  </a:lnTo>
                  <a:lnTo>
                    <a:pt x="1235202" y="292607"/>
                  </a:lnTo>
                  <a:close/>
                </a:path>
                <a:path w="1305560" h="297179">
                  <a:moveTo>
                    <a:pt x="1303781" y="224028"/>
                  </a:moveTo>
                  <a:lnTo>
                    <a:pt x="1303781" y="8381"/>
                  </a:lnTo>
                  <a:lnTo>
                    <a:pt x="1299947" y="12216"/>
                  </a:lnTo>
                  <a:lnTo>
                    <a:pt x="1299210" y="220979"/>
                  </a:lnTo>
                  <a:lnTo>
                    <a:pt x="1228344" y="291845"/>
                  </a:lnTo>
                  <a:lnTo>
                    <a:pt x="76200" y="292566"/>
                  </a:lnTo>
                  <a:lnTo>
                    <a:pt x="1235202" y="292607"/>
                  </a:lnTo>
                  <a:lnTo>
                    <a:pt x="1303781" y="224028"/>
                  </a:lnTo>
                  <a:close/>
                </a:path>
                <a:path w="1305560" h="297179">
                  <a:moveTo>
                    <a:pt x="1300733" y="5333"/>
                  </a:moveTo>
                  <a:lnTo>
                    <a:pt x="1296924" y="1523"/>
                  </a:lnTo>
                  <a:lnTo>
                    <a:pt x="1293114" y="5333"/>
                  </a:lnTo>
                  <a:lnTo>
                    <a:pt x="1300733" y="5333"/>
                  </a:lnTo>
                  <a:close/>
                </a:path>
                <a:path w="1305560" h="297179">
                  <a:moveTo>
                    <a:pt x="1303781" y="8381"/>
                  </a:moveTo>
                  <a:lnTo>
                    <a:pt x="1300733" y="5333"/>
                  </a:lnTo>
                  <a:lnTo>
                    <a:pt x="1299947" y="5333"/>
                  </a:lnTo>
                  <a:lnTo>
                    <a:pt x="1299947" y="12192"/>
                  </a:lnTo>
                  <a:lnTo>
                    <a:pt x="1303781" y="8381"/>
                  </a:lnTo>
                  <a:close/>
                </a:path>
                <a:path w="1305560" h="297179">
                  <a:moveTo>
                    <a:pt x="1305305" y="222504"/>
                  </a:moveTo>
                  <a:lnTo>
                    <a:pt x="1305305" y="5333"/>
                  </a:lnTo>
                  <a:lnTo>
                    <a:pt x="1300733" y="5333"/>
                  </a:lnTo>
                  <a:lnTo>
                    <a:pt x="1303781" y="8381"/>
                  </a:lnTo>
                  <a:lnTo>
                    <a:pt x="1303781" y="224028"/>
                  </a:lnTo>
                  <a:lnTo>
                    <a:pt x="1305305" y="22250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3" name="object 17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276599" y="4581143"/>
              <a:ext cx="1223772" cy="215646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500372" y="4509515"/>
              <a:ext cx="71627" cy="287274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76599" y="4509515"/>
              <a:ext cx="1295400" cy="71628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3272027" y="450418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7" name="object 17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6599" y="4562856"/>
              <a:ext cx="1223771" cy="761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2" y="4276343"/>
              <a:ext cx="71627" cy="287273"/>
            </a:xfrm>
            <a:prstGeom prst="rect">
              <a:avLst/>
            </a:prstGeom>
          </p:spPr>
        </p:pic>
        <p:sp>
          <p:nvSpPr>
            <p:cNvPr id="179" name="object 179"/>
            <p:cNvSpPr/>
            <p:nvPr/>
          </p:nvSpPr>
          <p:spPr>
            <a:xfrm>
              <a:off x="3272027" y="4271772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5" y="4572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7"/>
                  </a:lnTo>
                  <a:lnTo>
                    <a:pt x="9144" y="71627"/>
                  </a:lnTo>
                  <a:lnTo>
                    <a:pt x="76200" y="4572"/>
                  </a:lnTo>
                  <a:lnTo>
                    <a:pt x="1293154" y="4572"/>
                  </a:lnTo>
                  <a:lnTo>
                    <a:pt x="1296924" y="761"/>
                  </a:lnTo>
                  <a:lnTo>
                    <a:pt x="1300734" y="4572"/>
                  </a:lnTo>
                  <a:lnTo>
                    <a:pt x="1305305" y="4572"/>
                  </a:lnTo>
                  <a:close/>
                </a:path>
                <a:path w="1305560" h="296545">
                  <a:moveTo>
                    <a:pt x="9144" y="71627"/>
                  </a:moveTo>
                  <a:lnTo>
                    <a:pt x="4571" y="71627"/>
                  </a:lnTo>
                  <a:lnTo>
                    <a:pt x="4571" y="76200"/>
                  </a:lnTo>
                  <a:lnTo>
                    <a:pt x="9144" y="71627"/>
                  </a:lnTo>
                  <a:close/>
                </a:path>
                <a:path w="1305560" h="296545">
                  <a:moveTo>
                    <a:pt x="1235202" y="291845"/>
                  </a:moveTo>
                  <a:lnTo>
                    <a:pt x="4571" y="291845"/>
                  </a:lnTo>
                  <a:lnTo>
                    <a:pt x="4571" y="296418"/>
                  </a:lnTo>
                  <a:lnTo>
                    <a:pt x="1230629" y="296417"/>
                  </a:lnTo>
                  <a:lnTo>
                    <a:pt x="1235202" y="291845"/>
                  </a:lnTo>
                  <a:close/>
                </a:path>
                <a:path w="1305560" h="296545">
                  <a:moveTo>
                    <a:pt x="1303781" y="223265"/>
                  </a:moveTo>
                  <a:lnTo>
                    <a:pt x="1303781" y="7619"/>
                  </a:lnTo>
                  <a:lnTo>
                    <a:pt x="1299947" y="11454"/>
                  </a:lnTo>
                  <a:lnTo>
                    <a:pt x="1299210" y="220979"/>
                  </a:lnTo>
                  <a:lnTo>
                    <a:pt x="1229106" y="291083"/>
                  </a:lnTo>
                  <a:lnTo>
                    <a:pt x="76200" y="291804"/>
                  </a:lnTo>
                  <a:lnTo>
                    <a:pt x="1235202" y="291845"/>
                  </a:lnTo>
                  <a:lnTo>
                    <a:pt x="1303781" y="223265"/>
                  </a:lnTo>
                  <a:close/>
                </a:path>
                <a:path w="1305560" h="296545">
                  <a:moveTo>
                    <a:pt x="1300734" y="4572"/>
                  </a:moveTo>
                  <a:lnTo>
                    <a:pt x="1296924" y="761"/>
                  </a:lnTo>
                  <a:lnTo>
                    <a:pt x="1293154" y="4572"/>
                  </a:lnTo>
                  <a:lnTo>
                    <a:pt x="1300734" y="4572"/>
                  </a:lnTo>
                  <a:close/>
                </a:path>
                <a:path w="1305560" h="296545">
                  <a:moveTo>
                    <a:pt x="1303781" y="7619"/>
                  </a:moveTo>
                  <a:lnTo>
                    <a:pt x="1300734" y="4572"/>
                  </a:lnTo>
                  <a:lnTo>
                    <a:pt x="1299947" y="4572"/>
                  </a:lnTo>
                  <a:lnTo>
                    <a:pt x="1299947" y="11430"/>
                  </a:lnTo>
                  <a:lnTo>
                    <a:pt x="1303781" y="7619"/>
                  </a:lnTo>
                  <a:close/>
                </a:path>
                <a:path w="1305560" h="296545">
                  <a:moveTo>
                    <a:pt x="1305305" y="221741"/>
                  </a:moveTo>
                  <a:lnTo>
                    <a:pt x="1305305" y="4572"/>
                  </a:lnTo>
                  <a:lnTo>
                    <a:pt x="1300734" y="4572"/>
                  </a:lnTo>
                  <a:lnTo>
                    <a:pt x="1303781" y="7619"/>
                  </a:lnTo>
                  <a:lnTo>
                    <a:pt x="1303781" y="223265"/>
                  </a:lnTo>
                  <a:lnTo>
                    <a:pt x="1305305" y="22174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0" name="object 18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276599" y="4347971"/>
              <a:ext cx="1223772" cy="215646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00372" y="4276343"/>
              <a:ext cx="71627" cy="287273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76599" y="4276343"/>
              <a:ext cx="1295400" cy="71627"/>
            </a:xfrm>
            <a:prstGeom prst="rect">
              <a:avLst/>
            </a:prstGeom>
          </p:spPr>
        </p:pic>
        <p:sp>
          <p:nvSpPr>
            <p:cNvPr id="183" name="object 183"/>
            <p:cNvSpPr/>
            <p:nvPr/>
          </p:nvSpPr>
          <p:spPr>
            <a:xfrm>
              <a:off x="3272027" y="4271771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8630" y="9143"/>
                  </a:lnTo>
                  <a:lnTo>
                    <a:pt x="1296924" y="761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60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60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6545">
                  <a:moveTo>
                    <a:pt x="1226058" y="287273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035"/>
                  </a:lnTo>
                  <a:lnTo>
                    <a:pt x="1226058" y="287273"/>
                  </a:lnTo>
                  <a:close/>
                </a:path>
                <a:path w="1305560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60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60" h="296545">
                  <a:moveTo>
                    <a:pt x="1226803" y="71628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28"/>
                  </a:lnTo>
                  <a:close/>
                </a:path>
                <a:path w="1305560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60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60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60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60" h="296545">
                  <a:moveTo>
                    <a:pt x="1232916" y="280415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058" y="287273"/>
                  </a:lnTo>
                  <a:lnTo>
                    <a:pt x="1232916" y="280415"/>
                  </a:lnTo>
                  <a:close/>
                </a:path>
                <a:path w="1305560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60" h="296545">
                  <a:moveTo>
                    <a:pt x="1228344" y="71627"/>
                  </a:moveTo>
                  <a:lnTo>
                    <a:pt x="1226803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60" h="296545">
                  <a:moveTo>
                    <a:pt x="1228344" y="287273"/>
                  </a:moveTo>
                  <a:lnTo>
                    <a:pt x="1226058" y="287273"/>
                  </a:lnTo>
                  <a:lnTo>
                    <a:pt x="1225296" y="288035"/>
                  </a:lnTo>
                  <a:lnTo>
                    <a:pt x="1228344" y="287273"/>
                  </a:lnTo>
                  <a:close/>
                </a:path>
                <a:path w="1305560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035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6545">
                  <a:moveTo>
                    <a:pt x="1296924" y="216407"/>
                  </a:moveTo>
                  <a:lnTo>
                    <a:pt x="1226058" y="287273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60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8630" y="9143"/>
                  </a:lnTo>
                  <a:lnTo>
                    <a:pt x="1226803" y="71628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296924" y="761"/>
                  </a:lnTo>
                  <a:lnTo>
                    <a:pt x="1288630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31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4" name="object 18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6599" y="4338827"/>
              <a:ext cx="1223772" cy="762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2" y="4052315"/>
              <a:ext cx="71627" cy="287274"/>
            </a:xfrm>
            <a:prstGeom prst="rect">
              <a:avLst/>
            </a:prstGeom>
          </p:spPr>
        </p:pic>
        <p:sp>
          <p:nvSpPr>
            <p:cNvPr id="186" name="object 186"/>
            <p:cNvSpPr/>
            <p:nvPr/>
          </p:nvSpPr>
          <p:spPr>
            <a:xfrm>
              <a:off x="3272027" y="404698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5" y="5333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2" y="297179"/>
                  </a:lnTo>
                  <a:lnTo>
                    <a:pt x="4572" y="72389"/>
                  </a:lnTo>
                  <a:lnTo>
                    <a:pt x="9144" y="72389"/>
                  </a:lnTo>
                  <a:lnTo>
                    <a:pt x="76200" y="5333"/>
                  </a:lnTo>
                  <a:lnTo>
                    <a:pt x="1293114" y="5333"/>
                  </a:lnTo>
                  <a:lnTo>
                    <a:pt x="1296924" y="1523"/>
                  </a:lnTo>
                  <a:lnTo>
                    <a:pt x="1300733" y="5333"/>
                  </a:lnTo>
                  <a:lnTo>
                    <a:pt x="1305305" y="5333"/>
                  </a:lnTo>
                  <a:close/>
                </a:path>
                <a:path w="1305560" h="297179">
                  <a:moveTo>
                    <a:pt x="9144" y="72389"/>
                  </a:moveTo>
                  <a:lnTo>
                    <a:pt x="4572" y="72389"/>
                  </a:lnTo>
                  <a:lnTo>
                    <a:pt x="4572" y="76962"/>
                  </a:lnTo>
                  <a:lnTo>
                    <a:pt x="9144" y="72389"/>
                  </a:lnTo>
                  <a:close/>
                </a:path>
                <a:path w="1305560" h="297179">
                  <a:moveTo>
                    <a:pt x="1235202" y="292607"/>
                  </a:moveTo>
                  <a:lnTo>
                    <a:pt x="4572" y="292607"/>
                  </a:lnTo>
                  <a:lnTo>
                    <a:pt x="4572" y="297179"/>
                  </a:lnTo>
                  <a:lnTo>
                    <a:pt x="1230629" y="297179"/>
                  </a:lnTo>
                  <a:lnTo>
                    <a:pt x="1235202" y="292607"/>
                  </a:lnTo>
                  <a:close/>
                </a:path>
                <a:path w="1305560" h="297179">
                  <a:moveTo>
                    <a:pt x="1303781" y="224027"/>
                  </a:moveTo>
                  <a:lnTo>
                    <a:pt x="1303781" y="8381"/>
                  </a:lnTo>
                  <a:lnTo>
                    <a:pt x="1299947" y="12216"/>
                  </a:lnTo>
                  <a:lnTo>
                    <a:pt x="1299210" y="220979"/>
                  </a:lnTo>
                  <a:lnTo>
                    <a:pt x="1228344" y="291845"/>
                  </a:lnTo>
                  <a:lnTo>
                    <a:pt x="76200" y="292566"/>
                  </a:lnTo>
                  <a:lnTo>
                    <a:pt x="1235202" y="292607"/>
                  </a:lnTo>
                  <a:lnTo>
                    <a:pt x="1303781" y="224027"/>
                  </a:lnTo>
                  <a:close/>
                </a:path>
                <a:path w="1305560" h="297179">
                  <a:moveTo>
                    <a:pt x="1300733" y="5333"/>
                  </a:moveTo>
                  <a:lnTo>
                    <a:pt x="1296924" y="1523"/>
                  </a:lnTo>
                  <a:lnTo>
                    <a:pt x="1293114" y="5333"/>
                  </a:lnTo>
                  <a:lnTo>
                    <a:pt x="1300733" y="5333"/>
                  </a:lnTo>
                  <a:close/>
                </a:path>
                <a:path w="1305560" h="297179">
                  <a:moveTo>
                    <a:pt x="1303781" y="8381"/>
                  </a:moveTo>
                  <a:lnTo>
                    <a:pt x="1300733" y="5333"/>
                  </a:lnTo>
                  <a:lnTo>
                    <a:pt x="1299947" y="5333"/>
                  </a:lnTo>
                  <a:lnTo>
                    <a:pt x="1299947" y="12192"/>
                  </a:lnTo>
                  <a:lnTo>
                    <a:pt x="1303781" y="8381"/>
                  </a:lnTo>
                  <a:close/>
                </a:path>
                <a:path w="1305560" h="297179">
                  <a:moveTo>
                    <a:pt x="1305305" y="222503"/>
                  </a:moveTo>
                  <a:lnTo>
                    <a:pt x="1305305" y="5333"/>
                  </a:lnTo>
                  <a:lnTo>
                    <a:pt x="1300733" y="5333"/>
                  </a:lnTo>
                  <a:lnTo>
                    <a:pt x="1303781" y="8381"/>
                  </a:lnTo>
                  <a:lnTo>
                    <a:pt x="1303781" y="224027"/>
                  </a:lnTo>
                  <a:lnTo>
                    <a:pt x="1305305" y="22250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7" name="object 18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276599" y="4123943"/>
              <a:ext cx="1223772" cy="215646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500372" y="4052315"/>
              <a:ext cx="71627" cy="287274"/>
            </a:xfrm>
            <a:prstGeom prst="rect">
              <a:avLst/>
            </a:prstGeom>
          </p:spPr>
        </p:pic>
        <p:pic>
          <p:nvPicPr>
            <p:cNvPr id="189" name="object 18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76599" y="4052315"/>
              <a:ext cx="1295400" cy="71628"/>
            </a:xfrm>
            <a:prstGeom prst="rect">
              <a:avLst/>
            </a:prstGeom>
          </p:spPr>
        </p:pic>
        <p:sp>
          <p:nvSpPr>
            <p:cNvPr id="190" name="object 190"/>
            <p:cNvSpPr/>
            <p:nvPr/>
          </p:nvSpPr>
          <p:spPr>
            <a:xfrm>
              <a:off x="3272027" y="404698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60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60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60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60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60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60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60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60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60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60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60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60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60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60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60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60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60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60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60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60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60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60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1" name="object 19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6599" y="4123182"/>
              <a:ext cx="1223771" cy="761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2" y="3836669"/>
              <a:ext cx="71627" cy="287274"/>
            </a:xfrm>
            <a:prstGeom prst="rect">
              <a:avLst/>
            </a:prstGeom>
          </p:spPr>
        </p:pic>
        <p:sp>
          <p:nvSpPr>
            <p:cNvPr id="193" name="object 193"/>
            <p:cNvSpPr/>
            <p:nvPr/>
          </p:nvSpPr>
          <p:spPr>
            <a:xfrm>
              <a:off x="3272027" y="3832097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5" y="4572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9144" y="71627"/>
                  </a:lnTo>
                  <a:lnTo>
                    <a:pt x="76200" y="4572"/>
                  </a:lnTo>
                  <a:lnTo>
                    <a:pt x="1293154" y="4572"/>
                  </a:lnTo>
                  <a:lnTo>
                    <a:pt x="1296924" y="761"/>
                  </a:lnTo>
                  <a:lnTo>
                    <a:pt x="1300734" y="4572"/>
                  </a:lnTo>
                  <a:lnTo>
                    <a:pt x="1305305" y="4572"/>
                  </a:lnTo>
                  <a:close/>
                </a:path>
                <a:path w="1305560" h="296545">
                  <a:moveTo>
                    <a:pt x="9144" y="71627"/>
                  </a:moveTo>
                  <a:lnTo>
                    <a:pt x="4572" y="71627"/>
                  </a:lnTo>
                  <a:lnTo>
                    <a:pt x="4572" y="76200"/>
                  </a:lnTo>
                  <a:lnTo>
                    <a:pt x="9144" y="71627"/>
                  </a:lnTo>
                  <a:close/>
                </a:path>
                <a:path w="1305560" h="296545">
                  <a:moveTo>
                    <a:pt x="1235201" y="291846"/>
                  </a:moveTo>
                  <a:lnTo>
                    <a:pt x="4572" y="291846"/>
                  </a:lnTo>
                  <a:lnTo>
                    <a:pt x="4572" y="296417"/>
                  </a:lnTo>
                  <a:lnTo>
                    <a:pt x="1230629" y="296417"/>
                  </a:lnTo>
                  <a:lnTo>
                    <a:pt x="1235201" y="291846"/>
                  </a:lnTo>
                  <a:close/>
                </a:path>
                <a:path w="1305560" h="296545">
                  <a:moveTo>
                    <a:pt x="1303781" y="223265"/>
                  </a:moveTo>
                  <a:lnTo>
                    <a:pt x="1303781" y="7619"/>
                  </a:lnTo>
                  <a:lnTo>
                    <a:pt x="1299947" y="11454"/>
                  </a:lnTo>
                  <a:lnTo>
                    <a:pt x="1299210" y="220979"/>
                  </a:lnTo>
                  <a:lnTo>
                    <a:pt x="1229106" y="291084"/>
                  </a:lnTo>
                  <a:lnTo>
                    <a:pt x="76200" y="291804"/>
                  </a:lnTo>
                  <a:lnTo>
                    <a:pt x="1235201" y="291846"/>
                  </a:lnTo>
                  <a:lnTo>
                    <a:pt x="1303781" y="223265"/>
                  </a:lnTo>
                  <a:close/>
                </a:path>
                <a:path w="1305560" h="296545">
                  <a:moveTo>
                    <a:pt x="1300734" y="4572"/>
                  </a:moveTo>
                  <a:lnTo>
                    <a:pt x="1296924" y="761"/>
                  </a:lnTo>
                  <a:lnTo>
                    <a:pt x="1293154" y="4572"/>
                  </a:lnTo>
                  <a:lnTo>
                    <a:pt x="1300734" y="4572"/>
                  </a:lnTo>
                  <a:close/>
                </a:path>
                <a:path w="1305560" h="296545">
                  <a:moveTo>
                    <a:pt x="1303781" y="7619"/>
                  </a:moveTo>
                  <a:lnTo>
                    <a:pt x="1300734" y="4572"/>
                  </a:lnTo>
                  <a:lnTo>
                    <a:pt x="1299947" y="4572"/>
                  </a:lnTo>
                  <a:lnTo>
                    <a:pt x="1299947" y="11430"/>
                  </a:lnTo>
                  <a:lnTo>
                    <a:pt x="1303781" y="7619"/>
                  </a:lnTo>
                  <a:close/>
                </a:path>
                <a:path w="1305560" h="296545">
                  <a:moveTo>
                    <a:pt x="1305305" y="221741"/>
                  </a:moveTo>
                  <a:lnTo>
                    <a:pt x="1305305" y="4572"/>
                  </a:lnTo>
                  <a:lnTo>
                    <a:pt x="1300734" y="4572"/>
                  </a:lnTo>
                  <a:lnTo>
                    <a:pt x="1303781" y="7619"/>
                  </a:lnTo>
                  <a:lnTo>
                    <a:pt x="1303781" y="223265"/>
                  </a:lnTo>
                  <a:lnTo>
                    <a:pt x="1305305" y="22174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4" name="object 19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76599" y="3908297"/>
              <a:ext cx="1223772" cy="215646"/>
            </a:xfrm>
            <a:prstGeom prst="rect">
              <a:avLst/>
            </a:prstGeom>
          </p:spPr>
        </p:pic>
        <p:pic>
          <p:nvPicPr>
            <p:cNvPr id="195" name="object 19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00372" y="3836669"/>
              <a:ext cx="71627" cy="287274"/>
            </a:xfrm>
            <a:prstGeom prst="rect">
              <a:avLst/>
            </a:prstGeom>
          </p:spPr>
        </p:pic>
        <p:pic>
          <p:nvPicPr>
            <p:cNvPr id="196" name="object 19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76599" y="3836669"/>
              <a:ext cx="1295400" cy="71627"/>
            </a:xfrm>
            <a:prstGeom prst="rect">
              <a:avLst/>
            </a:prstGeom>
          </p:spPr>
        </p:pic>
        <p:sp>
          <p:nvSpPr>
            <p:cNvPr id="197" name="object 197"/>
            <p:cNvSpPr/>
            <p:nvPr/>
          </p:nvSpPr>
          <p:spPr>
            <a:xfrm>
              <a:off x="3272027" y="3832097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60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8630" y="9143"/>
                  </a:lnTo>
                  <a:lnTo>
                    <a:pt x="1296924" y="761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60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60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60" h="296545">
                  <a:moveTo>
                    <a:pt x="1226058" y="287273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035"/>
                  </a:lnTo>
                  <a:lnTo>
                    <a:pt x="1226058" y="287273"/>
                  </a:lnTo>
                  <a:close/>
                </a:path>
                <a:path w="1305560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60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60" h="296545">
                  <a:moveTo>
                    <a:pt x="1226803" y="71628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28"/>
                  </a:lnTo>
                  <a:close/>
                </a:path>
                <a:path w="1305560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60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60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60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60" h="296545">
                  <a:moveTo>
                    <a:pt x="1232916" y="280415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058" y="287273"/>
                  </a:lnTo>
                  <a:lnTo>
                    <a:pt x="1232916" y="280415"/>
                  </a:lnTo>
                  <a:close/>
                </a:path>
                <a:path w="1305560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60" h="296545">
                  <a:moveTo>
                    <a:pt x="1228344" y="71627"/>
                  </a:moveTo>
                  <a:lnTo>
                    <a:pt x="1226803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60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60" h="296545">
                  <a:moveTo>
                    <a:pt x="1228344" y="287273"/>
                  </a:moveTo>
                  <a:lnTo>
                    <a:pt x="1226058" y="287273"/>
                  </a:lnTo>
                  <a:lnTo>
                    <a:pt x="1225296" y="288035"/>
                  </a:lnTo>
                  <a:lnTo>
                    <a:pt x="1228344" y="287273"/>
                  </a:lnTo>
                  <a:close/>
                </a:path>
                <a:path w="1305560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035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60" h="296545">
                  <a:moveTo>
                    <a:pt x="1296924" y="216407"/>
                  </a:moveTo>
                  <a:lnTo>
                    <a:pt x="1226058" y="287273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60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8630" y="9143"/>
                  </a:lnTo>
                  <a:lnTo>
                    <a:pt x="1226803" y="71628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60" h="296545">
                  <a:moveTo>
                    <a:pt x="1303782" y="7619"/>
                  </a:moveTo>
                  <a:lnTo>
                    <a:pt x="1296924" y="761"/>
                  </a:lnTo>
                  <a:lnTo>
                    <a:pt x="1288630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60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60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31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60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8" name="object 198"/>
          <p:cNvSpPr txBox="1"/>
          <p:nvPr/>
        </p:nvSpPr>
        <p:spPr>
          <a:xfrm>
            <a:off x="3415538" y="3855516"/>
            <a:ext cx="946150" cy="203581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54940" marR="147955" algn="ctr">
              <a:lnSpc>
                <a:spcPct val="147200"/>
              </a:lnSpc>
              <a:spcBef>
                <a:spcPts val="30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Applications 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Runtime Middleware</a:t>
            </a:r>
            <a:endParaRPr sz="1000">
              <a:latin typeface="Calibri"/>
              <a:cs typeface="Calibri"/>
            </a:endParaRPr>
          </a:p>
          <a:p>
            <a:pPr marL="12700" marR="5080" algn="ctr">
              <a:lnSpc>
                <a:spcPts val="1780"/>
              </a:lnSpc>
              <a:spcBef>
                <a:spcPts val="140"/>
              </a:spcBef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Operating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System </a:t>
            </a:r>
            <a:r>
              <a:rPr sz="1000" spc="-10" dirty="0">
                <a:latin typeface="Calibri"/>
                <a:cs typeface="Calibri"/>
              </a:rPr>
              <a:t>Virtualization</a:t>
            </a:r>
            <a:endParaRPr sz="1000">
              <a:latin typeface="Calibri"/>
              <a:cs typeface="Calibri"/>
            </a:endParaRPr>
          </a:p>
          <a:p>
            <a:pPr marL="273685" marR="266700" indent="-635" algn="ctr">
              <a:lnSpc>
                <a:spcPts val="1730"/>
              </a:lnSpc>
              <a:spcBef>
                <a:spcPts val="55"/>
              </a:spcBef>
            </a:pPr>
            <a:r>
              <a:rPr sz="1000" spc="-10" dirty="0">
                <a:latin typeface="Calibri"/>
                <a:cs typeface="Calibri"/>
              </a:rPr>
              <a:t>Servers Storage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sz="1000" spc="-10" dirty="0">
                <a:latin typeface="Calibri"/>
                <a:cs typeface="Calibri"/>
              </a:rPr>
              <a:t>Networking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99" name="object 199"/>
          <p:cNvGrpSpPr/>
          <p:nvPr/>
        </p:nvGrpSpPr>
        <p:grpSpPr>
          <a:xfrm>
            <a:off x="7691628" y="3832097"/>
            <a:ext cx="1305560" cy="2103120"/>
            <a:chOff x="7691628" y="3832097"/>
            <a:chExt cx="1305560" cy="2103120"/>
          </a:xfrm>
        </p:grpSpPr>
        <p:pic>
          <p:nvPicPr>
            <p:cNvPr id="200" name="object 20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96200" y="5929884"/>
              <a:ext cx="1223772" cy="761"/>
            </a:xfrm>
            <a:prstGeom prst="rect">
              <a:avLst/>
            </a:prstGeom>
          </p:spPr>
        </p:pic>
        <p:pic>
          <p:nvPicPr>
            <p:cNvPr id="201" name="object 20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19972" y="5643371"/>
              <a:ext cx="71627" cy="287274"/>
            </a:xfrm>
            <a:prstGeom prst="rect">
              <a:avLst/>
            </a:prstGeom>
          </p:spPr>
        </p:pic>
        <p:sp>
          <p:nvSpPr>
            <p:cNvPr id="202" name="object 202"/>
            <p:cNvSpPr/>
            <p:nvPr/>
          </p:nvSpPr>
          <p:spPr>
            <a:xfrm>
              <a:off x="7691628" y="5638799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5" y="4572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6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8"/>
                  </a:lnTo>
                  <a:lnTo>
                    <a:pt x="9144" y="71628"/>
                  </a:lnTo>
                  <a:lnTo>
                    <a:pt x="76200" y="4572"/>
                  </a:lnTo>
                  <a:lnTo>
                    <a:pt x="1293876" y="4572"/>
                  </a:lnTo>
                  <a:lnTo>
                    <a:pt x="1296924" y="1524"/>
                  </a:lnTo>
                  <a:lnTo>
                    <a:pt x="1299945" y="4545"/>
                  </a:lnTo>
                  <a:lnTo>
                    <a:pt x="1305305" y="4572"/>
                  </a:lnTo>
                  <a:close/>
                </a:path>
                <a:path w="1305559" h="296545">
                  <a:moveTo>
                    <a:pt x="9144" y="71628"/>
                  </a:moveTo>
                  <a:lnTo>
                    <a:pt x="4571" y="71628"/>
                  </a:lnTo>
                  <a:lnTo>
                    <a:pt x="4571" y="76200"/>
                  </a:lnTo>
                  <a:lnTo>
                    <a:pt x="9144" y="71628"/>
                  </a:lnTo>
                  <a:close/>
                </a:path>
                <a:path w="1305559" h="296545">
                  <a:moveTo>
                    <a:pt x="1235249" y="291846"/>
                  </a:moveTo>
                  <a:lnTo>
                    <a:pt x="4571" y="291846"/>
                  </a:lnTo>
                  <a:lnTo>
                    <a:pt x="4571" y="296418"/>
                  </a:lnTo>
                  <a:lnTo>
                    <a:pt x="1230629" y="296418"/>
                  </a:lnTo>
                  <a:lnTo>
                    <a:pt x="1235249" y="291846"/>
                  </a:lnTo>
                  <a:close/>
                </a:path>
                <a:path w="1305559" h="296545">
                  <a:moveTo>
                    <a:pt x="1303781" y="224012"/>
                  </a:moveTo>
                  <a:lnTo>
                    <a:pt x="1303781" y="8382"/>
                  </a:lnTo>
                  <a:lnTo>
                    <a:pt x="1299945" y="12218"/>
                  </a:lnTo>
                  <a:lnTo>
                    <a:pt x="1299210" y="220980"/>
                  </a:lnTo>
                  <a:lnTo>
                    <a:pt x="1229105" y="291084"/>
                  </a:lnTo>
                  <a:lnTo>
                    <a:pt x="76200" y="291804"/>
                  </a:lnTo>
                  <a:lnTo>
                    <a:pt x="1235249" y="291846"/>
                  </a:lnTo>
                  <a:lnTo>
                    <a:pt x="1303781" y="224012"/>
                  </a:lnTo>
                  <a:close/>
                </a:path>
                <a:path w="1305559" h="296545">
                  <a:moveTo>
                    <a:pt x="1299945" y="4572"/>
                  </a:moveTo>
                  <a:lnTo>
                    <a:pt x="1299210" y="3810"/>
                  </a:lnTo>
                  <a:lnTo>
                    <a:pt x="1296924" y="1524"/>
                  </a:lnTo>
                  <a:lnTo>
                    <a:pt x="1293876" y="4572"/>
                  </a:lnTo>
                  <a:lnTo>
                    <a:pt x="1299945" y="4572"/>
                  </a:lnTo>
                  <a:close/>
                </a:path>
                <a:path w="1305559" h="296545">
                  <a:moveTo>
                    <a:pt x="1305305" y="222504"/>
                  </a:moveTo>
                  <a:lnTo>
                    <a:pt x="1305305" y="4572"/>
                  </a:lnTo>
                  <a:lnTo>
                    <a:pt x="1299945" y="4572"/>
                  </a:lnTo>
                  <a:lnTo>
                    <a:pt x="1303781" y="8382"/>
                  </a:lnTo>
                  <a:lnTo>
                    <a:pt x="1303781" y="224012"/>
                  </a:lnTo>
                  <a:lnTo>
                    <a:pt x="1305305" y="222504"/>
                  </a:lnTo>
                  <a:close/>
                </a:path>
                <a:path w="1305559" h="296545">
                  <a:moveTo>
                    <a:pt x="1303781" y="8382"/>
                  </a:moveTo>
                  <a:lnTo>
                    <a:pt x="1299945" y="4545"/>
                  </a:lnTo>
                  <a:lnTo>
                    <a:pt x="1299945" y="12192"/>
                  </a:lnTo>
                  <a:lnTo>
                    <a:pt x="1303781" y="83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3" name="object 20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96200" y="5714999"/>
              <a:ext cx="1223772" cy="215646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919972" y="5643371"/>
              <a:ext cx="71627" cy="287274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96200" y="5643371"/>
              <a:ext cx="1295400" cy="71627"/>
            </a:xfrm>
            <a:prstGeom prst="rect">
              <a:avLst/>
            </a:prstGeom>
          </p:spPr>
        </p:pic>
        <p:sp>
          <p:nvSpPr>
            <p:cNvPr id="206" name="object 206"/>
            <p:cNvSpPr/>
            <p:nvPr/>
          </p:nvSpPr>
          <p:spPr>
            <a:xfrm>
              <a:off x="7691628" y="5638799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764" y="71627"/>
                  </a:lnTo>
                  <a:lnTo>
                    <a:pt x="76962" y="11429"/>
                  </a:lnTo>
                  <a:lnTo>
                    <a:pt x="76962" y="9143"/>
                  </a:lnTo>
                  <a:lnTo>
                    <a:pt x="80010" y="8381"/>
                  </a:lnTo>
                  <a:lnTo>
                    <a:pt x="80010" y="9143"/>
                  </a:lnTo>
                  <a:lnTo>
                    <a:pt x="1289304" y="9143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12"/>
                  </a:lnTo>
                  <a:lnTo>
                    <a:pt x="1305306" y="222503"/>
                  </a:lnTo>
                  <a:close/>
                </a:path>
                <a:path w="1305559" h="296545">
                  <a:moveTo>
                    <a:pt x="16764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85"/>
                  </a:lnTo>
                  <a:lnTo>
                    <a:pt x="16764" y="71627"/>
                  </a:lnTo>
                  <a:close/>
                </a:path>
                <a:path w="1305559" h="296545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59" h="296545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59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59" h="296545">
                  <a:moveTo>
                    <a:pt x="9906" y="78485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59" h="296545">
                  <a:moveTo>
                    <a:pt x="1226820" y="71628"/>
                  </a:moveTo>
                  <a:lnTo>
                    <a:pt x="16764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20" y="71628"/>
                  </a:lnTo>
                  <a:close/>
                </a:path>
                <a:path w="1305559" h="296545">
                  <a:moveTo>
                    <a:pt x="80010" y="8381"/>
                  </a:moveTo>
                  <a:lnTo>
                    <a:pt x="76962" y="9143"/>
                  </a:lnTo>
                  <a:lnTo>
                    <a:pt x="79247" y="9143"/>
                  </a:lnTo>
                  <a:lnTo>
                    <a:pt x="80010" y="8381"/>
                  </a:lnTo>
                  <a:close/>
                </a:path>
                <a:path w="1305559" h="296545">
                  <a:moveTo>
                    <a:pt x="79247" y="9144"/>
                  </a:moveTo>
                  <a:lnTo>
                    <a:pt x="76962" y="9143"/>
                  </a:lnTo>
                  <a:lnTo>
                    <a:pt x="76962" y="11429"/>
                  </a:lnTo>
                  <a:lnTo>
                    <a:pt x="79247" y="9144"/>
                  </a:lnTo>
                  <a:close/>
                </a:path>
                <a:path w="1305559" h="296545">
                  <a:moveTo>
                    <a:pt x="80010" y="9143"/>
                  </a:moveTo>
                  <a:lnTo>
                    <a:pt x="80010" y="8381"/>
                  </a:lnTo>
                  <a:lnTo>
                    <a:pt x="79247" y="9144"/>
                  </a:lnTo>
                  <a:lnTo>
                    <a:pt x="80010" y="9143"/>
                  </a:lnTo>
                  <a:close/>
                </a:path>
                <a:path w="1305559" h="296545">
                  <a:moveTo>
                    <a:pt x="1232916" y="79247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59" h="296545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59" h="296545">
                  <a:moveTo>
                    <a:pt x="1232916" y="294155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55"/>
                  </a:lnTo>
                  <a:close/>
                </a:path>
                <a:path w="1305559" h="296545">
                  <a:moveTo>
                    <a:pt x="1228344" y="71627"/>
                  </a:moveTo>
                  <a:lnTo>
                    <a:pt x="1226820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59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59" h="296545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59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59" h="296545">
                  <a:moveTo>
                    <a:pt x="1299972" y="12191"/>
                  </a:moveTo>
                  <a:lnTo>
                    <a:pt x="1299972" y="9143"/>
                  </a:lnTo>
                  <a:lnTo>
                    <a:pt x="1289304" y="9143"/>
                  </a:lnTo>
                  <a:lnTo>
                    <a:pt x="1226820" y="71628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59" h="296545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55"/>
                  </a:lnTo>
                  <a:lnTo>
                    <a:pt x="1295400" y="232308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59" h="296545">
                  <a:moveTo>
                    <a:pt x="1303782" y="8381"/>
                  </a:moveTo>
                  <a:lnTo>
                    <a:pt x="1296924" y="1523"/>
                  </a:lnTo>
                  <a:lnTo>
                    <a:pt x="1289304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59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59" h="296545">
                  <a:moveTo>
                    <a:pt x="1303782" y="224012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00"/>
                  </a:lnTo>
                  <a:lnTo>
                    <a:pt x="1303782" y="224012"/>
                  </a:lnTo>
                  <a:close/>
                </a:path>
                <a:path w="1305559" h="296545">
                  <a:moveTo>
                    <a:pt x="1296924" y="230800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308"/>
                  </a:lnTo>
                  <a:lnTo>
                    <a:pt x="1296924" y="23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7" name="object 20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96200" y="5705856"/>
              <a:ext cx="1223772" cy="761"/>
            </a:xfrm>
            <a:prstGeom prst="rect">
              <a:avLst/>
            </a:prstGeom>
          </p:spPr>
        </p:pic>
        <p:pic>
          <p:nvPicPr>
            <p:cNvPr id="208" name="object 20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19972" y="5419343"/>
              <a:ext cx="71627" cy="287273"/>
            </a:xfrm>
            <a:prstGeom prst="rect">
              <a:avLst/>
            </a:prstGeom>
          </p:spPr>
        </p:pic>
        <p:sp>
          <p:nvSpPr>
            <p:cNvPr id="209" name="object 209"/>
            <p:cNvSpPr/>
            <p:nvPr/>
          </p:nvSpPr>
          <p:spPr>
            <a:xfrm>
              <a:off x="7691628" y="5414771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5" y="4572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6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8"/>
                  </a:lnTo>
                  <a:lnTo>
                    <a:pt x="9144" y="71628"/>
                  </a:lnTo>
                  <a:lnTo>
                    <a:pt x="76200" y="4572"/>
                  </a:lnTo>
                  <a:lnTo>
                    <a:pt x="1293154" y="4572"/>
                  </a:lnTo>
                  <a:lnTo>
                    <a:pt x="1296924" y="762"/>
                  </a:lnTo>
                  <a:lnTo>
                    <a:pt x="1300733" y="4572"/>
                  </a:lnTo>
                  <a:lnTo>
                    <a:pt x="1305305" y="4572"/>
                  </a:lnTo>
                  <a:close/>
                </a:path>
                <a:path w="1305559" h="296545">
                  <a:moveTo>
                    <a:pt x="9144" y="71628"/>
                  </a:moveTo>
                  <a:lnTo>
                    <a:pt x="4571" y="71628"/>
                  </a:lnTo>
                  <a:lnTo>
                    <a:pt x="4571" y="76200"/>
                  </a:lnTo>
                  <a:lnTo>
                    <a:pt x="9144" y="71628"/>
                  </a:lnTo>
                  <a:close/>
                </a:path>
                <a:path w="1305559" h="296545">
                  <a:moveTo>
                    <a:pt x="1235202" y="291846"/>
                  </a:moveTo>
                  <a:lnTo>
                    <a:pt x="4571" y="291845"/>
                  </a:lnTo>
                  <a:lnTo>
                    <a:pt x="4571" y="296418"/>
                  </a:lnTo>
                  <a:lnTo>
                    <a:pt x="1230629" y="296418"/>
                  </a:lnTo>
                  <a:lnTo>
                    <a:pt x="1235202" y="291846"/>
                  </a:lnTo>
                  <a:close/>
                </a:path>
                <a:path w="1305559" h="296545">
                  <a:moveTo>
                    <a:pt x="1303781" y="223266"/>
                  </a:moveTo>
                  <a:lnTo>
                    <a:pt x="1303781" y="7620"/>
                  </a:lnTo>
                  <a:lnTo>
                    <a:pt x="1299947" y="11454"/>
                  </a:lnTo>
                  <a:lnTo>
                    <a:pt x="1299210" y="220980"/>
                  </a:lnTo>
                  <a:lnTo>
                    <a:pt x="1229105" y="291084"/>
                  </a:lnTo>
                  <a:lnTo>
                    <a:pt x="76200" y="291804"/>
                  </a:lnTo>
                  <a:lnTo>
                    <a:pt x="1235202" y="291846"/>
                  </a:lnTo>
                  <a:lnTo>
                    <a:pt x="1303781" y="223266"/>
                  </a:lnTo>
                  <a:close/>
                </a:path>
                <a:path w="1305559" h="296545">
                  <a:moveTo>
                    <a:pt x="1300733" y="4572"/>
                  </a:moveTo>
                  <a:lnTo>
                    <a:pt x="1296924" y="762"/>
                  </a:lnTo>
                  <a:lnTo>
                    <a:pt x="1293154" y="4572"/>
                  </a:lnTo>
                  <a:lnTo>
                    <a:pt x="1300733" y="4572"/>
                  </a:lnTo>
                  <a:close/>
                </a:path>
                <a:path w="1305559" h="296545">
                  <a:moveTo>
                    <a:pt x="1303781" y="7620"/>
                  </a:moveTo>
                  <a:lnTo>
                    <a:pt x="1300733" y="4572"/>
                  </a:lnTo>
                  <a:lnTo>
                    <a:pt x="1299947" y="4572"/>
                  </a:lnTo>
                  <a:lnTo>
                    <a:pt x="1299947" y="11430"/>
                  </a:lnTo>
                  <a:lnTo>
                    <a:pt x="1303781" y="7620"/>
                  </a:lnTo>
                  <a:close/>
                </a:path>
                <a:path w="1305559" h="296545">
                  <a:moveTo>
                    <a:pt x="1305305" y="221742"/>
                  </a:moveTo>
                  <a:lnTo>
                    <a:pt x="1305305" y="4572"/>
                  </a:lnTo>
                  <a:lnTo>
                    <a:pt x="1300733" y="4572"/>
                  </a:lnTo>
                  <a:lnTo>
                    <a:pt x="1303781" y="7620"/>
                  </a:lnTo>
                  <a:lnTo>
                    <a:pt x="1303781" y="223266"/>
                  </a:lnTo>
                  <a:lnTo>
                    <a:pt x="1305305" y="2217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0" name="object 21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696200" y="5490971"/>
              <a:ext cx="1223772" cy="215646"/>
            </a:xfrm>
            <a:prstGeom prst="rect">
              <a:avLst/>
            </a:prstGeom>
          </p:spPr>
        </p:pic>
        <p:pic>
          <p:nvPicPr>
            <p:cNvPr id="211" name="object 21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919972" y="5419343"/>
              <a:ext cx="71627" cy="287273"/>
            </a:xfrm>
            <a:prstGeom prst="rect">
              <a:avLst/>
            </a:prstGeom>
          </p:spPr>
        </p:pic>
        <p:pic>
          <p:nvPicPr>
            <p:cNvPr id="212" name="object 21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96200" y="5419343"/>
              <a:ext cx="1295400" cy="71627"/>
            </a:xfrm>
            <a:prstGeom prst="rect">
              <a:avLst/>
            </a:prstGeom>
          </p:spPr>
        </p:pic>
        <p:sp>
          <p:nvSpPr>
            <p:cNvPr id="213" name="object 213"/>
            <p:cNvSpPr/>
            <p:nvPr/>
          </p:nvSpPr>
          <p:spPr>
            <a:xfrm>
              <a:off x="7691628" y="5414771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8630" y="9143"/>
                  </a:lnTo>
                  <a:lnTo>
                    <a:pt x="1296924" y="761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59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59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59" h="296545">
                  <a:moveTo>
                    <a:pt x="1226058" y="287273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035"/>
                  </a:lnTo>
                  <a:lnTo>
                    <a:pt x="1226058" y="287273"/>
                  </a:lnTo>
                  <a:close/>
                </a:path>
                <a:path w="1305559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59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59" h="296545">
                  <a:moveTo>
                    <a:pt x="1226803" y="71628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28"/>
                  </a:lnTo>
                  <a:close/>
                </a:path>
                <a:path w="1305559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59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59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59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59" h="296545">
                  <a:moveTo>
                    <a:pt x="1232916" y="280415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058" y="287273"/>
                  </a:lnTo>
                  <a:lnTo>
                    <a:pt x="1232916" y="280415"/>
                  </a:lnTo>
                  <a:close/>
                </a:path>
                <a:path w="1305559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59" h="296545">
                  <a:moveTo>
                    <a:pt x="1228344" y="71627"/>
                  </a:moveTo>
                  <a:lnTo>
                    <a:pt x="1226803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59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59" h="296545">
                  <a:moveTo>
                    <a:pt x="1228344" y="287273"/>
                  </a:moveTo>
                  <a:lnTo>
                    <a:pt x="1226058" y="287273"/>
                  </a:lnTo>
                  <a:lnTo>
                    <a:pt x="1225296" y="288035"/>
                  </a:lnTo>
                  <a:lnTo>
                    <a:pt x="1228344" y="287273"/>
                  </a:lnTo>
                  <a:close/>
                </a:path>
                <a:path w="1305559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035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59" h="296545">
                  <a:moveTo>
                    <a:pt x="1296924" y="216407"/>
                  </a:moveTo>
                  <a:lnTo>
                    <a:pt x="1226058" y="287273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59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8630" y="9143"/>
                  </a:lnTo>
                  <a:lnTo>
                    <a:pt x="1226803" y="71628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59" h="296545">
                  <a:moveTo>
                    <a:pt x="1303782" y="7619"/>
                  </a:moveTo>
                  <a:lnTo>
                    <a:pt x="1296924" y="761"/>
                  </a:lnTo>
                  <a:lnTo>
                    <a:pt x="1288630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59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59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31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59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4" name="object 2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96200" y="5472684"/>
              <a:ext cx="1223772" cy="761"/>
            </a:xfrm>
            <a:prstGeom prst="rect">
              <a:avLst/>
            </a:prstGeom>
          </p:spPr>
        </p:pic>
        <p:pic>
          <p:nvPicPr>
            <p:cNvPr id="215" name="object 2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19972" y="5186171"/>
              <a:ext cx="71627" cy="287274"/>
            </a:xfrm>
            <a:prstGeom prst="rect">
              <a:avLst/>
            </a:prstGeom>
          </p:spPr>
        </p:pic>
        <p:sp>
          <p:nvSpPr>
            <p:cNvPr id="216" name="object 216"/>
            <p:cNvSpPr/>
            <p:nvPr/>
          </p:nvSpPr>
          <p:spPr>
            <a:xfrm>
              <a:off x="7691628" y="5181599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5" y="4572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6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8"/>
                  </a:lnTo>
                  <a:lnTo>
                    <a:pt x="9144" y="71628"/>
                  </a:lnTo>
                  <a:lnTo>
                    <a:pt x="76200" y="4572"/>
                  </a:lnTo>
                  <a:lnTo>
                    <a:pt x="1293876" y="4572"/>
                  </a:lnTo>
                  <a:lnTo>
                    <a:pt x="1296924" y="1524"/>
                  </a:lnTo>
                  <a:lnTo>
                    <a:pt x="1299945" y="4545"/>
                  </a:lnTo>
                  <a:lnTo>
                    <a:pt x="1305305" y="4572"/>
                  </a:lnTo>
                  <a:close/>
                </a:path>
                <a:path w="1305559" h="296545">
                  <a:moveTo>
                    <a:pt x="9144" y="71628"/>
                  </a:moveTo>
                  <a:lnTo>
                    <a:pt x="4571" y="71628"/>
                  </a:lnTo>
                  <a:lnTo>
                    <a:pt x="4571" y="76200"/>
                  </a:lnTo>
                  <a:lnTo>
                    <a:pt x="9144" y="71628"/>
                  </a:lnTo>
                  <a:close/>
                </a:path>
                <a:path w="1305559" h="296545">
                  <a:moveTo>
                    <a:pt x="1235249" y="291846"/>
                  </a:moveTo>
                  <a:lnTo>
                    <a:pt x="4571" y="291846"/>
                  </a:lnTo>
                  <a:lnTo>
                    <a:pt x="4571" y="296418"/>
                  </a:lnTo>
                  <a:lnTo>
                    <a:pt x="1230629" y="296418"/>
                  </a:lnTo>
                  <a:lnTo>
                    <a:pt x="1235249" y="291846"/>
                  </a:lnTo>
                  <a:close/>
                </a:path>
                <a:path w="1305559" h="296545">
                  <a:moveTo>
                    <a:pt x="1303781" y="224012"/>
                  </a:moveTo>
                  <a:lnTo>
                    <a:pt x="1303781" y="8382"/>
                  </a:lnTo>
                  <a:lnTo>
                    <a:pt x="1299945" y="12218"/>
                  </a:lnTo>
                  <a:lnTo>
                    <a:pt x="1299210" y="220980"/>
                  </a:lnTo>
                  <a:lnTo>
                    <a:pt x="1229105" y="291084"/>
                  </a:lnTo>
                  <a:lnTo>
                    <a:pt x="76200" y="291804"/>
                  </a:lnTo>
                  <a:lnTo>
                    <a:pt x="1235249" y="291846"/>
                  </a:lnTo>
                  <a:lnTo>
                    <a:pt x="1303781" y="224012"/>
                  </a:lnTo>
                  <a:close/>
                </a:path>
                <a:path w="1305559" h="296545">
                  <a:moveTo>
                    <a:pt x="1299945" y="4572"/>
                  </a:moveTo>
                  <a:lnTo>
                    <a:pt x="1299210" y="3810"/>
                  </a:lnTo>
                  <a:lnTo>
                    <a:pt x="1296924" y="1524"/>
                  </a:lnTo>
                  <a:lnTo>
                    <a:pt x="1293876" y="4572"/>
                  </a:lnTo>
                  <a:lnTo>
                    <a:pt x="1299945" y="4572"/>
                  </a:lnTo>
                  <a:close/>
                </a:path>
                <a:path w="1305559" h="296545">
                  <a:moveTo>
                    <a:pt x="1305305" y="222504"/>
                  </a:moveTo>
                  <a:lnTo>
                    <a:pt x="1305305" y="4572"/>
                  </a:lnTo>
                  <a:lnTo>
                    <a:pt x="1299945" y="4572"/>
                  </a:lnTo>
                  <a:lnTo>
                    <a:pt x="1303781" y="8382"/>
                  </a:lnTo>
                  <a:lnTo>
                    <a:pt x="1303781" y="224012"/>
                  </a:lnTo>
                  <a:lnTo>
                    <a:pt x="1305305" y="222504"/>
                  </a:lnTo>
                  <a:close/>
                </a:path>
                <a:path w="1305559" h="296545">
                  <a:moveTo>
                    <a:pt x="1303781" y="8382"/>
                  </a:moveTo>
                  <a:lnTo>
                    <a:pt x="1299945" y="4545"/>
                  </a:lnTo>
                  <a:lnTo>
                    <a:pt x="1299945" y="12192"/>
                  </a:lnTo>
                  <a:lnTo>
                    <a:pt x="1303781" y="83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7" name="object 2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96200" y="5257799"/>
              <a:ext cx="1223772" cy="215646"/>
            </a:xfrm>
            <a:prstGeom prst="rect">
              <a:avLst/>
            </a:prstGeom>
          </p:spPr>
        </p:pic>
        <p:pic>
          <p:nvPicPr>
            <p:cNvPr id="218" name="object 2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919972" y="5186171"/>
              <a:ext cx="71627" cy="287274"/>
            </a:xfrm>
            <a:prstGeom prst="rect">
              <a:avLst/>
            </a:prstGeom>
          </p:spPr>
        </p:pic>
        <p:pic>
          <p:nvPicPr>
            <p:cNvPr id="219" name="object 2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96200" y="5186171"/>
              <a:ext cx="1295400" cy="71627"/>
            </a:xfrm>
            <a:prstGeom prst="rect">
              <a:avLst/>
            </a:prstGeom>
          </p:spPr>
        </p:pic>
        <p:sp>
          <p:nvSpPr>
            <p:cNvPr id="220" name="object 220"/>
            <p:cNvSpPr/>
            <p:nvPr/>
          </p:nvSpPr>
          <p:spPr>
            <a:xfrm>
              <a:off x="7691628" y="5181599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764" y="71627"/>
                  </a:lnTo>
                  <a:lnTo>
                    <a:pt x="76962" y="11429"/>
                  </a:lnTo>
                  <a:lnTo>
                    <a:pt x="76962" y="9143"/>
                  </a:lnTo>
                  <a:lnTo>
                    <a:pt x="80010" y="8381"/>
                  </a:lnTo>
                  <a:lnTo>
                    <a:pt x="80010" y="9143"/>
                  </a:lnTo>
                  <a:lnTo>
                    <a:pt x="1289304" y="9143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12"/>
                  </a:lnTo>
                  <a:lnTo>
                    <a:pt x="1305306" y="222503"/>
                  </a:lnTo>
                  <a:close/>
                </a:path>
                <a:path w="1305559" h="296545">
                  <a:moveTo>
                    <a:pt x="16764" y="71627"/>
                  </a:moveTo>
                  <a:lnTo>
                    <a:pt x="4572" y="71627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85"/>
                  </a:lnTo>
                  <a:lnTo>
                    <a:pt x="16764" y="71627"/>
                  </a:lnTo>
                  <a:close/>
                </a:path>
                <a:path w="1305559" h="296545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59" h="296545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59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59" h="296545">
                  <a:moveTo>
                    <a:pt x="9906" y="78485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59" h="296545">
                  <a:moveTo>
                    <a:pt x="1226820" y="71628"/>
                  </a:moveTo>
                  <a:lnTo>
                    <a:pt x="16764" y="71627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20" y="71628"/>
                  </a:lnTo>
                  <a:close/>
                </a:path>
                <a:path w="1305559" h="296545">
                  <a:moveTo>
                    <a:pt x="80010" y="8381"/>
                  </a:moveTo>
                  <a:lnTo>
                    <a:pt x="76962" y="9143"/>
                  </a:lnTo>
                  <a:lnTo>
                    <a:pt x="79247" y="9143"/>
                  </a:lnTo>
                  <a:lnTo>
                    <a:pt x="80010" y="8381"/>
                  </a:lnTo>
                  <a:close/>
                </a:path>
                <a:path w="1305559" h="296545">
                  <a:moveTo>
                    <a:pt x="79247" y="9144"/>
                  </a:moveTo>
                  <a:lnTo>
                    <a:pt x="76962" y="9143"/>
                  </a:lnTo>
                  <a:lnTo>
                    <a:pt x="76962" y="11429"/>
                  </a:lnTo>
                  <a:lnTo>
                    <a:pt x="79247" y="9144"/>
                  </a:lnTo>
                  <a:close/>
                </a:path>
                <a:path w="1305559" h="296545">
                  <a:moveTo>
                    <a:pt x="80010" y="9143"/>
                  </a:moveTo>
                  <a:lnTo>
                    <a:pt x="80010" y="8381"/>
                  </a:lnTo>
                  <a:lnTo>
                    <a:pt x="79247" y="9144"/>
                  </a:lnTo>
                  <a:lnTo>
                    <a:pt x="80010" y="9143"/>
                  </a:lnTo>
                  <a:close/>
                </a:path>
                <a:path w="1305559" h="296545">
                  <a:moveTo>
                    <a:pt x="1232916" y="79247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59" h="296545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59" h="296545">
                  <a:moveTo>
                    <a:pt x="1232916" y="294155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55"/>
                  </a:lnTo>
                  <a:close/>
                </a:path>
                <a:path w="1305559" h="296545">
                  <a:moveTo>
                    <a:pt x="1228344" y="71627"/>
                  </a:moveTo>
                  <a:lnTo>
                    <a:pt x="1226820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59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59" h="296545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59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59" h="296545">
                  <a:moveTo>
                    <a:pt x="1299972" y="12191"/>
                  </a:moveTo>
                  <a:lnTo>
                    <a:pt x="1299972" y="9143"/>
                  </a:lnTo>
                  <a:lnTo>
                    <a:pt x="1289304" y="9143"/>
                  </a:lnTo>
                  <a:lnTo>
                    <a:pt x="1226820" y="71628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59" h="296545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55"/>
                  </a:lnTo>
                  <a:lnTo>
                    <a:pt x="1295400" y="232308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59" h="296545">
                  <a:moveTo>
                    <a:pt x="1303782" y="8381"/>
                  </a:moveTo>
                  <a:lnTo>
                    <a:pt x="1296924" y="1523"/>
                  </a:lnTo>
                  <a:lnTo>
                    <a:pt x="1289304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59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59" h="296545">
                  <a:moveTo>
                    <a:pt x="1303782" y="224012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00"/>
                  </a:lnTo>
                  <a:lnTo>
                    <a:pt x="1303782" y="224012"/>
                  </a:lnTo>
                  <a:close/>
                </a:path>
                <a:path w="1305559" h="296545">
                  <a:moveTo>
                    <a:pt x="1296924" y="230800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308"/>
                  </a:lnTo>
                  <a:lnTo>
                    <a:pt x="1296924" y="23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1" name="object 2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96200" y="5248656"/>
              <a:ext cx="1223772" cy="761"/>
            </a:xfrm>
            <a:prstGeom prst="rect">
              <a:avLst/>
            </a:prstGeom>
          </p:spPr>
        </p:pic>
        <p:pic>
          <p:nvPicPr>
            <p:cNvPr id="222" name="object 2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19972" y="4962143"/>
              <a:ext cx="71627" cy="287273"/>
            </a:xfrm>
            <a:prstGeom prst="rect">
              <a:avLst/>
            </a:prstGeom>
          </p:spPr>
        </p:pic>
        <p:sp>
          <p:nvSpPr>
            <p:cNvPr id="223" name="object 223"/>
            <p:cNvSpPr/>
            <p:nvPr/>
          </p:nvSpPr>
          <p:spPr>
            <a:xfrm>
              <a:off x="7691628" y="4957571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5" y="4572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6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8"/>
                  </a:lnTo>
                  <a:lnTo>
                    <a:pt x="9144" y="71628"/>
                  </a:lnTo>
                  <a:lnTo>
                    <a:pt x="76200" y="4572"/>
                  </a:lnTo>
                  <a:lnTo>
                    <a:pt x="1293154" y="4572"/>
                  </a:lnTo>
                  <a:lnTo>
                    <a:pt x="1296924" y="762"/>
                  </a:lnTo>
                  <a:lnTo>
                    <a:pt x="1300733" y="4572"/>
                  </a:lnTo>
                  <a:lnTo>
                    <a:pt x="1305305" y="4572"/>
                  </a:lnTo>
                  <a:close/>
                </a:path>
                <a:path w="1305559" h="296545">
                  <a:moveTo>
                    <a:pt x="9144" y="71628"/>
                  </a:moveTo>
                  <a:lnTo>
                    <a:pt x="4571" y="71628"/>
                  </a:lnTo>
                  <a:lnTo>
                    <a:pt x="4571" y="76200"/>
                  </a:lnTo>
                  <a:lnTo>
                    <a:pt x="9144" y="71628"/>
                  </a:lnTo>
                  <a:close/>
                </a:path>
                <a:path w="1305559" h="296545">
                  <a:moveTo>
                    <a:pt x="1235202" y="291846"/>
                  </a:moveTo>
                  <a:lnTo>
                    <a:pt x="4571" y="291845"/>
                  </a:lnTo>
                  <a:lnTo>
                    <a:pt x="4571" y="296418"/>
                  </a:lnTo>
                  <a:lnTo>
                    <a:pt x="1230629" y="296418"/>
                  </a:lnTo>
                  <a:lnTo>
                    <a:pt x="1235202" y="291846"/>
                  </a:lnTo>
                  <a:close/>
                </a:path>
                <a:path w="1305559" h="296545">
                  <a:moveTo>
                    <a:pt x="1303781" y="223266"/>
                  </a:moveTo>
                  <a:lnTo>
                    <a:pt x="1303781" y="7620"/>
                  </a:lnTo>
                  <a:lnTo>
                    <a:pt x="1299947" y="11454"/>
                  </a:lnTo>
                  <a:lnTo>
                    <a:pt x="1299210" y="220980"/>
                  </a:lnTo>
                  <a:lnTo>
                    <a:pt x="1229105" y="291084"/>
                  </a:lnTo>
                  <a:lnTo>
                    <a:pt x="76200" y="291804"/>
                  </a:lnTo>
                  <a:lnTo>
                    <a:pt x="1235202" y="291846"/>
                  </a:lnTo>
                  <a:lnTo>
                    <a:pt x="1303781" y="223266"/>
                  </a:lnTo>
                  <a:close/>
                </a:path>
                <a:path w="1305559" h="296545">
                  <a:moveTo>
                    <a:pt x="1300733" y="4572"/>
                  </a:moveTo>
                  <a:lnTo>
                    <a:pt x="1296924" y="762"/>
                  </a:lnTo>
                  <a:lnTo>
                    <a:pt x="1293154" y="4572"/>
                  </a:lnTo>
                  <a:lnTo>
                    <a:pt x="1300733" y="4572"/>
                  </a:lnTo>
                  <a:close/>
                </a:path>
                <a:path w="1305559" h="296545">
                  <a:moveTo>
                    <a:pt x="1303781" y="7620"/>
                  </a:moveTo>
                  <a:lnTo>
                    <a:pt x="1300733" y="4572"/>
                  </a:lnTo>
                  <a:lnTo>
                    <a:pt x="1299947" y="4572"/>
                  </a:lnTo>
                  <a:lnTo>
                    <a:pt x="1299947" y="11430"/>
                  </a:lnTo>
                  <a:lnTo>
                    <a:pt x="1303781" y="7620"/>
                  </a:lnTo>
                  <a:close/>
                </a:path>
                <a:path w="1305559" h="296545">
                  <a:moveTo>
                    <a:pt x="1305305" y="221742"/>
                  </a:moveTo>
                  <a:lnTo>
                    <a:pt x="1305305" y="4572"/>
                  </a:lnTo>
                  <a:lnTo>
                    <a:pt x="1300733" y="4572"/>
                  </a:lnTo>
                  <a:lnTo>
                    <a:pt x="1303781" y="7620"/>
                  </a:lnTo>
                  <a:lnTo>
                    <a:pt x="1303781" y="223266"/>
                  </a:lnTo>
                  <a:lnTo>
                    <a:pt x="1305305" y="2217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4" name="object 2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696200" y="5033771"/>
              <a:ext cx="1223772" cy="215646"/>
            </a:xfrm>
            <a:prstGeom prst="rect">
              <a:avLst/>
            </a:prstGeom>
          </p:spPr>
        </p:pic>
        <p:pic>
          <p:nvPicPr>
            <p:cNvPr id="225" name="object 2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919972" y="4962143"/>
              <a:ext cx="71627" cy="287273"/>
            </a:xfrm>
            <a:prstGeom prst="rect">
              <a:avLst/>
            </a:prstGeom>
          </p:spPr>
        </p:pic>
        <p:pic>
          <p:nvPicPr>
            <p:cNvPr id="226" name="object 2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96200" y="4962143"/>
              <a:ext cx="1295400" cy="71627"/>
            </a:xfrm>
            <a:prstGeom prst="rect">
              <a:avLst/>
            </a:prstGeom>
          </p:spPr>
        </p:pic>
        <p:sp>
          <p:nvSpPr>
            <p:cNvPr id="227" name="object 227"/>
            <p:cNvSpPr/>
            <p:nvPr/>
          </p:nvSpPr>
          <p:spPr>
            <a:xfrm>
              <a:off x="7691628" y="4957571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8630" y="9143"/>
                  </a:lnTo>
                  <a:lnTo>
                    <a:pt x="1296924" y="761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59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59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59" h="296545">
                  <a:moveTo>
                    <a:pt x="1226058" y="287273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035"/>
                  </a:lnTo>
                  <a:lnTo>
                    <a:pt x="1226058" y="287273"/>
                  </a:lnTo>
                  <a:close/>
                </a:path>
                <a:path w="1305559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59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59" h="296545">
                  <a:moveTo>
                    <a:pt x="1226803" y="71628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28"/>
                  </a:lnTo>
                  <a:close/>
                </a:path>
                <a:path w="1305559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59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59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59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59" h="296545">
                  <a:moveTo>
                    <a:pt x="1232916" y="280415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058" y="287273"/>
                  </a:lnTo>
                  <a:lnTo>
                    <a:pt x="1232916" y="280415"/>
                  </a:lnTo>
                  <a:close/>
                </a:path>
                <a:path w="1305559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59" h="296545">
                  <a:moveTo>
                    <a:pt x="1228344" y="71627"/>
                  </a:moveTo>
                  <a:lnTo>
                    <a:pt x="1226803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59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59" h="296545">
                  <a:moveTo>
                    <a:pt x="1228344" y="287273"/>
                  </a:moveTo>
                  <a:lnTo>
                    <a:pt x="1226058" y="287273"/>
                  </a:lnTo>
                  <a:lnTo>
                    <a:pt x="1225296" y="288035"/>
                  </a:lnTo>
                  <a:lnTo>
                    <a:pt x="1228344" y="287273"/>
                  </a:lnTo>
                  <a:close/>
                </a:path>
                <a:path w="1305559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035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59" h="296545">
                  <a:moveTo>
                    <a:pt x="1296924" y="216407"/>
                  </a:moveTo>
                  <a:lnTo>
                    <a:pt x="1226058" y="287273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59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8630" y="9143"/>
                  </a:lnTo>
                  <a:lnTo>
                    <a:pt x="1226803" y="71628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59" h="296545">
                  <a:moveTo>
                    <a:pt x="1303782" y="7619"/>
                  </a:moveTo>
                  <a:lnTo>
                    <a:pt x="1296924" y="761"/>
                  </a:lnTo>
                  <a:lnTo>
                    <a:pt x="1288630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59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59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31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59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8" name="object 2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96200" y="5020056"/>
              <a:ext cx="1223772" cy="761"/>
            </a:xfrm>
            <a:prstGeom prst="rect">
              <a:avLst/>
            </a:prstGeom>
          </p:spPr>
        </p:pic>
        <p:pic>
          <p:nvPicPr>
            <p:cNvPr id="229" name="object 2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19972" y="4733543"/>
              <a:ext cx="71627" cy="287273"/>
            </a:xfrm>
            <a:prstGeom prst="rect">
              <a:avLst/>
            </a:prstGeom>
          </p:spPr>
        </p:pic>
        <p:sp>
          <p:nvSpPr>
            <p:cNvPr id="230" name="object 230"/>
            <p:cNvSpPr/>
            <p:nvPr/>
          </p:nvSpPr>
          <p:spPr>
            <a:xfrm>
              <a:off x="7691628" y="4728971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5" y="4572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6"/>
                  </a:lnTo>
                  <a:lnTo>
                    <a:pt x="0" y="296418"/>
                  </a:lnTo>
                  <a:lnTo>
                    <a:pt x="4571" y="296418"/>
                  </a:lnTo>
                  <a:lnTo>
                    <a:pt x="4571" y="71628"/>
                  </a:lnTo>
                  <a:lnTo>
                    <a:pt x="9144" y="71628"/>
                  </a:lnTo>
                  <a:lnTo>
                    <a:pt x="76200" y="4572"/>
                  </a:lnTo>
                  <a:lnTo>
                    <a:pt x="1293154" y="4572"/>
                  </a:lnTo>
                  <a:lnTo>
                    <a:pt x="1296924" y="762"/>
                  </a:lnTo>
                  <a:lnTo>
                    <a:pt x="1300733" y="4571"/>
                  </a:lnTo>
                  <a:lnTo>
                    <a:pt x="1305305" y="4572"/>
                  </a:lnTo>
                  <a:close/>
                </a:path>
                <a:path w="1305559" h="296545">
                  <a:moveTo>
                    <a:pt x="9144" y="71628"/>
                  </a:moveTo>
                  <a:lnTo>
                    <a:pt x="4571" y="71628"/>
                  </a:lnTo>
                  <a:lnTo>
                    <a:pt x="4571" y="76200"/>
                  </a:lnTo>
                  <a:lnTo>
                    <a:pt x="9144" y="71628"/>
                  </a:lnTo>
                  <a:close/>
                </a:path>
                <a:path w="1305559" h="296545">
                  <a:moveTo>
                    <a:pt x="1235202" y="291846"/>
                  </a:moveTo>
                  <a:lnTo>
                    <a:pt x="4571" y="291845"/>
                  </a:lnTo>
                  <a:lnTo>
                    <a:pt x="4571" y="296418"/>
                  </a:lnTo>
                  <a:lnTo>
                    <a:pt x="1230629" y="296418"/>
                  </a:lnTo>
                  <a:lnTo>
                    <a:pt x="1235202" y="291846"/>
                  </a:lnTo>
                  <a:close/>
                </a:path>
                <a:path w="1305559" h="296545">
                  <a:moveTo>
                    <a:pt x="1303781" y="223266"/>
                  </a:moveTo>
                  <a:lnTo>
                    <a:pt x="1303781" y="7620"/>
                  </a:lnTo>
                  <a:lnTo>
                    <a:pt x="1299947" y="11454"/>
                  </a:lnTo>
                  <a:lnTo>
                    <a:pt x="1299210" y="220980"/>
                  </a:lnTo>
                  <a:lnTo>
                    <a:pt x="1229105" y="291084"/>
                  </a:lnTo>
                  <a:lnTo>
                    <a:pt x="76200" y="291804"/>
                  </a:lnTo>
                  <a:lnTo>
                    <a:pt x="1235202" y="291846"/>
                  </a:lnTo>
                  <a:lnTo>
                    <a:pt x="1303781" y="223266"/>
                  </a:lnTo>
                  <a:close/>
                </a:path>
                <a:path w="1305559" h="296545">
                  <a:moveTo>
                    <a:pt x="1300733" y="4572"/>
                  </a:moveTo>
                  <a:lnTo>
                    <a:pt x="1296924" y="762"/>
                  </a:lnTo>
                  <a:lnTo>
                    <a:pt x="1293154" y="4572"/>
                  </a:lnTo>
                  <a:lnTo>
                    <a:pt x="1300733" y="4572"/>
                  </a:lnTo>
                  <a:close/>
                </a:path>
                <a:path w="1305559" h="296545">
                  <a:moveTo>
                    <a:pt x="1303781" y="7620"/>
                  </a:moveTo>
                  <a:lnTo>
                    <a:pt x="1300733" y="4572"/>
                  </a:lnTo>
                  <a:lnTo>
                    <a:pt x="1299947" y="4572"/>
                  </a:lnTo>
                  <a:lnTo>
                    <a:pt x="1299947" y="11430"/>
                  </a:lnTo>
                  <a:lnTo>
                    <a:pt x="1303781" y="7620"/>
                  </a:lnTo>
                  <a:close/>
                </a:path>
                <a:path w="1305559" h="296545">
                  <a:moveTo>
                    <a:pt x="1305305" y="221742"/>
                  </a:moveTo>
                  <a:lnTo>
                    <a:pt x="1305305" y="4572"/>
                  </a:lnTo>
                  <a:lnTo>
                    <a:pt x="1300733" y="4572"/>
                  </a:lnTo>
                  <a:lnTo>
                    <a:pt x="1303781" y="7620"/>
                  </a:lnTo>
                  <a:lnTo>
                    <a:pt x="1303781" y="223266"/>
                  </a:lnTo>
                  <a:lnTo>
                    <a:pt x="1305305" y="2217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1" name="object 2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696200" y="4805171"/>
              <a:ext cx="1223772" cy="215646"/>
            </a:xfrm>
            <a:prstGeom prst="rect">
              <a:avLst/>
            </a:prstGeom>
          </p:spPr>
        </p:pic>
        <p:pic>
          <p:nvPicPr>
            <p:cNvPr id="232" name="object 2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919972" y="4733543"/>
              <a:ext cx="71627" cy="287273"/>
            </a:xfrm>
            <a:prstGeom prst="rect">
              <a:avLst/>
            </a:prstGeom>
          </p:spPr>
        </p:pic>
        <p:pic>
          <p:nvPicPr>
            <p:cNvPr id="233" name="object 2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96200" y="4733543"/>
              <a:ext cx="1295400" cy="71627"/>
            </a:xfrm>
            <a:prstGeom prst="rect">
              <a:avLst/>
            </a:prstGeom>
          </p:spPr>
        </p:pic>
        <p:sp>
          <p:nvSpPr>
            <p:cNvPr id="234" name="object 234"/>
            <p:cNvSpPr/>
            <p:nvPr/>
          </p:nvSpPr>
          <p:spPr>
            <a:xfrm>
              <a:off x="7691628" y="4728971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8630" y="9143"/>
                  </a:lnTo>
                  <a:lnTo>
                    <a:pt x="1296924" y="761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59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59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59" h="296545">
                  <a:moveTo>
                    <a:pt x="1226058" y="287273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035"/>
                  </a:lnTo>
                  <a:lnTo>
                    <a:pt x="1226058" y="287273"/>
                  </a:lnTo>
                  <a:close/>
                </a:path>
                <a:path w="1305559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59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59" h="296545">
                  <a:moveTo>
                    <a:pt x="1226803" y="71628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28"/>
                  </a:lnTo>
                  <a:close/>
                </a:path>
                <a:path w="1305559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59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59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59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59" h="296545">
                  <a:moveTo>
                    <a:pt x="1232916" y="280415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058" y="287273"/>
                  </a:lnTo>
                  <a:lnTo>
                    <a:pt x="1232916" y="280415"/>
                  </a:lnTo>
                  <a:close/>
                </a:path>
                <a:path w="1305559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59" h="296545">
                  <a:moveTo>
                    <a:pt x="1228344" y="71627"/>
                  </a:moveTo>
                  <a:lnTo>
                    <a:pt x="1226803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59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59" h="296545">
                  <a:moveTo>
                    <a:pt x="1228344" y="287273"/>
                  </a:moveTo>
                  <a:lnTo>
                    <a:pt x="1226058" y="287273"/>
                  </a:lnTo>
                  <a:lnTo>
                    <a:pt x="1225296" y="288035"/>
                  </a:lnTo>
                  <a:lnTo>
                    <a:pt x="1228344" y="287273"/>
                  </a:lnTo>
                  <a:close/>
                </a:path>
                <a:path w="1305559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035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59" h="296545">
                  <a:moveTo>
                    <a:pt x="1296924" y="216407"/>
                  </a:moveTo>
                  <a:lnTo>
                    <a:pt x="1226058" y="287273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59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8630" y="9143"/>
                  </a:lnTo>
                  <a:lnTo>
                    <a:pt x="1226803" y="71628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59" h="296545">
                  <a:moveTo>
                    <a:pt x="1303782" y="7619"/>
                  </a:moveTo>
                  <a:lnTo>
                    <a:pt x="1296924" y="761"/>
                  </a:lnTo>
                  <a:lnTo>
                    <a:pt x="1288630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59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59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31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59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5" name="object 2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96200" y="4796027"/>
              <a:ext cx="1223772" cy="762"/>
            </a:xfrm>
            <a:prstGeom prst="rect">
              <a:avLst/>
            </a:prstGeom>
          </p:spPr>
        </p:pic>
        <p:pic>
          <p:nvPicPr>
            <p:cNvPr id="236" name="object 2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19972" y="4509515"/>
              <a:ext cx="71627" cy="287274"/>
            </a:xfrm>
            <a:prstGeom prst="rect">
              <a:avLst/>
            </a:prstGeom>
          </p:spPr>
        </p:pic>
        <p:sp>
          <p:nvSpPr>
            <p:cNvPr id="237" name="object 237"/>
            <p:cNvSpPr/>
            <p:nvPr/>
          </p:nvSpPr>
          <p:spPr>
            <a:xfrm>
              <a:off x="7691628" y="450418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59" h="297179">
                  <a:moveTo>
                    <a:pt x="1305305" y="5333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2" y="297179"/>
                  </a:lnTo>
                  <a:lnTo>
                    <a:pt x="4572" y="72389"/>
                  </a:lnTo>
                  <a:lnTo>
                    <a:pt x="9144" y="72389"/>
                  </a:lnTo>
                  <a:lnTo>
                    <a:pt x="76200" y="5333"/>
                  </a:lnTo>
                  <a:lnTo>
                    <a:pt x="1293114" y="5333"/>
                  </a:lnTo>
                  <a:lnTo>
                    <a:pt x="1296924" y="1523"/>
                  </a:lnTo>
                  <a:lnTo>
                    <a:pt x="1300733" y="5333"/>
                  </a:lnTo>
                  <a:lnTo>
                    <a:pt x="1305305" y="5333"/>
                  </a:lnTo>
                  <a:close/>
                </a:path>
                <a:path w="1305559" h="297179">
                  <a:moveTo>
                    <a:pt x="9144" y="72389"/>
                  </a:moveTo>
                  <a:lnTo>
                    <a:pt x="4572" y="72389"/>
                  </a:lnTo>
                  <a:lnTo>
                    <a:pt x="4572" y="76962"/>
                  </a:lnTo>
                  <a:lnTo>
                    <a:pt x="9144" y="72389"/>
                  </a:lnTo>
                  <a:close/>
                </a:path>
                <a:path w="1305559" h="297179">
                  <a:moveTo>
                    <a:pt x="1235202" y="292607"/>
                  </a:moveTo>
                  <a:lnTo>
                    <a:pt x="4572" y="292607"/>
                  </a:lnTo>
                  <a:lnTo>
                    <a:pt x="4572" y="297179"/>
                  </a:lnTo>
                  <a:lnTo>
                    <a:pt x="1230629" y="297179"/>
                  </a:lnTo>
                  <a:lnTo>
                    <a:pt x="1235202" y="292607"/>
                  </a:lnTo>
                  <a:close/>
                </a:path>
                <a:path w="1305559" h="297179">
                  <a:moveTo>
                    <a:pt x="1303781" y="224027"/>
                  </a:moveTo>
                  <a:lnTo>
                    <a:pt x="1303781" y="8381"/>
                  </a:lnTo>
                  <a:lnTo>
                    <a:pt x="1299947" y="12216"/>
                  </a:lnTo>
                  <a:lnTo>
                    <a:pt x="1299210" y="220979"/>
                  </a:lnTo>
                  <a:lnTo>
                    <a:pt x="1228344" y="291845"/>
                  </a:lnTo>
                  <a:lnTo>
                    <a:pt x="76200" y="292566"/>
                  </a:lnTo>
                  <a:lnTo>
                    <a:pt x="1235202" y="292607"/>
                  </a:lnTo>
                  <a:lnTo>
                    <a:pt x="1303781" y="224027"/>
                  </a:lnTo>
                  <a:close/>
                </a:path>
                <a:path w="1305559" h="297179">
                  <a:moveTo>
                    <a:pt x="1300733" y="5333"/>
                  </a:moveTo>
                  <a:lnTo>
                    <a:pt x="1296924" y="1523"/>
                  </a:lnTo>
                  <a:lnTo>
                    <a:pt x="1293114" y="5333"/>
                  </a:lnTo>
                  <a:lnTo>
                    <a:pt x="1300733" y="5333"/>
                  </a:lnTo>
                  <a:close/>
                </a:path>
                <a:path w="1305559" h="297179">
                  <a:moveTo>
                    <a:pt x="1303781" y="8381"/>
                  </a:moveTo>
                  <a:lnTo>
                    <a:pt x="1300733" y="5333"/>
                  </a:lnTo>
                  <a:lnTo>
                    <a:pt x="1299947" y="5333"/>
                  </a:lnTo>
                  <a:lnTo>
                    <a:pt x="1299947" y="12192"/>
                  </a:lnTo>
                  <a:lnTo>
                    <a:pt x="1303781" y="8381"/>
                  </a:lnTo>
                  <a:close/>
                </a:path>
                <a:path w="1305559" h="297179">
                  <a:moveTo>
                    <a:pt x="1305305" y="222503"/>
                  </a:moveTo>
                  <a:lnTo>
                    <a:pt x="1305305" y="5333"/>
                  </a:lnTo>
                  <a:lnTo>
                    <a:pt x="1300733" y="5333"/>
                  </a:lnTo>
                  <a:lnTo>
                    <a:pt x="1303781" y="8381"/>
                  </a:lnTo>
                  <a:lnTo>
                    <a:pt x="1303781" y="224027"/>
                  </a:lnTo>
                  <a:lnTo>
                    <a:pt x="1305305" y="2225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8" name="object 23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696200" y="4581143"/>
              <a:ext cx="1223772" cy="215646"/>
            </a:xfrm>
            <a:prstGeom prst="rect">
              <a:avLst/>
            </a:prstGeom>
          </p:spPr>
        </p:pic>
        <p:pic>
          <p:nvPicPr>
            <p:cNvPr id="239" name="object 2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919972" y="4509515"/>
              <a:ext cx="71627" cy="287274"/>
            </a:xfrm>
            <a:prstGeom prst="rect">
              <a:avLst/>
            </a:prstGeom>
          </p:spPr>
        </p:pic>
        <p:pic>
          <p:nvPicPr>
            <p:cNvPr id="240" name="object 2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96200" y="4509515"/>
              <a:ext cx="1295400" cy="71628"/>
            </a:xfrm>
            <a:prstGeom prst="rect">
              <a:avLst/>
            </a:prstGeom>
          </p:spPr>
        </p:pic>
        <p:sp>
          <p:nvSpPr>
            <p:cNvPr id="241" name="object 241"/>
            <p:cNvSpPr/>
            <p:nvPr/>
          </p:nvSpPr>
          <p:spPr>
            <a:xfrm>
              <a:off x="7691628" y="450418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59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59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59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59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59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59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59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59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59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59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59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59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59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59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59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59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59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59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59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59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59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59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59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2" name="object 2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96200" y="4562856"/>
              <a:ext cx="1223772" cy="761"/>
            </a:xfrm>
            <a:prstGeom prst="rect">
              <a:avLst/>
            </a:prstGeom>
          </p:spPr>
        </p:pic>
        <p:pic>
          <p:nvPicPr>
            <p:cNvPr id="243" name="object 2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19972" y="4276343"/>
              <a:ext cx="71627" cy="287273"/>
            </a:xfrm>
            <a:prstGeom prst="rect">
              <a:avLst/>
            </a:prstGeom>
          </p:spPr>
        </p:pic>
        <p:sp>
          <p:nvSpPr>
            <p:cNvPr id="244" name="object 244"/>
            <p:cNvSpPr/>
            <p:nvPr/>
          </p:nvSpPr>
          <p:spPr>
            <a:xfrm>
              <a:off x="7691628" y="4271772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5" y="4572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1" y="296417"/>
                  </a:lnTo>
                  <a:lnTo>
                    <a:pt x="4571" y="71627"/>
                  </a:lnTo>
                  <a:lnTo>
                    <a:pt x="9144" y="71627"/>
                  </a:lnTo>
                  <a:lnTo>
                    <a:pt x="76200" y="4572"/>
                  </a:lnTo>
                  <a:lnTo>
                    <a:pt x="1293154" y="4572"/>
                  </a:lnTo>
                  <a:lnTo>
                    <a:pt x="1296924" y="761"/>
                  </a:lnTo>
                  <a:lnTo>
                    <a:pt x="1300734" y="4572"/>
                  </a:lnTo>
                  <a:lnTo>
                    <a:pt x="1305305" y="4572"/>
                  </a:lnTo>
                  <a:close/>
                </a:path>
                <a:path w="1305559" h="296545">
                  <a:moveTo>
                    <a:pt x="9144" y="71627"/>
                  </a:moveTo>
                  <a:lnTo>
                    <a:pt x="4571" y="71627"/>
                  </a:lnTo>
                  <a:lnTo>
                    <a:pt x="4571" y="76200"/>
                  </a:lnTo>
                  <a:lnTo>
                    <a:pt x="9144" y="71627"/>
                  </a:lnTo>
                  <a:close/>
                </a:path>
                <a:path w="1305559" h="296545">
                  <a:moveTo>
                    <a:pt x="1235202" y="291845"/>
                  </a:moveTo>
                  <a:lnTo>
                    <a:pt x="4571" y="291845"/>
                  </a:lnTo>
                  <a:lnTo>
                    <a:pt x="4571" y="296417"/>
                  </a:lnTo>
                  <a:lnTo>
                    <a:pt x="1230629" y="296417"/>
                  </a:lnTo>
                  <a:lnTo>
                    <a:pt x="1235202" y="291845"/>
                  </a:lnTo>
                  <a:close/>
                </a:path>
                <a:path w="1305559" h="296545">
                  <a:moveTo>
                    <a:pt x="1303781" y="223265"/>
                  </a:moveTo>
                  <a:lnTo>
                    <a:pt x="1303781" y="7619"/>
                  </a:lnTo>
                  <a:lnTo>
                    <a:pt x="1299947" y="11454"/>
                  </a:lnTo>
                  <a:lnTo>
                    <a:pt x="1299210" y="220979"/>
                  </a:lnTo>
                  <a:lnTo>
                    <a:pt x="1229105" y="291083"/>
                  </a:lnTo>
                  <a:lnTo>
                    <a:pt x="76200" y="291804"/>
                  </a:lnTo>
                  <a:lnTo>
                    <a:pt x="1235202" y="291845"/>
                  </a:lnTo>
                  <a:lnTo>
                    <a:pt x="1303781" y="223265"/>
                  </a:lnTo>
                  <a:close/>
                </a:path>
                <a:path w="1305559" h="296545">
                  <a:moveTo>
                    <a:pt x="1300734" y="4572"/>
                  </a:moveTo>
                  <a:lnTo>
                    <a:pt x="1296924" y="761"/>
                  </a:lnTo>
                  <a:lnTo>
                    <a:pt x="1293154" y="4572"/>
                  </a:lnTo>
                  <a:lnTo>
                    <a:pt x="1300734" y="4572"/>
                  </a:lnTo>
                  <a:close/>
                </a:path>
                <a:path w="1305559" h="296545">
                  <a:moveTo>
                    <a:pt x="1303781" y="7619"/>
                  </a:moveTo>
                  <a:lnTo>
                    <a:pt x="1300734" y="4572"/>
                  </a:lnTo>
                  <a:lnTo>
                    <a:pt x="1299947" y="4572"/>
                  </a:lnTo>
                  <a:lnTo>
                    <a:pt x="1299947" y="11430"/>
                  </a:lnTo>
                  <a:lnTo>
                    <a:pt x="1303781" y="7619"/>
                  </a:lnTo>
                  <a:close/>
                </a:path>
                <a:path w="1305559" h="296545">
                  <a:moveTo>
                    <a:pt x="1305305" y="221741"/>
                  </a:moveTo>
                  <a:lnTo>
                    <a:pt x="1305305" y="4572"/>
                  </a:lnTo>
                  <a:lnTo>
                    <a:pt x="1300734" y="4572"/>
                  </a:lnTo>
                  <a:lnTo>
                    <a:pt x="1303781" y="7619"/>
                  </a:lnTo>
                  <a:lnTo>
                    <a:pt x="1303781" y="223265"/>
                  </a:lnTo>
                  <a:lnTo>
                    <a:pt x="1305305" y="2217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5" name="object 24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696200" y="4347971"/>
              <a:ext cx="1223772" cy="215646"/>
            </a:xfrm>
            <a:prstGeom prst="rect">
              <a:avLst/>
            </a:prstGeom>
          </p:spPr>
        </p:pic>
        <p:pic>
          <p:nvPicPr>
            <p:cNvPr id="246" name="object 24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919972" y="4276343"/>
              <a:ext cx="71627" cy="287273"/>
            </a:xfrm>
            <a:prstGeom prst="rect">
              <a:avLst/>
            </a:prstGeom>
          </p:spPr>
        </p:pic>
        <p:pic>
          <p:nvPicPr>
            <p:cNvPr id="247" name="object 2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96200" y="4276343"/>
              <a:ext cx="1295400" cy="71627"/>
            </a:xfrm>
            <a:prstGeom prst="rect">
              <a:avLst/>
            </a:prstGeom>
          </p:spPr>
        </p:pic>
        <p:sp>
          <p:nvSpPr>
            <p:cNvPr id="248" name="object 248"/>
            <p:cNvSpPr/>
            <p:nvPr/>
          </p:nvSpPr>
          <p:spPr>
            <a:xfrm>
              <a:off x="7691628" y="4271771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8630" y="9143"/>
                  </a:lnTo>
                  <a:lnTo>
                    <a:pt x="1296924" y="761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59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59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59" h="296545">
                  <a:moveTo>
                    <a:pt x="1226058" y="287273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035"/>
                  </a:lnTo>
                  <a:lnTo>
                    <a:pt x="1226058" y="287273"/>
                  </a:lnTo>
                  <a:close/>
                </a:path>
                <a:path w="1305559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59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59" h="296545">
                  <a:moveTo>
                    <a:pt x="1226803" y="71628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28"/>
                  </a:lnTo>
                  <a:close/>
                </a:path>
                <a:path w="1305559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59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59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59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59" h="296545">
                  <a:moveTo>
                    <a:pt x="1232916" y="280415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058" y="287273"/>
                  </a:lnTo>
                  <a:lnTo>
                    <a:pt x="1232916" y="280415"/>
                  </a:lnTo>
                  <a:close/>
                </a:path>
                <a:path w="1305559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59" h="296545">
                  <a:moveTo>
                    <a:pt x="1228344" y="71627"/>
                  </a:moveTo>
                  <a:lnTo>
                    <a:pt x="1226803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59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59" h="296545">
                  <a:moveTo>
                    <a:pt x="1228344" y="287273"/>
                  </a:moveTo>
                  <a:lnTo>
                    <a:pt x="1226058" y="287273"/>
                  </a:lnTo>
                  <a:lnTo>
                    <a:pt x="1225296" y="288035"/>
                  </a:lnTo>
                  <a:lnTo>
                    <a:pt x="1228344" y="287273"/>
                  </a:lnTo>
                  <a:close/>
                </a:path>
                <a:path w="1305559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035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59" h="296545">
                  <a:moveTo>
                    <a:pt x="1296924" y="216407"/>
                  </a:moveTo>
                  <a:lnTo>
                    <a:pt x="1226058" y="287273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59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8630" y="9143"/>
                  </a:lnTo>
                  <a:lnTo>
                    <a:pt x="1226803" y="71628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59" h="296545">
                  <a:moveTo>
                    <a:pt x="1303782" y="7619"/>
                  </a:moveTo>
                  <a:lnTo>
                    <a:pt x="1296924" y="761"/>
                  </a:lnTo>
                  <a:lnTo>
                    <a:pt x="1288630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59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59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31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59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9" name="object 2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96200" y="4338827"/>
              <a:ext cx="1223772" cy="762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19972" y="4052315"/>
              <a:ext cx="71627" cy="287274"/>
            </a:xfrm>
            <a:prstGeom prst="rect">
              <a:avLst/>
            </a:prstGeom>
          </p:spPr>
        </p:pic>
        <p:sp>
          <p:nvSpPr>
            <p:cNvPr id="251" name="object 251"/>
            <p:cNvSpPr/>
            <p:nvPr/>
          </p:nvSpPr>
          <p:spPr>
            <a:xfrm>
              <a:off x="7691628" y="404698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59" h="297179">
                  <a:moveTo>
                    <a:pt x="1305305" y="5333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2" y="297179"/>
                  </a:lnTo>
                  <a:lnTo>
                    <a:pt x="4572" y="72389"/>
                  </a:lnTo>
                  <a:lnTo>
                    <a:pt x="9144" y="72389"/>
                  </a:lnTo>
                  <a:lnTo>
                    <a:pt x="76200" y="5333"/>
                  </a:lnTo>
                  <a:lnTo>
                    <a:pt x="1293114" y="5333"/>
                  </a:lnTo>
                  <a:lnTo>
                    <a:pt x="1296924" y="1523"/>
                  </a:lnTo>
                  <a:lnTo>
                    <a:pt x="1300733" y="5333"/>
                  </a:lnTo>
                  <a:lnTo>
                    <a:pt x="1305305" y="5333"/>
                  </a:lnTo>
                  <a:close/>
                </a:path>
                <a:path w="1305559" h="297179">
                  <a:moveTo>
                    <a:pt x="9144" y="72389"/>
                  </a:moveTo>
                  <a:lnTo>
                    <a:pt x="4572" y="72389"/>
                  </a:lnTo>
                  <a:lnTo>
                    <a:pt x="4572" y="76961"/>
                  </a:lnTo>
                  <a:lnTo>
                    <a:pt x="9144" y="72389"/>
                  </a:lnTo>
                  <a:close/>
                </a:path>
                <a:path w="1305559" h="297179">
                  <a:moveTo>
                    <a:pt x="1235202" y="292607"/>
                  </a:moveTo>
                  <a:lnTo>
                    <a:pt x="4572" y="292607"/>
                  </a:lnTo>
                  <a:lnTo>
                    <a:pt x="4572" y="297179"/>
                  </a:lnTo>
                  <a:lnTo>
                    <a:pt x="1230629" y="297179"/>
                  </a:lnTo>
                  <a:lnTo>
                    <a:pt x="1235202" y="292607"/>
                  </a:lnTo>
                  <a:close/>
                </a:path>
                <a:path w="1305559" h="297179">
                  <a:moveTo>
                    <a:pt x="1303781" y="224027"/>
                  </a:moveTo>
                  <a:lnTo>
                    <a:pt x="1303781" y="8381"/>
                  </a:lnTo>
                  <a:lnTo>
                    <a:pt x="1299947" y="12216"/>
                  </a:lnTo>
                  <a:lnTo>
                    <a:pt x="1299210" y="220979"/>
                  </a:lnTo>
                  <a:lnTo>
                    <a:pt x="1228344" y="291845"/>
                  </a:lnTo>
                  <a:lnTo>
                    <a:pt x="76200" y="292566"/>
                  </a:lnTo>
                  <a:lnTo>
                    <a:pt x="1235202" y="292607"/>
                  </a:lnTo>
                  <a:lnTo>
                    <a:pt x="1303781" y="224027"/>
                  </a:lnTo>
                  <a:close/>
                </a:path>
                <a:path w="1305559" h="297179">
                  <a:moveTo>
                    <a:pt x="1300733" y="5333"/>
                  </a:moveTo>
                  <a:lnTo>
                    <a:pt x="1296924" y="1523"/>
                  </a:lnTo>
                  <a:lnTo>
                    <a:pt x="1293114" y="5333"/>
                  </a:lnTo>
                  <a:lnTo>
                    <a:pt x="1300733" y="5333"/>
                  </a:lnTo>
                  <a:close/>
                </a:path>
                <a:path w="1305559" h="297179">
                  <a:moveTo>
                    <a:pt x="1303781" y="8381"/>
                  </a:moveTo>
                  <a:lnTo>
                    <a:pt x="1300733" y="5333"/>
                  </a:lnTo>
                  <a:lnTo>
                    <a:pt x="1299947" y="5333"/>
                  </a:lnTo>
                  <a:lnTo>
                    <a:pt x="1299947" y="12192"/>
                  </a:lnTo>
                  <a:lnTo>
                    <a:pt x="1303781" y="8381"/>
                  </a:lnTo>
                  <a:close/>
                </a:path>
                <a:path w="1305559" h="297179">
                  <a:moveTo>
                    <a:pt x="1305305" y="222503"/>
                  </a:moveTo>
                  <a:lnTo>
                    <a:pt x="1305305" y="5333"/>
                  </a:lnTo>
                  <a:lnTo>
                    <a:pt x="1300733" y="5333"/>
                  </a:lnTo>
                  <a:lnTo>
                    <a:pt x="1303781" y="8381"/>
                  </a:lnTo>
                  <a:lnTo>
                    <a:pt x="1303781" y="224027"/>
                  </a:lnTo>
                  <a:lnTo>
                    <a:pt x="1305305" y="2225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2" name="object 25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696200" y="4123943"/>
              <a:ext cx="1223772" cy="215646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919972" y="4052315"/>
              <a:ext cx="71627" cy="287274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96200" y="4052315"/>
              <a:ext cx="1295400" cy="71628"/>
            </a:xfrm>
            <a:prstGeom prst="rect">
              <a:avLst/>
            </a:prstGeom>
          </p:spPr>
        </p:pic>
        <p:sp>
          <p:nvSpPr>
            <p:cNvPr id="255" name="object 255"/>
            <p:cNvSpPr/>
            <p:nvPr/>
          </p:nvSpPr>
          <p:spPr>
            <a:xfrm>
              <a:off x="7691628" y="4046981"/>
              <a:ext cx="1305560" cy="297180"/>
            </a:xfrm>
            <a:custGeom>
              <a:avLst/>
              <a:gdLst/>
              <a:ahLst/>
              <a:cxnLst/>
              <a:rect l="l" t="t" r="r" b="b"/>
              <a:pathLst>
                <a:path w="1305559" h="297179">
                  <a:moveTo>
                    <a:pt x="1305306" y="222503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7179"/>
                  </a:lnTo>
                  <a:lnTo>
                    <a:pt x="4571" y="297179"/>
                  </a:lnTo>
                  <a:lnTo>
                    <a:pt x="4572" y="72389"/>
                  </a:lnTo>
                  <a:lnTo>
                    <a:pt x="16001" y="72389"/>
                  </a:lnTo>
                  <a:lnTo>
                    <a:pt x="76962" y="11429"/>
                  </a:lnTo>
                  <a:lnTo>
                    <a:pt x="76962" y="9905"/>
                  </a:lnTo>
                  <a:lnTo>
                    <a:pt x="80010" y="8381"/>
                  </a:lnTo>
                  <a:lnTo>
                    <a:pt x="80009" y="9905"/>
                  </a:lnTo>
                  <a:lnTo>
                    <a:pt x="1288542" y="9905"/>
                  </a:lnTo>
                  <a:lnTo>
                    <a:pt x="1296924" y="1523"/>
                  </a:lnTo>
                  <a:lnTo>
                    <a:pt x="1303782" y="8381"/>
                  </a:lnTo>
                  <a:lnTo>
                    <a:pt x="1303782" y="224027"/>
                  </a:lnTo>
                  <a:lnTo>
                    <a:pt x="1305306" y="222503"/>
                  </a:lnTo>
                  <a:close/>
                </a:path>
                <a:path w="1305559" h="297179">
                  <a:moveTo>
                    <a:pt x="16001" y="72389"/>
                  </a:moveTo>
                  <a:lnTo>
                    <a:pt x="4572" y="72389"/>
                  </a:lnTo>
                  <a:lnTo>
                    <a:pt x="4572" y="81533"/>
                  </a:lnTo>
                  <a:lnTo>
                    <a:pt x="8382" y="81533"/>
                  </a:lnTo>
                  <a:lnTo>
                    <a:pt x="8382" y="80009"/>
                  </a:lnTo>
                  <a:lnTo>
                    <a:pt x="9906" y="76961"/>
                  </a:lnTo>
                  <a:lnTo>
                    <a:pt x="9906" y="78485"/>
                  </a:lnTo>
                  <a:lnTo>
                    <a:pt x="16001" y="72389"/>
                  </a:lnTo>
                  <a:close/>
                </a:path>
                <a:path w="1305559" h="297179">
                  <a:moveTo>
                    <a:pt x="9906" y="287273"/>
                  </a:moveTo>
                  <a:lnTo>
                    <a:pt x="9906" y="81533"/>
                  </a:lnTo>
                  <a:lnTo>
                    <a:pt x="4572" y="81533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59" h="297179">
                  <a:moveTo>
                    <a:pt x="1226820" y="287274"/>
                  </a:moveTo>
                  <a:lnTo>
                    <a:pt x="4572" y="287273"/>
                  </a:lnTo>
                  <a:lnTo>
                    <a:pt x="9906" y="292607"/>
                  </a:lnTo>
                  <a:lnTo>
                    <a:pt x="9905" y="297179"/>
                  </a:lnTo>
                  <a:lnTo>
                    <a:pt x="1223772" y="297179"/>
                  </a:lnTo>
                  <a:lnTo>
                    <a:pt x="1223772" y="292607"/>
                  </a:lnTo>
                  <a:lnTo>
                    <a:pt x="1225296" y="292607"/>
                  </a:lnTo>
                  <a:lnTo>
                    <a:pt x="1225296" y="288797"/>
                  </a:lnTo>
                  <a:lnTo>
                    <a:pt x="1226820" y="287274"/>
                  </a:lnTo>
                  <a:close/>
                </a:path>
                <a:path w="1305559" h="297179">
                  <a:moveTo>
                    <a:pt x="9905" y="297179"/>
                  </a:moveTo>
                  <a:lnTo>
                    <a:pt x="9906" y="292607"/>
                  </a:lnTo>
                  <a:lnTo>
                    <a:pt x="4572" y="287273"/>
                  </a:lnTo>
                  <a:lnTo>
                    <a:pt x="4571" y="297179"/>
                  </a:lnTo>
                  <a:lnTo>
                    <a:pt x="9905" y="297179"/>
                  </a:lnTo>
                  <a:close/>
                </a:path>
                <a:path w="1305559" h="297179">
                  <a:moveTo>
                    <a:pt x="9906" y="78485"/>
                  </a:moveTo>
                  <a:lnTo>
                    <a:pt x="9906" y="76961"/>
                  </a:lnTo>
                  <a:lnTo>
                    <a:pt x="8382" y="80009"/>
                  </a:lnTo>
                  <a:lnTo>
                    <a:pt x="9906" y="78485"/>
                  </a:lnTo>
                  <a:close/>
                </a:path>
                <a:path w="1305559" h="297179">
                  <a:moveTo>
                    <a:pt x="1226058" y="72389"/>
                  </a:moveTo>
                  <a:lnTo>
                    <a:pt x="16001" y="72389"/>
                  </a:lnTo>
                  <a:lnTo>
                    <a:pt x="8382" y="80009"/>
                  </a:lnTo>
                  <a:lnTo>
                    <a:pt x="8382" y="81533"/>
                  </a:lnTo>
                  <a:lnTo>
                    <a:pt x="1223772" y="81533"/>
                  </a:lnTo>
                  <a:lnTo>
                    <a:pt x="1223772" y="76961"/>
                  </a:lnTo>
                  <a:lnTo>
                    <a:pt x="1225296" y="76961"/>
                  </a:lnTo>
                  <a:lnTo>
                    <a:pt x="1225296" y="73151"/>
                  </a:lnTo>
                  <a:lnTo>
                    <a:pt x="1226058" y="72389"/>
                  </a:lnTo>
                  <a:close/>
                </a:path>
                <a:path w="1305559" h="297179">
                  <a:moveTo>
                    <a:pt x="80010" y="8381"/>
                  </a:moveTo>
                  <a:lnTo>
                    <a:pt x="76962" y="9905"/>
                  </a:lnTo>
                  <a:lnTo>
                    <a:pt x="78485" y="9905"/>
                  </a:lnTo>
                  <a:lnTo>
                    <a:pt x="80010" y="8381"/>
                  </a:lnTo>
                  <a:close/>
                </a:path>
                <a:path w="1305559" h="297179">
                  <a:moveTo>
                    <a:pt x="78485" y="9906"/>
                  </a:moveTo>
                  <a:lnTo>
                    <a:pt x="76962" y="9905"/>
                  </a:lnTo>
                  <a:lnTo>
                    <a:pt x="76962" y="11429"/>
                  </a:lnTo>
                  <a:lnTo>
                    <a:pt x="78485" y="9906"/>
                  </a:lnTo>
                  <a:close/>
                </a:path>
                <a:path w="1305559" h="297179">
                  <a:moveTo>
                    <a:pt x="80009" y="9905"/>
                  </a:moveTo>
                  <a:lnTo>
                    <a:pt x="80010" y="8381"/>
                  </a:lnTo>
                  <a:lnTo>
                    <a:pt x="78485" y="9906"/>
                  </a:lnTo>
                  <a:lnTo>
                    <a:pt x="80009" y="9905"/>
                  </a:lnTo>
                  <a:close/>
                </a:path>
                <a:path w="1305559" h="297179">
                  <a:moveTo>
                    <a:pt x="1232916" y="79247"/>
                  </a:moveTo>
                  <a:lnTo>
                    <a:pt x="1232916" y="76961"/>
                  </a:lnTo>
                  <a:lnTo>
                    <a:pt x="1223772" y="76961"/>
                  </a:lnTo>
                  <a:lnTo>
                    <a:pt x="1223772" y="81533"/>
                  </a:lnTo>
                  <a:lnTo>
                    <a:pt x="1230630" y="81533"/>
                  </a:lnTo>
                  <a:lnTo>
                    <a:pt x="1232916" y="79247"/>
                  </a:lnTo>
                  <a:close/>
                </a:path>
                <a:path w="1305559" h="297179">
                  <a:moveTo>
                    <a:pt x="1232916" y="281177"/>
                  </a:moveTo>
                  <a:lnTo>
                    <a:pt x="1232916" y="79247"/>
                  </a:lnTo>
                  <a:lnTo>
                    <a:pt x="1230630" y="81533"/>
                  </a:lnTo>
                  <a:lnTo>
                    <a:pt x="1223772" y="81533"/>
                  </a:lnTo>
                  <a:lnTo>
                    <a:pt x="1223772" y="287273"/>
                  </a:lnTo>
                  <a:lnTo>
                    <a:pt x="1226820" y="287273"/>
                  </a:lnTo>
                  <a:lnTo>
                    <a:pt x="1232916" y="281177"/>
                  </a:lnTo>
                  <a:close/>
                </a:path>
                <a:path w="1305559" h="297179">
                  <a:moveTo>
                    <a:pt x="1232916" y="294893"/>
                  </a:moveTo>
                  <a:lnTo>
                    <a:pt x="1232916" y="292607"/>
                  </a:lnTo>
                  <a:lnTo>
                    <a:pt x="1223772" y="292607"/>
                  </a:lnTo>
                  <a:lnTo>
                    <a:pt x="1223772" y="297179"/>
                  </a:lnTo>
                  <a:lnTo>
                    <a:pt x="1230630" y="297179"/>
                  </a:lnTo>
                  <a:lnTo>
                    <a:pt x="1232916" y="294893"/>
                  </a:lnTo>
                  <a:close/>
                </a:path>
                <a:path w="1305559" h="297179">
                  <a:moveTo>
                    <a:pt x="1228344" y="72389"/>
                  </a:moveTo>
                  <a:lnTo>
                    <a:pt x="1226058" y="72389"/>
                  </a:lnTo>
                  <a:lnTo>
                    <a:pt x="1225296" y="73151"/>
                  </a:lnTo>
                  <a:lnTo>
                    <a:pt x="1228344" y="72389"/>
                  </a:lnTo>
                  <a:close/>
                </a:path>
                <a:path w="1305559" h="297179">
                  <a:moveTo>
                    <a:pt x="1228344" y="76961"/>
                  </a:moveTo>
                  <a:lnTo>
                    <a:pt x="1228344" y="72389"/>
                  </a:lnTo>
                  <a:lnTo>
                    <a:pt x="1225296" y="73151"/>
                  </a:lnTo>
                  <a:lnTo>
                    <a:pt x="1225296" y="76961"/>
                  </a:lnTo>
                  <a:lnTo>
                    <a:pt x="1228344" y="76961"/>
                  </a:lnTo>
                  <a:close/>
                </a:path>
                <a:path w="1305559" h="297179">
                  <a:moveTo>
                    <a:pt x="1228344" y="287273"/>
                  </a:moveTo>
                  <a:lnTo>
                    <a:pt x="1226820" y="287274"/>
                  </a:lnTo>
                  <a:lnTo>
                    <a:pt x="1225296" y="288797"/>
                  </a:lnTo>
                  <a:lnTo>
                    <a:pt x="1228344" y="287273"/>
                  </a:lnTo>
                  <a:close/>
                </a:path>
                <a:path w="1305559" h="297179">
                  <a:moveTo>
                    <a:pt x="1228344" y="292607"/>
                  </a:moveTo>
                  <a:lnTo>
                    <a:pt x="1228344" y="287273"/>
                  </a:lnTo>
                  <a:lnTo>
                    <a:pt x="1225296" y="288797"/>
                  </a:lnTo>
                  <a:lnTo>
                    <a:pt x="1225296" y="292607"/>
                  </a:lnTo>
                  <a:lnTo>
                    <a:pt x="1228344" y="292607"/>
                  </a:lnTo>
                  <a:close/>
                </a:path>
                <a:path w="1305559" h="297179">
                  <a:moveTo>
                    <a:pt x="1299972" y="12191"/>
                  </a:moveTo>
                  <a:lnTo>
                    <a:pt x="1299972" y="9905"/>
                  </a:lnTo>
                  <a:lnTo>
                    <a:pt x="1288542" y="9905"/>
                  </a:lnTo>
                  <a:lnTo>
                    <a:pt x="1226058" y="72389"/>
                  </a:lnTo>
                  <a:lnTo>
                    <a:pt x="1228344" y="72389"/>
                  </a:lnTo>
                  <a:lnTo>
                    <a:pt x="1228344" y="76961"/>
                  </a:lnTo>
                  <a:lnTo>
                    <a:pt x="1232916" y="76961"/>
                  </a:lnTo>
                  <a:lnTo>
                    <a:pt x="1232916" y="79247"/>
                  </a:lnTo>
                  <a:lnTo>
                    <a:pt x="1299972" y="12191"/>
                  </a:lnTo>
                  <a:close/>
                </a:path>
                <a:path w="1305559" h="297179">
                  <a:moveTo>
                    <a:pt x="1296924" y="217169"/>
                  </a:moveTo>
                  <a:lnTo>
                    <a:pt x="1226820" y="287274"/>
                  </a:lnTo>
                  <a:lnTo>
                    <a:pt x="1228344" y="287273"/>
                  </a:lnTo>
                  <a:lnTo>
                    <a:pt x="1228344" y="292607"/>
                  </a:lnTo>
                  <a:lnTo>
                    <a:pt x="1232916" y="292607"/>
                  </a:lnTo>
                  <a:lnTo>
                    <a:pt x="1232916" y="294893"/>
                  </a:lnTo>
                  <a:lnTo>
                    <a:pt x="1295400" y="232409"/>
                  </a:lnTo>
                  <a:lnTo>
                    <a:pt x="1295400" y="220217"/>
                  </a:lnTo>
                  <a:lnTo>
                    <a:pt x="1296924" y="217169"/>
                  </a:lnTo>
                  <a:close/>
                </a:path>
                <a:path w="1305559" h="297179">
                  <a:moveTo>
                    <a:pt x="1303782" y="8381"/>
                  </a:moveTo>
                  <a:lnTo>
                    <a:pt x="1296924" y="1523"/>
                  </a:lnTo>
                  <a:lnTo>
                    <a:pt x="1288542" y="9905"/>
                  </a:lnTo>
                  <a:lnTo>
                    <a:pt x="1295400" y="9905"/>
                  </a:lnTo>
                  <a:lnTo>
                    <a:pt x="1295400" y="5333"/>
                  </a:lnTo>
                  <a:lnTo>
                    <a:pt x="1299972" y="9905"/>
                  </a:lnTo>
                  <a:lnTo>
                    <a:pt x="1299972" y="12191"/>
                  </a:lnTo>
                  <a:lnTo>
                    <a:pt x="1303782" y="8381"/>
                  </a:lnTo>
                  <a:close/>
                </a:path>
                <a:path w="1305559" h="297179">
                  <a:moveTo>
                    <a:pt x="1299972" y="9905"/>
                  </a:moveTo>
                  <a:lnTo>
                    <a:pt x="1295400" y="5333"/>
                  </a:lnTo>
                  <a:lnTo>
                    <a:pt x="1295400" y="9905"/>
                  </a:lnTo>
                  <a:lnTo>
                    <a:pt x="1299972" y="9905"/>
                  </a:lnTo>
                  <a:close/>
                </a:path>
                <a:path w="1305559" h="297179">
                  <a:moveTo>
                    <a:pt x="1303782" y="224027"/>
                  </a:moveTo>
                  <a:lnTo>
                    <a:pt x="1303782" y="8381"/>
                  </a:lnTo>
                  <a:lnTo>
                    <a:pt x="1295400" y="16763"/>
                  </a:lnTo>
                  <a:lnTo>
                    <a:pt x="1295400" y="218693"/>
                  </a:lnTo>
                  <a:lnTo>
                    <a:pt x="1296924" y="217169"/>
                  </a:lnTo>
                  <a:lnTo>
                    <a:pt x="1296924" y="230885"/>
                  </a:lnTo>
                  <a:lnTo>
                    <a:pt x="1303782" y="224027"/>
                  </a:lnTo>
                  <a:close/>
                </a:path>
                <a:path w="1305559" h="297179">
                  <a:moveTo>
                    <a:pt x="1296924" y="230885"/>
                  </a:moveTo>
                  <a:lnTo>
                    <a:pt x="1296924" y="217169"/>
                  </a:lnTo>
                  <a:lnTo>
                    <a:pt x="1295400" y="220217"/>
                  </a:lnTo>
                  <a:lnTo>
                    <a:pt x="1295400" y="232409"/>
                  </a:lnTo>
                  <a:lnTo>
                    <a:pt x="1296924" y="2308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6" name="object 25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96200" y="4123182"/>
              <a:ext cx="1223772" cy="761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19972" y="3836669"/>
              <a:ext cx="71627" cy="287274"/>
            </a:xfrm>
            <a:prstGeom prst="rect">
              <a:avLst/>
            </a:prstGeom>
          </p:spPr>
        </p:pic>
        <p:sp>
          <p:nvSpPr>
            <p:cNvPr id="258" name="object 258"/>
            <p:cNvSpPr/>
            <p:nvPr/>
          </p:nvSpPr>
          <p:spPr>
            <a:xfrm>
              <a:off x="7691628" y="3832097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5" y="4572"/>
                  </a:moveTo>
                  <a:lnTo>
                    <a:pt x="1305305" y="0"/>
                  </a:lnTo>
                  <a:lnTo>
                    <a:pt x="74675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9144" y="71627"/>
                  </a:lnTo>
                  <a:lnTo>
                    <a:pt x="76200" y="4572"/>
                  </a:lnTo>
                  <a:lnTo>
                    <a:pt x="1293154" y="4572"/>
                  </a:lnTo>
                  <a:lnTo>
                    <a:pt x="1296924" y="761"/>
                  </a:lnTo>
                  <a:lnTo>
                    <a:pt x="1300733" y="4571"/>
                  </a:lnTo>
                  <a:lnTo>
                    <a:pt x="1305305" y="4572"/>
                  </a:lnTo>
                  <a:close/>
                </a:path>
                <a:path w="1305559" h="296545">
                  <a:moveTo>
                    <a:pt x="9144" y="71627"/>
                  </a:moveTo>
                  <a:lnTo>
                    <a:pt x="4572" y="71627"/>
                  </a:lnTo>
                  <a:lnTo>
                    <a:pt x="4572" y="76200"/>
                  </a:lnTo>
                  <a:lnTo>
                    <a:pt x="9144" y="71627"/>
                  </a:lnTo>
                  <a:close/>
                </a:path>
                <a:path w="1305559" h="296545">
                  <a:moveTo>
                    <a:pt x="1235202" y="291846"/>
                  </a:moveTo>
                  <a:lnTo>
                    <a:pt x="4572" y="291846"/>
                  </a:lnTo>
                  <a:lnTo>
                    <a:pt x="4572" y="296417"/>
                  </a:lnTo>
                  <a:lnTo>
                    <a:pt x="1230629" y="296417"/>
                  </a:lnTo>
                  <a:lnTo>
                    <a:pt x="1235202" y="291846"/>
                  </a:lnTo>
                  <a:close/>
                </a:path>
                <a:path w="1305559" h="296545">
                  <a:moveTo>
                    <a:pt x="1303781" y="223265"/>
                  </a:moveTo>
                  <a:lnTo>
                    <a:pt x="1303781" y="7619"/>
                  </a:lnTo>
                  <a:lnTo>
                    <a:pt x="1299947" y="11454"/>
                  </a:lnTo>
                  <a:lnTo>
                    <a:pt x="1299210" y="220979"/>
                  </a:lnTo>
                  <a:lnTo>
                    <a:pt x="1229105" y="291084"/>
                  </a:lnTo>
                  <a:lnTo>
                    <a:pt x="76200" y="291804"/>
                  </a:lnTo>
                  <a:lnTo>
                    <a:pt x="1235202" y="291846"/>
                  </a:lnTo>
                  <a:lnTo>
                    <a:pt x="1303781" y="223265"/>
                  </a:lnTo>
                  <a:close/>
                </a:path>
                <a:path w="1305559" h="296545">
                  <a:moveTo>
                    <a:pt x="1300733" y="4572"/>
                  </a:moveTo>
                  <a:lnTo>
                    <a:pt x="1296924" y="761"/>
                  </a:lnTo>
                  <a:lnTo>
                    <a:pt x="1293154" y="4572"/>
                  </a:lnTo>
                  <a:lnTo>
                    <a:pt x="1300733" y="4572"/>
                  </a:lnTo>
                  <a:close/>
                </a:path>
                <a:path w="1305559" h="296545">
                  <a:moveTo>
                    <a:pt x="1303781" y="7619"/>
                  </a:moveTo>
                  <a:lnTo>
                    <a:pt x="1300733" y="4572"/>
                  </a:lnTo>
                  <a:lnTo>
                    <a:pt x="1299947" y="4572"/>
                  </a:lnTo>
                  <a:lnTo>
                    <a:pt x="1299947" y="11430"/>
                  </a:lnTo>
                  <a:lnTo>
                    <a:pt x="1303781" y="7619"/>
                  </a:lnTo>
                  <a:close/>
                </a:path>
                <a:path w="1305559" h="296545">
                  <a:moveTo>
                    <a:pt x="1305305" y="221741"/>
                  </a:moveTo>
                  <a:lnTo>
                    <a:pt x="1305305" y="4572"/>
                  </a:lnTo>
                  <a:lnTo>
                    <a:pt x="1300733" y="4572"/>
                  </a:lnTo>
                  <a:lnTo>
                    <a:pt x="1303781" y="7619"/>
                  </a:lnTo>
                  <a:lnTo>
                    <a:pt x="1303781" y="223265"/>
                  </a:lnTo>
                  <a:lnTo>
                    <a:pt x="1305305" y="2217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9" name="object 25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696200" y="3908297"/>
              <a:ext cx="1223772" cy="215646"/>
            </a:xfrm>
            <a:prstGeom prst="rect">
              <a:avLst/>
            </a:prstGeom>
          </p:spPr>
        </p:pic>
        <p:pic>
          <p:nvPicPr>
            <p:cNvPr id="260" name="object 26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919972" y="3836669"/>
              <a:ext cx="71627" cy="287274"/>
            </a:xfrm>
            <a:prstGeom prst="rect">
              <a:avLst/>
            </a:prstGeom>
          </p:spPr>
        </p:pic>
        <p:pic>
          <p:nvPicPr>
            <p:cNvPr id="261" name="object 26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96200" y="3836669"/>
              <a:ext cx="1295400" cy="71627"/>
            </a:xfrm>
            <a:prstGeom prst="rect">
              <a:avLst/>
            </a:prstGeom>
          </p:spPr>
        </p:pic>
        <p:sp>
          <p:nvSpPr>
            <p:cNvPr id="262" name="object 262"/>
            <p:cNvSpPr/>
            <p:nvPr/>
          </p:nvSpPr>
          <p:spPr>
            <a:xfrm>
              <a:off x="7691628" y="3832097"/>
              <a:ext cx="1305560" cy="296545"/>
            </a:xfrm>
            <a:custGeom>
              <a:avLst/>
              <a:gdLst/>
              <a:ahLst/>
              <a:cxnLst/>
              <a:rect l="l" t="t" r="r" b="b"/>
              <a:pathLst>
                <a:path w="1305559" h="296545">
                  <a:moveTo>
                    <a:pt x="1305306" y="221741"/>
                  </a:moveTo>
                  <a:lnTo>
                    <a:pt x="1305306" y="0"/>
                  </a:lnTo>
                  <a:lnTo>
                    <a:pt x="74676" y="0"/>
                  </a:lnTo>
                  <a:lnTo>
                    <a:pt x="0" y="74675"/>
                  </a:lnTo>
                  <a:lnTo>
                    <a:pt x="0" y="296417"/>
                  </a:lnTo>
                  <a:lnTo>
                    <a:pt x="4572" y="296417"/>
                  </a:lnTo>
                  <a:lnTo>
                    <a:pt x="4572" y="71627"/>
                  </a:lnTo>
                  <a:lnTo>
                    <a:pt x="16675" y="71627"/>
                  </a:lnTo>
                  <a:lnTo>
                    <a:pt x="76962" y="10700"/>
                  </a:lnTo>
                  <a:lnTo>
                    <a:pt x="76962" y="9143"/>
                  </a:lnTo>
                  <a:lnTo>
                    <a:pt x="80010" y="7619"/>
                  </a:lnTo>
                  <a:lnTo>
                    <a:pt x="80009" y="9143"/>
                  </a:lnTo>
                  <a:lnTo>
                    <a:pt x="1288630" y="9143"/>
                  </a:lnTo>
                  <a:lnTo>
                    <a:pt x="1296924" y="761"/>
                  </a:lnTo>
                  <a:lnTo>
                    <a:pt x="1303782" y="7619"/>
                  </a:lnTo>
                  <a:lnTo>
                    <a:pt x="1303782" y="223265"/>
                  </a:lnTo>
                  <a:lnTo>
                    <a:pt x="1305306" y="221741"/>
                  </a:lnTo>
                  <a:close/>
                </a:path>
                <a:path w="1305559" h="296545">
                  <a:moveTo>
                    <a:pt x="16675" y="71627"/>
                  </a:moveTo>
                  <a:lnTo>
                    <a:pt x="4572" y="71627"/>
                  </a:lnTo>
                  <a:lnTo>
                    <a:pt x="4572" y="80771"/>
                  </a:lnTo>
                  <a:lnTo>
                    <a:pt x="8382" y="80771"/>
                  </a:lnTo>
                  <a:lnTo>
                    <a:pt x="8382" y="80009"/>
                  </a:lnTo>
                  <a:lnTo>
                    <a:pt x="9906" y="76199"/>
                  </a:lnTo>
                  <a:lnTo>
                    <a:pt x="9906" y="78469"/>
                  </a:lnTo>
                  <a:lnTo>
                    <a:pt x="16675" y="71627"/>
                  </a:lnTo>
                  <a:close/>
                </a:path>
                <a:path w="1305559" h="296545">
                  <a:moveTo>
                    <a:pt x="9906" y="287273"/>
                  </a:moveTo>
                  <a:lnTo>
                    <a:pt x="9906" y="80771"/>
                  </a:lnTo>
                  <a:lnTo>
                    <a:pt x="4572" y="80771"/>
                  </a:lnTo>
                  <a:lnTo>
                    <a:pt x="4572" y="287273"/>
                  </a:lnTo>
                  <a:lnTo>
                    <a:pt x="9906" y="287273"/>
                  </a:lnTo>
                  <a:close/>
                </a:path>
                <a:path w="1305559" h="296545">
                  <a:moveTo>
                    <a:pt x="1226058" y="287273"/>
                  </a:moveTo>
                  <a:lnTo>
                    <a:pt x="4572" y="287273"/>
                  </a:lnTo>
                  <a:lnTo>
                    <a:pt x="9906" y="291845"/>
                  </a:lnTo>
                  <a:lnTo>
                    <a:pt x="9906" y="296417"/>
                  </a:lnTo>
                  <a:lnTo>
                    <a:pt x="1223772" y="296417"/>
                  </a:lnTo>
                  <a:lnTo>
                    <a:pt x="1223772" y="291845"/>
                  </a:lnTo>
                  <a:lnTo>
                    <a:pt x="1225296" y="291845"/>
                  </a:lnTo>
                  <a:lnTo>
                    <a:pt x="1225296" y="288035"/>
                  </a:lnTo>
                  <a:lnTo>
                    <a:pt x="1226058" y="287273"/>
                  </a:lnTo>
                  <a:close/>
                </a:path>
                <a:path w="1305559" h="296545">
                  <a:moveTo>
                    <a:pt x="9906" y="296417"/>
                  </a:moveTo>
                  <a:lnTo>
                    <a:pt x="9906" y="291845"/>
                  </a:lnTo>
                  <a:lnTo>
                    <a:pt x="4572" y="287273"/>
                  </a:lnTo>
                  <a:lnTo>
                    <a:pt x="4572" y="296417"/>
                  </a:lnTo>
                  <a:lnTo>
                    <a:pt x="9906" y="296417"/>
                  </a:lnTo>
                  <a:close/>
                </a:path>
                <a:path w="1305559" h="296545">
                  <a:moveTo>
                    <a:pt x="9906" y="78469"/>
                  </a:moveTo>
                  <a:lnTo>
                    <a:pt x="9906" y="76199"/>
                  </a:lnTo>
                  <a:lnTo>
                    <a:pt x="8382" y="80009"/>
                  </a:lnTo>
                  <a:lnTo>
                    <a:pt x="9906" y="78469"/>
                  </a:lnTo>
                  <a:close/>
                </a:path>
                <a:path w="1305559" h="296545">
                  <a:moveTo>
                    <a:pt x="1226803" y="71628"/>
                  </a:moveTo>
                  <a:lnTo>
                    <a:pt x="16675" y="71627"/>
                  </a:lnTo>
                  <a:lnTo>
                    <a:pt x="8382" y="80009"/>
                  </a:lnTo>
                  <a:lnTo>
                    <a:pt x="8382" y="80771"/>
                  </a:lnTo>
                  <a:lnTo>
                    <a:pt x="1223772" y="80771"/>
                  </a:lnTo>
                  <a:lnTo>
                    <a:pt x="1223772" y="76199"/>
                  </a:lnTo>
                  <a:lnTo>
                    <a:pt x="1225296" y="76199"/>
                  </a:lnTo>
                  <a:lnTo>
                    <a:pt x="1225296" y="73151"/>
                  </a:lnTo>
                  <a:lnTo>
                    <a:pt x="1226803" y="71628"/>
                  </a:lnTo>
                  <a:close/>
                </a:path>
                <a:path w="1305559" h="296545">
                  <a:moveTo>
                    <a:pt x="80010" y="7619"/>
                  </a:moveTo>
                  <a:lnTo>
                    <a:pt x="76962" y="9143"/>
                  </a:lnTo>
                  <a:lnTo>
                    <a:pt x="78502" y="9143"/>
                  </a:lnTo>
                  <a:lnTo>
                    <a:pt x="80010" y="7619"/>
                  </a:lnTo>
                  <a:close/>
                </a:path>
                <a:path w="1305559" h="296545">
                  <a:moveTo>
                    <a:pt x="78502" y="9143"/>
                  </a:moveTo>
                  <a:lnTo>
                    <a:pt x="76962" y="9143"/>
                  </a:lnTo>
                  <a:lnTo>
                    <a:pt x="76962" y="10700"/>
                  </a:lnTo>
                  <a:lnTo>
                    <a:pt x="78502" y="9143"/>
                  </a:lnTo>
                  <a:close/>
                </a:path>
                <a:path w="1305559" h="296545">
                  <a:moveTo>
                    <a:pt x="80009" y="9143"/>
                  </a:moveTo>
                  <a:lnTo>
                    <a:pt x="80010" y="7619"/>
                  </a:lnTo>
                  <a:lnTo>
                    <a:pt x="78502" y="9143"/>
                  </a:lnTo>
                  <a:lnTo>
                    <a:pt x="80009" y="9143"/>
                  </a:lnTo>
                  <a:close/>
                </a:path>
                <a:path w="1305559" h="296545">
                  <a:moveTo>
                    <a:pt x="1232916" y="78485"/>
                  </a:moveTo>
                  <a:lnTo>
                    <a:pt x="1232916" y="76199"/>
                  </a:lnTo>
                  <a:lnTo>
                    <a:pt x="1223772" y="76199"/>
                  </a:lnTo>
                  <a:lnTo>
                    <a:pt x="1223772" y="80771"/>
                  </a:lnTo>
                  <a:lnTo>
                    <a:pt x="1230630" y="80771"/>
                  </a:lnTo>
                  <a:lnTo>
                    <a:pt x="1232916" y="78485"/>
                  </a:lnTo>
                  <a:close/>
                </a:path>
                <a:path w="1305559" h="296545">
                  <a:moveTo>
                    <a:pt x="1232916" y="280415"/>
                  </a:moveTo>
                  <a:lnTo>
                    <a:pt x="1232916" y="78485"/>
                  </a:lnTo>
                  <a:lnTo>
                    <a:pt x="1230630" y="80771"/>
                  </a:lnTo>
                  <a:lnTo>
                    <a:pt x="1223772" y="80771"/>
                  </a:lnTo>
                  <a:lnTo>
                    <a:pt x="1223772" y="287273"/>
                  </a:lnTo>
                  <a:lnTo>
                    <a:pt x="1226058" y="287273"/>
                  </a:lnTo>
                  <a:lnTo>
                    <a:pt x="1232916" y="280415"/>
                  </a:lnTo>
                  <a:close/>
                </a:path>
                <a:path w="1305559" h="296545">
                  <a:moveTo>
                    <a:pt x="1232916" y="294131"/>
                  </a:moveTo>
                  <a:lnTo>
                    <a:pt x="1232916" y="291845"/>
                  </a:lnTo>
                  <a:lnTo>
                    <a:pt x="1223772" y="291845"/>
                  </a:lnTo>
                  <a:lnTo>
                    <a:pt x="1223772" y="296417"/>
                  </a:lnTo>
                  <a:lnTo>
                    <a:pt x="1230630" y="296417"/>
                  </a:lnTo>
                  <a:lnTo>
                    <a:pt x="1232916" y="294131"/>
                  </a:lnTo>
                  <a:close/>
                </a:path>
                <a:path w="1305559" h="296545">
                  <a:moveTo>
                    <a:pt x="1228344" y="71627"/>
                  </a:moveTo>
                  <a:lnTo>
                    <a:pt x="1226803" y="71628"/>
                  </a:lnTo>
                  <a:lnTo>
                    <a:pt x="1225296" y="73151"/>
                  </a:lnTo>
                  <a:lnTo>
                    <a:pt x="1228344" y="71627"/>
                  </a:lnTo>
                  <a:close/>
                </a:path>
                <a:path w="1305559" h="296545">
                  <a:moveTo>
                    <a:pt x="1228344" y="76199"/>
                  </a:moveTo>
                  <a:lnTo>
                    <a:pt x="1228344" y="71627"/>
                  </a:lnTo>
                  <a:lnTo>
                    <a:pt x="1225296" y="73151"/>
                  </a:lnTo>
                  <a:lnTo>
                    <a:pt x="1225296" y="76199"/>
                  </a:lnTo>
                  <a:lnTo>
                    <a:pt x="1228344" y="76199"/>
                  </a:lnTo>
                  <a:close/>
                </a:path>
                <a:path w="1305559" h="296545">
                  <a:moveTo>
                    <a:pt x="1228344" y="287273"/>
                  </a:moveTo>
                  <a:lnTo>
                    <a:pt x="1226058" y="287273"/>
                  </a:lnTo>
                  <a:lnTo>
                    <a:pt x="1225296" y="288035"/>
                  </a:lnTo>
                  <a:lnTo>
                    <a:pt x="1228344" y="287273"/>
                  </a:lnTo>
                  <a:close/>
                </a:path>
                <a:path w="1305559" h="296545">
                  <a:moveTo>
                    <a:pt x="1228344" y="291845"/>
                  </a:moveTo>
                  <a:lnTo>
                    <a:pt x="1228344" y="287273"/>
                  </a:lnTo>
                  <a:lnTo>
                    <a:pt x="1225296" y="288035"/>
                  </a:lnTo>
                  <a:lnTo>
                    <a:pt x="1225296" y="291845"/>
                  </a:lnTo>
                  <a:lnTo>
                    <a:pt x="1228344" y="291845"/>
                  </a:lnTo>
                  <a:close/>
                </a:path>
                <a:path w="1305559" h="296545">
                  <a:moveTo>
                    <a:pt x="1296924" y="216407"/>
                  </a:moveTo>
                  <a:lnTo>
                    <a:pt x="1226058" y="287273"/>
                  </a:lnTo>
                  <a:lnTo>
                    <a:pt x="1228344" y="287273"/>
                  </a:lnTo>
                  <a:lnTo>
                    <a:pt x="1228344" y="291845"/>
                  </a:lnTo>
                  <a:lnTo>
                    <a:pt x="1232916" y="291845"/>
                  </a:lnTo>
                  <a:lnTo>
                    <a:pt x="1232916" y="294131"/>
                  </a:lnTo>
                  <a:lnTo>
                    <a:pt x="1295400" y="231647"/>
                  </a:lnTo>
                  <a:lnTo>
                    <a:pt x="1295400" y="220217"/>
                  </a:lnTo>
                  <a:lnTo>
                    <a:pt x="1296924" y="216407"/>
                  </a:lnTo>
                  <a:close/>
                </a:path>
                <a:path w="1305559" h="296545">
                  <a:moveTo>
                    <a:pt x="1299972" y="11429"/>
                  </a:moveTo>
                  <a:lnTo>
                    <a:pt x="1299972" y="9143"/>
                  </a:lnTo>
                  <a:lnTo>
                    <a:pt x="1288630" y="9143"/>
                  </a:lnTo>
                  <a:lnTo>
                    <a:pt x="1226803" y="71628"/>
                  </a:lnTo>
                  <a:lnTo>
                    <a:pt x="1228344" y="71627"/>
                  </a:lnTo>
                  <a:lnTo>
                    <a:pt x="1228344" y="76199"/>
                  </a:lnTo>
                  <a:lnTo>
                    <a:pt x="1232916" y="76199"/>
                  </a:lnTo>
                  <a:lnTo>
                    <a:pt x="1232916" y="78485"/>
                  </a:lnTo>
                  <a:lnTo>
                    <a:pt x="1299972" y="11429"/>
                  </a:lnTo>
                  <a:close/>
                </a:path>
                <a:path w="1305559" h="296545">
                  <a:moveTo>
                    <a:pt x="1303782" y="7619"/>
                  </a:moveTo>
                  <a:lnTo>
                    <a:pt x="1296924" y="761"/>
                  </a:lnTo>
                  <a:lnTo>
                    <a:pt x="1288630" y="9143"/>
                  </a:lnTo>
                  <a:lnTo>
                    <a:pt x="1295400" y="9143"/>
                  </a:lnTo>
                  <a:lnTo>
                    <a:pt x="1295400" y="4571"/>
                  </a:lnTo>
                  <a:lnTo>
                    <a:pt x="1299972" y="9143"/>
                  </a:lnTo>
                  <a:lnTo>
                    <a:pt x="1299972" y="11429"/>
                  </a:lnTo>
                  <a:lnTo>
                    <a:pt x="1303782" y="7619"/>
                  </a:lnTo>
                  <a:close/>
                </a:path>
                <a:path w="1305559" h="296545">
                  <a:moveTo>
                    <a:pt x="1299972" y="9143"/>
                  </a:moveTo>
                  <a:lnTo>
                    <a:pt x="1295400" y="4571"/>
                  </a:lnTo>
                  <a:lnTo>
                    <a:pt x="1295400" y="9143"/>
                  </a:lnTo>
                  <a:lnTo>
                    <a:pt x="1299972" y="9143"/>
                  </a:lnTo>
                  <a:close/>
                </a:path>
                <a:path w="1305559" h="296545">
                  <a:moveTo>
                    <a:pt x="1303782" y="223265"/>
                  </a:moveTo>
                  <a:lnTo>
                    <a:pt x="1303782" y="7619"/>
                  </a:lnTo>
                  <a:lnTo>
                    <a:pt x="1295400" y="16001"/>
                  </a:lnTo>
                  <a:lnTo>
                    <a:pt x="1295400" y="217931"/>
                  </a:lnTo>
                  <a:lnTo>
                    <a:pt x="1296924" y="216407"/>
                  </a:lnTo>
                  <a:lnTo>
                    <a:pt x="1296924" y="230123"/>
                  </a:lnTo>
                  <a:lnTo>
                    <a:pt x="1303782" y="223265"/>
                  </a:lnTo>
                  <a:close/>
                </a:path>
                <a:path w="1305559" h="296545">
                  <a:moveTo>
                    <a:pt x="1296924" y="230123"/>
                  </a:moveTo>
                  <a:lnTo>
                    <a:pt x="1296924" y="216407"/>
                  </a:lnTo>
                  <a:lnTo>
                    <a:pt x="1295400" y="220217"/>
                  </a:lnTo>
                  <a:lnTo>
                    <a:pt x="1295400" y="231647"/>
                  </a:lnTo>
                  <a:lnTo>
                    <a:pt x="1296924" y="2301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3" name="object 263"/>
          <p:cNvSpPr txBox="1"/>
          <p:nvPr/>
        </p:nvSpPr>
        <p:spPr>
          <a:xfrm>
            <a:off x="7835136" y="3855516"/>
            <a:ext cx="946150" cy="204787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54940" marR="147955" algn="ctr">
              <a:lnSpc>
                <a:spcPct val="147200"/>
              </a:lnSpc>
              <a:spcBef>
                <a:spcPts val="30"/>
              </a:spcBef>
            </a:pPr>
            <a:r>
              <a:rPr sz="1000" spc="-10" dirty="0">
                <a:latin typeface="Calibri"/>
                <a:cs typeface="Calibri"/>
              </a:rPr>
              <a:t>Applications </a:t>
            </a:r>
            <a:r>
              <a:rPr sz="1000" spc="-20" dirty="0">
                <a:latin typeface="Calibri"/>
                <a:cs typeface="Calibri"/>
              </a:rPr>
              <a:t>Data </a:t>
            </a:r>
            <a:r>
              <a:rPr sz="1000" spc="-10" dirty="0">
                <a:latin typeface="Calibri"/>
                <a:cs typeface="Calibri"/>
              </a:rPr>
              <a:t>Runtime Middleware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alibri"/>
                <a:cs typeface="Calibri"/>
              </a:rPr>
              <a:t>Operating</a:t>
            </a:r>
            <a:r>
              <a:rPr sz="1000" spc="-10" dirty="0">
                <a:latin typeface="Calibri"/>
                <a:cs typeface="Calibri"/>
              </a:rPr>
              <a:t> System</a:t>
            </a:r>
            <a:endParaRPr sz="1000">
              <a:latin typeface="Calibri"/>
              <a:cs typeface="Calibri"/>
            </a:endParaRPr>
          </a:p>
          <a:p>
            <a:pPr marL="127635" marR="121285" algn="ctr">
              <a:lnSpc>
                <a:spcPct val="149000"/>
              </a:lnSpc>
              <a:spcBef>
                <a:spcPts val="10"/>
              </a:spcBef>
            </a:pPr>
            <a:r>
              <a:rPr sz="1000" spc="-10" dirty="0">
                <a:latin typeface="Calibri"/>
                <a:cs typeface="Calibri"/>
              </a:rPr>
              <a:t>Virtualization Servers Storage Networking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4" name="object 264"/>
          <p:cNvSpPr/>
          <p:nvPr/>
        </p:nvSpPr>
        <p:spPr>
          <a:xfrm>
            <a:off x="986027" y="3821429"/>
            <a:ext cx="81915" cy="2127885"/>
          </a:xfrm>
          <a:custGeom>
            <a:avLst/>
            <a:gdLst/>
            <a:ahLst/>
            <a:cxnLst/>
            <a:rect l="l" t="t" r="r" b="b"/>
            <a:pathLst>
              <a:path w="81915" h="2127885">
                <a:moveTo>
                  <a:pt x="762" y="2117598"/>
                </a:moveTo>
                <a:lnTo>
                  <a:pt x="762" y="9144"/>
                </a:lnTo>
                <a:lnTo>
                  <a:pt x="0" y="9906"/>
                </a:lnTo>
                <a:lnTo>
                  <a:pt x="0" y="2116836"/>
                </a:lnTo>
                <a:lnTo>
                  <a:pt x="762" y="2117598"/>
                </a:lnTo>
                <a:close/>
              </a:path>
              <a:path w="81915" h="2127885">
                <a:moveTo>
                  <a:pt x="1524" y="2119122"/>
                </a:moveTo>
                <a:lnTo>
                  <a:pt x="1524" y="7620"/>
                </a:lnTo>
                <a:lnTo>
                  <a:pt x="762" y="8382"/>
                </a:lnTo>
                <a:lnTo>
                  <a:pt x="762" y="2118360"/>
                </a:lnTo>
                <a:lnTo>
                  <a:pt x="1524" y="2119122"/>
                </a:lnTo>
                <a:close/>
              </a:path>
              <a:path w="81915" h="2127885">
                <a:moveTo>
                  <a:pt x="81534" y="9144"/>
                </a:moveTo>
                <a:lnTo>
                  <a:pt x="80772" y="0"/>
                </a:lnTo>
                <a:lnTo>
                  <a:pt x="65532" y="0"/>
                </a:lnTo>
                <a:lnTo>
                  <a:pt x="20312" y="2243"/>
                </a:lnTo>
                <a:lnTo>
                  <a:pt x="5334" y="5334"/>
                </a:lnTo>
                <a:lnTo>
                  <a:pt x="4572" y="5334"/>
                </a:lnTo>
                <a:lnTo>
                  <a:pt x="3048" y="6096"/>
                </a:lnTo>
                <a:lnTo>
                  <a:pt x="2286" y="6096"/>
                </a:lnTo>
                <a:lnTo>
                  <a:pt x="1524" y="6858"/>
                </a:lnTo>
                <a:lnTo>
                  <a:pt x="1524" y="2119884"/>
                </a:lnTo>
                <a:lnTo>
                  <a:pt x="3048" y="2121408"/>
                </a:lnTo>
                <a:lnTo>
                  <a:pt x="4572" y="2121408"/>
                </a:lnTo>
                <a:lnTo>
                  <a:pt x="4572" y="2122170"/>
                </a:lnTo>
                <a:lnTo>
                  <a:pt x="5334" y="2122170"/>
                </a:lnTo>
                <a:lnTo>
                  <a:pt x="7620" y="2122932"/>
                </a:lnTo>
                <a:lnTo>
                  <a:pt x="7620" y="14478"/>
                </a:lnTo>
                <a:lnTo>
                  <a:pt x="9144" y="12954"/>
                </a:lnTo>
                <a:lnTo>
                  <a:pt x="9906" y="10668"/>
                </a:lnTo>
                <a:lnTo>
                  <a:pt x="9906" y="13716"/>
                </a:lnTo>
                <a:lnTo>
                  <a:pt x="51009" y="10028"/>
                </a:lnTo>
                <a:lnTo>
                  <a:pt x="52330" y="9981"/>
                </a:lnTo>
                <a:lnTo>
                  <a:pt x="65532" y="9144"/>
                </a:lnTo>
                <a:lnTo>
                  <a:pt x="81534" y="9144"/>
                </a:lnTo>
                <a:close/>
              </a:path>
              <a:path w="81915" h="2127885">
                <a:moveTo>
                  <a:pt x="9906" y="13716"/>
                </a:moveTo>
                <a:lnTo>
                  <a:pt x="9906" y="10668"/>
                </a:lnTo>
                <a:lnTo>
                  <a:pt x="9144" y="12954"/>
                </a:lnTo>
                <a:lnTo>
                  <a:pt x="7620" y="14478"/>
                </a:lnTo>
                <a:lnTo>
                  <a:pt x="7620" y="2112264"/>
                </a:lnTo>
                <a:lnTo>
                  <a:pt x="8382" y="2113026"/>
                </a:lnTo>
                <a:lnTo>
                  <a:pt x="8382" y="14478"/>
                </a:lnTo>
                <a:lnTo>
                  <a:pt x="9906" y="13716"/>
                </a:lnTo>
                <a:close/>
              </a:path>
              <a:path w="81915" h="2127885">
                <a:moveTo>
                  <a:pt x="9906" y="2123261"/>
                </a:moveTo>
                <a:lnTo>
                  <a:pt x="9906" y="2116074"/>
                </a:lnTo>
                <a:lnTo>
                  <a:pt x="9144" y="2113788"/>
                </a:lnTo>
                <a:lnTo>
                  <a:pt x="7620" y="2112264"/>
                </a:lnTo>
                <a:lnTo>
                  <a:pt x="9144" y="2114550"/>
                </a:lnTo>
                <a:lnTo>
                  <a:pt x="9144" y="2123151"/>
                </a:lnTo>
                <a:lnTo>
                  <a:pt x="9906" y="2123261"/>
                </a:lnTo>
                <a:close/>
              </a:path>
              <a:path w="81915" h="2127885">
                <a:moveTo>
                  <a:pt x="9144" y="2123151"/>
                </a:moveTo>
                <a:lnTo>
                  <a:pt x="9144" y="2114550"/>
                </a:lnTo>
                <a:lnTo>
                  <a:pt x="7620" y="2112264"/>
                </a:lnTo>
                <a:lnTo>
                  <a:pt x="7620" y="2122932"/>
                </a:lnTo>
                <a:lnTo>
                  <a:pt x="8382" y="2123041"/>
                </a:lnTo>
                <a:lnTo>
                  <a:pt x="9144" y="2123151"/>
                </a:lnTo>
                <a:close/>
              </a:path>
              <a:path w="81915" h="2127885">
                <a:moveTo>
                  <a:pt x="9906" y="2113788"/>
                </a:moveTo>
                <a:lnTo>
                  <a:pt x="9906" y="13716"/>
                </a:lnTo>
                <a:lnTo>
                  <a:pt x="8382" y="14478"/>
                </a:lnTo>
                <a:lnTo>
                  <a:pt x="8382" y="2113026"/>
                </a:lnTo>
                <a:lnTo>
                  <a:pt x="9144" y="2113788"/>
                </a:lnTo>
                <a:lnTo>
                  <a:pt x="9906" y="2113788"/>
                </a:lnTo>
                <a:close/>
              </a:path>
              <a:path w="81915" h="2127885">
                <a:moveTo>
                  <a:pt x="81534" y="2117598"/>
                </a:moveTo>
                <a:lnTo>
                  <a:pt x="51009" y="2117508"/>
                </a:lnTo>
                <a:lnTo>
                  <a:pt x="44958" y="2116836"/>
                </a:lnTo>
                <a:lnTo>
                  <a:pt x="38862" y="2116836"/>
                </a:lnTo>
                <a:lnTo>
                  <a:pt x="32766" y="2116074"/>
                </a:lnTo>
                <a:lnTo>
                  <a:pt x="27432" y="2116074"/>
                </a:lnTo>
                <a:lnTo>
                  <a:pt x="22857" y="2115312"/>
                </a:lnTo>
                <a:lnTo>
                  <a:pt x="18288" y="2115312"/>
                </a:lnTo>
                <a:lnTo>
                  <a:pt x="14478" y="2114550"/>
                </a:lnTo>
                <a:lnTo>
                  <a:pt x="11430" y="2113788"/>
                </a:lnTo>
                <a:lnTo>
                  <a:pt x="9144" y="2113788"/>
                </a:lnTo>
                <a:lnTo>
                  <a:pt x="9906" y="2116074"/>
                </a:lnTo>
                <a:lnTo>
                  <a:pt x="9906" y="2123261"/>
                </a:lnTo>
                <a:lnTo>
                  <a:pt x="21949" y="2124998"/>
                </a:lnTo>
                <a:lnTo>
                  <a:pt x="35947" y="2126024"/>
                </a:lnTo>
                <a:lnTo>
                  <a:pt x="37552" y="2126109"/>
                </a:lnTo>
                <a:lnTo>
                  <a:pt x="51009" y="2126702"/>
                </a:lnTo>
                <a:lnTo>
                  <a:pt x="65532" y="2127504"/>
                </a:lnTo>
                <a:lnTo>
                  <a:pt x="80772" y="2127504"/>
                </a:lnTo>
                <a:lnTo>
                  <a:pt x="81534" y="2117598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 txBox="1"/>
          <p:nvPr/>
        </p:nvSpPr>
        <p:spPr>
          <a:xfrm>
            <a:off x="784791" y="4420830"/>
            <a:ext cx="174625" cy="8997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1F497C"/>
                </a:solidFill>
                <a:latin typeface="Arial MT"/>
                <a:cs typeface="Arial MT"/>
              </a:rPr>
              <a:t>User</a:t>
            </a:r>
            <a:r>
              <a:rPr sz="1050" spc="-35" dirty="0">
                <a:solidFill>
                  <a:srgbClr val="1F497C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F497C"/>
                </a:solidFill>
                <a:latin typeface="Arial MT"/>
                <a:cs typeface="Arial MT"/>
              </a:rPr>
              <a:t>Managed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66" name="object 266"/>
          <p:cNvGrpSpPr/>
          <p:nvPr/>
        </p:nvGrpSpPr>
        <p:grpSpPr>
          <a:xfrm>
            <a:off x="3226307" y="3806190"/>
            <a:ext cx="1430655" cy="2070100"/>
            <a:chOff x="3226307" y="3806190"/>
            <a:chExt cx="1430655" cy="2070100"/>
          </a:xfrm>
        </p:grpSpPr>
        <p:sp>
          <p:nvSpPr>
            <p:cNvPr id="267" name="object 267"/>
            <p:cNvSpPr/>
            <p:nvPr/>
          </p:nvSpPr>
          <p:spPr>
            <a:xfrm>
              <a:off x="3226307" y="3806190"/>
              <a:ext cx="51435" cy="1232535"/>
            </a:xfrm>
            <a:custGeom>
              <a:avLst/>
              <a:gdLst/>
              <a:ahLst/>
              <a:cxnLst/>
              <a:rect l="l" t="t" r="r" b="b"/>
              <a:pathLst>
                <a:path w="51435" h="1232535">
                  <a:moveTo>
                    <a:pt x="762" y="1226057"/>
                  </a:moveTo>
                  <a:lnTo>
                    <a:pt x="762" y="6857"/>
                  </a:lnTo>
                  <a:lnTo>
                    <a:pt x="0" y="7619"/>
                  </a:lnTo>
                  <a:lnTo>
                    <a:pt x="0" y="1224533"/>
                  </a:lnTo>
                  <a:lnTo>
                    <a:pt x="762" y="1226057"/>
                  </a:lnTo>
                  <a:close/>
                </a:path>
                <a:path w="51435" h="1232535">
                  <a:moveTo>
                    <a:pt x="51054" y="9143"/>
                  </a:moveTo>
                  <a:lnTo>
                    <a:pt x="50292" y="0"/>
                  </a:lnTo>
                  <a:lnTo>
                    <a:pt x="41148" y="0"/>
                  </a:lnTo>
                  <a:lnTo>
                    <a:pt x="24993" y="536"/>
                  </a:lnTo>
                  <a:lnTo>
                    <a:pt x="23169" y="600"/>
                  </a:lnTo>
                  <a:lnTo>
                    <a:pt x="13028" y="1414"/>
                  </a:lnTo>
                  <a:lnTo>
                    <a:pt x="5334" y="3047"/>
                  </a:lnTo>
                  <a:lnTo>
                    <a:pt x="3810" y="3047"/>
                  </a:lnTo>
                  <a:lnTo>
                    <a:pt x="3048" y="3809"/>
                  </a:lnTo>
                  <a:lnTo>
                    <a:pt x="2286" y="3809"/>
                  </a:lnTo>
                  <a:lnTo>
                    <a:pt x="762" y="5333"/>
                  </a:lnTo>
                  <a:lnTo>
                    <a:pt x="762" y="1226819"/>
                  </a:lnTo>
                  <a:lnTo>
                    <a:pt x="2286" y="1228343"/>
                  </a:lnTo>
                  <a:lnTo>
                    <a:pt x="3048" y="1228343"/>
                  </a:lnTo>
                  <a:lnTo>
                    <a:pt x="3810" y="1229105"/>
                  </a:lnTo>
                  <a:lnTo>
                    <a:pt x="4572" y="1229105"/>
                  </a:lnTo>
                  <a:lnTo>
                    <a:pt x="6096" y="1229867"/>
                  </a:lnTo>
                  <a:lnTo>
                    <a:pt x="7620" y="1230081"/>
                  </a:lnTo>
                  <a:lnTo>
                    <a:pt x="7620" y="12191"/>
                  </a:lnTo>
                  <a:lnTo>
                    <a:pt x="9144" y="10667"/>
                  </a:lnTo>
                  <a:lnTo>
                    <a:pt x="9906" y="8381"/>
                  </a:lnTo>
                  <a:lnTo>
                    <a:pt x="9906" y="11275"/>
                  </a:lnTo>
                  <a:lnTo>
                    <a:pt x="16983" y="10556"/>
                  </a:lnTo>
                  <a:lnTo>
                    <a:pt x="23169" y="10171"/>
                  </a:lnTo>
                  <a:lnTo>
                    <a:pt x="24993" y="10058"/>
                  </a:lnTo>
                  <a:lnTo>
                    <a:pt x="32331" y="9707"/>
                  </a:lnTo>
                  <a:lnTo>
                    <a:pt x="41148" y="9189"/>
                  </a:lnTo>
                  <a:lnTo>
                    <a:pt x="51054" y="9143"/>
                  </a:lnTo>
                  <a:close/>
                </a:path>
                <a:path w="51435" h="1232535">
                  <a:moveTo>
                    <a:pt x="9906" y="1220825"/>
                  </a:moveTo>
                  <a:lnTo>
                    <a:pt x="9906" y="11275"/>
                  </a:lnTo>
                  <a:lnTo>
                    <a:pt x="9144" y="11352"/>
                  </a:lnTo>
                  <a:lnTo>
                    <a:pt x="8382" y="11429"/>
                  </a:lnTo>
                  <a:lnTo>
                    <a:pt x="7620" y="12191"/>
                  </a:lnTo>
                  <a:lnTo>
                    <a:pt x="7620" y="1219961"/>
                  </a:lnTo>
                  <a:lnTo>
                    <a:pt x="8382" y="1220723"/>
                  </a:lnTo>
                  <a:lnTo>
                    <a:pt x="9906" y="1220825"/>
                  </a:lnTo>
                  <a:close/>
                </a:path>
                <a:path w="51435" h="1232535">
                  <a:moveTo>
                    <a:pt x="9906" y="1230401"/>
                  </a:moveTo>
                  <a:lnTo>
                    <a:pt x="9906" y="1223771"/>
                  </a:lnTo>
                  <a:lnTo>
                    <a:pt x="9144" y="1221485"/>
                  </a:lnTo>
                  <a:lnTo>
                    <a:pt x="8382" y="1220723"/>
                  </a:lnTo>
                  <a:lnTo>
                    <a:pt x="7620" y="1220723"/>
                  </a:lnTo>
                  <a:lnTo>
                    <a:pt x="7620" y="1230081"/>
                  </a:lnTo>
                  <a:lnTo>
                    <a:pt x="8382" y="1230188"/>
                  </a:lnTo>
                  <a:lnTo>
                    <a:pt x="9144" y="1230294"/>
                  </a:lnTo>
                  <a:lnTo>
                    <a:pt x="9906" y="1230401"/>
                  </a:lnTo>
                  <a:close/>
                </a:path>
                <a:path w="51435" h="1232535">
                  <a:moveTo>
                    <a:pt x="9906" y="11275"/>
                  </a:moveTo>
                  <a:lnTo>
                    <a:pt x="9906" y="8381"/>
                  </a:lnTo>
                  <a:lnTo>
                    <a:pt x="9144" y="10667"/>
                  </a:lnTo>
                  <a:lnTo>
                    <a:pt x="8382" y="11429"/>
                  </a:lnTo>
                  <a:lnTo>
                    <a:pt x="9144" y="11352"/>
                  </a:lnTo>
                  <a:lnTo>
                    <a:pt x="9906" y="11275"/>
                  </a:lnTo>
                  <a:close/>
                </a:path>
                <a:path w="51435" h="1232535">
                  <a:moveTo>
                    <a:pt x="51054" y="1223009"/>
                  </a:moveTo>
                  <a:lnTo>
                    <a:pt x="9906" y="1220825"/>
                  </a:lnTo>
                  <a:lnTo>
                    <a:pt x="8382" y="1220723"/>
                  </a:lnTo>
                  <a:lnTo>
                    <a:pt x="9144" y="1221485"/>
                  </a:lnTo>
                  <a:lnTo>
                    <a:pt x="9906" y="1223771"/>
                  </a:lnTo>
                  <a:lnTo>
                    <a:pt x="9906" y="1230401"/>
                  </a:lnTo>
                  <a:lnTo>
                    <a:pt x="14741" y="1231078"/>
                  </a:lnTo>
                  <a:lnTo>
                    <a:pt x="23169" y="1231810"/>
                  </a:lnTo>
                  <a:lnTo>
                    <a:pt x="24993" y="1231898"/>
                  </a:lnTo>
                  <a:lnTo>
                    <a:pt x="32331" y="1232186"/>
                  </a:lnTo>
                  <a:lnTo>
                    <a:pt x="50292" y="1232153"/>
                  </a:lnTo>
                  <a:lnTo>
                    <a:pt x="51054" y="1223009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4578857" y="4888230"/>
              <a:ext cx="78105" cy="988060"/>
            </a:xfrm>
            <a:custGeom>
              <a:avLst/>
              <a:gdLst/>
              <a:ahLst/>
              <a:cxnLst/>
              <a:rect l="l" t="t" r="r" b="b"/>
              <a:pathLst>
                <a:path w="78104" h="988060">
                  <a:moveTo>
                    <a:pt x="76200" y="979932"/>
                  </a:moveTo>
                  <a:lnTo>
                    <a:pt x="76200" y="7619"/>
                  </a:lnTo>
                  <a:lnTo>
                    <a:pt x="74676" y="6095"/>
                  </a:lnTo>
                  <a:lnTo>
                    <a:pt x="73914" y="6095"/>
                  </a:lnTo>
                  <a:lnTo>
                    <a:pt x="73152" y="5333"/>
                  </a:lnTo>
                  <a:lnTo>
                    <a:pt x="72390" y="5333"/>
                  </a:lnTo>
                  <a:lnTo>
                    <a:pt x="70866" y="4571"/>
                  </a:lnTo>
                  <a:lnTo>
                    <a:pt x="57017" y="2599"/>
                  </a:lnTo>
                  <a:lnTo>
                    <a:pt x="42791" y="1366"/>
                  </a:lnTo>
                  <a:lnTo>
                    <a:pt x="28505" y="784"/>
                  </a:lnTo>
                  <a:lnTo>
                    <a:pt x="14478" y="761"/>
                  </a:lnTo>
                  <a:lnTo>
                    <a:pt x="0" y="0"/>
                  </a:lnTo>
                  <a:lnTo>
                    <a:pt x="0" y="9906"/>
                  </a:lnTo>
                  <a:lnTo>
                    <a:pt x="21336" y="10025"/>
                  </a:lnTo>
                  <a:lnTo>
                    <a:pt x="28194" y="10148"/>
                  </a:lnTo>
                  <a:lnTo>
                    <a:pt x="40386" y="10779"/>
                  </a:lnTo>
                  <a:lnTo>
                    <a:pt x="41638" y="10844"/>
                  </a:lnTo>
                  <a:lnTo>
                    <a:pt x="55156" y="12029"/>
                  </a:lnTo>
                  <a:lnTo>
                    <a:pt x="67818" y="13620"/>
                  </a:lnTo>
                  <a:lnTo>
                    <a:pt x="67818" y="11429"/>
                  </a:lnTo>
                  <a:lnTo>
                    <a:pt x="68580" y="13715"/>
                  </a:lnTo>
                  <a:lnTo>
                    <a:pt x="68580" y="12953"/>
                  </a:lnTo>
                  <a:lnTo>
                    <a:pt x="70104" y="14477"/>
                  </a:lnTo>
                  <a:lnTo>
                    <a:pt x="70104" y="983088"/>
                  </a:lnTo>
                  <a:lnTo>
                    <a:pt x="70866" y="982980"/>
                  </a:lnTo>
                  <a:lnTo>
                    <a:pt x="72390" y="982218"/>
                  </a:lnTo>
                  <a:lnTo>
                    <a:pt x="73152" y="982218"/>
                  </a:lnTo>
                  <a:lnTo>
                    <a:pt x="73914" y="981456"/>
                  </a:lnTo>
                  <a:lnTo>
                    <a:pt x="74676" y="981456"/>
                  </a:lnTo>
                  <a:lnTo>
                    <a:pt x="76200" y="979932"/>
                  </a:lnTo>
                  <a:close/>
                </a:path>
                <a:path w="78104" h="988060">
                  <a:moveTo>
                    <a:pt x="70104" y="973074"/>
                  </a:moveTo>
                  <a:lnTo>
                    <a:pt x="67818" y="973836"/>
                  </a:lnTo>
                  <a:lnTo>
                    <a:pt x="66294" y="973836"/>
                  </a:lnTo>
                  <a:lnTo>
                    <a:pt x="63246" y="974597"/>
                  </a:lnTo>
                  <a:lnTo>
                    <a:pt x="59436" y="975360"/>
                  </a:lnTo>
                  <a:lnTo>
                    <a:pt x="55156" y="975438"/>
                  </a:lnTo>
                  <a:lnTo>
                    <a:pt x="51054" y="976122"/>
                  </a:lnTo>
                  <a:lnTo>
                    <a:pt x="45720" y="976122"/>
                  </a:lnTo>
                  <a:lnTo>
                    <a:pt x="40386" y="976884"/>
                  </a:lnTo>
                  <a:lnTo>
                    <a:pt x="28066" y="976898"/>
                  </a:lnTo>
                  <a:lnTo>
                    <a:pt x="21336" y="977646"/>
                  </a:lnTo>
                  <a:lnTo>
                    <a:pt x="0" y="977646"/>
                  </a:lnTo>
                  <a:lnTo>
                    <a:pt x="0" y="987552"/>
                  </a:lnTo>
                  <a:lnTo>
                    <a:pt x="14478" y="986790"/>
                  </a:lnTo>
                  <a:lnTo>
                    <a:pt x="28505" y="986767"/>
                  </a:lnTo>
                  <a:lnTo>
                    <a:pt x="40386" y="986283"/>
                  </a:lnTo>
                  <a:lnTo>
                    <a:pt x="42791" y="986185"/>
                  </a:lnTo>
                  <a:lnTo>
                    <a:pt x="55156" y="985113"/>
                  </a:lnTo>
                  <a:lnTo>
                    <a:pt x="55626" y="985072"/>
                  </a:lnTo>
                  <a:lnTo>
                    <a:pt x="57017" y="984952"/>
                  </a:lnTo>
                  <a:lnTo>
                    <a:pt x="67818" y="983414"/>
                  </a:lnTo>
                  <a:lnTo>
                    <a:pt x="67818" y="976122"/>
                  </a:lnTo>
                  <a:lnTo>
                    <a:pt x="68580" y="973836"/>
                  </a:lnTo>
                  <a:lnTo>
                    <a:pt x="68580" y="974597"/>
                  </a:lnTo>
                  <a:lnTo>
                    <a:pt x="70104" y="973074"/>
                  </a:lnTo>
                  <a:close/>
                </a:path>
                <a:path w="78104" h="988060">
                  <a:moveTo>
                    <a:pt x="68580" y="13715"/>
                  </a:moveTo>
                  <a:lnTo>
                    <a:pt x="67818" y="11429"/>
                  </a:lnTo>
                  <a:lnTo>
                    <a:pt x="67818" y="13620"/>
                  </a:lnTo>
                  <a:lnTo>
                    <a:pt x="68580" y="13715"/>
                  </a:lnTo>
                  <a:close/>
                </a:path>
                <a:path w="78104" h="988060">
                  <a:moveTo>
                    <a:pt x="70104" y="973074"/>
                  </a:moveTo>
                  <a:lnTo>
                    <a:pt x="70104" y="14477"/>
                  </a:lnTo>
                  <a:lnTo>
                    <a:pt x="68580" y="13715"/>
                  </a:lnTo>
                  <a:lnTo>
                    <a:pt x="67818" y="13620"/>
                  </a:lnTo>
                  <a:lnTo>
                    <a:pt x="67818" y="973836"/>
                  </a:lnTo>
                  <a:lnTo>
                    <a:pt x="70104" y="973074"/>
                  </a:lnTo>
                  <a:close/>
                </a:path>
                <a:path w="78104" h="988060">
                  <a:moveTo>
                    <a:pt x="70104" y="983088"/>
                  </a:moveTo>
                  <a:lnTo>
                    <a:pt x="70104" y="973074"/>
                  </a:lnTo>
                  <a:lnTo>
                    <a:pt x="68580" y="974597"/>
                  </a:lnTo>
                  <a:lnTo>
                    <a:pt x="68580" y="973836"/>
                  </a:lnTo>
                  <a:lnTo>
                    <a:pt x="67818" y="976122"/>
                  </a:lnTo>
                  <a:lnTo>
                    <a:pt x="67818" y="983414"/>
                  </a:lnTo>
                  <a:lnTo>
                    <a:pt x="68580" y="983305"/>
                  </a:lnTo>
                  <a:lnTo>
                    <a:pt x="69342" y="983197"/>
                  </a:lnTo>
                  <a:lnTo>
                    <a:pt x="70104" y="983088"/>
                  </a:lnTo>
                  <a:close/>
                </a:path>
                <a:path w="78104" h="988060">
                  <a:moveTo>
                    <a:pt x="70104" y="14477"/>
                  </a:moveTo>
                  <a:lnTo>
                    <a:pt x="68580" y="12953"/>
                  </a:lnTo>
                  <a:lnTo>
                    <a:pt x="68580" y="13715"/>
                  </a:lnTo>
                  <a:lnTo>
                    <a:pt x="70104" y="14477"/>
                  </a:lnTo>
                  <a:close/>
                </a:path>
                <a:path w="78104" h="988060">
                  <a:moveTo>
                    <a:pt x="76962" y="979169"/>
                  </a:moveTo>
                  <a:lnTo>
                    <a:pt x="76962" y="8381"/>
                  </a:lnTo>
                  <a:lnTo>
                    <a:pt x="76200" y="8381"/>
                  </a:lnTo>
                  <a:lnTo>
                    <a:pt x="76200" y="979169"/>
                  </a:lnTo>
                  <a:lnTo>
                    <a:pt x="76962" y="979169"/>
                  </a:lnTo>
                  <a:close/>
                </a:path>
                <a:path w="78104" h="988060">
                  <a:moveTo>
                    <a:pt x="77724" y="977646"/>
                  </a:moveTo>
                  <a:lnTo>
                    <a:pt x="77724" y="9905"/>
                  </a:lnTo>
                  <a:lnTo>
                    <a:pt x="76962" y="9143"/>
                  </a:lnTo>
                  <a:lnTo>
                    <a:pt x="76962" y="978408"/>
                  </a:lnTo>
                  <a:lnTo>
                    <a:pt x="77724" y="9776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9" name="object 269"/>
          <p:cNvSpPr txBox="1"/>
          <p:nvPr/>
        </p:nvSpPr>
        <p:spPr>
          <a:xfrm>
            <a:off x="2989257" y="3937722"/>
            <a:ext cx="174625" cy="8997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1F497C"/>
                </a:solidFill>
                <a:latin typeface="Arial MT"/>
                <a:cs typeface="Arial MT"/>
              </a:rPr>
              <a:t>User</a:t>
            </a:r>
            <a:r>
              <a:rPr sz="1050" spc="-35" dirty="0">
                <a:solidFill>
                  <a:srgbClr val="1F497C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F497C"/>
                </a:solidFill>
                <a:latin typeface="Arial MT"/>
                <a:cs typeface="Arial MT"/>
              </a:rPr>
              <a:t>Managed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70" name="object 270"/>
          <p:cNvSpPr/>
          <p:nvPr/>
        </p:nvSpPr>
        <p:spPr>
          <a:xfrm>
            <a:off x="5359908" y="3845052"/>
            <a:ext cx="51435" cy="548005"/>
          </a:xfrm>
          <a:custGeom>
            <a:avLst/>
            <a:gdLst/>
            <a:ahLst/>
            <a:cxnLst/>
            <a:rect l="l" t="t" r="r" b="b"/>
            <a:pathLst>
              <a:path w="51435" h="548004">
                <a:moveTo>
                  <a:pt x="761" y="541019"/>
                </a:moveTo>
                <a:lnTo>
                  <a:pt x="761" y="6857"/>
                </a:lnTo>
                <a:lnTo>
                  <a:pt x="0" y="7619"/>
                </a:lnTo>
                <a:lnTo>
                  <a:pt x="0" y="540257"/>
                </a:lnTo>
                <a:lnTo>
                  <a:pt x="761" y="541019"/>
                </a:lnTo>
                <a:close/>
              </a:path>
              <a:path w="51435" h="548004">
                <a:moveTo>
                  <a:pt x="51053" y="9143"/>
                </a:moveTo>
                <a:lnTo>
                  <a:pt x="50291" y="0"/>
                </a:lnTo>
                <a:lnTo>
                  <a:pt x="41147" y="0"/>
                </a:lnTo>
                <a:lnTo>
                  <a:pt x="33932" y="163"/>
                </a:lnTo>
                <a:lnTo>
                  <a:pt x="32512" y="195"/>
                </a:lnTo>
                <a:lnTo>
                  <a:pt x="25145" y="517"/>
                </a:lnTo>
                <a:lnTo>
                  <a:pt x="23136" y="604"/>
                </a:lnTo>
                <a:lnTo>
                  <a:pt x="13715" y="1491"/>
                </a:lnTo>
                <a:lnTo>
                  <a:pt x="5333" y="3047"/>
                </a:lnTo>
                <a:lnTo>
                  <a:pt x="3809" y="3047"/>
                </a:lnTo>
                <a:lnTo>
                  <a:pt x="3809" y="3809"/>
                </a:lnTo>
                <a:lnTo>
                  <a:pt x="3047" y="3809"/>
                </a:lnTo>
                <a:lnTo>
                  <a:pt x="2285" y="4571"/>
                </a:lnTo>
                <a:lnTo>
                  <a:pt x="1523" y="4571"/>
                </a:lnTo>
                <a:lnTo>
                  <a:pt x="761" y="5333"/>
                </a:lnTo>
                <a:lnTo>
                  <a:pt x="761" y="541781"/>
                </a:lnTo>
                <a:lnTo>
                  <a:pt x="2285" y="543305"/>
                </a:lnTo>
                <a:lnTo>
                  <a:pt x="3047" y="543305"/>
                </a:lnTo>
                <a:lnTo>
                  <a:pt x="3809" y="544067"/>
                </a:lnTo>
                <a:lnTo>
                  <a:pt x="4571" y="544067"/>
                </a:lnTo>
                <a:lnTo>
                  <a:pt x="7619" y="545591"/>
                </a:lnTo>
                <a:lnTo>
                  <a:pt x="7619" y="12191"/>
                </a:lnTo>
                <a:lnTo>
                  <a:pt x="9143" y="10667"/>
                </a:lnTo>
                <a:lnTo>
                  <a:pt x="9143" y="11429"/>
                </a:lnTo>
                <a:lnTo>
                  <a:pt x="9905" y="8381"/>
                </a:lnTo>
                <a:lnTo>
                  <a:pt x="9905" y="11429"/>
                </a:lnTo>
                <a:lnTo>
                  <a:pt x="13715" y="11429"/>
                </a:lnTo>
                <a:lnTo>
                  <a:pt x="16001" y="10667"/>
                </a:lnTo>
                <a:lnTo>
                  <a:pt x="22097" y="10667"/>
                </a:lnTo>
                <a:lnTo>
                  <a:pt x="25145" y="9905"/>
                </a:lnTo>
                <a:lnTo>
                  <a:pt x="41909" y="9905"/>
                </a:lnTo>
                <a:lnTo>
                  <a:pt x="50291" y="9207"/>
                </a:lnTo>
                <a:lnTo>
                  <a:pt x="51053" y="9143"/>
                </a:lnTo>
                <a:close/>
              </a:path>
              <a:path w="51435" h="548004">
                <a:moveTo>
                  <a:pt x="9143" y="11429"/>
                </a:moveTo>
                <a:lnTo>
                  <a:pt x="9143" y="10667"/>
                </a:lnTo>
                <a:lnTo>
                  <a:pt x="7619" y="12191"/>
                </a:lnTo>
                <a:lnTo>
                  <a:pt x="8381" y="12191"/>
                </a:lnTo>
                <a:lnTo>
                  <a:pt x="9143" y="11429"/>
                </a:lnTo>
                <a:close/>
              </a:path>
              <a:path w="51435" h="548004">
                <a:moveTo>
                  <a:pt x="9905" y="535801"/>
                </a:moveTo>
                <a:lnTo>
                  <a:pt x="9905" y="11429"/>
                </a:lnTo>
                <a:lnTo>
                  <a:pt x="9143" y="11429"/>
                </a:lnTo>
                <a:lnTo>
                  <a:pt x="8381" y="12191"/>
                </a:lnTo>
                <a:lnTo>
                  <a:pt x="7619" y="12191"/>
                </a:lnTo>
                <a:lnTo>
                  <a:pt x="7619" y="534923"/>
                </a:lnTo>
                <a:lnTo>
                  <a:pt x="8381" y="535685"/>
                </a:lnTo>
                <a:lnTo>
                  <a:pt x="9905" y="535801"/>
                </a:lnTo>
                <a:close/>
              </a:path>
              <a:path w="51435" h="548004">
                <a:moveTo>
                  <a:pt x="8381" y="535685"/>
                </a:moveTo>
                <a:lnTo>
                  <a:pt x="7619" y="534923"/>
                </a:lnTo>
                <a:lnTo>
                  <a:pt x="8127" y="535685"/>
                </a:lnTo>
                <a:lnTo>
                  <a:pt x="8381" y="535685"/>
                </a:lnTo>
                <a:close/>
              </a:path>
              <a:path w="51435" h="548004">
                <a:moveTo>
                  <a:pt x="8127" y="535685"/>
                </a:moveTo>
                <a:lnTo>
                  <a:pt x="7619" y="534923"/>
                </a:lnTo>
                <a:lnTo>
                  <a:pt x="7619" y="535685"/>
                </a:lnTo>
                <a:lnTo>
                  <a:pt x="8127" y="535685"/>
                </a:lnTo>
                <a:close/>
              </a:path>
              <a:path w="51435" h="548004">
                <a:moveTo>
                  <a:pt x="9905" y="545591"/>
                </a:moveTo>
                <a:lnTo>
                  <a:pt x="9905" y="538733"/>
                </a:lnTo>
                <a:lnTo>
                  <a:pt x="9143" y="536447"/>
                </a:lnTo>
                <a:lnTo>
                  <a:pt x="9143" y="537209"/>
                </a:lnTo>
                <a:lnTo>
                  <a:pt x="8127" y="535685"/>
                </a:lnTo>
                <a:lnTo>
                  <a:pt x="7619" y="535685"/>
                </a:lnTo>
                <a:lnTo>
                  <a:pt x="7619" y="545591"/>
                </a:lnTo>
                <a:lnTo>
                  <a:pt x="9905" y="545591"/>
                </a:lnTo>
                <a:close/>
              </a:path>
              <a:path w="51435" h="548004">
                <a:moveTo>
                  <a:pt x="51053" y="537971"/>
                </a:moveTo>
                <a:lnTo>
                  <a:pt x="41147" y="537971"/>
                </a:lnTo>
                <a:lnTo>
                  <a:pt x="33932" y="537811"/>
                </a:lnTo>
                <a:lnTo>
                  <a:pt x="25145" y="537454"/>
                </a:lnTo>
                <a:lnTo>
                  <a:pt x="16416" y="536789"/>
                </a:lnTo>
                <a:lnTo>
                  <a:pt x="9905" y="535801"/>
                </a:lnTo>
                <a:lnTo>
                  <a:pt x="8127" y="535685"/>
                </a:lnTo>
                <a:lnTo>
                  <a:pt x="9143" y="537209"/>
                </a:lnTo>
                <a:lnTo>
                  <a:pt x="9143" y="536447"/>
                </a:lnTo>
                <a:lnTo>
                  <a:pt x="9905" y="538733"/>
                </a:lnTo>
                <a:lnTo>
                  <a:pt x="9905" y="545591"/>
                </a:lnTo>
                <a:lnTo>
                  <a:pt x="12191" y="545591"/>
                </a:lnTo>
                <a:lnTo>
                  <a:pt x="15239" y="546353"/>
                </a:lnTo>
                <a:lnTo>
                  <a:pt x="18287" y="546353"/>
                </a:lnTo>
                <a:lnTo>
                  <a:pt x="21335" y="547115"/>
                </a:lnTo>
                <a:lnTo>
                  <a:pt x="33932" y="547222"/>
                </a:lnTo>
                <a:lnTo>
                  <a:pt x="41147" y="547877"/>
                </a:lnTo>
                <a:lnTo>
                  <a:pt x="50291" y="547877"/>
                </a:lnTo>
                <a:lnTo>
                  <a:pt x="51053" y="537971"/>
                </a:lnTo>
                <a:close/>
              </a:path>
              <a:path w="51435" h="548004">
                <a:moveTo>
                  <a:pt x="9905" y="11429"/>
                </a:moveTo>
                <a:lnTo>
                  <a:pt x="9905" y="8381"/>
                </a:lnTo>
                <a:lnTo>
                  <a:pt x="9143" y="11429"/>
                </a:lnTo>
                <a:lnTo>
                  <a:pt x="9905" y="11429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 txBox="1"/>
          <p:nvPr/>
        </p:nvSpPr>
        <p:spPr>
          <a:xfrm>
            <a:off x="5189913" y="3706074"/>
            <a:ext cx="174625" cy="8997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1F497C"/>
                </a:solidFill>
                <a:latin typeface="Arial MT"/>
                <a:cs typeface="Arial MT"/>
              </a:rPr>
              <a:t>User</a:t>
            </a:r>
            <a:r>
              <a:rPr sz="1050" spc="-35" dirty="0">
                <a:solidFill>
                  <a:srgbClr val="1F497C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1F497C"/>
                </a:solidFill>
                <a:latin typeface="Arial MT"/>
                <a:cs typeface="Arial MT"/>
              </a:rPr>
              <a:t>Managed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72" name="object 272"/>
          <p:cNvSpPr txBox="1"/>
          <p:nvPr/>
        </p:nvSpPr>
        <p:spPr>
          <a:xfrm>
            <a:off x="4691061" y="4870958"/>
            <a:ext cx="174625" cy="104902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dirty="0">
                <a:latin typeface="Arial MT"/>
                <a:cs typeface="Arial MT"/>
              </a:rPr>
              <a:t>Vendor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Managed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73" name="object 273"/>
          <p:cNvSpPr/>
          <p:nvPr/>
        </p:nvSpPr>
        <p:spPr>
          <a:xfrm>
            <a:off x="6781800" y="4351020"/>
            <a:ext cx="78740" cy="1496060"/>
          </a:xfrm>
          <a:custGeom>
            <a:avLst/>
            <a:gdLst/>
            <a:ahLst/>
            <a:cxnLst/>
            <a:rect l="l" t="t" r="r" b="b"/>
            <a:pathLst>
              <a:path w="78740" h="1496060">
                <a:moveTo>
                  <a:pt x="76961" y="1488186"/>
                </a:moveTo>
                <a:lnTo>
                  <a:pt x="76961" y="6857"/>
                </a:lnTo>
                <a:lnTo>
                  <a:pt x="76199" y="6095"/>
                </a:lnTo>
                <a:lnTo>
                  <a:pt x="75437" y="6095"/>
                </a:lnTo>
                <a:lnTo>
                  <a:pt x="74675" y="5333"/>
                </a:lnTo>
                <a:lnTo>
                  <a:pt x="73913" y="5333"/>
                </a:lnTo>
                <a:lnTo>
                  <a:pt x="73151" y="4571"/>
                </a:lnTo>
                <a:lnTo>
                  <a:pt x="71627" y="4571"/>
                </a:lnTo>
                <a:lnTo>
                  <a:pt x="29267" y="328"/>
                </a:lnTo>
                <a:lnTo>
                  <a:pt x="15239" y="0"/>
                </a:lnTo>
                <a:lnTo>
                  <a:pt x="761" y="0"/>
                </a:lnTo>
                <a:lnTo>
                  <a:pt x="0" y="9144"/>
                </a:lnTo>
                <a:lnTo>
                  <a:pt x="15239" y="9143"/>
                </a:lnTo>
                <a:lnTo>
                  <a:pt x="28115" y="9961"/>
                </a:lnTo>
                <a:lnTo>
                  <a:pt x="41995" y="10516"/>
                </a:lnTo>
                <a:lnTo>
                  <a:pt x="55698" y="11483"/>
                </a:lnTo>
                <a:lnTo>
                  <a:pt x="56695" y="11555"/>
                </a:lnTo>
                <a:lnTo>
                  <a:pt x="68579" y="13585"/>
                </a:lnTo>
                <a:lnTo>
                  <a:pt x="68579" y="10667"/>
                </a:lnTo>
                <a:lnTo>
                  <a:pt x="69341" y="12953"/>
                </a:lnTo>
                <a:lnTo>
                  <a:pt x="69341" y="12191"/>
                </a:lnTo>
                <a:lnTo>
                  <a:pt x="70357" y="13715"/>
                </a:lnTo>
                <a:lnTo>
                  <a:pt x="70865" y="13715"/>
                </a:lnTo>
                <a:lnTo>
                  <a:pt x="70865" y="1491342"/>
                </a:lnTo>
                <a:lnTo>
                  <a:pt x="71627" y="1491234"/>
                </a:lnTo>
                <a:lnTo>
                  <a:pt x="73151" y="1490472"/>
                </a:lnTo>
                <a:lnTo>
                  <a:pt x="73913" y="1490472"/>
                </a:lnTo>
                <a:lnTo>
                  <a:pt x="74675" y="1489710"/>
                </a:lnTo>
                <a:lnTo>
                  <a:pt x="75437" y="1489710"/>
                </a:lnTo>
                <a:lnTo>
                  <a:pt x="76961" y="1488186"/>
                </a:lnTo>
                <a:close/>
              </a:path>
              <a:path w="78740" h="1496060">
                <a:moveTo>
                  <a:pt x="70357" y="1481582"/>
                </a:moveTo>
                <a:lnTo>
                  <a:pt x="69341" y="1481836"/>
                </a:lnTo>
                <a:lnTo>
                  <a:pt x="68579" y="1482090"/>
                </a:lnTo>
                <a:lnTo>
                  <a:pt x="55698" y="1483822"/>
                </a:lnTo>
                <a:lnTo>
                  <a:pt x="43695" y="1484853"/>
                </a:lnTo>
                <a:lnTo>
                  <a:pt x="42443" y="1484961"/>
                </a:lnTo>
                <a:lnTo>
                  <a:pt x="41995" y="1484999"/>
                </a:lnTo>
                <a:lnTo>
                  <a:pt x="29267" y="1485624"/>
                </a:lnTo>
                <a:lnTo>
                  <a:pt x="28115" y="1485676"/>
                </a:lnTo>
                <a:lnTo>
                  <a:pt x="15239" y="1485900"/>
                </a:lnTo>
                <a:lnTo>
                  <a:pt x="0" y="1485900"/>
                </a:lnTo>
                <a:lnTo>
                  <a:pt x="761" y="1495806"/>
                </a:lnTo>
                <a:lnTo>
                  <a:pt x="15239" y="1495044"/>
                </a:lnTo>
                <a:lnTo>
                  <a:pt x="29267" y="1495021"/>
                </a:lnTo>
                <a:lnTo>
                  <a:pt x="41995" y="1494502"/>
                </a:lnTo>
                <a:lnTo>
                  <a:pt x="43695" y="1494426"/>
                </a:lnTo>
                <a:lnTo>
                  <a:pt x="55698" y="1493386"/>
                </a:lnTo>
                <a:lnTo>
                  <a:pt x="56695" y="1493300"/>
                </a:lnTo>
                <a:lnTo>
                  <a:pt x="57779" y="1493206"/>
                </a:lnTo>
                <a:lnTo>
                  <a:pt x="68579" y="1491668"/>
                </a:lnTo>
                <a:lnTo>
                  <a:pt x="68579" y="1484376"/>
                </a:lnTo>
                <a:lnTo>
                  <a:pt x="69341" y="1482090"/>
                </a:lnTo>
                <a:lnTo>
                  <a:pt x="70357" y="1481582"/>
                </a:lnTo>
                <a:close/>
              </a:path>
              <a:path w="78740" h="1496060">
                <a:moveTo>
                  <a:pt x="70357" y="13715"/>
                </a:moveTo>
                <a:lnTo>
                  <a:pt x="69341" y="12191"/>
                </a:lnTo>
                <a:lnTo>
                  <a:pt x="69341" y="12953"/>
                </a:lnTo>
                <a:lnTo>
                  <a:pt x="68579" y="10667"/>
                </a:lnTo>
                <a:lnTo>
                  <a:pt x="68579" y="13585"/>
                </a:lnTo>
                <a:lnTo>
                  <a:pt x="69341" y="13715"/>
                </a:lnTo>
                <a:lnTo>
                  <a:pt x="70357" y="13715"/>
                </a:lnTo>
                <a:close/>
              </a:path>
              <a:path w="78740" h="1496060">
                <a:moveTo>
                  <a:pt x="70865" y="1481328"/>
                </a:moveTo>
                <a:lnTo>
                  <a:pt x="70865" y="14477"/>
                </a:lnTo>
                <a:lnTo>
                  <a:pt x="69341" y="13715"/>
                </a:lnTo>
                <a:lnTo>
                  <a:pt x="68579" y="13585"/>
                </a:lnTo>
                <a:lnTo>
                  <a:pt x="68579" y="1482090"/>
                </a:lnTo>
                <a:lnTo>
                  <a:pt x="70865" y="1481328"/>
                </a:lnTo>
                <a:close/>
              </a:path>
              <a:path w="78740" h="1496060">
                <a:moveTo>
                  <a:pt x="70865" y="1481328"/>
                </a:moveTo>
                <a:lnTo>
                  <a:pt x="69341" y="1482090"/>
                </a:lnTo>
                <a:lnTo>
                  <a:pt x="68579" y="1484376"/>
                </a:lnTo>
                <a:lnTo>
                  <a:pt x="68579" y="1491668"/>
                </a:lnTo>
                <a:lnTo>
                  <a:pt x="69341" y="1491559"/>
                </a:lnTo>
                <a:lnTo>
                  <a:pt x="69341" y="1482852"/>
                </a:lnTo>
                <a:lnTo>
                  <a:pt x="70865" y="1481328"/>
                </a:lnTo>
                <a:close/>
              </a:path>
              <a:path w="78740" h="1496060">
                <a:moveTo>
                  <a:pt x="70865" y="14477"/>
                </a:moveTo>
                <a:lnTo>
                  <a:pt x="70357" y="13715"/>
                </a:lnTo>
                <a:lnTo>
                  <a:pt x="69341" y="13715"/>
                </a:lnTo>
                <a:lnTo>
                  <a:pt x="70865" y="14477"/>
                </a:lnTo>
                <a:close/>
              </a:path>
              <a:path w="78740" h="1496060">
                <a:moveTo>
                  <a:pt x="70865" y="1491342"/>
                </a:moveTo>
                <a:lnTo>
                  <a:pt x="70865" y="1481328"/>
                </a:lnTo>
                <a:lnTo>
                  <a:pt x="69341" y="1482852"/>
                </a:lnTo>
                <a:lnTo>
                  <a:pt x="69341" y="1491559"/>
                </a:lnTo>
                <a:lnTo>
                  <a:pt x="70357" y="1491414"/>
                </a:lnTo>
                <a:lnTo>
                  <a:pt x="70865" y="1491342"/>
                </a:lnTo>
                <a:close/>
              </a:path>
              <a:path w="78740" h="1496060">
                <a:moveTo>
                  <a:pt x="70865" y="14477"/>
                </a:moveTo>
                <a:lnTo>
                  <a:pt x="70865" y="13715"/>
                </a:lnTo>
                <a:lnTo>
                  <a:pt x="70357" y="13715"/>
                </a:lnTo>
                <a:lnTo>
                  <a:pt x="70865" y="14477"/>
                </a:lnTo>
                <a:close/>
              </a:path>
              <a:path w="78740" h="1496060">
                <a:moveTo>
                  <a:pt x="77723" y="1487424"/>
                </a:moveTo>
                <a:lnTo>
                  <a:pt x="77723" y="8381"/>
                </a:lnTo>
                <a:lnTo>
                  <a:pt x="76961" y="7619"/>
                </a:lnTo>
                <a:lnTo>
                  <a:pt x="76961" y="1487424"/>
                </a:lnTo>
                <a:lnTo>
                  <a:pt x="77723" y="1487424"/>
                </a:lnTo>
                <a:close/>
              </a:path>
              <a:path w="78740" h="1496060">
                <a:moveTo>
                  <a:pt x="78485" y="1485900"/>
                </a:moveTo>
                <a:lnTo>
                  <a:pt x="78485" y="9905"/>
                </a:lnTo>
                <a:lnTo>
                  <a:pt x="77723" y="9143"/>
                </a:lnTo>
                <a:lnTo>
                  <a:pt x="77723" y="1486662"/>
                </a:lnTo>
                <a:lnTo>
                  <a:pt x="78485" y="1485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 txBox="1"/>
          <p:nvPr/>
        </p:nvSpPr>
        <p:spPr>
          <a:xfrm>
            <a:off x="6894765" y="4595114"/>
            <a:ext cx="174625" cy="104902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dirty="0">
                <a:latin typeface="Arial MT"/>
                <a:cs typeface="Arial MT"/>
              </a:rPr>
              <a:t>Vendor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Managed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75" name="object 275"/>
          <p:cNvSpPr/>
          <p:nvPr/>
        </p:nvSpPr>
        <p:spPr>
          <a:xfrm>
            <a:off x="9067800" y="3806190"/>
            <a:ext cx="78740" cy="2085339"/>
          </a:xfrm>
          <a:custGeom>
            <a:avLst/>
            <a:gdLst/>
            <a:ahLst/>
            <a:cxnLst/>
            <a:rect l="l" t="t" r="r" b="b"/>
            <a:pathLst>
              <a:path w="78740" h="2085339">
                <a:moveTo>
                  <a:pt x="76961" y="2077212"/>
                </a:moveTo>
                <a:lnTo>
                  <a:pt x="76961" y="6857"/>
                </a:lnTo>
                <a:lnTo>
                  <a:pt x="76199" y="6095"/>
                </a:lnTo>
                <a:lnTo>
                  <a:pt x="75437" y="6095"/>
                </a:lnTo>
                <a:lnTo>
                  <a:pt x="74675" y="5333"/>
                </a:lnTo>
                <a:lnTo>
                  <a:pt x="73913" y="5333"/>
                </a:lnTo>
                <a:lnTo>
                  <a:pt x="73913" y="4571"/>
                </a:lnTo>
                <a:lnTo>
                  <a:pt x="73151" y="4571"/>
                </a:lnTo>
                <a:lnTo>
                  <a:pt x="29662" y="189"/>
                </a:lnTo>
                <a:lnTo>
                  <a:pt x="761" y="0"/>
                </a:lnTo>
                <a:lnTo>
                  <a:pt x="0" y="9144"/>
                </a:lnTo>
                <a:lnTo>
                  <a:pt x="15239" y="9143"/>
                </a:lnTo>
                <a:lnTo>
                  <a:pt x="41147" y="10138"/>
                </a:lnTo>
                <a:lnTo>
                  <a:pt x="42538" y="10191"/>
                </a:lnTo>
                <a:lnTo>
                  <a:pt x="56377" y="11351"/>
                </a:lnTo>
                <a:lnTo>
                  <a:pt x="68579" y="13577"/>
                </a:lnTo>
                <a:lnTo>
                  <a:pt x="68579" y="10667"/>
                </a:lnTo>
                <a:lnTo>
                  <a:pt x="69341" y="12953"/>
                </a:lnTo>
                <a:lnTo>
                  <a:pt x="69341" y="12191"/>
                </a:lnTo>
                <a:lnTo>
                  <a:pt x="70865" y="13715"/>
                </a:lnTo>
                <a:lnTo>
                  <a:pt x="70865" y="2080363"/>
                </a:lnTo>
                <a:lnTo>
                  <a:pt x="71627" y="2080260"/>
                </a:lnTo>
                <a:lnTo>
                  <a:pt x="73151" y="2079498"/>
                </a:lnTo>
                <a:lnTo>
                  <a:pt x="73913" y="2079498"/>
                </a:lnTo>
                <a:lnTo>
                  <a:pt x="74675" y="2078736"/>
                </a:lnTo>
                <a:lnTo>
                  <a:pt x="75437" y="2078736"/>
                </a:lnTo>
                <a:lnTo>
                  <a:pt x="76961" y="2077212"/>
                </a:lnTo>
                <a:close/>
              </a:path>
              <a:path w="78740" h="2085339">
                <a:moveTo>
                  <a:pt x="70865" y="2070354"/>
                </a:moveTo>
                <a:lnTo>
                  <a:pt x="68579" y="2071116"/>
                </a:lnTo>
                <a:lnTo>
                  <a:pt x="67055" y="2071116"/>
                </a:lnTo>
                <a:lnTo>
                  <a:pt x="64007" y="2071877"/>
                </a:lnTo>
                <a:lnTo>
                  <a:pt x="60197" y="2072639"/>
                </a:lnTo>
                <a:lnTo>
                  <a:pt x="56377" y="2072641"/>
                </a:lnTo>
                <a:lnTo>
                  <a:pt x="51815" y="2073402"/>
                </a:lnTo>
                <a:lnTo>
                  <a:pt x="46481" y="2073402"/>
                </a:lnTo>
                <a:lnTo>
                  <a:pt x="41147" y="2074164"/>
                </a:lnTo>
                <a:lnTo>
                  <a:pt x="28955" y="2074164"/>
                </a:lnTo>
                <a:lnTo>
                  <a:pt x="22097" y="2074926"/>
                </a:lnTo>
                <a:lnTo>
                  <a:pt x="0" y="2074926"/>
                </a:lnTo>
                <a:lnTo>
                  <a:pt x="761" y="2084832"/>
                </a:lnTo>
                <a:lnTo>
                  <a:pt x="15239" y="2084070"/>
                </a:lnTo>
                <a:lnTo>
                  <a:pt x="29662" y="2084072"/>
                </a:lnTo>
                <a:lnTo>
                  <a:pt x="41147" y="2083564"/>
                </a:lnTo>
                <a:lnTo>
                  <a:pt x="43548" y="2083458"/>
                </a:lnTo>
                <a:lnTo>
                  <a:pt x="56377" y="2082291"/>
                </a:lnTo>
                <a:lnTo>
                  <a:pt x="57631" y="2082170"/>
                </a:lnTo>
                <a:lnTo>
                  <a:pt x="68579" y="2080675"/>
                </a:lnTo>
                <a:lnTo>
                  <a:pt x="68579" y="2073402"/>
                </a:lnTo>
                <a:lnTo>
                  <a:pt x="69341" y="2071116"/>
                </a:lnTo>
                <a:lnTo>
                  <a:pt x="69341" y="2071877"/>
                </a:lnTo>
                <a:lnTo>
                  <a:pt x="70865" y="2070354"/>
                </a:lnTo>
                <a:close/>
              </a:path>
              <a:path w="78740" h="2085339">
                <a:moveTo>
                  <a:pt x="70865" y="13715"/>
                </a:moveTo>
                <a:lnTo>
                  <a:pt x="69341" y="12191"/>
                </a:lnTo>
                <a:lnTo>
                  <a:pt x="69341" y="12953"/>
                </a:lnTo>
                <a:lnTo>
                  <a:pt x="68579" y="10667"/>
                </a:lnTo>
                <a:lnTo>
                  <a:pt x="68579" y="13577"/>
                </a:lnTo>
                <a:lnTo>
                  <a:pt x="69341" y="13715"/>
                </a:lnTo>
                <a:lnTo>
                  <a:pt x="70865" y="13715"/>
                </a:lnTo>
                <a:close/>
              </a:path>
              <a:path w="78740" h="2085339">
                <a:moveTo>
                  <a:pt x="70865" y="2070354"/>
                </a:moveTo>
                <a:lnTo>
                  <a:pt x="70865" y="13715"/>
                </a:lnTo>
                <a:lnTo>
                  <a:pt x="69341" y="13715"/>
                </a:lnTo>
                <a:lnTo>
                  <a:pt x="68579" y="13577"/>
                </a:lnTo>
                <a:lnTo>
                  <a:pt x="68579" y="2071116"/>
                </a:lnTo>
                <a:lnTo>
                  <a:pt x="69341" y="2070862"/>
                </a:lnTo>
                <a:lnTo>
                  <a:pt x="69341" y="2070354"/>
                </a:lnTo>
                <a:lnTo>
                  <a:pt x="70865" y="2070354"/>
                </a:lnTo>
                <a:close/>
              </a:path>
              <a:path w="78740" h="2085339">
                <a:moveTo>
                  <a:pt x="70865" y="2080363"/>
                </a:moveTo>
                <a:lnTo>
                  <a:pt x="70865" y="2070354"/>
                </a:lnTo>
                <a:lnTo>
                  <a:pt x="69341" y="2071877"/>
                </a:lnTo>
                <a:lnTo>
                  <a:pt x="69341" y="2071116"/>
                </a:lnTo>
                <a:lnTo>
                  <a:pt x="68579" y="2073402"/>
                </a:lnTo>
                <a:lnTo>
                  <a:pt x="68579" y="2080675"/>
                </a:lnTo>
                <a:lnTo>
                  <a:pt x="70865" y="2080363"/>
                </a:lnTo>
                <a:close/>
              </a:path>
              <a:path w="78740" h="2085339">
                <a:moveTo>
                  <a:pt x="70865" y="2070354"/>
                </a:moveTo>
                <a:lnTo>
                  <a:pt x="69341" y="2070354"/>
                </a:lnTo>
                <a:lnTo>
                  <a:pt x="69341" y="2070862"/>
                </a:lnTo>
                <a:lnTo>
                  <a:pt x="70865" y="2070354"/>
                </a:lnTo>
                <a:close/>
              </a:path>
              <a:path w="78740" h="2085339">
                <a:moveTo>
                  <a:pt x="77723" y="2076450"/>
                </a:moveTo>
                <a:lnTo>
                  <a:pt x="77723" y="8381"/>
                </a:lnTo>
                <a:lnTo>
                  <a:pt x="76961" y="7619"/>
                </a:lnTo>
                <a:lnTo>
                  <a:pt x="76961" y="2076450"/>
                </a:lnTo>
                <a:lnTo>
                  <a:pt x="77723" y="2076450"/>
                </a:lnTo>
                <a:close/>
              </a:path>
              <a:path w="78740" h="2085339">
                <a:moveTo>
                  <a:pt x="78485" y="2074164"/>
                </a:moveTo>
                <a:lnTo>
                  <a:pt x="78485" y="9905"/>
                </a:lnTo>
                <a:lnTo>
                  <a:pt x="77723" y="9143"/>
                </a:lnTo>
                <a:lnTo>
                  <a:pt x="77723" y="2075688"/>
                </a:lnTo>
                <a:lnTo>
                  <a:pt x="78485" y="2074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 txBox="1"/>
          <p:nvPr/>
        </p:nvSpPr>
        <p:spPr>
          <a:xfrm>
            <a:off x="9177186" y="4403852"/>
            <a:ext cx="181610" cy="109728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sz="1100" dirty="0">
                <a:latin typeface="Arial MT"/>
                <a:cs typeface="Arial MT"/>
              </a:rPr>
              <a:t>Vendor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Managed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77" name="object 277"/>
          <p:cNvSpPr txBox="1"/>
          <p:nvPr/>
        </p:nvSpPr>
        <p:spPr>
          <a:xfrm>
            <a:off x="1326133" y="3176269"/>
            <a:ext cx="9290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5080" indent="-51435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 MT"/>
                <a:cs typeface="Arial MT"/>
              </a:rPr>
              <a:t>Packaged Software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78" name="object 278"/>
          <p:cNvSpPr txBox="1"/>
          <p:nvPr/>
        </p:nvSpPr>
        <p:spPr>
          <a:xfrm>
            <a:off x="3717288" y="3206747"/>
            <a:ext cx="4432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solidFill>
                  <a:srgbClr val="F79646"/>
                </a:solidFill>
                <a:latin typeface="Arial MT"/>
                <a:cs typeface="Arial MT"/>
              </a:rPr>
              <a:t>IaaS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79" name="object 279"/>
          <p:cNvSpPr txBox="1"/>
          <p:nvPr/>
        </p:nvSpPr>
        <p:spPr>
          <a:xfrm>
            <a:off x="5796018" y="3206747"/>
            <a:ext cx="5219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solidFill>
                  <a:srgbClr val="00B050"/>
                </a:solidFill>
                <a:latin typeface="Arial MT"/>
                <a:cs typeface="Arial MT"/>
              </a:rPr>
              <a:t>PaaS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80" name="object 280"/>
          <p:cNvSpPr txBox="1"/>
          <p:nvPr/>
        </p:nvSpPr>
        <p:spPr>
          <a:xfrm>
            <a:off x="8024104" y="3206747"/>
            <a:ext cx="5219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solidFill>
                  <a:srgbClr val="558FD5"/>
                </a:solidFill>
                <a:latin typeface="Arial MT"/>
                <a:cs typeface="Arial MT"/>
              </a:rPr>
              <a:t>SaaS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81" name="object 281"/>
          <p:cNvGrpSpPr/>
          <p:nvPr/>
        </p:nvGrpSpPr>
        <p:grpSpPr>
          <a:xfrm>
            <a:off x="7708392" y="1511808"/>
            <a:ext cx="662305" cy="444500"/>
            <a:chOff x="7708392" y="1511808"/>
            <a:chExt cx="662305" cy="444500"/>
          </a:xfrm>
        </p:grpSpPr>
        <p:sp>
          <p:nvSpPr>
            <p:cNvPr id="282" name="object 282"/>
            <p:cNvSpPr/>
            <p:nvPr/>
          </p:nvSpPr>
          <p:spPr>
            <a:xfrm>
              <a:off x="7722108" y="152400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634746" y="419100"/>
                  </a:moveTo>
                  <a:lnTo>
                    <a:pt x="316991" y="0"/>
                  </a:lnTo>
                  <a:lnTo>
                    <a:pt x="0" y="419100"/>
                  </a:lnTo>
                  <a:lnTo>
                    <a:pt x="634746" y="419100"/>
                  </a:lnTo>
                  <a:close/>
                </a:path>
              </a:pathLst>
            </a:custGeom>
            <a:solidFill>
              <a:srgbClr val="558E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7708392" y="1511808"/>
              <a:ext cx="662305" cy="444500"/>
            </a:xfrm>
            <a:custGeom>
              <a:avLst/>
              <a:gdLst/>
              <a:ahLst/>
              <a:cxnLst/>
              <a:rect l="l" t="t" r="r" b="b"/>
              <a:pathLst>
                <a:path w="662304" h="444500">
                  <a:moveTo>
                    <a:pt x="662178" y="432816"/>
                  </a:moveTo>
                  <a:lnTo>
                    <a:pt x="661416" y="427482"/>
                  </a:lnTo>
                  <a:lnTo>
                    <a:pt x="658368" y="423672"/>
                  </a:lnTo>
                  <a:lnTo>
                    <a:pt x="339090" y="1524"/>
                  </a:lnTo>
                  <a:lnTo>
                    <a:pt x="335280" y="0"/>
                  </a:lnTo>
                  <a:lnTo>
                    <a:pt x="326898" y="0"/>
                  </a:lnTo>
                  <a:lnTo>
                    <a:pt x="323088" y="1524"/>
                  </a:lnTo>
                  <a:lnTo>
                    <a:pt x="3810" y="423672"/>
                  </a:lnTo>
                  <a:lnTo>
                    <a:pt x="762" y="427482"/>
                  </a:lnTo>
                  <a:lnTo>
                    <a:pt x="0" y="432816"/>
                  </a:lnTo>
                  <a:lnTo>
                    <a:pt x="2286" y="437388"/>
                  </a:lnTo>
                  <a:lnTo>
                    <a:pt x="4572" y="441198"/>
                  </a:lnTo>
                  <a:lnTo>
                    <a:pt x="8382" y="444246"/>
                  </a:lnTo>
                  <a:lnTo>
                    <a:pt x="13716" y="444246"/>
                  </a:lnTo>
                  <a:lnTo>
                    <a:pt x="13716" y="419100"/>
                  </a:lnTo>
                  <a:lnTo>
                    <a:pt x="38670" y="419100"/>
                  </a:lnTo>
                  <a:lnTo>
                    <a:pt x="320802" y="47660"/>
                  </a:lnTo>
                  <a:lnTo>
                    <a:pt x="320802" y="20574"/>
                  </a:lnTo>
                  <a:lnTo>
                    <a:pt x="341376" y="20574"/>
                  </a:lnTo>
                  <a:lnTo>
                    <a:pt x="341376" y="47660"/>
                  </a:lnTo>
                  <a:lnTo>
                    <a:pt x="623507" y="419100"/>
                  </a:lnTo>
                  <a:lnTo>
                    <a:pt x="648462" y="419100"/>
                  </a:lnTo>
                  <a:lnTo>
                    <a:pt x="648462" y="444246"/>
                  </a:lnTo>
                  <a:lnTo>
                    <a:pt x="653034" y="444246"/>
                  </a:lnTo>
                  <a:lnTo>
                    <a:pt x="657606" y="441198"/>
                  </a:lnTo>
                  <a:lnTo>
                    <a:pt x="659892" y="437388"/>
                  </a:lnTo>
                  <a:lnTo>
                    <a:pt x="662178" y="432816"/>
                  </a:lnTo>
                  <a:close/>
                </a:path>
                <a:path w="662304" h="444500">
                  <a:moveTo>
                    <a:pt x="38670" y="419100"/>
                  </a:moveTo>
                  <a:lnTo>
                    <a:pt x="13716" y="419100"/>
                  </a:lnTo>
                  <a:lnTo>
                    <a:pt x="23622" y="438912"/>
                  </a:lnTo>
                  <a:lnTo>
                    <a:pt x="38670" y="419100"/>
                  </a:lnTo>
                  <a:close/>
                </a:path>
                <a:path w="662304" h="444500">
                  <a:moveTo>
                    <a:pt x="648462" y="444246"/>
                  </a:moveTo>
                  <a:lnTo>
                    <a:pt x="648462" y="419100"/>
                  </a:lnTo>
                  <a:lnTo>
                    <a:pt x="638556" y="438912"/>
                  </a:lnTo>
                  <a:lnTo>
                    <a:pt x="623507" y="419100"/>
                  </a:lnTo>
                  <a:lnTo>
                    <a:pt x="38670" y="419100"/>
                  </a:lnTo>
                  <a:lnTo>
                    <a:pt x="23622" y="438912"/>
                  </a:lnTo>
                  <a:lnTo>
                    <a:pt x="13716" y="419100"/>
                  </a:lnTo>
                  <a:lnTo>
                    <a:pt x="13716" y="444246"/>
                  </a:lnTo>
                  <a:lnTo>
                    <a:pt x="648462" y="444246"/>
                  </a:lnTo>
                  <a:close/>
                </a:path>
                <a:path w="662304" h="444500">
                  <a:moveTo>
                    <a:pt x="341376" y="20574"/>
                  </a:moveTo>
                  <a:lnTo>
                    <a:pt x="320802" y="20574"/>
                  </a:lnTo>
                  <a:lnTo>
                    <a:pt x="331089" y="34117"/>
                  </a:lnTo>
                  <a:lnTo>
                    <a:pt x="341376" y="20574"/>
                  </a:lnTo>
                  <a:close/>
                </a:path>
                <a:path w="662304" h="444500">
                  <a:moveTo>
                    <a:pt x="331089" y="34117"/>
                  </a:moveTo>
                  <a:lnTo>
                    <a:pt x="320802" y="20574"/>
                  </a:lnTo>
                  <a:lnTo>
                    <a:pt x="320802" y="47660"/>
                  </a:lnTo>
                  <a:lnTo>
                    <a:pt x="331089" y="34117"/>
                  </a:lnTo>
                  <a:close/>
                </a:path>
                <a:path w="662304" h="444500">
                  <a:moveTo>
                    <a:pt x="341376" y="47660"/>
                  </a:moveTo>
                  <a:lnTo>
                    <a:pt x="341376" y="20574"/>
                  </a:lnTo>
                  <a:lnTo>
                    <a:pt x="331089" y="34117"/>
                  </a:lnTo>
                  <a:lnTo>
                    <a:pt x="341376" y="47660"/>
                  </a:lnTo>
                  <a:close/>
                </a:path>
                <a:path w="662304" h="444500">
                  <a:moveTo>
                    <a:pt x="648462" y="419100"/>
                  </a:moveTo>
                  <a:lnTo>
                    <a:pt x="623507" y="419100"/>
                  </a:lnTo>
                  <a:lnTo>
                    <a:pt x="638556" y="438912"/>
                  </a:lnTo>
                  <a:lnTo>
                    <a:pt x="648462" y="41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4" name="object 284"/>
          <p:cNvSpPr txBox="1"/>
          <p:nvPr/>
        </p:nvSpPr>
        <p:spPr>
          <a:xfrm>
            <a:off x="7840471" y="1697228"/>
            <a:ext cx="397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SaaS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85" name="object 285"/>
          <p:cNvGrpSpPr/>
          <p:nvPr/>
        </p:nvGrpSpPr>
        <p:grpSpPr>
          <a:xfrm>
            <a:off x="7082028" y="1938527"/>
            <a:ext cx="1915160" cy="847725"/>
            <a:chOff x="7082028" y="1938527"/>
            <a:chExt cx="1915160" cy="847725"/>
          </a:xfrm>
        </p:grpSpPr>
        <p:sp>
          <p:nvSpPr>
            <p:cNvPr id="286" name="object 286"/>
            <p:cNvSpPr/>
            <p:nvPr/>
          </p:nvSpPr>
          <p:spPr>
            <a:xfrm>
              <a:off x="7404353" y="1943099"/>
              <a:ext cx="1270635" cy="419100"/>
            </a:xfrm>
            <a:custGeom>
              <a:avLst/>
              <a:gdLst/>
              <a:ahLst/>
              <a:cxnLst/>
              <a:rect l="l" t="t" r="r" b="b"/>
              <a:pathLst>
                <a:path w="1270634" h="419100">
                  <a:moveTo>
                    <a:pt x="317753" y="0"/>
                  </a:moveTo>
                  <a:lnTo>
                    <a:pt x="0" y="419100"/>
                  </a:lnTo>
                  <a:lnTo>
                    <a:pt x="762" y="419100"/>
                  </a:lnTo>
                  <a:lnTo>
                    <a:pt x="95679" y="304800"/>
                  </a:lnTo>
                  <a:lnTo>
                    <a:pt x="190445" y="177800"/>
                  </a:lnTo>
                  <a:lnTo>
                    <a:pt x="253660" y="88900"/>
                  </a:lnTo>
                  <a:lnTo>
                    <a:pt x="316992" y="12700"/>
                  </a:lnTo>
                  <a:lnTo>
                    <a:pt x="317753" y="0"/>
                  </a:lnTo>
                  <a:close/>
                </a:path>
                <a:path w="1270634" h="419100">
                  <a:moveTo>
                    <a:pt x="962128" y="12700"/>
                  </a:moveTo>
                  <a:lnTo>
                    <a:pt x="952500" y="0"/>
                  </a:lnTo>
                  <a:lnTo>
                    <a:pt x="954786" y="12700"/>
                  </a:lnTo>
                  <a:lnTo>
                    <a:pt x="962128" y="12700"/>
                  </a:lnTo>
                  <a:close/>
                </a:path>
                <a:path w="1270634" h="419100">
                  <a:moveTo>
                    <a:pt x="981412" y="38133"/>
                  </a:moveTo>
                  <a:lnTo>
                    <a:pt x="962405" y="13065"/>
                  </a:lnTo>
                  <a:lnTo>
                    <a:pt x="962405" y="25400"/>
                  </a:lnTo>
                  <a:lnTo>
                    <a:pt x="971550" y="25400"/>
                  </a:lnTo>
                  <a:lnTo>
                    <a:pt x="971550" y="38100"/>
                  </a:lnTo>
                  <a:lnTo>
                    <a:pt x="981412" y="38133"/>
                  </a:lnTo>
                  <a:close/>
                </a:path>
                <a:path w="1270634" h="419100">
                  <a:moveTo>
                    <a:pt x="1000505" y="63433"/>
                  </a:moveTo>
                  <a:lnTo>
                    <a:pt x="981412" y="38133"/>
                  </a:lnTo>
                  <a:lnTo>
                    <a:pt x="981412" y="50800"/>
                  </a:lnTo>
                  <a:lnTo>
                    <a:pt x="990600" y="50800"/>
                  </a:lnTo>
                  <a:lnTo>
                    <a:pt x="990600" y="63500"/>
                  </a:lnTo>
                  <a:lnTo>
                    <a:pt x="1000505" y="63433"/>
                  </a:lnTo>
                  <a:close/>
                </a:path>
                <a:path w="1270634" h="419100">
                  <a:moveTo>
                    <a:pt x="1010324" y="76266"/>
                  </a:moveTo>
                  <a:lnTo>
                    <a:pt x="1000505" y="63317"/>
                  </a:lnTo>
                  <a:lnTo>
                    <a:pt x="1000505" y="76200"/>
                  </a:lnTo>
                  <a:lnTo>
                    <a:pt x="1010324" y="76266"/>
                  </a:lnTo>
                  <a:close/>
                </a:path>
                <a:path w="1270634" h="419100">
                  <a:moveTo>
                    <a:pt x="1029505" y="101566"/>
                  </a:moveTo>
                  <a:lnTo>
                    <a:pt x="1010324" y="76266"/>
                  </a:lnTo>
                  <a:lnTo>
                    <a:pt x="1011936" y="88900"/>
                  </a:lnTo>
                  <a:lnTo>
                    <a:pt x="1019555" y="88900"/>
                  </a:lnTo>
                  <a:lnTo>
                    <a:pt x="1019555" y="101600"/>
                  </a:lnTo>
                  <a:lnTo>
                    <a:pt x="1029505" y="101566"/>
                  </a:lnTo>
                  <a:close/>
                </a:path>
                <a:path w="1270634" h="419100">
                  <a:moveTo>
                    <a:pt x="1039160" y="114300"/>
                  </a:moveTo>
                  <a:lnTo>
                    <a:pt x="1029505" y="101566"/>
                  </a:lnTo>
                  <a:lnTo>
                    <a:pt x="1030986" y="114300"/>
                  </a:lnTo>
                  <a:lnTo>
                    <a:pt x="1039160" y="114300"/>
                  </a:lnTo>
                  <a:close/>
                </a:path>
                <a:path w="1270634" h="419100">
                  <a:moveTo>
                    <a:pt x="1058418" y="139700"/>
                  </a:moveTo>
                  <a:lnTo>
                    <a:pt x="1039407" y="114625"/>
                  </a:lnTo>
                  <a:lnTo>
                    <a:pt x="1040892" y="127000"/>
                  </a:lnTo>
                  <a:lnTo>
                    <a:pt x="1048512" y="127000"/>
                  </a:lnTo>
                  <a:lnTo>
                    <a:pt x="1050036" y="139700"/>
                  </a:lnTo>
                  <a:lnTo>
                    <a:pt x="1058418" y="139700"/>
                  </a:lnTo>
                  <a:close/>
                </a:path>
                <a:path w="1270634" h="419100">
                  <a:moveTo>
                    <a:pt x="1125820" y="228600"/>
                  </a:moveTo>
                  <a:lnTo>
                    <a:pt x="1058418" y="139700"/>
                  </a:lnTo>
                  <a:lnTo>
                    <a:pt x="1059942" y="152400"/>
                  </a:lnTo>
                  <a:lnTo>
                    <a:pt x="1067562" y="152400"/>
                  </a:lnTo>
                  <a:lnTo>
                    <a:pt x="1069086" y="165100"/>
                  </a:lnTo>
                  <a:lnTo>
                    <a:pt x="1077468" y="165100"/>
                  </a:lnTo>
                  <a:lnTo>
                    <a:pt x="1078992" y="177800"/>
                  </a:lnTo>
                  <a:lnTo>
                    <a:pt x="1086612" y="177800"/>
                  </a:lnTo>
                  <a:lnTo>
                    <a:pt x="1088136" y="190500"/>
                  </a:lnTo>
                  <a:lnTo>
                    <a:pt x="1096518" y="190500"/>
                  </a:lnTo>
                  <a:lnTo>
                    <a:pt x="1098042" y="203200"/>
                  </a:lnTo>
                  <a:lnTo>
                    <a:pt x="1105662" y="203200"/>
                  </a:lnTo>
                  <a:lnTo>
                    <a:pt x="1107186" y="215900"/>
                  </a:lnTo>
                  <a:lnTo>
                    <a:pt x="1115568" y="215900"/>
                  </a:lnTo>
                  <a:lnTo>
                    <a:pt x="1117092" y="228600"/>
                  </a:lnTo>
                  <a:lnTo>
                    <a:pt x="1125820" y="228600"/>
                  </a:lnTo>
                  <a:close/>
                </a:path>
                <a:path w="1270634" h="419100">
                  <a:moveTo>
                    <a:pt x="1145078" y="254000"/>
                  </a:moveTo>
                  <a:lnTo>
                    <a:pt x="1126236" y="229148"/>
                  </a:lnTo>
                  <a:lnTo>
                    <a:pt x="1126236" y="241300"/>
                  </a:lnTo>
                  <a:lnTo>
                    <a:pt x="1134618" y="241300"/>
                  </a:lnTo>
                  <a:lnTo>
                    <a:pt x="1136142" y="254000"/>
                  </a:lnTo>
                  <a:lnTo>
                    <a:pt x="1145078" y="254000"/>
                  </a:lnTo>
                  <a:close/>
                </a:path>
                <a:path w="1270634" h="419100">
                  <a:moveTo>
                    <a:pt x="1154707" y="266700"/>
                  </a:moveTo>
                  <a:lnTo>
                    <a:pt x="1145286" y="254274"/>
                  </a:lnTo>
                  <a:lnTo>
                    <a:pt x="1145286" y="266700"/>
                  </a:lnTo>
                  <a:lnTo>
                    <a:pt x="1154707" y="266700"/>
                  </a:lnTo>
                  <a:close/>
                </a:path>
                <a:path w="1270634" h="419100">
                  <a:moveTo>
                    <a:pt x="1173964" y="292100"/>
                  </a:moveTo>
                  <a:lnTo>
                    <a:pt x="1155192" y="267339"/>
                  </a:lnTo>
                  <a:lnTo>
                    <a:pt x="1155192" y="279400"/>
                  </a:lnTo>
                  <a:lnTo>
                    <a:pt x="1162812" y="279400"/>
                  </a:lnTo>
                  <a:lnTo>
                    <a:pt x="1165098" y="292100"/>
                  </a:lnTo>
                  <a:lnTo>
                    <a:pt x="1173964" y="292100"/>
                  </a:lnTo>
                  <a:close/>
                </a:path>
                <a:path w="1270634" h="419100">
                  <a:moveTo>
                    <a:pt x="1183593" y="304800"/>
                  </a:moveTo>
                  <a:lnTo>
                    <a:pt x="1174242" y="292465"/>
                  </a:lnTo>
                  <a:lnTo>
                    <a:pt x="1174242" y="304800"/>
                  </a:lnTo>
                  <a:lnTo>
                    <a:pt x="1183593" y="304800"/>
                  </a:lnTo>
                  <a:close/>
                </a:path>
                <a:path w="1270634" h="419100">
                  <a:moveTo>
                    <a:pt x="1193248" y="317533"/>
                  </a:moveTo>
                  <a:lnTo>
                    <a:pt x="1184148" y="305530"/>
                  </a:lnTo>
                  <a:lnTo>
                    <a:pt x="1184148" y="317500"/>
                  </a:lnTo>
                  <a:lnTo>
                    <a:pt x="1193248" y="317533"/>
                  </a:lnTo>
                  <a:close/>
                </a:path>
                <a:path w="1270634" h="419100">
                  <a:moveTo>
                    <a:pt x="1202851" y="330200"/>
                  </a:moveTo>
                  <a:lnTo>
                    <a:pt x="1193248" y="317533"/>
                  </a:lnTo>
                  <a:lnTo>
                    <a:pt x="1193248" y="330200"/>
                  </a:lnTo>
                  <a:lnTo>
                    <a:pt x="1202851" y="330200"/>
                  </a:lnTo>
                  <a:close/>
                </a:path>
                <a:path w="1270634" h="419100">
                  <a:moveTo>
                    <a:pt x="1212342" y="342833"/>
                  </a:moveTo>
                  <a:lnTo>
                    <a:pt x="1203198" y="330656"/>
                  </a:lnTo>
                  <a:lnTo>
                    <a:pt x="1203198" y="342900"/>
                  </a:lnTo>
                  <a:lnTo>
                    <a:pt x="1212342" y="342833"/>
                  </a:lnTo>
                  <a:close/>
                </a:path>
                <a:path w="1270634" h="419100">
                  <a:moveTo>
                    <a:pt x="1222160" y="355666"/>
                  </a:moveTo>
                  <a:lnTo>
                    <a:pt x="1212342" y="342717"/>
                  </a:lnTo>
                  <a:lnTo>
                    <a:pt x="1212342" y="355600"/>
                  </a:lnTo>
                  <a:lnTo>
                    <a:pt x="1222160" y="355666"/>
                  </a:lnTo>
                  <a:close/>
                </a:path>
                <a:path w="1270634" h="419100">
                  <a:moveTo>
                    <a:pt x="1241298" y="380966"/>
                  </a:moveTo>
                  <a:lnTo>
                    <a:pt x="1222160" y="355666"/>
                  </a:lnTo>
                  <a:lnTo>
                    <a:pt x="1222160" y="368300"/>
                  </a:lnTo>
                  <a:lnTo>
                    <a:pt x="1231392" y="368300"/>
                  </a:lnTo>
                  <a:lnTo>
                    <a:pt x="1231392" y="381000"/>
                  </a:lnTo>
                  <a:lnTo>
                    <a:pt x="1241298" y="380966"/>
                  </a:lnTo>
                  <a:close/>
                </a:path>
                <a:path w="1270634" h="419100">
                  <a:moveTo>
                    <a:pt x="1270253" y="419100"/>
                  </a:moveTo>
                  <a:lnTo>
                    <a:pt x="1241298" y="380908"/>
                  </a:lnTo>
                  <a:lnTo>
                    <a:pt x="1241298" y="393700"/>
                  </a:lnTo>
                  <a:lnTo>
                    <a:pt x="1250442" y="393700"/>
                  </a:lnTo>
                  <a:lnTo>
                    <a:pt x="1250442" y="406400"/>
                  </a:lnTo>
                  <a:lnTo>
                    <a:pt x="1260348" y="406400"/>
                  </a:lnTo>
                  <a:lnTo>
                    <a:pt x="1260348" y="419100"/>
                  </a:lnTo>
                  <a:lnTo>
                    <a:pt x="1270253" y="41910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7399019" y="1938528"/>
              <a:ext cx="1280160" cy="428625"/>
            </a:xfrm>
            <a:custGeom>
              <a:avLst/>
              <a:gdLst/>
              <a:ahLst/>
              <a:cxnLst/>
              <a:rect l="l" t="t" r="r" b="b"/>
              <a:pathLst>
                <a:path w="1280159" h="428625">
                  <a:moveTo>
                    <a:pt x="963954" y="4572"/>
                  </a:moveTo>
                  <a:lnTo>
                    <a:pt x="961643" y="1523"/>
                  </a:lnTo>
                  <a:lnTo>
                    <a:pt x="960881" y="761"/>
                  </a:lnTo>
                  <a:lnTo>
                    <a:pt x="959357" y="0"/>
                  </a:lnTo>
                  <a:lnTo>
                    <a:pt x="321563" y="0"/>
                  </a:lnTo>
                  <a:lnTo>
                    <a:pt x="1524" y="420624"/>
                  </a:lnTo>
                  <a:lnTo>
                    <a:pt x="0" y="424434"/>
                  </a:lnTo>
                  <a:lnTo>
                    <a:pt x="1524" y="425958"/>
                  </a:lnTo>
                  <a:lnTo>
                    <a:pt x="2285" y="427482"/>
                  </a:lnTo>
                  <a:lnTo>
                    <a:pt x="3809" y="428244"/>
                  </a:lnTo>
                  <a:lnTo>
                    <a:pt x="5333" y="428244"/>
                  </a:lnTo>
                  <a:lnTo>
                    <a:pt x="5333" y="419100"/>
                  </a:lnTo>
                  <a:lnTo>
                    <a:pt x="9892" y="419100"/>
                  </a:lnTo>
                  <a:lnTo>
                    <a:pt x="67700" y="349487"/>
                  </a:lnTo>
                  <a:lnTo>
                    <a:pt x="216538" y="153177"/>
                  </a:lnTo>
                  <a:lnTo>
                    <a:pt x="258994" y="93472"/>
                  </a:lnTo>
                  <a:lnTo>
                    <a:pt x="291036" y="54919"/>
                  </a:lnTo>
                  <a:lnTo>
                    <a:pt x="322561" y="13338"/>
                  </a:lnTo>
                  <a:lnTo>
                    <a:pt x="323087" y="4572"/>
                  </a:lnTo>
                  <a:lnTo>
                    <a:pt x="963954" y="4572"/>
                  </a:lnTo>
                  <a:close/>
                </a:path>
                <a:path w="1280159" h="428625">
                  <a:moveTo>
                    <a:pt x="9892" y="419100"/>
                  </a:moveTo>
                  <a:lnTo>
                    <a:pt x="5333" y="419100"/>
                  </a:lnTo>
                  <a:lnTo>
                    <a:pt x="7047" y="422526"/>
                  </a:lnTo>
                  <a:lnTo>
                    <a:pt x="9892" y="419100"/>
                  </a:lnTo>
                  <a:close/>
                </a:path>
                <a:path w="1280159" h="428625">
                  <a:moveTo>
                    <a:pt x="7047" y="422526"/>
                  </a:moveTo>
                  <a:lnTo>
                    <a:pt x="5333" y="419100"/>
                  </a:lnTo>
                  <a:lnTo>
                    <a:pt x="5333" y="428244"/>
                  </a:lnTo>
                  <a:lnTo>
                    <a:pt x="6096" y="428244"/>
                  </a:lnTo>
                  <a:lnTo>
                    <a:pt x="6096" y="423672"/>
                  </a:lnTo>
                  <a:lnTo>
                    <a:pt x="7047" y="422526"/>
                  </a:lnTo>
                  <a:close/>
                </a:path>
                <a:path w="1280159" h="428625">
                  <a:moveTo>
                    <a:pt x="1280159" y="424434"/>
                  </a:moveTo>
                  <a:lnTo>
                    <a:pt x="1280159" y="423672"/>
                  </a:lnTo>
                  <a:lnTo>
                    <a:pt x="1273302" y="423672"/>
                  </a:lnTo>
                  <a:lnTo>
                    <a:pt x="1271777" y="426720"/>
                  </a:lnTo>
                  <a:lnTo>
                    <a:pt x="1269467" y="423672"/>
                  </a:lnTo>
                  <a:lnTo>
                    <a:pt x="11454" y="423672"/>
                  </a:lnTo>
                  <a:lnTo>
                    <a:pt x="9143" y="426720"/>
                  </a:lnTo>
                  <a:lnTo>
                    <a:pt x="7619" y="423672"/>
                  </a:lnTo>
                  <a:lnTo>
                    <a:pt x="6096" y="423672"/>
                  </a:lnTo>
                  <a:lnTo>
                    <a:pt x="6096" y="428244"/>
                  </a:lnTo>
                  <a:lnTo>
                    <a:pt x="1277111" y="428244"/>
                  </a:lnTo>
                  <a:lnTo>
                    <a:pt x="1278635" y="427482"/>
                  </a:lnTo>
                  <a:lnTo>
                    <a:pt x="1280159" y="424434"/>
                  </a:lnTo>
                  <a:close/>
                </a:path>
                <a:path w="1280159" h="428625">
                  <a:moveTo>
                    <a:pt x="11454" y="423672"/>
                  </a:moveTo>
                  <a:lnTo>
                    <a:pt x="7619" y="423672"/>
                  </a:lnTo>
                  <a:lnTo>
                    <a:pt x="9143" y="426720"/>
                  </a:lnTo>
                  <a:lnTo>
                    <a:pt x="11454" y="423672"/>
                  </a:lnTo>
                  <a:close/>
                </a:path>
                <a:path w="1280159" h="428625">
                  <a:moveTo>
                    <a:pt x="1280159" y="423672"/>
                  </a:moveTo>
                  <a:lnTo>
                    <a:pt x="1280159" y="422148"/>
                  </a:lnTo>
                  <a:lnTo>
                    <a:pt x="1279397" y="420623"/>
                  </a:lnTo>
                  <a:lnTo>
                    <a:pt x="963954" y="4572"/>
                  </a:lnTo>
                  <a:lnTo>
                    <a:pt x="957833" y="4572"/>
                  </a:lnTo>
                  <a:lnTo>
                    <a:pt x="959739" y="15158"/>
                  </a:lnTo>
                  <a:lnTo>
                    <a:pt x="961341" y="17272"/>
                  </a:lnTo>
                  <a:lnTo>
                    <a:pt x="967739" y="17272"/>
                  </a:lnTo>
                  <a:lnTo>
                    <a:pt x="967739" y="25710"/>
                  </a:lnTo>
                  <a:lnTo>
                    <a:pt x="970970" y="29972"/>
                  </a:lnTo>
                  <a:lnTo>
                    <a:pt x="976883" y="29972"/>
                  </a:lnTo>
                  <a:lnTo>
                    <a:pt x="976883" y="37771"/>
                  </a:lnTo>
                  <a:lnTo>
                    <a:pt x="980599" y="42672"/>
                  </a:lnTo>
                  <a:lnTo>
                    <a:pt x="986789" y="42672"/>
                  </a:lnTo>
                  <a:lnTo>
                    <a:pt x="986789" y="50836"/>
                  </a:lnTo>
                  <a:lnTo>
                    <a:pt x="990228" y="55372"/>
                  </a:lnTo>
                  <a:lnTo>
                    <a:pt x="995933" y="55372"/>
                  </a:lnTo>
                  <a:lnTo>
                    <a:pt x="995933" y="62896"/>
                  </a:lnTo>
                  <a:lnTo>
                    <a:pt x="999857" y="68072"/>
                  </a:lnTo>
                  <a:lnTo>
                    <a:pt x="1005839" y="68072"/>
                  </a:lnTo>
                  <a:lnTo>
                    <a:pt x="1005839" y="75962"/>
                  </a:lnTo>
                  <a:lnTo>
                    <a:pt x="1009486" y="80772"/>
                  </a:lnTo>
                  <a:lnTo>
                    <a:pt x="1015746" y="80772"/>
                  </a:lnTo>
                  <a:lnTo>
                    <a:pt x="1016922" y="90580"/>
                  </a:lnTo>
                  <a:lnTo>
                    <a:pt x="1019115" y="93472"/>
                  </a:lnTo>
                  <a:lnTo>
                    <a:pt x="1024889" y="93472"/>
                  </a:lnTo>
                  <a:lnTo>
                    <a:pt x="1024889" y="101088"/>
                  </a:lnTo>
                  <a:lnTo>
                    <a:pt x="1028744" y="106172"/>
                  </a:lnTo>
                  <a:lnTo>
                    <a:pt x="1034796" y="106172"/>
                  </a:lnTo>
                  <a:lnTo>
                    <a:pt x="1035933" y="115654"/>
                  </a:lnTo>
                  <a:lnTo>
                    <a:pt x="1038373" y="118872"/>
                  </a:lnTo>
                  <a:lnTo>
                    <a:pt x="1044701" y="118872"/>
                  </a:lnTo>
                  <a:lnTo>
                    <a:pt x="1045892" y="128788"/>
                  </a:lnTo>
                  <a:lnTo>
                    <a:pt x="1048002" y="131572"/>
                  </a:lnTo>
                  <a:lnTo>
                    <a:pt x="1053846" y="131572"/>
                  </a:lnTo>
                  <a:lnTo>
                    <a:pt x="1054944" y="140729"/>
                  </a:lnTo>
                  <a:lnTo>
                    <a:pt x="1057631" y="144272"/>
                  </a:lnTo>
                  <a:lnTo>
                    <a:pt x="1063752" y="144272"/>
                  </a:lnTo>
                  <a:lnTo>
                    <a:pt x="1064902" y="153863"/>
                  </a:lnTo>
                  <a:lnTo>
                    <a:pt x="1067259" y="156972"/>
                  </a:lnTo>
                  <a:lnTo>
                    <a:pt x="1072896" y="156972"/>
                  </a:lnTo>
                  <a:lnTo>
                    <a:pt x="1073955" y="165803"/>
                  </a:lnTo>
                  <a:lnTo>
                    <a:pt x="1076888" y="169672"/>
                  </a:lnTo>
                  <a:lnTo>
                    <a:pt x="1082802" y="169672"/>
                  </a:lnTo>
                  <a:lnTo>
                    <a:pt x="1083913" y="178937"/>
                  </a:lnTo>
                  <a:lnTo>
                    <a:pt x="1086517" y="182372"/>
                  </a:lnTo>
                  <a:lnTo>
                    <a:pt x="1091946" y="182372"/>
                  </a:lnTo>
                  <a:lnTo>
                    <a:pt x="1092966" y="190877"/>
                  </a:lnTo>
                  <a:lnTo>
                    <a:pt x="1096146" y="195072"/>
                  </a:lnTo>
                  <a:lnTo>
                    <a:pt x="1101852" y="195072"/>
                  </a:lnTo>
                  <a:lnTo>
                    <a:pt x="1102924" y="204011"/>
                  </a:lnTo>
                  <a:lnTo>
                    <a:pt x="1105775" y="207772"/>
                  </a:lnTo>
                  <a:lnTo>
                    <a:pt x="1110996" y="207772"/>
                  </a:lnTo>
                  <a:lnTo>
                    <a:pt x="1111977" y="215952"/>
                  </a:lnTo>
                  <a:lnTo>
                    <a:pt x="1115404" y="220472"/>
                  </a:lnTo>
                  <a:lnTo>
                    <a:pt x="1120902" y="220472"/>
                  </a:lnTo>
                  <a:lnTo>
                    <a:pt x="1121935" y="229086"/>
                  </a:lnTo>
                  <a:lnTo>
                    <a:pt x="1125033" y="233172"/>
                  </a:lnTo>
                  <a:lnTo>
                    <a:pt x="1131570" y="233172"/>
                  </a:lnTo>
                  <a:lnTo>
                    <a:pt x="1131570" y="241793"/>
                  </a:lnTo>
                  <a:lnTo>
                    <a:pt x="1134662" y="245872"/>
                  </a:lnTo>
                  <a:lnTo>
                    <a:pt x="1139952" y="245872"/>
                  </a:lnTo>
                  <a:lnTo>
                    <a:pt x="1140946" y="254160"/>
                  </a:lnTo>
                  <a:lnTo>
                    <a:pt x="1144291" y="258572"/>
                  </a:lnTo>
                  <a:lnTo>
                    <a:pt x="1150620" y="258572"/>
                  </a:lnTo>
                  <a:lnTo>
                    <a:pt x="1150620" y="266919"/>
                  </a:lnTo>
                  <a:lnTo>
                    <a:pt x="1153920" y="271272"/>
                  </a:lnTo>
                  <a:lnTo>
                    <a:pt x="1160526" y="271272"/>
                  </a:lnTo>
                  <a:lnTo>
                    <a:pt x="1160526" y="279984"/>
                  </a:lnTo>
                  <a:lnTo>
                    <a:pt x="1163549" y="283972"/>
                  </a:lnTo>
                  <a:lnTo>
                    <a:pt x="1168146" y="283972"/>
                  </a:lnTo>
                  <a:lnTo>
                    <a:pt x="1169577" y="291922"/>
                  </a:lnTo>
                  <a:lnTo>
                    <a:pt x="1173177" y="296672"/>
                  </a:lnTo>
                  <a:lnTo>
                    <a:pt x="1179576" y="296672"/>
                  </a:lnTo>
                  <a:lnTo>
                    <a:pt x="1179576" y="305110"/>
                  </a:lnTo>
                  <a:lnTo>
                    <a:pt x="1182806" y="309372"/>
                  </a:lnTo>
                  <a:lnTo>
                    <a:pt x="1189481" y="309372"/>
                  </a:lnTo>
                  <a:lnTo>
                    <a:pt x="1189481" y="318176"/>
                  </a:lnTo>
                  <a:lnTo>
                    <a:pt x="1192435" y="322072"/>
                  </a:lnTo>
                  <a:lnTo>
                    <a:pt x="1198626" y="322072"/>
                  </a:lnTo>
                  <a:lnTo>
                    <a:pt x="1198626" y="330236"/>
                  </a:lnTo>
                  <a:lnTo>
                    <a:pt x="1202064" y="334772"/>
                  </a:lnTo>
                  <a:lnTo>
                    <a:pt x="1208531" y="334772"/>
                  </a:lnTo>
                  <a:lnTo>
                    <a:pt x="1208531" y="343302"/>
                  </a:lnTo>
                  <a:lnTo>
                    <a:pt x="1211693" y="347472"/>
                  </a:lnTo>
                  <a:lnTo>
                    <a:pt x="1217676" y="347472"/>
                  </a:lnTo>
                  <a:lnTo>
                    <a:pt x="1217676" y="355362"/>
                  </a:lnTo>
                  <a:lnTo>
                    <a:pt x="1221322" y="360172"/>
                  </a:lnTo>
                  <a:lnTo>
                    <a:pt x="1227581" y="360172"/>
                  </a:lnTo>
                  <a:lnTo>
                    <a:pt x="1227581" y="368427"/>
                  </a:lnTo>
                  <a:lnTo>
                    <a:pt x="1230951" y="372872"/>
                  </a:lnTo>
                  <a:lnTo>
                    <a:pt x="1236726" y="372872"/>
                  </a:lnTo>
                  <a:lnTo>
                    <a:pt x="1236726" y="380488"/>
                  </a:lnTo>
                  <a:lnTo>
                    <a:pt x="1240580" y="385572"/>
                  </a:lnTo>
                  <a:lnTo>
                    <a:pt x="1246631" y="385572"/>
                  </a:lnTo>
                  <a:lnTo>
                    <a:pt x="1246631" y="393553"/>
                  </a:lnTo>
                  <a:lnTo>
                    <a:pt x="1250209" y="398272"/>
                  </a:lnTo>
                  <a:lnTo>
                    <a:pt x="1255776" y="398272"/>
                  </a:lnTo>
                  <a:lnTo>
                    <a:pt x="1255776" y="405614"/>
                  </a:lnTo>
                  <a:lnTo>
                    <a:pt x="1259838" y="410972"/>
                  </a:lnTo>
                  <a:lnTo>
                    <a:pt x="1265681" y="410972"/>
                  </a:lnTo>
                  <a:lnTo>
                    <a:pt x="1265681" y="418679"/>
                  </a:lnTo>
                  <a:lnTo>
                    <a:pt x="1266000" y="419099"/>
                  </a:lnTo>
                  <a:lnTo>
                    <a:pt x="1275587" y="419099"/>
                  </a:lnTo>
                  <a:lnTo>
                    <a:pt x="1275587" y="423672"/>
                  </a:lnTo>
                  <a:lnTo>
                    <a:pt x="1280159" y="423672"/>
                  </a:lnTo>
                  <a:close/>
                </a:path>
                <a:path w="1280159" h="428625">
                  <a:moveTo>
                    <a:pt x="1269467" y="423672"/>
                  </a:moveTo>
                  <a:lnTo>
                    <a:pt x="1266000" y="419099"/>
                  </a:lnTo>
                  <a:lnTo>
                    <a:pt x="1265681" y="419099"/>
                  </a:lnTo>
                  <a:lnTo>
                    <a:pt x="1265681" y="423672"/>
                  </a:lnTo>
                  <a:lnTo>
                    <a:pt x="1269467" y="423672"/>
                  </a:lnTo>
                  <a:close/>
                </a:path>
                <a:path w="1280159" h="428625">
                  <a:moveTo>
                    <a:pt x="1275587" y="419099"/>
                  </a:moveTo>
                  <a:lnTo>
                    <a:pt x="1266000" y="419099"/>
                  </a:lnTo>
                  <a:lnTo>
                    <a:pt x="1269467" y="423672"/>
                  </a:lnTo>
                  <a:lnTo>
                    <a:pt x="1273302" y="423672"/>
                  </a:lnTo>
                  <a:lnTo>
                    <a:pt x="1275587" y="419099"/>
                  </a:lnTo>
                  <a:close/>
                </a:path>
                <a:path w="1280159" h="428625">
                  <a:moveTo>
                    <a:pt x="1273302" y="423672"/>
                  </a:moveTo>
                  <a:lnTo>
                    <a:pt x="1269467" y="423672"/>
                  </a:lnTo>
                  <a:lnTo>
                    <a:pt x="1271777" y="426720"/>
                  </a:lnTo>
                  <a:lnTo>
                    <a:pt x="1273302" y="423672"/>
                  </a:lnTo>
                  <a:close/>
                </a:path>
                <a:path w="1280159" h="428625">
                  <a:moveTo>
                    <a:pt x="1275587" y="423672"/>
                  </a:moveTo>
                  <a:lnTo>
                    <a:pt x="1275587" y="419099"/>
                  </a:lnTo>
                  <a:lnTo>
                    <a:pt x="1273302" y="423672"/>
                  </a:lnTo>
                  <a:lnTo>
                    <a:pt x="1275587" y="4236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7404354" y="1943099"/>
              <a:ext cx="1270635" cy="419100"/>
            </a:xfrm>
            <a:custGeom>
              <a:avLst/>
              <a:gdLst/>
              <a:ahLst/>
              <a:cxnLst/>
              <a:rect l="l" t="t" r="r" b="b"/>
              <a:pathLst>
                <a:path w="1270634" h="419100">
                  <a:moveTo>
                    <a:pt x="1270254" y="419099"/>
                  </a:moveTo>
                  <a:lnTo>
                    <a:pt x="952500" y="0"/>
                  </a:lnTo>
                  <a:lnTo>
                    <a:pt x="317753" y="0"/>
                  </a:lnTo>
                  <a:lnTo>
                    <a:pt x="0" y="419100"/>
                  </a:lnTo>
                  <a:lnTo>
                    <a:pt x="1270254" y="419099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7399020" y="1938527"/>
              <a:ext cx="1280160" cy="428625"/>
            </a:xfrm>
            <a:custGeom>
              <a:avLst/>
              <a:gdLst/>
              <a:ahLst/>
              <a:cxnLst/>
              <a:rect l="l" t="t" r="r" b="b"/>
              <a:pathLst>
                <a:path w="1280159" h="428625">
                  <a:moveTo>
                    <a:pt x="1280159" y="424434"/>
                  </a:moveTo>
                  <a:lnTo>
                    <a:pt x="1280159" y="422148"/>
                  </a:lnTo>
                  <a:lnTo>
                    <a:pt x="1279397" y="420624"/>
                  </a:lnTo>
                  <a:lnTo>
                    <a:pt x="961643" y="1524"/>
                  </a:lnTo>
                  <a:lnTo>
                    <a:pt x="960881" y="762"/>
                  </a:lnTo>
                  <a:lnTo>
                    <a:pt x="959357" y="0"/>
                  </a:lnTo>
                  <a:lnTo>
                    <a:pt x="321563" y="0"/>
                  </a:lnTo>
                  <a:lnTo>
                    <a:pt x="1523" y="420624"/>
                  </a:lnTo>
                  <a:lnTo>
                    <a:pt x="0" y="424434"/>
                  </a:lnTo>
                  <a:lnTo>
                    <a:pt x="1523" y="425958"/>
                  </a:lnTo>
                  <a:lnTo>
                    <a:pt x="2285" y="427482"/>
                  </a:lnTo>
                  <a:lnTo>
                    <a:pt x="3809" y="428244"/>
                  </a:lnTo>
                  <a:lnTo>
                    <a:pt x="5333" y="428244"/>
                  </a:lnTo>
                  <a:lnTo>
                    <a:pt x="5333" y="419100"/>
                  </a:lnTo>
                  <a:lnTo>
                    <a:pt x="14921" y="419100"/>
                  </a:lnTo>
                  <a:lnTo>
                    <a:pt x="323087" y="12645"/>
                  </a:lnTo>
                  <a:lnTo>
                    <a:pt x="323087" y="9144"/>
                  </a:lnTo>
                  <a:lnTo>
                    <a:pt x="326897" y="7620"/>
                  </a:lnTo>
                  <a:lnTo>
                    <a:pt x="326897" y="9144"/>
                  </a:lnTo>
                  <a:lnTo>
                    <a:pt x="954023" y="9144"/>
                  </a:lnTo>
                  <a:lnTo>
                    <a:pt x="954023" y="7620"/>
                  </a:lnTo>
                  <a:lnTo>
                    <a:pt x="957833" y="9144"/>
                  </a:lnTo>
                  <a:lnTo>
                    <a:pt x="957833" y="12645"/>
                  </a:lnTo>
                  <a:lnTo>
                    <a:pt x="1266000" y="419100"/>
                  </a:lnTo>
                  <a:lnTo>
                    <a:pt x="1275587" y="419100"/>
                  </a:lnTo>
                  <a:lnTo>
                    <a:pt x="1275587" y="428244"/>
                  </a:lnTo>
                  <a:lnTo>
                    <a:pt x="1277111" y="428244"/>
                  </a:lnTo>
                  <a:lnTo>
                    <a:pt x="1278635" y="427482"/>
                  </a:lnTo>
                  <a:lnTo>
                    <a:pt x="1280159" y="424434"/>
                  </a:lnTo>
                  <a:close/>
                </a:path>
                <a:path w="1280159" h="428625">
                  <a:moveTo>
                    <a:pt x="14921" y="419100"/>
                  </a:moveTo>
                  <a:lnTo>
                    <a:pt x="5333" y="419100"/>
                  </a:lnTo>
                  <a:lnTo>
                    <a:pt x="9143" y="426720"/>
                  </a:lnTo>
                  <a:lnTo>
                    <a:pt x="14921" y="419100"/>
                  </a:lnTo>
                  <a:close/>
                </a:path>
                <a:path w="1280159" h="428625">
                  <a:moveTo>
                    <a:pt x="1275587" y="428244"/>
                  </a:moveTo>
                  <a:lnTo>
                    <a:pt x="1275587" y="419100"/>
                  </a:lnTo>
                  <a:lnTo>
                    <a:pt x="1271777" y="426720"/>
                  </a:lnTo>
                  <a:lnTo>
                    <a:pt x="1266000" y="419100"/>
                  </a:lnTo>
                  <a:lnTo>
                    <a:pt x="14921" y="419100"/>
                  </a:lnTo>
                  <a:lnTo>
                    <a:pt x="9143" y="426720"/>
                  </a:lnTo>
                  <a:lnTo>
                    <a:pt x="5333" y="419100"/>
                  </a:lnTo>
                  <a:lnTo>
                    <a:pt x="5333" y="428244"/>
                  </a:lnTo>
                  <a:lnTo>
                    <a:pt x="1275587" y="428244"/>
                  </a:lnTo>
                  <a:close/>
                </a:path>
                <a:path w="1280159" h="428625">
                  <a:moveTo>
                    <a:pt x="326897" y="7620"/>
                  </a:moveTo>
                  <a:lnTo>
                    <a:pt x="323087" y="9144"/>
                  </a:lnTo>
                  <a:lnTo>
                    <a:pt x="325742" y="9144"/>
                  </a:lnTo>
                  <a:lnTo>
                    <a:pt x="326897" y="7620"/>
                  </a:lnTo>
                  <a:close/>
                </a:path>
                <a:path w="1280159" h="428625">
                  <a:moveTo>
                    <a:pt x="325742" y="9144"/>
                  </a:moveTo>
                  <a:lnTo>
                    <a:pt x="323087" y="9144"/>
                  </a:lnTo>
                  <a:lnTo>
                    <a:pt x="323087" y="12645"/>
                  </a:lnTo>
                  <a:lnTo>
                    <a:pt x="325742" y="9144"/>
                  </a:lnTo>
                  <a:close/>
                </a:path>
                <a:path w="1280159" h="428625">
                  <a:moveTo>
                    <a:pt x="326897" y="9144"/>
                  </a:moveTo>
                  <a:lnTo>
                    <a:pt x="326897" y="7620"/>
                  </a:lnTo>
                  <a:lnTo>
                    <a:pt x="325742" y="9144"/>
                  </a:lnTo>
                  <a:lnTo>
                    <a:pt x="326897" y="9144"/>
                  </a:lnTo>
                  <a:close/>
                </a:path>
                <a:path w="1280159" h="428625">
                  <a:moveTo>
                    <a:pt x="957833" y="9144"/>
                  </a:moveTo>
                  <a:lnTo>
                    <a:pt x="954023" y="7620"/>
                  </a:lnTo>
                  <a:lnTo>
                    <a:pt x="955179" y="9144"/>
                  </a:lnTo>
                  <a:lnTo>
                    <a:pt x="957833" y="9144"/>
                  </a:lnTo>
                  <a:close/>
                </a:path>
                <a:path w="1280159" h="428625">
                  <a:moveTo>
                    <a:pt x="955179" y="9144"/>
                  </a:moveTo>
                  <a:lnTo>
                    <a:pt x="954023" y="7620"/>
                  </a:lnTo>
                  <a:lnTo>
                    <a:pt x="954023" y="9144"/>
                  </a:lnTo>
                  <a:lnTo>
                    <a:pt x="955179" y="9144"/>
                  </a:lnTo>
                  <a:close/>
                </a:path>
                <a:path w="1280159" h="428625">
                  <a:moveTo>
                    <a:pt x="957833" y="12645"/>
                  </a:moveTo>
                  <a:lnTo>
                    <a:pt x="957833" y="9144"/>
                  </a:lnTo>
                  <a:lnTo>
                    <a:pt x="955179" y="9144"/>
                  </a:lnTo>
                  <a:lnTo>
                    <a:pt x="957833" y="12645"/>
                  </a:lnTo>
                  <a:close/>
                </a:path>
                <a:path w="1280159" h="428625">
                  <a:moveTo>
                    <a:pt x="1275587" y="419100"/>
                  </a:moveTo>
                  <a:lnTo>
                    <a:pt x="1266000" y="419100"/>
                  </a:lnTo>
                  <a:lnTo>
                    <a:pt x="1271777" y="426720"/>
                  </a:lnTo>
                  <a:lnTo>
                    <a:pt x="1275587" y="41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0" name="object 29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086600" y="2362200"/>
              <a:ext cx="1905000" cy="419100"/>
            </a:xfrm>
            <a:prstGeom prst="rect">
              <a:avLst/>
            </a:prstGeom>
          </p:spPr>
        </p:pic>
        <p:pic>
          <p:nvPicPr>
            <p:cNvPr id="291" name="object 29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082028" y="2357628"/>
              <a:ext cx="1914905" cy="428244"/>
            </a:xfrm>
            <a:prstGeom prst="rect">
              <a:avLst/>
            </a:prstGeom>
          </p:spPr>
        </p:pic>
        <p:sp>
          <p:nvSpPr>
            <p:cNvPr id="292" name="object 292"/>
            <p:cNvSpPr/>
            <p:nvPr/>
          </p:nvSpPr>
          <p:spPr>
            <a:xfrm>
              <a:off x="7082028" y="2357627"/>
              <a:ext cx="1915160" cy="428625"/>
            </a:xfrm>
            <a:custGeom>
              <a:avLst/>
              <a:gdLst/>
              <a:ahLst/>
              <a:cxnLst/>
              <a:rect l="l" t="t" r="r" b="b"/>
              <a:pathLst>
                <a:path w="1915159" h="428625">
                  <a:moveTo>
                    <a:pt x="1914906" y="423672"/>
                  </a:moveTo>
                  <a:lnTo>
                    <a:pt x="1914906" y="422148"/>
                  </a:lnTo>
                  <a:lnTo>
                    <a:pt x="1913382" y="420624"/>
                  </a:lnTo>
                  <a:lnTo>
                    <a:pt x="1596390" y="1524"/>
                  </a:lnTo>
                  <a:lnTo>
                    <a:pt x="1595628" y="762"/>
                  </a:lnTo>
                  <a:lnTo>
                    <a:pt x="1594104" y="0"/>
                  </a:lnTo>
                  <a:lnTo>
                    <a:pt x="320802" y="0"/>
                  </a:lnTo>
                  <a:lnTo>
                    <a:pt x="319278" y="762"/>
                  </a:lnTo>
                  <a:lnTo>
                    <a:pt x="318516" y="1524"/>
                  </a:lnTo>
                  <a:lnTo>
                    <a:pt x="762" y="420624"/>
                  </a:lnTo>
                  <a:lnTo>
                    <a:pt x="0" y="422148"/>
                  </a:lnTo>
                  <a:lnTo>
                    <a:pt x="0" y="423672"/>
                  </a:lnTo>
                  <a:lnTo>
                    <a:pt x="762" y="425958"/>
                  </a:lnTo>
                  <a:lnTo>
                    <a:pt x="1524" y="427482"/>
                  </a:lnTo>
                  <a:lnTo>
                    <a:pt x="3048" y="428244"/>
                  </a:lnTo>
                  <a:lnTo>
                    <a:pt x="4572" y="428244"/>
                  </a:lnTo>
                  <a:lnTo>
                    <a:pt x="4572" y="418338"/>
                  </a:lnTo>
                  <a:lnTo>
                    <a:pt x="14737" y="418338"/>
                  </a:lnTo>
                  <a:lnTo>
                    <a:pt x="322326" y="12645"/>
                  </a:lnTo>
                  <a:lnTo>
                    <a:pt x="322326" y="9144"/>
                  </a:lnTo>
                  <a:lnTo>
                    <a:pt x="326136" y="7620"/>
                  </a:lnTo>
                  <a:lnTo>
                    <a:pt x="326136" y="9144"/>
                  </a:lnTo>
                  <a:lnTo>
                    <a:pt x="1588770" y="9144"/>
                  </a:lnTo>
                  <a:lnTo>
                    <a:pt x="1588770" y="7620"/>
                  </a:lnTo>
                  <a:lnTo>
                    <a:pt x="1592580" y="9144"/>
                  </a:lnTo>
                  <a:lnTo>
                    <a:pt x="1592580" y="12657"/>
                  </a:lnTo>
                  <a:lnTo>
                    <a:pt x="1899422" y="418338"/>
                  </a:lnTo>
                  <a:lnTo>
                    <a:pt x="1909572" y="418338"/>
                  </a:lnTo>
                  <a:lnTo>
                    <a:pt x="1909572" y="428244"/>
                  </a:lnTo>
                  <a:lnTo>
                    <a:pt x="1911858" y="428244"/>
                  </a:lnTo>
                  <a:lnTo>
                    <a:pt x="1913382" y="427482"/>
                  </a:lnTo>
                  <a:lnTo>
                    <a:pt x="1914144" y="425958"/>
                  </a:lnTo>
                  <a:lnTo>
                    <a:pt x="1914906" y="423672"/>
                  </a:lnTo>
                  <a:close/>
                </a:path>
                <a:path w="1915159" h="428625">
                  <a:moveTo>
                    <a:pt x="14737" y="418338"/>
                  </a:moveTo>
                  <a:lnTo>
                    <a:pt x="4572" y="418338"/>
                  </a:lnTo>
                  <a:lnTo>
                    <a:pt x="8382" y="426720"/>
                  </a:lnTo>
                  <a:lnTo>
                    <a:pt x="14737" y="418338"/>
                  </a:lnTo>
                  <a:close/>
                </a:path>
                <a:path w="1915159" h="428625">
                  <a:moveTo>
                    <a:pt x="1909572" y="428244"/>
                  </a:moveTo>
                  <a:lnTo>
                    <a:pt x="1909572" y="418338"/>
                  </a:lnTo>
                  <a:lnTo>
                    <a:pt x="1905762" y="426720"/>
                  </a:lnTo>
                  <a:lnTo>
                    <a:pt x="1899422" y="418338"/>
                  </a:lnTo>
                  <a:lnTo>
                    <a:pt x="14737" y="418338"/>
                  </a:lnTo>
                  <a:lnTo>
                    <a:pt x="8382" y="426720"/>
                  </a:lnTo>
                  <a:lnTo>
                    <a:pt x="4572" y="418338"/>
                  </a:lnTo>
                  <a:lnTo>
                    <a:pt x="4572" y="428244"/>
                  </a:lnTo>
                  <a:lnTo>
                    <a:pt x="1909572" y="428244"/>
                  </a:lnTo>
                  <a:close/>
                </a:path>
                <a:path w="1915159" h="428625">
                  <a:moveTo>
                    <a:pt x="326136" y="7620"/>
                  </a:moveTo>
                  <a:lnTo>
                    <a:pt x="322326" y="9144"/>
                  </a:lnTo>
                  <a:lnTo>
                    <a:pt x="324980" y="9144"/>
                  </a:lnTo>
                  <a:lnTo>
                    <a:pt x="326136" y="7620"/>
                  </a:lnTo>
                  <a:close/>
                </a:path>
                <a:path w="1915159" h="428625">
                  <a:moveTo>
                    <a:pt x="324980" y="9144"/>
                  </a:moveTo>
                  <a:lnTo>
                    <a:pt x="322326" y="9144"/>
                  </a:lnTo>
                  <a:lnTo>
                    <a:pt x="322326" y="12645"/>
                  </a:lnTo>
                  <a:lnTo>
                    <a:pt x="324980" y="9144"/>
                  </a:lnTo>
                  <a:close/>
                </a:path>
                <a:path w="1915159" h="428625">
                  <a:moveTo>
                    <a:pt x="326136" y="9144"/>
                  </a:moveTo>
                  <a:lnTo>
                    <a:pt x="326136" y="7620"/>
                  </a:lnTo>
                  <a:lnTo>
                    <a:pt x="324980" y="9144"/>
                  </a:lnTo>
                  <a:lnTo>
                    <a:pt x="326136" y="9144"/>
                  </a:lnTo>
                  <a:close/>
                </a:path>
                <a:path w="1915159" h="428625">
                  <a:moveTo>
                    <a:pt x="1592580" y="9144"/>
                  </a:moveTo>
                  <a:lnTo>
                    <a:pt x="1588770" y="7620"/>
                  </a:lnTo>
                  <a:lnTo>
                    <a:pt x="1589922" y="9144"/>
                  </a:lnTo>
                  <a:lnTo>
                    <a:pt x="1592580" y="9144"/>
                  </a:lnTo>
                  <a:close/>
                </a:path>
                <a:path w="1915159" h="428625">
                  <a:moveTo>
                    <a:pt x="1589922" y="9144"/>
                  </a:moveTo>
                  <a:lnTo>
                    <a:pt x="1588770" y="7620"/>
                  </a:lnTo>
                  <a:lnTo>
                    <a:pt x="1588770" y="9144"/>
                  </a:lnTo>
                  <a:lnTo>
                    <a:pt x="1589922" y="9144"/>
                  </a:lnTo>
                  <a:close/>
                </a:path>
                <a:path w="1915159" h="428625">
                  <a:moveTo>
                    <a:pt x="1592580" y="12657"/>
                  </a:moveTo>
                  <a:lnTo>
                    <a:pt x="1592580" y="9144"/>
                  </a:lnTo>
                  <a:lnTo>
                    <a:pt x="1589922" y="9144"/>
                  </a:lnTo>
                  <a:lnTo>
                    <a:pt x="1592580" y="12657"/>
                  </a:lnTo>
                  <a:close/>
                </a:path>
                <a:path w="1915159" h="428625">
                  <a:moveTo>
                    <a:pt x="1909572" y="418338"/>
                  </a:moveTo>
                  <a:lnTo>
                    <a:pt x="1899422" y="418338"/>
                  </a:lnTo>
                  <a:lnTo>
                    <a:pt x="1905762" y="426720"/>
                  </a:lnTo>
                  <a:lnTo>
                    <a:pt x="1909572" y="418338"/>
                  </a:lnTo>
                  <a:close/>
                </a:path>
              </a:pathLst>
            </a:custGeom>
            <a:solidFill>
              <a:srgbClr val="F692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3" name="object 293"/>
          <p:cNvSpPr txBox="1"/>
          <p:nvPr/>
        </p:nvSpPr>
        <p:spPr>
          <a:xfrm>
            <a:off x="7840471" y="2034794"/>
            <a:ext cx="397510" cy="626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PaaS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200">
              <a:latin typeface="Arial"/>
              <a:cs typeface="Arial"/>
            </a:endParaRPr>
          </a:p>
          <a:p>
            <a:pPr marL="41275">
              <a:lnSpc>
                <a:spcPct val="100000"/>
              </a:lnSpc>
              <a:spcBef>
                <a:spcPts val="5"/>
              </a:spcBef>
            </a:pP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IaaS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9808" y="5033009"/>
            <a:ext cx="1568450" cy="803275"/>
          </a:xfrm>
          <a:custGeom>
            <a:avLst/>
            <a:gdLst/>
            <a:ahLst/>
            <a:cxnLst/>
            <a:rect l="l" t="t" r="r" b="b"/>
            <a:pathLst>
              <a:path w="1568450" h="803275">
                <a:moveTo>
                  <a:pt x="1568196" y="5334"/>
                </a:moveTo>
                <a:lnTo>
                  <a:pt x="1562862" y="0"/>
                </a:lnTo>
                <a:lnTo>
                  <a:pt x="5334" y="0"/>
                </a:lnTo>
                <a:lnTo>
                  <a:pt x="0" y="5334"/>
                </a:lnTo>
                <a:lnTo>
                  <a:pt x="0" y="797052"/>
                </a:lnTo>
                <a:lnTo>
                  <a:pt x="5334" y="803148"/>
                </a:lnTo>
                <a:lnTo>
                  <a:pt x="12192" y="803148"/>
                </a:lnTo>
                <a:lnTo>
                  <a:pt x="25146" y="803148"/>
                </a:lnTo>
                <a:lnTo>
                  <a:pt x="124968" y="803148"/>
                </a:lnTo>
                <a:lnTo>
                  <a:pt x="144780" y="803148"/>
                </a:lnTo>
                <a:lnTo>
                  <a:pt x="150876" y="797052"/>
                </a:lnTo>
                <a:lnTo>
                  <a:pt x="150876" y="150114"/>
                </a:lnTo>
                <a:lnTo>
                  <a:pt x="1543050" y="150114"/>
                </a:lnTo>
                <a:lnTo>
                  <a:pt x="1555242" y="150114"/>
                </a:lnTo>
                <a:lnTo>
                  <a:pt x="1562862" y="150114"/>
                </a:lnTo>
                <a:lnTo>
                  <a:pt x="1568196" y="144780"/>
                </a:lnTo>
                <a:lnTo>
                  <a:pt x="1568196" y="5334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2434590">
              <a:lnSpc>
                <a:spcPct val="100000"/>
              </a:lnSpc>
              <a:spcBef>
                <a:spcPts val="95"/>
              </a:spcBef>
            </a:pPr>
            <a:r>
              <a:rPr dirty="0"/>
              <a:t>Lecture</a:t>
            </a:r>
            <a:r>
              <a:rPr spc="-145" dirty="0"/>
              <a:t> </a:t>
            </a:r>
            <a:r>
              <a:rPr spc="-10" dirty="0"/>
              <a:t>Outline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grpSp>
        <p:nvGrpSpPr>
          <p:cNvPr id="4" name="object 4"/>
          <p:cNvGrpSpPr/>
          <p:nvPr/>
        </p:nvGrpSpPr>
        <p:grpSpPr>
          <a:xfrm>
            <a:off x="2832354" y="1892807"/>
            <a:ext cx="4491355" cy="1068705"/>
            <a:chOff x="2832354" y="1892807"/>
            <a:chExt cx="4491355" cy="1068705"/>
          </a:xfrm>
        </p:grpSpPr>
        <p:sp>
          <p:nvSpPr>
            <p:cNvPr id="5" name="object 5"/>
            <p:cNvSpPr/>
            <p:nvPr/>
          </p:nvSpPr>
          <p:spPr>
            <a:xfrm>
              <a:off x="2845308" y="1904999"/>
              <a:ext cx="4465320" cy="131445"/>
            </a:xfrm>
            <a:custGeom>
              <a:avLst/>
              <a:gdLst/>
              <a:ahLst/>
              <a:cxnLst/>
              <a:rect l="l" t="t" r="r" b="b"/>
              <a:pathLst>
                <a:path w="4465320" h="131444">
                  <a:moveTo>
                    <a:pt x="4465320" y="0"/>
                  </a:moveTo>
                  <a:lnTo>
                    <a:pt x="0" y="0"/>
                  </a:lnTo>
                  <a:lnTo>
                    <a:pt x="130302" y="131064"/>
                  </a:lnTo>
                  <a:lnTo>
                    <a:pt x="4335018" y="131063"/>
                  </a:lnTo>
                  <a:lnTo>
                    <a:pt x="4465320" y="0"/>
                  </a:lnTo>
                  <a:close/>
                </a:path>
              </a:pathLst>
            </a:custGeom>
            <a:solidFill>
              <a:srgbClr val="B8BF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45308" y="2817875"/>
              <a:ext cx="4465320" cy="130810"/>
            </a:xfrm>
            <a:custGeom>
              <a:avLst/>
              <a:gdLst/>
              <a:ahLst/>
              <a:cxnLst/>
              <a:rect l="l" t="t" r="r" b="b"/>
              <a:pathLst>
                <a:path w="4465320" h="130810">
                  <a:moveTo>
                    <a:pt x="4465320" y="130302"/>
                  </a:moveTo>
                  <a:lnTo>
                    <a:pt x="4335018" y="0"/>
                  </a:lnTo>
                  <a:lnTo>
                    <a:pt x="130302" y="0"/>
                  </a:lnTo>
                  <a:lnTo>
                    <a:pt x="0" y="130302"/>
                  </a:lnTo>
                  <a:lnTo>
                    <a:pt x="4465320" y="130302"/>
                  </a:lnTo>
                  <a:close/>
                </a:path>
              </a:pathLst>
            </a:custGeom>
            <a:solidFill>
              <a:srgbClr val="868D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45308" y="1904999"/>
              <a:ext cx="130810" cy="1043305"/>
            </a:xfrm>
            <a:custGeom>
              <a:avLst/>
              <a:gdLst/>
              <a:ahLst/>
              <a:cxnLst/>
              <a:rect l="l" t="t" r="r" b="b"/>
              <a:pathLst>
                <a:path w="130810" h="1043305">
                  <a:moveTo>
                    <a:pt x="130302" y="912876"/>
                  </a:moveTo>
                  <a:lnTo>
                    <a:pt x="130302" y="131064"/>
                  </a:lnTo>
                  <a:lnTo>
                    <a:pt x="0" y="0"/>
                  </a:lnTo>
                  <a:lnTo>
                    <a:pt x="0" y="1043178"/>
                  </a:lnTo>
                  <a:lnTo>
                    <a:pt x="130302" y="912876"/>
                  </a:lnTo>
                  <a:close/>
                </a:path>
              </a:pathLst>
            </a:custGeom>
            <a:solidFill>
              <a:srgbClr val="CACF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80325" y="1904999"/>
              <a:ext cx="130810" cy="1043305"/>
            </a:xfrm>
            <a:custGeom>
              <a:avLst/>
              <a:gdLst/>
              <a:ahLst/>
              <a:cxnLst/>
              <a:rect l="l" t="t" r="r" b="b"/>
              <a:pathLst>
                <a:path w="130809" h="1043305">
                  <a:moveTo>
                    <a:pt x="130301" y="1043178"/>
                  </a:moveTo>
                  <a:lnTo>
                    <a:pt x="130301" y="0"/>
                  </a:lnTo>
                  <a:lnTo>
                    <a:pt x="0" y="131064"/>
                  </a:lnTo>
                  <a:lnTo>
                    <a:pt x="0" y="912876"/>
                  </a:lnTo>
                  <a:lnTo>
                    <a:pt x="130301" y="1043178"/>
                  </a:lnTo>
                  <a:close/>
                </a:path>
              </a:pathLst>
            </a:custGeom>
            <a:solidFill>
              <a:srgbClr val="6469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32354" y="1892807"/>
              <a:ext cx="4491355" cy="1068705"/>
            </a:xfrm>
            <a:custGeom>
              <a:avLst/>
              <a:gdLst/>
              <a:ahLst/>
              <a:cxnLst/>
              <a:rect l="l" t="t" r="r" b="b"/>
              <a:pathLst>
                <a:path w="4491355" h="1068705">
                  <a:moveTo>
                    <a:pt x="4491228" y="1062228"/>
                  </a:moveTo>
                  <a:lnTo>
                    <a:pt x="4491228" y="5334"/>
                  </a:lnTo>
                  <a:lnTo>
                    <a:pt x="4485132" y="0"/>
                  </a:lnTo>
                  <a:lnTo>
                    <a:pt x="6095" y="0"/>
                  </a:lnTo>
                  <a:lnTo>
                    <a:pt x="0" y="5334"/>
                  </a:lnTo>
                  <a:lnTo>
                    <a:pt x="0" y="1062228"/>
                  </a:lnTo>
                  <a:lnTo>
                    <a:pt x="3810" y="1066038"/>
                  </a:lnTo>
                  <a:lnTo>
                    <a:pt x="3810" y="21336"/>
                  </a:lnTo>
                  <a:lnTo>
                    <a:pt x="22098" y="3810"/>
                  </a:lnTo>
                  <a:lnTo>
                    <a:pt x="43433" y="25146"/>
                  </a:lnTo>
                  <a:lnTo>
                    <a:pt x="4447794" y="25146"/>
                  </a:lnTo>
                  <a:lnTo>
                    <a:pt x="4469130" y="3810"/>
                  </a:lnTo>
                  <a:lnTo>
                    <a:pt x="4487418" y="21336"/>
                  </a:lnTo>
                  <a:lnTo>
                    <a:pt x="4487418" y="1066038"/>
                  </a:lnTo>
                  <a:lnTo>
                    <a:pt x="4491228" y="1062228"/>
                  </a:lnTo>
                  <a:close/>
                </a:path>
                <a:path w="4491355" h="1068705">
                  <a:moveTo>
                    <a:pt x="43433" y="25146"/>
                  </a:moveTo>
                  <a:lnTo>
                    <a:pt x="22098" y="3810"/>
                  </a:lnTo>
                  <a:lnTo>
                    <a:pt x="3810" y="21336"/>
                  </a:lnTo>
                  <a:lnTo>
                    <a:pt x="12954" y="30480"/>
                  </a:lnTo>
                  <a:lnTo>
                    <a:pt x="12954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43433" y="25146"/>
                  </a:lnTo>
                  <a:close/>
                </a:path>
                <a:path w="4491355" h="1068705">
                  <a:moveTo>
                    <a:pt x="25146" y="1024890"/>
                  </a:moveTo>
                  <a:lnTo>
                    <a:pt x="25146" y="42672"/>
                  </a:lnTo>
                  <a:lnTo>
                    <a:pt x="3810" y="21336"/>
                  </a:lnTo>
                  <a:lnTo>
                    <a:pt x="3810" y="1046226"/>
                  </a:lnTo>
                  <a:lnTo>
                    <a:pt x="25146" y="1024890"/>
                  </a:lnTo>
                  <a:close/>
                </a:path>
                <a:path w="4491355" h="1068705">
                  <a:moveTo>
                    <a:pt x="152400" y="934212"/>
                  </a:moveTo>
                  <a:lnTo>
                    <a:pt x="134112" y="915924"/>
                  </a:lnTo>
                  <a:lnTo>
                    <a:pt x="3810" y="1046226"/>
                  </a:lnTo>
                  <a:lnTo>
                    <a:pt x="12954" y="1055370"/>
                  </a:lnTo>
                  <a:lnTo>
                    <a:pt x="12954" y="1043178"/>
                  </a:lnTo>
                  <a:lnTo>
                    <a:pt x="43433" y="1043178"/>
                  </a:lnTo>
                  <a:lnTo>
                    <a:pt x="130302" y="956310"/>
                  </a:lnTo>
                  <a:lnTo>
                    <a:pt x="130302" y="931926"/>
                  </a:lnTo>
                  <a:lnTo>
                    <a:pt x="136398" y="938022"/>
                  </a:lnTo>
                  <a:lnTo>
                    <a:pt x="148589" y="938022"/>
                  </a:lnTo>
                  <a:lnTo>
                    <a:pt x="152400" y="934212"/>
                  </a:lnTo>
                  <a:close/>
                </a:path>
                <a:path w="4491355" h="1068705">
                  <a:moveTo>
                    <a:pt x="4487418" y="1066038"/>
                  </a:moveTo>
                  <a:lnTo>
                    <a:pt x="4487418" y="1046226"/>
                  </a:lnTo>
                  <a:lnTo>
                    <a:pt x="4469130" y="1064514"/>
                  </a:lnTo>
                  <a:lnTo>
                    <a:pt x="4447794" y="1043178"/>
                  </a:lnTo>
                  <a:lnTo>
                    <a:pt x="43433" y="1043178"/>
                  </a:lnTo>
                  <a:lnTo>
                    <a:pt x="22098" y="1064514"/>
                  </a:lnTo>
                  <a:lnTo>
                    <a:pt x="3810" y="1046226"/>
                  </a:lnTo>
                  <a:lnTo>
                    <a:pt x="3810" y="1066038"/>
                  </a:lnTo>
                  <a:lnTo>
                    <a:pt x="6096" y="1068324"/>
                  </a:lnTo>
                  <a:lnTo>
                    <a:pt x="4485132" y="1068324"/>
                  </a:lnTo>
                  <a:lnTo>
                    <a:pt x="4487418" y="1066038"/>
                  </a:lnTo>
                  <a:close/>
                </a:path>
                <a:path w="4491355" h="1068705">
                  <a:moveTo>
                    <a:pt x="25146" y="25146"/>
                  </a:moveTo>
                  <a:lnTo>
                    <a:pt x="25146" y="12192"/>
                  </a:lnTo>
                  <a:lnTo>
                    <a:pt x="12954" y="25146"/>
                  </a:lnTo>
                  <a:lnTo>
                    <a:pt x="25146" y="25146"/>
                  </a:lnTo>
                  <a:close/>
                </a:path>
                <a:path w="4491355" h="1068705">
                  <a:moveTo>
                    <a:pt x="148589" y="130302"/>
                  </a:moveTo>
                  <a:lnTo>
                    <a:pt x="43433" y="25146"/>
                  </a:lnTo>
                  <a:lnTo>
                    <a:pt x="12954" y="25146"/>
                  </a:lnTo>
                  <a:lnTo>
                    <a:pt x="12954" y="30480"/>
                  </a:lnTo>
                  <a:lnTo>
                    <a:pt x="130302" y="147828"/>
                  </a:lnTo>
                  <a:lnTo>
                    <a:pt x="130302" y="135636"/>
                  </a:lnTo>
                  <a:lnTo>
                    <a:pt x="136398" y="130302"/>
                  </a:lnTo>
                  <a:lnTo>
                    <a:pt x="148589" y="130302"/>
                  </a:lnTo>
                  <a:close/>
                </a:path>
                <a:path w="4491355" h="1068705">
                  <a:moveTo>
                    <a:pt x="43433" y="1043178"/>
                  </a:moveTo>
                  <a:lnTo>
                    <a:pt x="12954" y="1043178"/>
                  </a:lnTo>
                  <a:lnTo>
                    <a:pt x="25146" y="1055370"/>
                  </a:lnTo>
                  <a:lnTo>
                    <a:pt x="25146" y="1061466"/>
                  </a:lnTo>
                  <a:lnTo>
                    <a:pt x="43433" y="1043178"/>
                  </a:lnTo>
                  <a:close/>
                </a:path>
                <a:path w="4491355" h="1068705">
                  <a:moveTo>
                    <a:pt x="25146" y="1061466"/>
                  </a:moveTo>
                  <a:lnTo>
                    <a:pt x="25146" y="1055370"/>
                  </a:lnTo>
                  <a:lnTo>
                    <a:pt x="12954" y="1043178"/>
                  </a:lnTo>
                  <a:lnTo>
                    <a:pt x="12954" y="1055370"/>
                  </a:lnTo>
                  <a:lnTo>
                    <a:pt x="22098" y="1064514"/>
                  </a:lnTo>
                  <a:lnTo>
                    <a:pt x="25146" y="1061466"/>
                  </a:lnTo>
                  <a:close/>
                </a:path>
                <a:path w="4491355" h="1068705">
                  <a:moveTo>
                    <a:pt x="152400" y="134112"/>
                  </a:moveTo>
                  <a:lnTo>
                    <a:pt x="148589" y="130302"/>
                  </a:lnTo>
                  <a:lnTo>
                    <a:pt x="136398" y="130302"/>
                  </a:lnTo>
                  <a:lnTo>
                    <a:pt x="130302" y="135636"/>
                  </a:lnTo>
                  <a:lnTo>
                    <a:pt x="130302" y="147828"/>
                  </a:lnTo>
                  <a:lnTo>
                    <a:pt x="134112" y="151638"/>
                  </a:lnTo>
                  <a:lnTo>
                    <a:pt x="152400" y="134112"/>
                  </a:lnTo>
                  <a:close/>
                </a:path>
                <a:path w="4491355" h="1068705">
                  <a:moveTo>
                    <a:pt x="152400" y="146841"/>
                  </a:moveTo>
                  <a:lnTo>
                    <a:pt x="152400" y="134112"/>
                  </a:lnTo>
                  <a:lnTo>
                    <a:pt x="134112" y="151638"/>
                  </a:lnTo>
                  <a:lnTo>
                    <a:pt x="130302" y="147828"/>
                  </a:lnTo>
                  <a:lnTo>
                    <a:pt x="130302" y="919734"/>
                  </a:lnTo>
                  <a:lnTo>
                    <a:pt x="134112" y="915924"/>
                  </a:lnTo>
                  <a:lnTo>
                    <a:pt x="143256" y="925068"/>
                  </a:lnTo>
                  <a:lnTo>
                    <a:pt x="143256" y="155448"/>
                  </a:lnTo>
                  <a:lnTo>
                    <a:pt x="152400" y="146841"/>
                  </a:lnTo>
                  <a:close/>
                </a:path>
                <a:path w="4491355" h="1068705">
                  <a:moveTo>
                    <a:pt x="148589" y="938022"/>
                  </a:moveTo>
                  <a:lnTo>
                    <a:pt x="136398" y="938022"/>
                  </a:lnTo>
                  <a:lnTo>
                    <a:pt x="130302" y="931926"/>
                  </a:lnTo>
                  <a:lnTo>
                    <a:pt x="130302" y="956310"/>
                  </a:lnTo>
                  <a:lnTo>
                    <a:pt x="148589" y="938022"/>
                  </a:lnTo>
                  <a:close/>
                </a:path>
                <a:path w="4491355" h="1068705">
                  <a:moveTo>
                    <a:pt x="156210" y="155448"/>
                  </a:moveTo>
                  <a:lnTo>
                    <a:pt x="156210" y="143256"/>
                  </a:lnTo>
                  <a:lnTo>
                    <a:pt x="143256" y="155448"/>
                  </a:lnTo>
                  <a:lnTo>
                    <a:pt x="156210" y="155448"/>
                  </a:lnTo>
                  <a:close/>
                </a:path>
                <a:path w="4491355" h="1068705">
                  <a:moveTo>
                    <a:pt x="156210" y="912114"/>
                  </a:moveTo>
                  <a:lnTo>
                    <a:pt x="156210" y="155448"/>
                  </a:lnTo>
                  <a:lnTo>
                    <a:pt x="143256" y="155448"/>
                  </a:lnTo>
                  <a:lnTo>
                    <a:pt x="143256" y="912114"/>
                  </a:lnTo>
                  <a:lnTo>
                    <a:pt x="156210" y="912114"/>
                  </a:lnTo>
                  <a:close/>
                </a:path>
                <a:path w="4491355" h="1068705">
                  <a:moveTo>
                    <a:pt x="4347972" y="912114"/>
                  </a:moveTo>
                  <a:lnTo>
                    <a:pt x="143256" y="912114"/>
                  </a:lnTo>
                  <a:lnTo>
                    <a:pt x="156210" y="925068"/>
                  </a:lnTo>
                  <a:lnTo>
                    <a:pt x="156210" y="938022"/>
                  </a:lnTo>
                  <a:lnTo>
                    <a:pt x="4335017" y="938022"/>
                  </a:lnTo>
                  <a:lnTo>
                    <a:pt x="4335017" y="925068"/>
                  </a:lnTo>
                  <a:lnTo>
                    <a:pt x="4347972" y="912114"/>
                  </a:lnTo>
                  <a:close/>
                </a:path>
                <a:path w="4491355" h="1068705">
                  <a:moveTo>
                    <a:pt x="156210" y="938022"/>
                  </a:moveTo>
                  <a:lnTo>
                    <a:pt x="156210" y="925068"/>
                  </a:lnTo>
                  <a:lnTo>
                    <a:pt x="143256" y="912114"/>
                  </a:lnTo>
                  <a:lnTo>
                    <a:pt x="143256" y="925068"/>
                  </a:lnTo>
                  <a:lnTo>
                    <a:pt x="152400" y="934212"/>
                  </a:lnTo>
                  <a:lnTo>
                    <a:pt x="152400" y="938022"/>
                  </a:lnTo>
                  <a:lnTo>
                    <a:pt x="156210" y="938022"/>
                  </a:lnTo>
                  <a:close/>
                </a:path>
                <a:path w="4491355" h="1068705">
                  <a:moveTo>
                    <a:pt x="4342637" y="130302"/>
                  </a:moveTo>
                  <a:lnTo>
                    <a:pt x="148589" y="130302"/>
                  </a:lnTo>
                  <a:lnTo>
                    <a:pt x="152400" y="134112"/>
                  </a:lnTo>
                  <a:lnTo>
                    <a:pt x="152400" y="146841"/>
                  </a:lnTo>
                  <a:lnTo>
                    <a:pt x="156210" y="143256"/>
                  </a:lnTo>
                  <a:lnTo>
                    <a:pt x="156210" y="155448"/>
                  </a:lnTo>
                  <a:lnTo>
                    <a:pt x="4335017" y="155448"/>
                  </a:lnTo>
                  <a:lnTo>
                    <a:pt x="4335017" y="143255"/>
                  </a:lnTo>
                  <a:lnTo>
                    <a:pt x="4338828" y="146841"/>
                  </a:lnTo>
                  <a:lnTo>
                    <a:pt x="4338828" y="134112"/>
                  </a:lnTo>
                  <a:lnTo>
                    <a:pt x="4342637" y="130302"/>
                  </a:lnTo>
                  <a:close/>
                </a:path>
                <a:path w="4491355" h="1068705">
                  <a:moveTo>
                    <a:pt x="152400" y="938022"/>
                  </a:moveTo>
                  <a:lnTo>
                    <a:pt x="152400" y="934212"/>
                  </a:lnTo>
                  <a:lnTo>
                    <a:pt x="148589" y="938022"/>
                  </a:lnTo>
                  <a:lnTo>
                    <a:pt x="152400" y="938022"/>
                  </a:lnTo>
                  <a:close/>
                </a:path>
                <a:path w="4491355" h="1068705">
                  <a:moveTo>
                    <a:pt x="4347972" y="155448"/>
                  </a:moveTo>
                  <a:lnTo>
                    <a:pt x="4335017" y="143255"/>
                  </a:lnTo>
                  <a:lnTo>
                    <a:pt x="4335017" y="155448"/>
                  </a:lnTo>
                  <a:lnTo>
                    <a:pt x="4347972" y="155448"/>
                  </a:lnTo>
                  <a:close/>
                </a:path>
                <a:path w="4491355" h="1068705">
                  <a:moveTo>
                    <a:pt x="4347972" y="912114"/>
                  </a:moveTo>
                  <a:lnTo>
                    <a:pt x="4347972" y="155448"/>
                  </a:lnTo>
                  <a:lnTo>
                    <a:pt x="4335017" y="155448"/>
                  </a:lnTo>
                  <a:lnTo>
                    <a:pt x="4335017" y="912114"/>
                  </a:lnTo>
                  <a:lnTo>
                    <a:pt x="4347972" y="912114"/>
                  </a:lnTo>
                  <a:close/>
                </a:path>
                <a:path w="4491355" h="1068705">
                  <a:moveTo>
                    <a:pt x="4347972" y="925067"/>
                  </a:moveTo>
                  <a:lnTo>
                    <a:pt x="4347972" y="912114"/>
                  </a:lnTo>
                  <a:lnTo>
                    <a:pt x="4335017" y="925068"/>
                  </a:lnTo>
                  <a:lnTo>
                    <a:pt x="4335017" y="938022"/>
                  </a:lnTo>
                  <a:lnTo>
                    <a:pt x="4338828" y="938022"/>
                  </a:lnTo>
                  <a:lnTo>
                    <a:pt x="4338828" y="934212"/>
                  </a:lnTo>
                  <a:lnTo>
                    <a:pt x="4347972" y="925067"/>
                  </a:lnTo>
                  <a:close/>
                </a:path>
                <a:path w="4491355" h="1068705">
                  <a:moveTo>
                    <a:pt x="4360926" y="147828"/>
                  </a:moveTo>
                  <a:lnTo>
                    <a:pt x="4360926" y="135636"/>
                  </a:lnTo>
                  <a:lnTo>
                    <a:pt x="4354830" y="130302"/>
                  </a:lnTo>
                  <a:lnTo>
                    <a:pt x="4342637" y="130302"/>
                  </a:lnTo>
                  <a:lnTo>
                    <a:pt x="4338828" y="134112"/>
                  </a:lnTo>
                  <a:lnTo>
                    <a:pt x="4357116" y="151638"/>
                  </a:lnTo>
                  <a:lnTo>
                    <a:pt x="4360926" y="147828"/>
                  </a:lnTo>
                  <a:close/>
                </a:path>
                <a:path w="4491355" h="1068705">
                  <a:moveTo>
                    <a:pt x="4360926" y="919734"/>
                  </a:moveTo>
                  <a:lnTo>
                    <a:pt x="4360926" y="147828"/>
                  </a:lnTo>
                  <a:lnTo>
                    <a:pt x="4357116" y="151638"/>
                  </a:lnTo>
                  <a:lnTo>
                    <a:pt x="4338828" y="134112"/>
                  </a:lnTo>
                  <a:lnTo>
                    <a:pt x="4338828" y="146841"/>
                  </a:lnTo>
                  <a:lnTo>
                    <a:pt x="4347972" y="155448"/>
                  </a:lnTo>
                  <a:lnTo>
                    <a:pt x="4347972" y="925067"/>
                  </a:lnTo>
                  <a:lnTo>
                    <a:pt x="4357116" y="915924"/>
                  </a:lnTo>
                  <a:lnTo>
                    <a:pt x="4360926" y="919734"/>
                  </a:lnTo>
                  <a:close/>
                </a:path>
                <a:path w="4491355" h="1068705">
                  <a:moveTo>
                    <a:pt x="4487418" y="1046226"/>
                  </a:moveTo>
                  <a:lnTo>
                    <a:pt x="4357116" y="915924"/>
                  </a:lnTo>
                  <a:lnTo>
                    <a:pt x="4338828" y="934212"/>
                  </a:lnTo>
                  <a:lnTo>
                    <a:pt x="4342637" y="938021"/>
                  </a:lnTo>
                  <a:lnTo>
                    <a:pt x="4354830" y="938022"/>
                  </a:lnTo>
                  <a:lnTo>
                    <a:pt x="4360926" y="931926"/>
                  </a:lnTo>
                  <a:lnTo>
                    <a:pt x="4360926" y="956310"/>
                  </a:lnTo>
                  <a:lnTo>
                    <a:pt x="4447794" y="1043178"/>
                  </a:lnTo>
                  <a:lnTo>
                    <a:pt x="4478274" y="1043178"/>
                  </a:lnTo>
                  <a:lnTo>
                    <a:pt x="4478274" y="1055369"/>
                  </a:lnTo>
                  <a:lnTo>
                    <a:pt x="4487418" y="1046226"/>
                  </a:lnTo>
                  <a:close/>
                </a:path>
                <a:path w="4491355" h="1068705">
                  <a:moveTo>
                    <a:pt x="4342637" y="938022"/>
                  </a:moveTo>
                  <a:lnTo>
                    <a:pt x="4338828" y="934212"/>
                  </a:lnTo>
                  <a:lnTo>
                    <a:pt x="4338828" y="938022"/>
                  </a:lnTo>
                  <a:lnTo>
                    <a:pt x="4342637" y="938022"/>
                  </a:lnTo>
                  <a:close/>
                </a:path>
                <a:path w="4491355" h="1068705">
                  <a:moveTo>
                    <a:pt x="4478274" y="30479"/>
                  </a:moveTo>
                  <a:lnTo>
                    <a:pt x="4478274" y="25146"/>
                  </a:lnTo>
                  <a:lnTo>
                    <a:pt x="4447794" y="25146"/>
                  </a:lnTo>
                  <a:lnTo>
                    <a:pt x="4342637" y="130302"/>
                  </a:lnTo>
                  <a:lnTo>
                    <a:pt x="4354830" y="130302"/>
                  </a:lnTo>
                  <a:lnTo>
                    <a:pt x="4360926" y="135636"/>
                  </a:lnTo>
                  <a:lnTo>
                    <a:pt x="4360926" y="147828"/>
                  </a:lnTo>
                  <a:lnTo>
                    <a:pt x="4478274" y="30479"/>
                  </a:lnTo>
                  <a:close/>
                </a:path>
                <a:path w="4491355" h="1068705">
                  <a:moveTo>
                    <a:pt x="4360926" y="956310"/>
                  </a:moveTo>
                  <a:lnTo>
                    <a:pt x="4360926" y="931926"/>
                  </a:lnTo>
                  <a:lnTo>
                    <a:pt x="4354830" y="938022"/>
                  </a:lnTo>
                  <a:lnTo>
                    <a:pt x="4342637" y="938022"/>
                  </a:lnTo>
                  <a:lnTo>
                    <a:pt x="4360926" y="956310"/>
                  </a:lnTo>
                  <a:close/>
                </a:path>
                <a:path w="4491355" h="1068705">
                  <a:moveTo>
                    <a:pt x="4487418" y="21336"/>
                  </a:moveTo>
                  <a:lnTo>
                    <a:pt x="4469130" y="3810"/>
                  </a:lnTo>
                  <a:lnTo>
                    <a:pt x="4447794" y="25146"/>
                  </a:lnTo>
                  <a:lnTo>
                    <a:pt x="4466082" y="25146"/>
                  </a:lnTo>
                  <a:lnTo>
                    <a:pt x="4466082" y="12192"/>
                  </a:lnTo>
                  <a:lnTo>
                    <a:pt x="4478274" y="25146"/>
                  </a:lnTo>
                  <a:lnTo>
                    <a:pt x="4478274" y="30479"/>
                  </a:lnTo>
                  <a:lnTo>
                    <a:pt x="4487418" y="21336"/>
                  </a:lnTo>
                  <a:close/>
                </a:path>
                <a:path w="4491355" h="1068705">
                  <a:moveTo>
                    <a:pt x="4478274" y="1043178"/>
                  </a:moveTo>
                  <a:lnTo>
                    <a:pt x="4447794" y="1043178"/>
                  </a:lnTo>
                  <a:lnTo>
                    <a:pt x="4466082" y="1061466"/>
                  </a:lnTo>
                  <a:lnTo>
                    <a:pt x="4466082" y="1055370"/>
                  </a:lnTo>
                  <a:lnTo>
                    <a:pt x="4478274" y="1043178"/>
                  </a:lnTo>
                  <a:close/>
                </a:path>
                <a:path w="4491355" h="1068705">
                  <a:moveTo>
                    <a:pt x="4478274" y="25146"/>
                  </a:moveTo>
                  <a:lnTo>
                    <a:pt x="4466082" y="12192"/>
                  </a:lnTo>
                  <a:lnTo>
                    <a:pt x="4466082" y="25146"/>
                  </a:lnTo>
                  <a:lnTo>
                    <a:pt x="4478274" y="25146"/>
                  </a:lnTo>
                  <a:close/>
                </a:path>
                <a:path w="4491355" h="1068705">
                  <a:moveTo>
                    <a:pt x="4487418" y="1046226"/>
                  </a:moveTo>
                  <a:lnTo>
                    <a:pt x="4487418" y="21336"/>
                  </a:lnTo>
                  <a:lnTo>
                    <a:pt x="4466082" y="42671"/>
                  </a:lnTo>
                  <a:lnTo>
                    <a:pt x="4466082" y="1024890"/>
                  </a:lnTo>
                  <a:lnTo>
                    <a:pt x="4487418" y="1046226"/>
                  </a:lnTo>
                  <a:close/>
                </a:path>
                <a:path w="4491355" h="1068705">
                  <a:moveTo>
                    <a:pt x="4478274" y="1055369"/>
                  </a:moveTo>
                  <a:lnTo>
                    <a:pt x="4478274" y="1043178"/>
                  </a:lnTo>
                  <a:lnTo>
                    <a:pt x="4466082" y="1055370"/>
                  </a:lnTo>
                  <a:lnTo>
                    <a:pt x="4466082" y="1061466"/>
                  </a:lnTo>
                  <a:lnTo>
                    <a:pt x="4469130" y="1064514"/>
                  </a:lnTo>
                  <a:lnTo>
                    <a:pt x="4478274" y="10553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975610" y="2036064"/>
            <a:ext cx="4204970" cy="782320"/>
          </a:xfrm>
          <a:prstGeom prst="rect">
            <a:avLst/>
          </a:prstGeom>
          <a:solidFill>
            <a:srgbClr val="A7AFF7"/>
          </a:solidFill>
        </p:spPr>
        <p:txBody>
          <a:bodyPr vert="horz" wrap="square" lIns="0" tIns="2470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45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Discussion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53000" y="3124200"/>
            <a:ext cx="381000" cy="609600"/>
          </a:xfrm>
          <a:custGeom>
            <a:avLst/>
            <a:gdLst/>
            <a:ahLst/>
            <a:cxnLst/>
            <a:rect l="l" t="t" r="r" b="b"/>
            <a:pathLst>
              <a:path w="381000" h="609600">
                <a:moveTo>
                  <a:pt x="381000" y="419100"/>
                </a:moveTo>
                <a:lnTo>
                  <a:pt x="285750" y="419100"/>
                </a:lnTo>
                <a:lnTo>
                  <a:pt x="285749" y="0"/>
                </a:lnTo>
                <a:lnTo>
                  <a:pt x="95249" y="0"/>
                </a:lnTo>
                <a:lnTo>
                  <a:pt x="95250" y="419100"/>
                </a:lnTo>
                <a:lnTo>
                  <a:pt x="0" y="419100"/>
                </a:lnTo>
                <a:lnTo>
                  <a:pt x="190500" y="609600"/>
                </a:lnTo>
                <a:lnTo>
                  <a:pt x="381000" y="41910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22274" y="5188711"/>
            <a:ext cx="1070610" cy="4305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0"/>
              </a:spcBef>
            </a:pP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Cloud Infrastructure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29968" y="4679441"/>
            <a:ext cx="289560" cy="247015"/>
          </a:xfrm>
          <a:custGeom>
            <a:avLst/>
            <a:gdLst/>
            <a:ahLst/>
            <a:cxnLst/>
            <a:rect l="l" t="t" r="r" b="b"/>
            <a:pathLst>
              <a:path w="289560" h="247014">
                <a:moveTo>
                  <a:pt x="289560" y="8382"/>
                </a:moveTo>
                <a:lnTo>
                  <a:pt x="286512" y="3810"/>
                </a:lnTo>
                <a:lnTo>
                  <a:pt x="282702" y="2286"/>
                </a:lnTo>
                <a:lnTo>
                  <a:pt x="278130" y="0"/>
                </a:lnTo>
                <a:lnTo>
                  <a:pt x="272796" y="762"/>
                </a:lnTo>
                <a:lnTo>
                  <a:pt x="268986" y="3810"/>
                </a:lnTo>
                <a:lnTo>
                  <a:pt x="5334" y="224790"/>
                </a:lnTo>
                <a:lnTo>
                  <a:pt x="1524" y="227838"/>
                </a:lnTo>
                <a:lnTo>
                  <a:pt x="0" y="233172"/>
                </a:lnTo>
                <a:lnTo>
                  <a:pt x="3048" y="243840"/>
                </a:lnTo>
                <a:lnTo>
                  <a:pt x="8382" y="246888"/>
                </a:lnTo>
                <a:lnTo>
                  <a:pt x="13716" y="246888"/>
                </a:lnTo>
                <a:lnTo>
                  <a:pt x="264414" y="246888"/>
                </a:lnTo>
                <a:lnTo>
                  <a:pt x="277368" y="246888"/>
                </a:lnTo>
                <a:lnTo>
                  <a:pt x="284226" y="246888"/>
                </a:lnTo>
                <a:lnTo>
                  <a:pt x="284988" y="246126"/>
                </a:lnTo>
                <a:lnTo>
                  <a:pt x="289560" y="241554"/>
                </a:lnTo>
                <a:lnTo>
                  <a:pt x="289560" y="8382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476500" y="4678679"/>
            <a:ext cx="1610360" cy="803275"/>
          </a:xfrm>
          <a:custGeom>
            <a:avLst/>
            <a:gdLst/>
            <a:ahLst/>
            <a:cxnLst/>
            <a:rect l="l" t="t" r="r" b="b"/>
            <a:pathLst>
              <a:path w="1610360" h="803275">
                <a:moveTo>
                  <a:pt x="1610106" y="6096"/>
                </a:moveTo>
                <a:lnTo>
                  <a:pt x="1604772" y="0"/>
                </a:lnTo>
                <a:lnTo>
                  <a:pt x="6096" y="0"/>
                </a:lnTo>
                <a:lnTo>
                  <a:pt x="0" y="6096"/>
                </a:lnTo>
                <a:lnTo>
                  <a:pt x="0" y="797814"/>
                </a:lnTo>
                <a:lnTo>
                  <a:pt x="6096" y="803148"/>
                </a:lnTo>
                <a:lnTo>
                  <a:pt x="12954" y="803148"/>
                </a:lnTo>
                <a:lnTo>
                  <a:pt x="25908" y="803148"/>
                </a:lnTo>
                <a:lnTo>
                  <a:pt x="125730" y="803148"/>
                </a:lnTo>
                <a:lnTo>
                  <a:pt x="145542" y="803148"/>
                </a:lnTo>
                <a:lnTo>
                  <a:pt x="150876" y="797814"/>
                </a:lnTo>
                <a:lnTo>
                  <a:pt x="150876" y="150876"/>
                </a:lnTo>
                <a:lnTo>
                  <a:pt x="1584960" y="150876"/>
                </a:lnTo>
                <a:lnTo>
                  <a:pt x="1597152" y="150876"/>
                </a:lnTo>
                <a:lnTo>
                  <a:pt x="1604772" y="150876"/>
                </a:lnTo>
                <a:lnTo>
                  <a:pt x="1610106" y="144780"/>
                </a:lnTo>
                <a:lnTo>
                  <a:pt x="1610106" y="6096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658110" y="4834382"/>
            <a:ext cx="1241425" cy="62293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0"/>
              </a:spcBef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Service</a:t>
            </a:r>
            <a:r>
              <a:rPr sz="14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Models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 Cloud Computing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552444" y="4325111"/>
            <a:ext cx="295910" cy="247015"/>
          </a:xfrm>
          <a:custGeom>
            <a:avLst/>
            <a:gdLst/>
            <a:ahLst/>
            <a:cxnLst/>
            <a:rect l="l" t="t" r="r" b="b"/>
            <a:pathLst>
              <a:path w="295910" h="247014">
                <a:moveTo>
                  <a:pt x="295656" y="9144"/>
                </a:moveTo>
                <a:lnTo>
                  <a:pt x="293370" y="4572"/>
                </a:lnTo>
                <a:lnTo>
                  <a:pt x="284226" y="0"/>
                </a:lnTo>
                <a:lnTo>
                  <a:pt x="278892" y="762"/>
                </a:lnTo>
                <a:lnTo>
                  <a:pt x="275082" y="3810"/>
                </a:lnTo>
                <a:lnTo>
                  <a:pt x="5334" y="224790"/>
                </a:lnTo>
                <a:lnTo>
                  <a:pt x="1524" y="227838"/>
                </a:lnTo>
                <a:lnTo>
                  <a:pt x="0" y="233934"/>
                </a:lnTo>
                <a:lnTo>
                  <a:pt x="1524" y="238506"/>
                </a:lnTo>
                <a:lnTo>
                  <a:pt x="3048" y="243840"/>
                </a:lnTo>
                <a:lnTo>
                  <a:pt x="8382" y="246888"/>
                </a:lnTo>
                <a:lnTo>
                  <a:pt x="13716" y="246888"/>
                </a:lnTo>
                <a:lnTo>
                  <a:pt x="270510" y="246888"/>
                </a:lnTo>
                <a:lnTo>
                  <a:pt x="283464" y="246888"/>
                </a:lnTo>
                <a:lnTo>
                  <a:pt x="290322" y="246888"/>
                </a:lnTo>
                <a:lnTo>
                  <a:pt x="291084" y="246126"/>
                </a:lnTo>
                <a:lnTo>
                  <a:pt x="295656" y="241554"/>
                </a:lnTo>
                <a:lnTo>
                  <a:pt x="295656" y="9144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55008" y="4324350"/>
            <a:ext cx="1701800" cy="803910"/>
          </a:xfrm>
          <a:custGeom>
            <a:avLst/>
            <a:gdLst/>
            <a:ahLst/>
            <a:cxnLst/>
            <a:rect l="l" t="t" r="r" b="b"/>
            <a:pathLst>
              <a:path w="1701800" h="803910">
                <a:moveTo>
                  <a:pt x="1701546" y="6096"/>
                </a:moveTo>
                <a:lnTo>
                  <a:pt x="1696212" y="0"/>
                </a:lnTo>
                <a:lnTo>
                  <a:pt x="5334" y="0"/>
                </a:lnTo>
                <a:lnTo>
                  <a:pt x="0" y="6096"/>
                </a:lnTo>
                <a:lnTo>
                  <a:pt x="0" y="797814"/>
                </a:lnTo>
                <a:lnTo>
                  <a:pt x="5334" y="803910"/>
                </a:lnTo>
                <a:lnTo>
                  <a:pt x="12192" y="803910"/>
                </a:lnTo>
                <a:lnTo>
                  <a:pt x="25146" y="803910"/>
                </a:lnTo>
                <a:lnTo>
                  <a:pt x="124968" y="803910"/>
                </a:lnTo>
                <a:lnTo>
                  <a:pt x="144780" y="803910"/>
                </a:lnTo>
                <a:lnTo>
                  <a:pt x="150876" y="797814"/>
                </a:lnTo>
                <a:lnTo>
                  <a:pt x="150876" y="150876"/>
                </a:lnTo>
                <a:lnTo>
                  <a:pt x="1676400" y="150876"/>
                </a:lnTo>
                <a:lnTo>
                  <a:pt x="1688592" y="150876"/>
                </a:lnTo>
                <a:lnTo>
                  <a:pt x="1696212" y="150876"/>
                </a:lnTo>
                <a:lnTo>
                  <a:pt x="1701546" y="145542"/>
                </a:lnTo>
                <a:lnTo>
                  <a:pt x="1701546" y="6096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36617" y="4480052"/>
            <a:ext cx="13379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Cloud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 Stack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30190" y="3971543"/>
            <a:ext cx="312420" cy="247015"/>
          </a:xfrm>
          <a:custGeom>
            <a:avLst/>
            <a:gdLst/>
            <a:ahLst/>
            <a:cxnLst/>
            <a:rect l="l" t="t" r="r" b="b"/>
            <a:pathLst>
              <a:path w="312420" h="247014">
                <a:moveTo>
                  <a:pt x="312420" y="8382"/>
                </a:moveTo>
                <a:lnTo>
                  <a:pt x="309372" y="3810"/>
                </a:lnTo>
                <a:lnTo>
                  <a:pt x="304800" y="2286"/>
                </a:lnTo>
                <a:lnTo>
                  <a:pt x="300990" y="0"/>
                </a:lnTo>
                <a:lnTo>
                  <a:pt x="295656" y="762"/>
                </a:lnTo>
                <a:lnTo>
                  <a:pt x="291846" y="3048"/>
                </a:lnTo>
                <a:lnTo>
                  <a:pt x="6096" y="224028"/>
                </a:lnTo>
                <a:lnTo>
                  <a:pt x="1524" y="227076"/>
                </a:lnTo>
                <a:lnTo>
                  <a:pt x="0" y="233172"/>
                </a:lnTo>
                <a:lnTo>
                  <a:pt x="1524" y="238506"/>
                </a:lnTo>
                <a:lnTo>
                  <a:pt x="3048" y="243078"/>
                </a:lnTo>
                <a:lnTo>
                  <a:pt x="8382" y="246888"/>
                </a:lnTo>
                <a:lnTo>
                  <a:pt x="13716" y="246888"/>
                </a:lnTo>
                <a:lnTo>
                  <a:pt x="286512" y="246888"/>
                </a:lnTo>
                <a:lnTo>
                  <a:pt x="299466" y="246888"/>
                </a:lnTo>
                <a:lnTo>
                  <a:pt x="306324" y="246888"/>
                </a:lnTo>
                <a:lnTo>
                  <a:pt x="307086" y="246126"/>
                </a:lnTo>
                <a:lnTo>
                  <a:pt x="312420" y="240792"/>
                </a:lnTo>
                <a:lnTo>
                  <a:pt x="312420" y="8382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152894" y="3617213"/>
            <a:ext cx="300990" cy="247015"/>
          </a:xfrm>
          <a:custGeom>
            <a:avLst/>
            <a:gdLst/>
            <a:ahLst/>
            <a:cxnLst/>
            <a:rect l="l" t="t" r="r" b="b"/>
            <a:pathLst>
              <a:path w="300990" h="247014">
                <a:moveTo>
                  <a:pt x="300990" y="9144"/>
                </a:moveTo>
                <a:lnTo>
                  <a:pt x="297942" y="4572"/>
                </a:lnTo>
                <a:lnTo>
                  <a:pt x="288798" y="0"/>
                </a:lnTo>
                <a:lnTo>
                  <a:pt x="284226" y="762"/>
                </a:lnTo>
                <a:lnTo>
                  <a:pt x="1524" y="227838"/>
                </a:lnTo>
                <a:lnTo>
                  <a:pt x="0" y="233172"/>
                </a:lnTo>
                <a:lnTo>
                  <a:pt x="3048" y="243840"/>
                </a:lnTo>
                <a:lnTo>
                  <a:pt x="8382" y="246888"/>
                </a:lnTo>
                <a:lnTo>
                  <a:pt x="13716" y="246888"/>
                </a:lnTo>
                <a:lnTo>
                  <a:pt x="275082" y="246888"/>
                </a:lnTo>
                <a:lnTo>
                  <a:pt x="288036" y="246888"/>
                </a:lnTo>
                <a:lnTo>
                  <a:pt x="294894" y="246888"/>
                </a:lnTo>
                <a:lnTo>
                  <a:pt x="295656" y="246227"/>
                </a:lnTo>
                <a:lnTo>
                  <a:pt x="300990" y="241554"/>
                </a:lnTo>
                <a:lnTo>
                  <a:pt x="300990" y="9144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076950" y="3617975"/>
            <a:ext cx="3416935" cy="1156335"/>
          </a:xfrm>
          <a:custGeom>
            <a:avLst/>
            <a:gdLst/>
            <a:ahLst/>
            <a:cxnLst/>
            <a:rect l="l" t="t" r="r" b="b"/>
            <a:pathLst>
              <a:path w="3416934" h="1156335">
                <a:moveTo>
                  <a:pt x="1632204" y="359664"/>
                </a:moveTo>
                <a:lnTo>
                  <a:pt x="1626870" y="354330"/>
                </a:lnTo>
                <a:lnTo>
                  <a:pt x="6096" y="354330"/>
                </a:lnTo>
                <a:lnTo>
                  <a:pt x="0" y="359664"/>
                </a:lnTo>
                <a:lnTo>
                  <a:pt x="0" y="1150620"/>
                </a:lnTo>
                <a:lnTo>
                  <a:pt x="6096" y="1155954"/>
                </a:lnTo>
                <a:lnTo>
                  <a:pt x="12954" y="1155954"/>
                </a:lnTo>
                <a:lnTo>
                  <a:pt x="25908" y="1155954"/>
                </a:lnTo>
                <a:lnTo>
                  <a:pt x="125730" y="1155954"/>
                </a:lnTo>
                <a:lnTo>
                  <a:pt x="145542" y="1155954"/>
                </a:lnTo>
                <a:lnTo>
                  <a:pt x="150876" y="1150620"/>
                </a:lnTo>
                <a:lnTo>
                  <a:pt x="150876" y="504444"/>
                </a:lnTo>
                <a:lnTo>
                  <a:pt x="1607058" y="504444"/>
                </a:lnTo>
                <a:lnTo>
                  <a:pt x="1619250" y="504444"/>
                </a:lnTo>
                <a:lnTo>
                  <a:pt x="1626870" y="504444"/>
                </a:lnTo>
                <a:lnTo>
                  <a:pt x="1632204" y="499110"/>
                </a:lnTo>
                <a:lnTo>
                  <a:pt x="1632204" y="359664"/>
                </a:lnTo>
                <a:close/>
              </a:path>
              <a:path w="3416934" h="1156335">
                <a:moveTo>
                  <a:pt x="3416808" y="6096"/>
                </a:moveTo>
                <a:lnTo>
                  <a:pt x="3410712" y="0"/>
                </a:lnTo>
                <a:lnTo>
                  <a:pt x="1764792" y="0"/>
                </a:lnTo>
                <a:lnTo>
                  <a:pt x="1759458" y="6096"/>
                </a:lnTo>
                <a:lnTo>
                  <a:pt x="1759458" y="797814"/>
                </a:lnTo>
                <a:lnTo>
                  <a:pt x="1764792" y="803910"/>
                </a:lnTo>
                <a:lnTo>
                  <a:pt x="1771650" y="803910"/>
                </a:lnTo>
                <a:lnTo>
                  <a:pt x="1784604" y="803910"/>
                </a:lnTo>
                <a:lnTo>
                  <a:pt x="1884426" y="803910"/>
                </a:lnTo>
                <a:lnTo>
                  <a:pt x="1904238" y="803910"/>
                </a:lnTo>
                <a:lnTo>
                  <a:pt x="1910334" y="797814"/>
                </a:lnTo>
                <a:lnTo>
                  <a:pt x="1910334" y="150876"/>
                </a:lnTo>
                <a:lnTo>
                  <a:pt x="3390900" y="150876"/>
                </a:lnTo>
                <a:lnTo>
                  <a:pt x="3403854" y="150876"/>
                </a:lnTo>
                <a:lnTo>
                  <a:pt x="3410712" y="150876"/>
                </a:lnTo>
                <a:lnTo>
                  <a:pt x="3416808" y="145542"/>
                </a:lnTo>
                <a:lnTo>
                  <a:pt x="3416808" y="6096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018018" y="3772153"/>
            <a:ext cx="1368425" cy="4305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0"/>
              </a:spcBef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Software</a:t>
            </a:r>
            <a:r>
              <a:rPr sz="14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Service Models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911590" y="3263645"/>
            <a:ext cx="304165" cy="247015"/>
          </a:xfrm>
          <a:custGeom>
            <a:avLst/>
            <a:gdLst/>
            <a:ahLst/>
            <a:cxnLst/>
            <a:rect l="l" t="t" r="r" b="b"/>
            <a:pathLst>
              <a:path w="304165" h="247014">
                <a:moveTo>
                  <a:pt x="304038" y="8382"/>
                </a:moveTo>
                <a:lnTo>
                  <a:pt x="301752" y="3810"/>
                </a:lnTo>
                <a:lnTo>
                  <a:pt x="297180" y="1524"/>
                </a:lnTo>
                <a:lnTo>
                  <a:pt x="292608" y="0"/>
                </a:lnTo>
                <a:lnTo>
                  <a:pt x="287274" y="0"/>
                </a:lnTo>
                <a:lnTo>
                  <a:pt x="6096" y="224028"/>
                </a:lnTo>
                <a:lnTo>
                  <a:pt x="1524" y="227076"/>
                </a:lnTo>
                <a:lnTo>
                  <a:pt x="0" y="233172"/>
                </a:lnTo>
                <a:lnTo>
                  <a:pt x="1524" y="238506"/>
                </a:lnTo>
                <a:lnTo>
                  <a:pt x="3810" y="243078"/>
                </a:lnTo>
                <a:lnTo>
                  <a:pt x="8382" y="246888"/>
                </a:lnTo>
                <a:lnTo>
                  <a:pt x="13716" y="246888"/>
                </a:lnTo>
                <a:lnTo>
                  <a:pt x="278892" y="246888"/>
                </a:lnTo>
                <a:lnTo>
                  <a:pt x="291846" y="246888"/>
                </a:lnTo>
                <a:lnTo>
                  <a:pt x="298704" y="246888"/>
                </a:lnTo>
                <a:lnTo>
                  <a:pt x="299466" y="246024"/>
                </a:lnTo>
                <a:lnTo>
                  <a:pt x="304038" y="240792"/>
                </a:lnTo>
                <a:lnTo>
                  <a:pt x="304038" y="8382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771131" y="5173979"/>
            <a:ext cx="346075" cy="741680"/>
          </a:xfrm>
          <a:custGeom>
            <a:avLst/>
            <a:gdLst/>
            <a:ahLst/>
            <a:cxnLst/>
            <a:rect l="l" t="t" r="r" b="b"/>
            <a:pathLst>
              <a:path w="346075" h="741679">
                <a:moveTo>
                  <a:pt x="345948" y="741426"/>
                </a:moveTo>
                <a:lnTo>
                  <a:pt x="345947" y="172973"/>
                </a:lnTo>
                <a:lnTo>
                  <a:pt x="172973" y="0"/>
                </a:lnTo>
                <a:lnTo>
                  <a:pt x="0" y="172973"/>
                </a:lnTo>
                <a:lnTo>
                  <a:pt x="0" y="741426"/>
                </a:lnTo>
                <a:lnTo>
                  <a:pt x="172974" y="568452"/>
                </a:lnTo>
                <a:lnTo>
                  <a:pt x="345948" y="74142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258559" y="4131055"/>
            <a:ext cx="1298575" cy="62293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0"/>
              </a:spcBef>
            </a:pPr>
            <a:r>
              <a:rPr sz="1400" spc="-10" dirty="0">
                <a:solidFill>
                  <a:srgbClr val="170FC1"/>
                </a:solidFill>
                <a:latin typeface="Arial MT"/>
                <a:cs typeface="Arial MT"/>
              </a:rPr>
              <a:t>Types</a:t>
            </a:r>
            <a:r>
              <a:rPr sz="1400" spc="-40" dirty="0">
                <a:solidFill>
                  <a:srgbClr val="170FC1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70FC1"/>
                </a:solidFill>
                <a:latin typeface="Arial MT"/>
                <a:cs typeface="Arial MT"/>
              </a:rPr>
              <a:t>of</a:t>
            </a:r>
            <a:r>
              <a:rPr sz="1400" spc="-35" dirty="0">
                <a:solidFill>
                  <a:srgbClr val="170FC1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70FC1"/>
                </a:solidFill>
                <a:latin typeface="Arial MT"/>
                <a:cs typeface="Arial MT"/>
              </a:rPr>
              <a:t>Clouds </a:t>
            </a:r>
            <a:r>
              <a:rPr sz="1400" dirty="0">
                <a:solidFill>
                  <a:srgbClr val="170FC1"/>
                </a:solidFill>
                <a:latin typeface="Arial MT"/>
                <a:cs typeface="Arial MT"/>
              </a:rPr>
              <a:t>and</a:t>
            </a:r>
            <a:r>
              <a:rPr sz="1400" spc="-20" dirty="0">
                <a:solidFill>
                  <a:srgbClr val="170FC1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70FC1"/>
                </a:solidFill>
                <a:latin typeface="Arial MT"/>
                <a:cs typeface="Arial MT"/>
              </a:rPr>
              <a:t>CMUQ’s </a:t>
            </a:r>
            <a:r>
              <a:rPr sz="1400" dirty="0">
                <a:solidFill>
                  <a:srgbClr val="170FC1"/>
                </a:solidFill>
                <a:latin typeface="Arial MT"/>
                <a:cs typeface="Arial MT"/>
              </a:rPr>
              <a:t>Private</a:t>
            </a:r>
            <a:r>
              <a:rPr sz="1400" spc="-35" dirty="0">
                <a:solidFill>
                  <a:srgbClr val="170FC1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70FC1"/>
                </a:solidFill>
                <a:latin typeface="Arial MT"/>
                <a:cs typeface="Arial MT"/>
              </a:rPr>
              <a:t>Cloud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380" rIns="0" bIns="0" rtlCol="0">
            <a:spAutoFit/>
          </a:bodyPr>
          <a:lstStyle/>
          <a:p>
            <a:pPr marL="1256665">
              <a:lnSpc>
                <a:spcPct val="100000"/>
              </a:lnSpc>
              <a:spcBef>
                <a:spcPts val="95"/>
              </a:spcBef>
            </a:pPr>
            <a:r>
              <a:rPr dirty="0"/>
              <a:t>Types</a:t>
            </a:r>
            <a:r>
              <a:rPr spc="-9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Clouds</a:t>
            </a:r>
            <a:r>
              <a:rPr spc="-90" dirty="0"/>
              <a:t> </a:t>
            </a:r>
            <a:r>
              <a:rPr spc="-10" dirty="0"/>
              <a:t>(1/4)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981911"/>
            <a:ext cx="1631950" cy="17811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Public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Private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Hybrid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4058" y="2389022"/>
            <a:ext cx="5319159" cy="369942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380" rIns="0" bIns="0" rtlCol="0">
            <a:spAutoFit/>
          </a:bodyPr>
          <a:lstStyle/>
          <a:p>
            <a:pPr marL="1256665">
              <a:lnSpc>
                <a:spcPct val="100000"/>
              </a:lnSpc>
              <a:spcBef>
                <a:spcPts val="95"/>
              </a:spcBef>
            </a:pPr>
            <a:r>
              <a:rPr dirty="0"/>
              <a:t>Types</a:t>
            </a:r>
            <a:r>
              <a:rPr spc="-9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Clouds</a:t>
            </a:r>
            <a:r>
              <a:rPr spc="-90" dirty="0"/>
              <a:t> </a:t>
            </a:r>
            <a:r>
              <a:rPr spc="-10" dirty="0"/>
              <a:t>(2/4)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2005075"/>
            <a:ext cx="7814945" cy="168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Public</a:t>
            </a:r>
            <a:r>
              <a:rPr sz="25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(external)</a:t>
            </a:r>
            <a:r>
              <a:rPr sz="25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spc="-10" dirty="0">
                <a:solidFill>
                  <a:srgbClr val="7E7E7E"/>
                </a:solidFill>
                <a:latin typeface="Arial MT"/>
                <a:cs typeface="Arial MT"/>
              </a:rPr>
              <a:t>cloud</a:t>
            </a:r>
            <a:endParaRPr sz="25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10"/>
              </a:spcBef>
              <a:buFont typeface="Wingdings"/>
              <a:buChar char=""/>
              <a:tabLst>
                <a:tab pos="755015" algn="l"/>
              </a:tabLst>
            </a:pP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Open</a:t>
            </a:r>
            <a:r>
              <a:rPr sz="22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market</a:t>
            </a:r>
            <a:r>
              <a:rPr sz="22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for</a:t>
            </a:r>
            <a:r>
              <a:rPr sz="22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on</a:t>
            </a:r>
            <a:r>
              <a:rPr sz="22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demand</a:t>
            </a:r>
            <a:r>
              <a:rPr sz="22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computing</a:t>
            </a:r>
            <a:r>
              <a:rPr sz="22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22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IT</a:t>
            </a:r>
            <a:r>
              <a:rPr sz="22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 MT"/>
                <a:cs typeface="Arial MT"/>
              </a:rPr>
              <a:t>resources</a:t>
            </a:r>
            <a:endParaRPr sz="2200">
              <a:latin typeface="Arial MT"/>
              <a:cs typeface="Arial MT"/>
            </a:endParaRPr>
          </a:p>
          <a:p>
            <a:pPr marL="755650" marR="306705" lvl="1" indent="-285750">
              <a:lnSpc>
                <a:spcPct val="80000"/>
              </a:lnSpc>
              <a:spcBef>
                <a:spcPts val="530"/>
              </a:spcBef>
              <a:buFont typeface="Wingdings"/>
              <a:buChar char=""/>
              <a:tabLst>
                <a:tab pos="755650" algn="l"/>
              </a:tabLst>
            </a:pP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Concerns:</a:t>
            </a:r>
            <a:r>
              <a:rPr sz="2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Limited</a:t>
            </a:r>
            <a:r>
              <a:rPr sz="22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SLA,</a:t>
            </a:r>
            <a:r>
              <a:rPr sz="22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reliability,</a:t>
            </a:r>
            <a:r>
              <a:rPr sz="22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availability,</a:t>
            </a:r>
            <a:r>
              <a:rPr sz="22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 MT"/>
                <a:cs typeface="Arial MT"/>
              </a:rPr>
              <a:t>security,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trust</a:t>
            </a:r>
            <a:r>
              <a:rPr sz="2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2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 MT"/>
                <a:cs typeface="Arial MT"/>
              </a:rPr>
              <a:t>confidence</a:t>
            </a:r>
            <a:endParaRPr sz="22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buFont typeface="Wingdings"/>
              <a:buChar char=""/>
              <a:tabLst>
                <a:tab pos="755015" algn="l"/>
              </a:tabLst>
            </a:pP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Examples:</a:t>
            </a:r>
            <a:r>
              <a:rPr sz="22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IBM,</a:t>
            </a:r>
            <a:r>
              <a:rPr sz="22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Google,</a:t>
            </a:r>
            <a:r>
              <a:rPr sz="22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Amazon,</a:t>
            </a:r>
            <a:r>
              <a:rPr sz="22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7E7E7E"/>
                </a:solidFill>
                <a:latin typeface="Arial MT"/>
                <a:cs typeface="Arial MT"/>
              </a:rPr>
              <a:t>…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0703" y="3889508"/>
            <a:ext cx="4104289" cy="285506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380" rIns="0" bIns="0" rtlCol="0">
            <a:spAutoFit/>
          </a:bodyPr>
          <a:lstStyle/>
          <a:p>
            <a:pPr marL="1256665">
              <a:lnSpc>
                <a:spcPct val="100000"/>
              </a:lnSpc>
              <a:spcBef>
                <a:spcPts val="95"/>
              </a:spcBef>
            </a:pPr>
            <a:r>
              <a:rPr dirty="0"/>
              <a:t>Types</a:t>
            </a:r>
            <a:r>
              <a:rPr spc="-9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Clouds</a:t>
            </a:r>
            <a:r>
              <a:rPr spc="-90" dirty="0"/>
              <a:t> </a:t>
            </a:r>
            <a:r>
              <a:rPr spc="-10" dirty="0"/>
              <a:t>(3/4)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981063"/>
            <a:ext cx="6848475" cy="141795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9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Private</a:t>
            </a:r>
            <a:r>
              <a:rPr sz="3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(Internal)</a:t>
            </a:r>
            <a:r>
              <a:rPr sz="3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cloud</a:t>
            </a:r>
            <a:endParaRPr sz="3200">
              <a:latin typeface="Arial MT"/>
              <a:cs typeface="Arial MT"/>
            </a:endParaRPr>
          </a:p>
          <a:p>
            <a:pPr marL="755650" marR="5080" lvl="1" indent="-285750">
              <a:lnSpc>
                <a:spcPts val="3020"/>
              </a:lnSpc>
              <a:spcBef>
                <a:spcPts val="730"/>
              </a:spcBef>
              <a:buFont typeface="Wingdings"/>
              <a:buChar char=""/>
              <a:tabLst>
                <a:tab pos="755650" algn="l"/>
              </a:tabLst>
            </a:pP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For</a:t>
            </a:r>
            <a:r>
              <a:rPr sz="28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Arial MT"/>
                <a:cs typeface="Arial MT"/>
              </a:rPr>
              <a:t>enterprises/corporations</a:t>
            </a:r>
            <a:r>
              <a:rPr sz="28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with</a:t>
            </a:r>
            <a:r>
              <a:rPr sz="28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Arial MT"/>
                <a:cs typeface="Arial MT"/>
              </a:rPr>
              <a:t>large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scale</a:t>
            </a:r>
            <a:r>
              <a:rPr sz="28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7E7E7E"/>
                </a:solidFill>
                <a:latin typeface="Arial MT"/>
                <a:cs typeface="Arial MT"/>
              </a:rPr>
              <a:t>IT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0579" y="3660908"/>
            <a:ext cx="4104289" cy="285506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2592" y="846836"/>
            <a:ext cx="53708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Types</a:t>
            </a:r>
            <a:r>
              <a:rPr spc="-9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Clouds</a:t>
            </a:r>
            <a:r>
              <a:rPr spc="-90" dirty="0"/>
              <a:t> </a:t>
            </a:r>
            <a:r>
              <a:rPr spc="-10" dirty="0"/>
              <a:t>(4/4)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00275"/>
            <a:ext cx="8215630" cy="233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Hybrid</a:t>
            </a:r>
            <a:r>
              <a:rPr sz="25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spc="-10" dirty="0">
                <a:solidFill>
                  <a:srgbClr val="7E7E7E"/>
                </a:solidFill>
                <a:latin typeface="Arial MT"/>
                <a:cs typeface="Arial MT"/>
              </a:rPr>
              <a:t>cloud</a:t>
            </a:r>
            <a:endParaRPr sz="2500">
              <a:latin typeface="Arial MT"/>
              <a:cs typeface="Arial MT"/>
            </a:endParaRPr>
          </a:p>
          <a:p>
            <a:pPr marL="755650" marR="5080" lvl="1" indent="-285750">
              <a:lnSpc>
                <a:spcPct val="80000"/>
              </a:lnSpc>
              <a:spcBef>
                <a:spcPts val="540"/>
              </a:spcBef>
              <a:buFont typeface="Wingdings"/>
              <a:buChar char=""/>
              <a:tabLst>
                <a:tab pos="755650" algn="l"/>
              </a:tabLst>
            </a:pP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Extend</a:t>
            </a:r>
            <a:r>
              <a:rPr sz="2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private</a:t>
            </a:r>
            <a:r>
              <a:rPr sz="2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cloud(s)</a:t>
            </a:r>
            <a:r>
              <a:rPr sz="2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by</a:t>
            </a:r>
            <a:r>
              <a:rPr sz="2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connecting</a:t>
            </a:r>
            <a:r>
              <a:rPr sz="2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it</a:t>
            </a:r>
            <a:r>
              <a:rPr sz="2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other</a:t>
            </a:r>
            <a:r>
              <a:rPr sz="2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 MT"/>
                <a:cs typeface="Arial MT"/>
              </a:rPr>
              <a:t>external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cloud</a:t>
            </a:r>
            <a:r>
              <a:rPr sz="2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vendors</a:t>
            </a:r>
            <a:r>
              <a:rPr sz="2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make</a:t>
            </a:r>
            <a:r>
              <a:rPr sz="22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use</a:t>
            </a:r>
            <a:r>
              <a:rPr sz="2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2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their</a:t>
            </a:r>
            <a:r>
              <a:rPr sz="2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available</a:t>
            </a:r>
            <a:r>
              <a:rPr sz="2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cloud</a:t>
            </a:r>
            <a:r>
              <a:rPr sz="2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 MT"/>
                <a:cs typeface="Arial MT"/>
              </a:rPr>
              <a:t>services</a:t>
            </a:r>
            <a:endParaRPr sz="2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00"/>
              </a:spcBef>
              <a:buClr>
                <a:srgbClr val="7E7E7E"/>
              </a:buClr>
              <a:buFont typeface="Wingdings"/>
              <a:buChar char=""/>
            </a:pP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Cloud</a:t>
            </a:r>
            <a:r>
              <a:rPr sz="25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spc="-10" dirty="0">
                <a:solidFill>
                  <a:srgbClr val="7E7E7E"/>
                </a:solidFill>
                <a:latin typeface="Arial MT"/>
                <a:cs typeface="Arial MT"/>
              </a:rPr>
              <a:t>Burst</a:t>
            </a:r>
            <a:endParaRPr sz="2500">
              <a:latin typeface="Arial MT"/>
              <a:cs typeface="Arial MT"/>
            </a:endParaRPr>
          </a:p>
          <a:p>
            <a:pPr marL="755650" marR="395605" lvl="1" indent="-285750">
              <a:lnSpc>
                <a:spcPct val="80000"/>
              </a:lnSpc>
              <a:spcBef>
                <a:spcPts val="540"/>
              </a:spcBef>
              <a:buFont typeface="Wingdings"/>
              <a:buChar char=""/>
              <a:tabLst>
                <a:tab pos="755650" algn="l"/>
              </a:tabLst>
            </a:pP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Use</a:t>
            </a:r>
            <a:r>
              <a:rPr sz="2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local</a:t>
            </a:r>
            <a:r>
              <a:rPr sz="2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cloud,</a:t>
            </a:r>
            <a:r>
              <a:rPr sz="2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2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when</a:t>
            </a:r>
            <a:r>
              <a:rPr sz="2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you</a:t>
            </a:r>
            <a:r>
              <a:rPr sz="2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need</a:t>
            </a:r>
            <a:r>
              <a:rPr sz="2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more</a:t>
            </a:r>
            <a:r>
              <a:rPr sz="22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 MT"/>
                <a:cs typeface="Arial MT"/>
              </a:rPr>
              <a:t>resources,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burst</a:t>
            </a:r>
            <a:r>
              <a:rPr sz="22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into</a:t>
            </a:r>
            <a:r>
              <a:rPr sz="2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2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public</a:t>
            </a:r>
            <a:r>
              <a:rPr sz="2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 MT"/>
                <a:cs typeface="Arial MT"/>
              </a:rPr>
              <a:t>cloud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4503" y="4388598"/>
            <a:ext cx="4104289" cy="28543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6217" y="2623819"/>
            <a:ext cx="5645150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426845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75" dirty="0"/>
              <a:t> </a:t>
            </a:r>
            <a:r>
              <a:rPr spc="-10" dirty="0"/>
              <a:t>Qloud: </a:t>
            </a:r>
            <a:r>
              <a:rPr dirty="0"/>
              <a:t>CMUQ’s</a:t>
            </a:r>
            <a:r>
              <a:rPr spc="-165" dirty="0"/>
              <a:t> </a:t>
            </a:r>
            <a:r>
              <a:rPr dirty="0"/>
              <a:t>Private</a:t>
            </a:r>
            <a:r>
              <a:rPr spc="-155" dirty="0"/>
              <a:t> </a:t>
            </a:r>
            <a:r>
              <a:rPr spc="-10" dirty="0"/>
              <a:t>Cloud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33</a:t>
            </a:fld>
            <a:endParaRPr lang="en-US"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3683" y="2209800"/>
            <a:ext cx="5955791" cy="39715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323850">
              <a:lnSpc>
                <a:spcPct val="100000"/>
              </a:lnSpc>
              <a:spcBef>
                <a:spcPts val="95"/>
              </a:spcBef>
            </a:pPr>
            <a:r>
              <a:rPr dirty="0"/>
              <a:t>CMU-Q’s</a:t>
            </a:r>
            <a:r>
              <a:rPr spc="-90" dirty="0"/>
              <a:t> </a:t>
            </a:r>
            <a:r>
              <a:rPr dirty="0"/>
              <a:t>Research</a:t>
            </a:r>
            <a:r>
              <a:rPr spc="-90" dirty="0"/>
              <a:t> </a:t>
            </a:r>
            <a:r>
              <a:rPr dirty="0"/>
              <a:t>Data</a:t>
            </a:r>
            <a:r>
              <a:rPr spc="-90" dirty="0"/>
              <a:t> </a:t>
            </a:r>
            <a:r>
              <a:rPr spc="-10" dirty="0"/>
              <a:t>Center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45720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516" y="913130"/>
            <a:ext cx="72358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One</a:t>
            </a:r>
            <a:r>
              <a:rPr spc="-10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Qloud</a:t>
            </a:r>
            <a:r>
              <a:rPr spc="-100" dirty="0"/>
              <a:t> </a:t>
            </a:r>
            <a:r>
              <a:rPr dirty="0"/>
              <a:t>Hardware</a:t>
            </a:r>
            <a:r>
              <a:rPr spc="-100" dirty="0"/>
              <a:t> </a:t>
            </a:r>
            <a:r>
              <a:rPr spc="-10" dirty="0"/>
              <a:t>(1/3)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551941" y="1885051"/>
            <a:ext cx="6434455" cy="291147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490"/>
              </a:spcBef>
              <a:buSzPct val="43750"/>
              <a:buFont typeface="Wingdings"/>
              <a:buChar char=""/>
              <a:tabLst>
                <a:tab pos="469265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IBM</a:t>
            </a:r>
            <a:r>
              <a:rPr sz="32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Bladecenter</a:t>
            </a:r>
            <a:r>
              <a:rPr sz="32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7E7E7E"/>
                </a:solidFill>
                <a:latin typeface="Arial MT"/>
                <a:cs typeface="Arial MT"/>
              </a:rPr>
              <a:t>H</a:t>
            </a:r>
            <a:endParaRPr sz="3200">
              <a:latin typeface="Arial MT"/>
              <a:cs typeface="Arial MT"/>
            </a:endParaRPr>
          </a:p>
          <a:p>
            <a:pPr marL="1390015" lvl="1" indent="-567690">
              <a:lnSpc>
                <a:spcPct val="100000"/>
              </a:lnSpc>
              <a:spcBef>
                <a:spcPts val="345"/>
              </a:spcBef>
              <a:buFont typeface="Wingdings"/>
              <a:buChar char=""/>
              <a:tabLst>
                <a:tab pos="1390015" algn="l"/>
              </a:tabLst>
            </a:pP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Advanced</a:t>
            </a:r>
            <a:r>
              <a:rPr sz="2800" spc="-1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Management</a:t>
            </a:r>
            <a:r>
              <a:rPr sz="2800" spc="-1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Arial MT"/>
                <a:cs typeface="Arial MT"/>
              </a:rPr>
              <a:t>Module</a:t>
            </a:r>
            <a:endParaRPr sz="2800">
              <a:latin typeface="Arial MT"/>
              <a:cs typeface="Arial MT"/>
            </a:endParaRPr>
          </a:p>
          <a:p>
            <a:pPr marL="1390015" lvl="1" indent="-567690">
              <a:lnSpc>
                <a:spcPct val="100000"/>
              </a:lnSpc>
              <a:spcBef>
                <a:spcPts val="335"/>
              </a:spcBef>
              <a:buFont typeface="Wingdings"/>
              <a:buChar char=""/>
              <a:tabLst>
                <a:tab pos="1390015" algn="l"/>
              </a:tabLst>
            </a:pP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Two</a:t>
            </a:r>
            <a:r>
              <a:rPr sz="28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Nortel</a:t>
            </a:r>
            <a:r>
              <a:rPr sz="28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Gigabit</a:t>
            </a:r>
            <a:r>
              <a:rPr sz="28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Arial MT"/>
                <a:cs typeface="Arial MT"/>
              </a:rPr>
              <a:t>Switches</a:t>
            </a:r>
            <a:endParaRPr sz="2800">
              <a:latin typeface="Arial MT"/>
              <a:cs typeface="Arial MT"/>
            </a:endParaRPr>
          </a:p>
          <a:p>
            <a:pPr marL="1390015" lvl="1" indent="-567690">
              <a:lnSpc>
                <a:spcPct val="100000"/>
              </a:lnSpc>
              <a:spcBef>
                <a:spcPts val="340"/>
              </a:spcBef>
              <a:buFont typeface="Wingdings"/>
              <a:buChar char=""/>
              <a:tabLst>
                <a:tab pos="1390015" algn="l"/>
              </a:tabLst>
            </a:pP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112</a:t>
            </a:r>
            <a:r>
              <a:rPr sz="28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Arial MT"/>
                <a:cs typeface="Arial MT"/>
              </a:rPr>
              <a:t>cores</a:t>
            </a:r>
            <a:endParaRPr sz="2800">
              <a:latin typeface="Arial MT"/>
              <a:cs typeface="Arial MT"/>
            </a:endParaRPr>
          </a:p>
          <a:p>
            <a:pPr marL="1390015" lvl="1" indent="-567690">
              <a:lnSpc>
                <a:spcPct val="100000"/>
              </a:lnSpc>
              <a:spcBef>
                <a:spcPts val="335"/>
              </a:spcBef>
              <a:buFont typeface="Wingdings"/>
              <a:buChar char=""/>
              <a:tabLst>
                <a:tab pos="1390015" algn="l"/>
              </a:tabLst>
            </a:pP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7TB</a:t>
            </a:r>
            <a:r>
              <a:rPr sz="28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2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Arial MT"/>
                <a:cs typeface="Arial MT"/>
              </a:rPr>
              <a:t>storage</a:t>
            </a:r>
            <a:endParaRPr sz="2800">
              <a:latin typeface="Arial MT"/>
              <a:cs typeface="Arial MT"/>
            </a:endParaRPr>
          </a:p>
          <a:p>
            <a:pPr marL="1390015" lvl="1" indent="-567690">
              <a:lnSpc>
                <a:spcPct val="100000"/>
              </a:lnSpc>
              <a:spcBef>
                <a:spcPts val="335"/>
              </a:spcBef>
              <a:buFont typeface="Wingdings"/>
              <a:buChar char=""/>
              <a:tabLst>
                <a:tab pos="1390015" algn="l"/>
              </a:tabLst>
            </a:pP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14</a:t>
            </a:r>
            <a:r>
              <a:rPr sz="28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Arial MT"/>
                <a:cs typeface="Arial MT"/>
              </a:rPr>
              <a:t>Blades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8552" y="3270503"/>
            <a:ext cx="3500628" cy="343814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200"/>
            <a:ext cx="9144000" cy="6858000"/>
            <a:chOff x="457200" y="45720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20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048256" y="2734055"/>
              <a:ext cx="4210050" cy="4286250"/>
            </a:xfrm>
            <a:custGeom>
              <a:avLst/>
              <a:gdLst/>
              <a:ahLst/>
              <a:cxnLst/>
              <a:rect l="l" t="t" r="r" b="b"/>
              <a:pathLst>
                <a:path w="4210050" h="4286250">
                  <a:moveTo>
                    <a:pt x="4210050" y="0"/>
                  </a:moveTo>
                  <a:lnTo>
                    <a:pt x="0" y="0"/>
                  </a:lnTo>
                  <a:lnTo>
                    <a:pt x="0" y="4286250"/>
                  </a:lnTo>
                  <a:lnTo>
                    <a:pt x="9144" y="4286250"/>
                  </a:lnTo>
                  <a:lnTo>
                    <a:pt x="19050" y="4286250"/>
                  </a:lnTo>
                  <a:lnTo>
                    <a:pt x="4191000" y="4286250"/>
                  </a:lnTo>
                  <a:lnTo>
                    <a:pt x="4200144" y="4286250"/>
                  </a:lnTo>
                  <a:lnTo>
                    <a:pt x="4210050" y="4286250"/>
                  </a:lnTo>
                  <a:lnTo>
                    <a:pt x="421005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4024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95"/>
              </a:spcBef>
            </a:pPr>
            <a:r>
              <a:rPr dirty="0"/>
              <a:t>One</a:t>
            </a:r>
            <a:r>
              <a:rPr spc="-10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Qloud</a:t>
            </a:r>
            <a:r>
              <a:rPr spc="-100" dirty="0"/>
              <a:t> </a:t>
            </a:r>
            <a:r>
              <a:rPr dirty="0"/>
              <a:t>Hardware</a:t>
            </a:r>
            <a:r>
              <a:rPr spc="-100" dirty="0"/>
              <a:t> </a:t>
            </a:r>
            <a:r>
              <a:rPr spc="-10" dirty="0"/>
              <a:t>(2/3)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grpSp>
        <p:nvGrpSpPr>
          <p:cNvPr id="6" name="object 6"/>
          <p:cNvGrpSpPr/>
          <p:nvPr/>
        </p:nvGrpSpPr>
        <p:grpSpPr>
          <a:xfrm>
            <a:off x="1972055" y="2657855"/>
            <a:ext cx="4210050" cy="4286250"/>
            <a:chOff x="1972055" y="2657855"/>
            <a:chExt cx="4210050" cy="4286250"/>
          </a:xfrm>
        </p:grpSpPr>
        <p:sp>
          <p:nvSpPr>
            <p:cNvPr id="7" name="object 7"/>
            <p:cNvSpPr/>
            <p:nvPr/>
          </p:nvSpPr>
          <p:spPr>
            <a:xfrm>
              <a:off x="1981199" y="2666999"/>
              <a:ext cx="4191000" cy="4267200"/>
            </a:xfrm>
            <a:custGeom>
              <a:avLst/>
              <a:gdLst/>
              <a:ahLst/>
              <a:cxnLst/>
              <a:rect l="l" t="t" r="r" b="b"/>
              <a:pathLst>
                <a:path w="4191000" h="4267200">
                  <a:moveTo>
                    <a:pt x="4191000" y="4267200"/>
                  </a:moveTo>
                  <a:lnTo>
                    <a:pt x="4191000" y="0"/>
                  </a:lnTo>
                  <a:lnTo>
                    <a:pt x="0" y="0"/>
                  </a:lnTo>
                  <a:lnTo>
                    <a:pt x="0" y="4267200"/>
                  </a:lnTo>
                  <a:lnTo>
                    <a:pt x="4191000" y="4267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72055" y="2657855"/>
              <a:ext cx="4210050" cy="4286250"/>
            </a:xfrm>
            <a:custGeom>
              <a:avLst/>
              <a:gdLst/>
              <a:ahLst/>
              <a:cxnLst/>
              <a:rect l="l" t="t" r="r" b="b"/>
              <a:pathLst>
                <a:path w="4210050" h="4286250">
                  <a:moveTo>
                    <a:pt x="4210050" y="4286250"/>
                  </a:moveTo>
                  <a:lnTo>
                    <a:pt x="4210050" y="0"/>
                  </a:lnTo>
                  <a:lnTo>
                    <a:pt x="0" y="0"/>
                  </a:lnTo>
                  <a:lnTo>
                    <a:pt x="0" y="4286250"/>
                  </a:lnTo>
                  <a:lnTo>
                    <a:pt x="9144" y="4286250"/>
                  </a:lnTo>
                  <a:lnTo>
                    <a:pt x="9143" y="19050"/>
                  </a:lnTo>
                  <a:lnTo>
                    <a:pt x="19049" y="9144"/>
                  </a:lnTo>
                  <a:lnTo>
                    <a:pt x="19049" y="19050"/>
                  </a:lnTo>
                  <a:lnTo>
                    <a:pt x="4191000" y="19050"/>
                  </a:lnTo>
                  <a:lnTo>
                    <a:pt x="4191000" y="9143"/>
                  </a:lnTo>
                  <a:lnTo>
                    <a:pt x="4200144" y="19050"/>
                  </a:lnTo>
                  <a:lnTo>
                    <a:pt x="4200144" y="4286250"/>
                  </a:lnTo>
                  <a:lnTo>
                    <a:pt x="4210050" y="4286250"/>
                  </a:lnTo>
                  <a:close/>
                </a:path>
                <a:path w="4210050" h="4286250">
                  <a:moveTo>
                    <a:pt x="19049" y="19050"/>
                  </a:moveTo>
                  <a:lnTo>
                    <a:pt x="19049" y="9144"/>
                  </a:lnTo>
                  <a:lnTo>
                    <a:pt x="9143" y="19050"/>
                  </a:lnTo>
                  <a:lnTo>
                    <a:pt x="19049" y="19050"/>
                  </a:lnTo>
                  <a:close/>
                </a:path>
                <a:path w="4210050" h="4286250">
                  <a:moveTo>
                    <a:pt x="19050" y="4267200"/>
                  </a:moveTo>
                  <a:lnTo>
                    <a:pt x="19049" y="19050"/>
                  </a:lnTo>
                  <a:lnTo>
                    <a:pt x="9143" y="19050"/>
                  </a:lnTo>
                  <a:lnTo>
                    <a:pt x="9144" y="4267200"/>
                  </a:lnTo>
                  <a:lnTo>
                    <a:pt x="19050" y="4267200"/>
                  </a:lnTo>
                  <a:close/>
                </a:path>
                <a:path w="4210050" h="4286250">
                  <a:moveTo>
                    <a:pt x="4200144" y="4267200"/>
                  </a:moveTo>
                  <a:lnTo>
                    <a:pt x="9144" y="4267200"/>
                  </a:lnTo>
                  <a:lnTo>
                    <a:pt x="19050" y="4276344"/>
                  </a:lnTo>
                  <a:lnTo>
                    <a:pt x="19050" y="4286250"/>
                  </a:lnTo>
                  <a:lnTo>
                    <a:pt x="4191000" y="4286250"/>
                  </a:lnTo>
                  <a:lnTo>
                    <a:pt x="4191000" y="4276344"/>
                  </a:lnTo>
                  <a:lnTo>
                    <a:pt x="4200144" y="4267200"/>
                  </a:lnTo>
                  <a:close/>
                </a:path>
                <a:path w="4210050" h="4286250">
                  <a:moveTo>
                    <a:pt x="19050" y="4286250"/>
                  </a:moveTo>
                  <a:lnTo>
                    <a:pt x="19050" y="4276344"/>
                  </a:lnTo>
                  <a:lnTo>
                    <a:pt x="9144" y="4267200"/>
                  </a:lnTo>
                  <a:lnTo>
                    <a:pt x="9144" y="4286250"/>
                  </a:lnTo>
                  <a:lnTo>
                    <a:pt x="19050" y="4286250"/>
                  </a:lnTo>
                  <a:close/>
                </a:path>
                <a:path w="4210050" h="4286250">
                  <a:moveTo>
                    <a:pt x="4200144" y="19050"/>
                  </a:moveTo>
                  <a:lnTo>
                    <a:pt x="4191000" y="9143"/>
                  </a:lnTo>
                  <a:lnTo>
                    <a:pt x="4191000" y="19050"/>
                  </a:lnTo>
                  <a:lnTo>
                    <a:pt x="4200144" y="19050"/>
                  </a:lnTo>
                  <a:close/>
                </a:path>
                <a:path w="4210050" h="4286250">
                  <a:moveTo>
                    <a:pt x="4200144" y="4267200"/>
                  </a:moveTo>
                  <a:lnTo>
                    <a:pt x="4200144" y="19050"/>
                  </a:lnTo>
                  <a:lnTo>
                    <a:pt x="4191000" y="19050"/>
                  </a:lnTo>
                  <a:lnTo>
                    <a:pt x="4191000" y="4267200"/>
                  </a:lnTo>
                  <a:lnTo>
                    <a:pt x="4200144" y="4267200"/>
                  </a:lnTo>
                  <a:close/>
                </a:path>
                <a:path w="4210050" h="4286250">
                  <a:moveTo>
                    <a:pt x="4200144" y="4286250"/>
                  </a:moveTo>
                  <a:lnTo>
                    <a:pt x="4200144" y="4267200"/>
                  </a:lnTo>
                  <a:lnTo>
                    <a:pt x="4191000" y="4276344"/>
                  </a:lnTo>
                  <a:lnTo>
                    <a:pt x="4191000" y="4286250"/>
                  </a:lnTo>
                  <a:lnTo>
                    <a:pt x="4200144" y="4286250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14800" y="2743199"/>
              <a:ext cx="1981200" cy="1371600"/>
            </a:xfrm>
            <a:custGeom>
              <a:avLst/>
              <a:gdLst/>
              <a:ahLst/>
              <a:cxnLst/>
              <a:rect l="l" t="t" r="r" b="b"/>
              <a:pathLst>
                <a:path w="1981200" h="1371600">
                  <a:moveTo>
                    <a:pt x="1981200" y="1371599"/>
                  </a:moveTo>
                  <a:lnTo>
                    <a:pt x="1981200" y="0"/>
                  </a:lnTo>
                  <a:lnTo>
                    <a:pt x="0" y="0"/>
                  </a:lnTo>
                  <a:lnTo>
                    <a:pt x="0" y="1371600"/>
                  </a:lnTo>
                  <a:lnTo>
                    <a:pt x="1981200" y="1371599"/>
                  </a:lnTo>
                  <a:close/>
                </a:path>
              </a:pathLst>
            </a:custGeom>
            <a:solidFill>
              <a:srgbClr val="D8F3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05656" y="2734055"/>
              <a:ext cx="2000250" cy="1390650"/>
            </a:xfrm>
            <a:custGeom>
              <a:avLst/>
              <a:gdLst/>
              <a:ahLst/>
              <a:cxnLst/>
              <a:rect l="l" t="t" r="r" b="b"/>
              <a:pathLst>
                <a:path w="2000250" h="1390650">
                  <a:moveTo>
                    <a:pt x="2000250" y="0"/>
                  </a:moveTo>
                  <a:lnTo>
                    <a:pt x="1981200" y="0"/>
                  </a:lnTo>
                  <a:lnTo>
                    <a:pt x="1981200" y="19050"/>
                  </a:lnTo>
                  <a:lnTo>
                    <a:pt x="1981200" y="685800"/>
                  </a:lnTo>
                  <a:lnTo>
                    <a:pt x="1981200" y="704850"/>
                  </a:lnTo>
                  <a:lnTo>
                    <a:pt x="1981200" y="1371600"/>
                  </a:lnTo>
                  <a:lnTo>
                    <a:pt x="970026" y="1371600"/>
                  </a:lnTo>
                  <a:lnTo>
                    <a:pt x="970026" y="704850"/>
                  </a:lnTo>
                  <a:lnTo>
                    <a:pt x="1981200" y="704850"/>
                  </a:lnTo>
                  <a:lnTo>
                    <a:pt x="1981200" y="685800"/>
                  </a:lnTo>
                  <a:lnTo>
                    <a:pt x="970026" y="685800"/>
                  </a:lnTo>
                  <a:lnTo>
                    <a:pt x="970026" y="19050"/>
                  </a:lnTo>
                  <a:lnTo>
                    <a:pt x="1981200" y="19050"/>
                  </a:lnTo>
                  <a:lnTo>
                    <a:pt x="1981200" y="0"/>
                  </a:lnTo>
                  <a:lnTo>
                    <a:pt x="950976" y="0"/>
                  </a:lnTo>
                  <a:lnTo>
                    <a:pt x="950976" y="19050"/>
                  </a:lnTo>
                  <a:lnTo>
                    <a:pt x="950976" y="685800"/>
                  </a:lnTo>
                  <a:lnTo>
                    <a:pt x="950976" y="704850"/>
                  </a:lnTo>
                  <a:lnTo>
                    <a:pt x="950976" y="1371600"/>
                  </a:lnTo>
                  <a:lnTo>
                    <a:pt x="19050" y="1371600"/>
                  </a:lnTo>
                  <a:lnTo>
                    <a:pt x="19050" y="704850"/>
                  </a:lnTo>
                  <a:lnTo>
                    <a:pt x="950976" y="704850"/>
                  </a:lnTo>
                  <a:lnTo>
                    <a:pt x="950976" y="685800"/>
                  </a:lnTo>
                  <a:lnTo>
                    <a:pt x="19050" y="685800"/>
                  </a:lnTo>
                  <a:lnTo>
                    <a:pt x="19050" y="19050"/>
                  </a:lnTo>
                  <a:lnTo>
                    <a:pt x="950976" y="19050"/>
                  </a:lnTo>
                  <a:lnTo>
                    <a:pt x="950976" y="0"/>
                  </a:lnTo>
                  <a:lnTo>
                    <a:pt x="0" y="0"/>
                  </a:lnTo>
                  <a:lnTo>
                    <a:pt x="0" y="1390650"/>
                  </a:lnTo>
                  <a:lnTo>
                    <a:pt x="9144" y="1390650"/>
                  </a:lnTo>
                  <a:lnTo>
                    <a:pt x="19050" y="1390650"/>
                  </a:lnTo>
                  <a:lnTo>
                    <a:pt x="1981200" y="1390650"/>
                  </a:lnTo>
                  <a:lnTo>
                    <a:pt x="1990344" y="1390650"/>
                  </a:lnTo>
                  <a:lnTo>
                    <a:pt x="2000250" y="1390650"/>
                  </a:lnTo>
                  <a:lnTo>
                    <a:pt x="2000250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57399" y="2743199"/>
              <a:ext cx="1981200" cy="1371600"/>
            </a:xfrm>
            <a:custGeom>
              <a:avLst/>
              <a:gdLst/>
              <a:ahLst/>
              <a:cxnLst/>
              <a:rect l="l" t="t" r="r" b="b"/>
              <a:pathLst>
                <a:path w="1981200" h="1371600">
                  <a:moveTo>
                    <a:pt x="1981200" y="1371600"/>
                  </a:moveTo>
                  <a:lnTo>
                    <a:pt x="1981200" y="0"/>
                  </a:lnTo>
                  <a:lnTo>
                    <a:pt x="0" y="0"/>
                  </a:lnTo>
                  <a:lnTo>
                    <a:pt x="0" y="1371600"/>
                  </a:lnTo>
                  <a:lnTo>
                    <a:pt x="1981200" y="1371600"/>
                  </a:lnTo>
                  <a:close/>
                </a:path>
              </a:pathLst>
            </a:custGeom>
            <a:solidFill>
              <a:srgbClr val="D8F3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048256" y="2734055"/>
              <a:ext cx="2000250" cy="1390650"/>
            </a:xfrm>
            <a:custGeom>
              <a:avLst/>
              <a:gdLst/>
              <a:ahLst/>
              <a:cxnLst/>
              <a:rect l="l" t="t" r="r" b="b"/>
              <a:pathLst>
                <a:path w="2000250" h="1390650">
                  <a:moveTo>
                    <a:pt x="2000250" y="0"/>
                  </a:moveTo>
                  <a:lnTo>
                    <a:pt x="1981200" y="0"/>
                  </a:lnTo>
                  <a:lnTo>
                    <a:pt x="1981200" y="19050"/>
                  </a:lnTo>
                  <a:lnTo>
                    <a:pt x="1981200" y="685800"/>
                  </a:lnTo>
                  <a:lnTo>
                    <a:pt x="1981200" y="704850"/>
                  </a:lnTo>
                  <a:lnTo>
                    <a:pt x="1981200" y="1371600"/>
                  </a:lnTo>
                  <a:lnTo>
                    <a:pt x="970026" y="1371600"/>
                  </a:lnTo>
                  <a:lnTo>
                    <a:pt x="970026" y="704850"/>
                  </a:lnTo>
                  <a:lnTo>
                    <a:pt x="1981200" y="704850"/>
                  </a:lnTo>
                  <a:lnTo>
                    <a:pt x="1981200" y="685800"/>
                  </a:lnTo>
                  <a:lnTo>
                    <a:pt x="970026" y="685800"/>
                  </a:lnTo>
                  <a:lnTo>
                    <a:pt x="970026" y="19050"/>
                  </a:lnTo>
                  <a:lnTo>
                    <a:pt x="1981200" y="19050"/>
                  </a:lnTo>
                  <a:lnTo>
                    <a:pt x="1981200" y="0"/>
                  </a:lnTo>
                  <a:lnTo>
                    <a:pt x="950976" y="0"/>
                  </a:lnTo>
                  <a:lnTo>
                    <a:pt x="950976" y="19050"/>
                  </a:lnTo>
                  <a:lnTo>
                    <a:pt x="950976" y="685800"/>
                  </a:lnTo>
                  <a:lnTo>
                    <a:pt x="950976" y="704850"/>
                  </a:lnTo>
                  <a:lnTo>
                    <a:pt x="950976" y="1371600"/>
                  </a:lnTo>
                  <a:lnTo>
                    <a:pt x="19050" y="1371600"/>
                  </a:lnTo>
                  <a:lnTo>
                    <a:pt x="19050" y="704850"/>
                  </a:lnTo>
                  <a:lnTo>
                    <a:pt x="950976" y="704850"/>
                  </a:lnTo>
                  <a:lnTo>
                    <a:pt x="950976" y="685800"/>
                  </a:lnTo>
                  <a:lnTo>
                    <a:pt x="19050" y="685800"/>
                  </a:lnTo>
                  <a:lnTo>
                    <a:pt x="19050" y="19050"/>
                  </a:lnTo>
                  <a:lnTo>
                    <a:pt x="950976" y="19050"/>
                  </a:lnTo>
                  <a:lnTo>
                    <a:pt x="950976" y="0"/>
                  </a:lnTo>
                  <a:lnTo>
                    <a:pt x="0" y="0"/>
                  </a:lnTo>
                  <a:lnTo>
                    <a:pt x="0" y="1390650"/>
                  </a:lnTo>
                  <a:lnTo>
                    <a:pt x="9144" y="1390650"/>
                  </a:lnTo>
                  <a:lnTo>
                    <a:pt x="19050" y="1390650"/>
                  </a:lnTo>
                  <a:lnTo>
                    <a:pt x="1981200" y="1390650"/>
                  </a:lnTo>
                  <a:lnTo>
                    <a:pt x="1990344" y="1390650"/>
                  </a:lnTo>
                  <a:lnTo>
                    <a:pt x="2000250" y="1390650"/>
                  </a:lnTo>
                  <a:lnTo>
                    <a:pt x="2000250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57399" y="4419600"/>
              <a:ext cx="4038600" cy="762000"/>
            </a:xfrm>
            <a:custGeom>
              <a:avLst/>
              <a:gdLst/>
              <a:ahLst/>
              <a:cxnLst/>
              <a:rect l="l" t="t" r="r" b="b"/>
              <a:pathLst>
                <a:path w="4038600" h="762000">
                  <a:moveTo>
                    <a:pt x="4038600" y="762000"/>
                  </a:moveTo>
                  <a:lnTo>
                    <a:pt x="4038600" y="0"/>
                  </a:lnTo>
                  <a:lnTo>
                    <a:pt x="0" y="0"/>
                  </a:lnTo>
                  <a:lnTo>
                    <a:pt x="0" y="762000"/>
                  </a:lnTo>
                  <a:lnTo>
                    <a:pt x="4038600" y="76200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48255" y="4410455"/>
              <a:ext cx="4057650" cy="781050"/>
            </a:xfrm>
            <a:custGeom>
              <a:avLst/>
              <a:gdLst/>
              <a:ahLst/>
              <a:cxnLst/>
              <a:rect l="l" t="t" r="r" b="b"/>
              <a:pathLst>
                <a:path w="4057650" h="781050">
                  <a:moveTo>
                    <a:pt x="4057650" y="781050"/>
                  </a:moveTo>
                  <a:lnTo>
                    <a:pt x="4057650" y="0"/>
                  </a:lnTo>
                  <a:lnTo>
                    <a:pt x="0" y="0"/>
                  </a:lnTo>
                  <a:lnTo>
                    <a:pt x="0" y="781050"/>
                  </a:lnTo>
                  <a:lnTo>
                    <a:pt x="9144" y="781050"/>
                  </a:lnTo>
                  <a:lnTo>
                    <a:pt x="9144" y="19050"/>
                  </a:lnTo>
                  <a:lnTo>
                    <a:pt x="19050" y="9144"/>
                  </a:lnTo>
                  <a:lnTo>
                    <a:pt x="19050" y="19050"/>
                  </a:lnTo>
                  <a:lnTo>
                    <a:pt x="4038600" y="19050"/>
                  </a:lnTo>
                  <a:lnTo>
                    <a:pt x="4038600" y="9144"/>
                  </a:lnTo>
                  <a:lnTo>
                    <a:pt x="4047744" y="19050"/>
                  </a:lnTo>
                  <a:lnTo>
                    <a:pt x="4047744" y="781050"/>
                  </a:lnTo>
                  <a:lnTo>
                    <a:pt x="4057650" y="781050"/>
                  </a:lnTo>
                  <a:close/>
                </a:path>
                <a:path w="4057650" h="781050">
                  <a:moveTo>
                    <a:pt x="19050" y="19050"/>
                  </a:moveTo>
                  <a:lnTo>
                    <a:pt x="19050" y="9144"/>
                  </a:lnTo>
                  <a:lnTo>
                    <a:pt x="9144" y="19050"/>
                  </a:lnTo>
                  <a:lnTo>
                    <a:pt x="19050" y="19050"/>
                  </a:lnTo>
                  <a:close/>
                </a:path>
                <a:path w="4057650" h="781050">
                  <a:moveTo>
                    <a:pt x="19050" y="762000"/>
                  </a:moveTo>
                  <a:lnTo>
                    <a:pt x="19050" y="19050"/>
                  </a:lnTo>
                  <a:lnTo>
                    <a:pt x="9144" y="19050"/>
                  </a:lnTo>
                  <a:lnTo>
                    <a:pt x="9144" y="762000"/>
                  </a:lnTo>
                  <a:lnTo>
                    <a:pt x="19050" y="762000"/>
                  </a:lnTo>
                  <a:close/>
                </a:path>
                <a:path w="4057650" h="781050">
                  <a:moveTo>
                    <a:pt x="4047744" y="762000"/>
                  </a:moveTo>
                  <a:lnTo>
                    <a:pt x="9144" y="762000"/>
                  </a:lnTo>
                  <a:lnTo>
                    <a:pt x="19050" y="771144"/>
                  </a:lnTo>
                  <a:lnTo>
                    <a:pt x="19050" y="781050"/>
                  </a:lnTo>
                  <a:lnTo>
                    <a:pt x="4038600" y="781050"/>
                  </a:lnTo>
                  <a:lnTo>
                    <a:pt x="4038600" y="771144"/>
                  </a:lnTo>
                  <a:lnTo>
                    <a:pt x="4047744" y="762000"/>
                  </a:lnTo>
                  <a:close/>
                </a:path>
                <a:path w="4057650" h="781050">
                  <a:moveTo>
                    <a:pt x="19050" y="781050"/>
                  </a:moveTo>
                  <a:lnTo>
                    <a:pt x="19050" y="771144"/>
                  </a:lnTo>
                  <a:lnTo>
                    <a:pt x="9144" y="762000"/>
                  </a:lnTo>
                  <a:lnTo>
                    <a:pt x="9144" y="781050"/>
                  </a:lnTo>
                  <a:lnTo>
                    <a:pt x="19050" y="781050"/>
                  </a:lnTo>
                  <a:close/>
                </a:path>
                <a:path w="4057650" h="781050">
                  <a:moveTo>
                    <a:pt x="4047744" y="19050"/>
                  </a:moveTo>
                  <a:lnTo>
                    <a:pt x="4038600" y="9144"/>
                  </a:lnTo>
                  <a:lnTo>
                    <a:pt x="4038600" y="19050"/>
                  </a:lnTo>
                  <a:lnTo>
                    <a:pt x="4047744" y="19050"/>
                  </a:lnTo>
                  <a:close/>
                </a:path>
                <a:path w="4057650" h="781050">
                  <a:moveTo>
                    <a:pt x="4047744" y="762000"/>
                  </a:moveTo>
                  <a:lnTo>
                    <a:pt x="4047744" y="19050"/>
                  </a:lnTo>
                  <a:lnTo>
                    <a:pt x="4038600" y="19050"/>
                  </a:lnTo>
                  <a:lnTo>
                    <a:pt x="4038600" y="762000"/>
                  </a:lnTo>
                  <a:lnTo>
                    <a:pt x="4047744" y="762000"/>
                  </a:lnTo>
                  <a:close/>
                </a:path>
                <a:path w="4057650" h="781050">
                  <a:moveTo>
                    <a:pt x="4047744" y="781050"/>
                  </a:moveTo>
                  <a:lnTo>
                    <a:pt x="4047744" y="762000"/>
                  </a:lnTo>
                  <a:lnTo>
                    <a:pt x="4038600" y="771144"/>
                  </a:lnTo>
                  <a:lnTo>
                    <a:pt x="4038600" y="781050"/>
                  </a:lnTo>
                  <a:lnTo>
                    <a:pt x="4047744" y="781050"/>
                  </a:lnTo>
                  <a:close/>
                </a:path>
              </a:pathLst>
            </a:custGeom>
            <a:solidFill>
              <a:srgbClr val="FFA4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33599" y="5657850"/>
              <a:ext cx="1981200" cy="1200150"/>
            </a:xfrm>
            <a:custGeom>
              <a:avLst/>
              <a:gdLst/>
              <a:ahLst/>
              <a:cxnLst/>
              <a:rect l="l" t="t" r="r" b="b"/>
              <a:pathLst>
                <a:path w="1981200" h="1200150">
                  <a:moveTo>
                    <a:pt x="1981200" y="1028699"/>
                  </a:moveTo>
                  <a:lnTo>
                    <a:pt x="1981200" y="0"/>
                  </a:lnTo>
                  <a:lnTo>
                    <a:pt x="1978483" y="12865"/>
                  </a:lnTo>
                  <a:lnTo>
                    <a:pt x="1970459" y="25462"/>
                  </a:lnTo>
                  <a:lnTo>
                    <a:pt x="1939260" y="49721"/>
                  </a:lnTo>
                  <a:lnTo>
                    <a:pt x="1889134" y="72521"/>
                  </a:lnTo>
                  <a:lnTo>
                    <a:pt x="1821613" y="93604"/>
                  </a:lnTo>
                  <a:lnTo>
                    <a:pt x="1781809" y="103420"/>
                  </a:lnTo>
                  <a:lnTo>
                    <a:pt x="1738230" y="112711"/>
                  </a:lnTo>
                  <a:lnTo>
                    <a:pt x="1691068" y="121443"/>
                  </a:lnTo>
                  <a:lnTo>
                    <a:pt x="1640515" y="129585"/>
                  </a:lnTo>
                  <a:lnTo>
                    <a:pt x="1586762" y="137105"/>
                  </a:lnTo>
                  <a:lnTo>
                    <a:pt x="1530002" y="143969"/>
                  </a:lnTo>
                  <a:lnTo>
                    <a:pt x="1470424" y="150147"/>
                  </a:lnTo>
                  <a:lnTo>
                    <a:pt x="1408221" y="155606"/>
                  </a:lnTo>
                  <a:lnTo>
                    <a:pt x="1343585" y="160313"/>
                  </a:lnTo>
                  <a:lnTo>
                    <a:pt x="1276706" y="164236"/>
                  </a:lnTo>
                  <a:lnTo>
                    <a:pt x="1207777" y="167344"/>
                  </a:lnTo>
                  <a:lnTo>
                    <a:pt x="1136988" y="169603"/>
                  </a:lnTo>
                  <a:lnTo>
                    <a:pt x="1064532" y="170983"/>
                  </a:lnTo>
                  <a:lnTo>
                    <a:pt x="990600" y="171449"/>
                  </a:lnTo>
                  <a:lnTo>
                    <a:pt x="916667" y="170983"/>
                  </a:lnTo>
                  <a:lnTo>
                    <a:pt x="844211" y="169603"/>
                  </a:lnTo>
                  <a:lnTo>
                    <a:pt x="773422" y="167344"/>
                  </a:lnTo>
                  <a:lnTo>
                    <a:pt x="704493" y="164236"/>
                  </a:lnTo>
                  <a:lnTo>
                    <a:pt x="637614" y="160313"/>
                  </a:lnTo>
                  <a:lnTo>
                    <a:pt x="572978" y="155606"/>
                  </a:lnTo>
                  <a:lnTo>
                    <a:pt x="510775" y="150147"/>
                  </a:lnTo>
                  <a:lnTo>
                    <a:pt x="451197" y="143969"/>
                  </a:lnTo>
                  <a:lnTo>
                    <a:pt x="394437" y="137105"/>
                  </a:lnTo>
                  <a:lnTo>
                    <a:pt x="340684" y="129585"/>
                  </a:lnTo>
                  <a:lnTo>
                    <a:pt x="290131" y="121443"/>
                  </a:lnTo>
                  <a:lnTo>
                    <a:pt x="242969" y="112711"/>
                  </a:lnTo>
                  <a:lnTo>
                    <a:pt x="199390" y="103420"/>
                  </a:lnTo>
                  <a:lnTo>
                    <a:pt x="159586" y="93604"/>
                  </a:lnTo>
                  <a:lnTo>
                    <a:pt x="92065" y="72521"/>
                  </a:lnTo>
                  <a:lnTo>
                    <a:pt x="41939" y="49721"/>
                  </a:lnTo>
                  <a:lnTo>
                    <a:pt x="10740" y="25462"/>
                  </a:lnTo>
                  <a:lnTo>
                    <a:pt x="0" y="0"/>
                  </a:lnTo>
                  <a:lnTo>
                    <a:pt x="0" y="1028700"/>
                  </a:lnTo>
                  <a:lnTo>
                    <a:pt x="23878" y="1066458"/>
                  </a:lnTo>
                  <a:lnTo>
                    <a:pt x="64732" y="1090020"/>
                  </a:lnTo>
                  <a:lnTo>
                    <a:pt x="123746" y="1111993"/>
                  </a:lnTo>
                  <a:lnTo>
                    <a:pt x="199390" y="1132120"/>
                  </a:lnTo>
                  <a:lnTo>
                    <a:pt x="242969" y="1141411"/>
                  </a:lnTo>
                  <a:lnTo>
                    <a:pt x="290131" y="1150143"/>
                  </a:lnTo>
                  <a:lnTo>
                    <a:pt x="340684" y="1158285"/>
                  </a:lnTo>
                  <a:lnTo>
                    <a:pt x="394437" y="1165805"/>
                  </a:lnTo>
                  <a:lnTo>
                    <a:pt x="451197" y="1172669"/>
                  </a:lnTo>
                  <a:lnTo>
                    <a:pt x="510775" y="1178847"/>
                  </a:lnTo>
                  <a:lnTo>
                    <a:pt x="572978" y="1184306"/>
                  </a:lnTo>
                  <a:lnTo>
                    <a:pt x="637614" y="1189013"/>
                  </a:lnTo>
                  <a:lnTo>
                    <a:pt x="704493" y="1192936"/>
                  </a:lnTo>
                  <a:lnTo>
                    <a:pt x="773422" y="1196044"/>
                  </a:lnTo>
                  <a:lnTo>
                    <a:pt x="844211" y="1198303"/>
                  </a:lnTo>
                  <a:lnTo>
                    <a:pt x="916667" y="1199683"/>
                  </a:lnTo>
                  <a:lnTo>
                    <a:pt x="990600" y="1200150"/>
                  </a:lnTo>
                  <a:lnTo>
                    <a:pt x="1064532" y="1199683"/>
                  </a:lnTo>
                  <a:lnTo>
                    <a:pt x="1136988" y="1198303"/>
                  </a:lnTo>
                  <a:lnTo>
                    <a:pt x="1207777" y="1196044"/>
                  </a:lnTo>
                  <a:lnTo>
                    <a:pt x="1276706" y="1192936"/>
                  </a:lnTo>
                  <a:lnTo>
                    <a:pt x="1343585" y="1189013"/>
                  </a:lnTo>
                  <a:lnTo>
                    <a:pt x="1408221" y="1184306"/>
                  </a:lnTo>
                  <a:lnTo>
                    <a:pt x="1470424" y="1178847"/>
                  </a:lnTo>
                  <a:lnTo>
                    <a:pt x="1530002" y="1172669"/>
                  </a:lnTo>
                  <a:lnTo>
                    <a:pt x="1586762" y="1165805"/>
                  </a:lnTo>
                  <a:lnTo>
                    <a:pt x="1640515" y="1158285"/>
                  </a:lnTo>
                  <a:lnTo>
                    <a:pt x="1691068" y="1150143"/>
                  </a:lnTo>
                  <a:lnTo>
                    <a:pt x="1738230" y="1141411"/>
                  </a:lnTo>
                  <a:lnTo>
                    <a:pt x="1781809" y="1132120"/>
                  </a:lnTo>
                  <a:lnTo>
                    <a:pt x="1821613" y="1122304"/>
                  </a:lnTo>
                  <a:lnTo>
                    <a:pt x="1889134" y="1101221"/>
                  </a:lnTo>
                  <a:lnTo>
                    <a:pt x="1939260" y="1078421"/>
                  </a:lnTo>
                  <a:lnTo>
                    <a:pt x="1970459" y="1054162"/>
                  </a:lnTo>
                  <a:lnTo>
                    <a:pt x="1978483" y="1041565"/>
                  </a:lnTo>
                  <a:lnTo>
                    <a:pt x="1981200" y="1028699"/>
                  </a:lnTo>
                  <a:close/>
                </a:path>
              </a:pathLst>
            </a:custGeom>
            <a:solidFill>
              <a:srgbClr val="A3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133599" y="5486400"/>
              <a:ext cx="1981200" cy="342900"/>
            </a:xfrm>
            <a:custGeom>
              <a:avLst/>
              <a:gdLst/>
              <a:ahLst/>
              <a:cxnLst/>
              <a:rect l="l" t="t" r="r" b="b"/>
              <a:pathLst>
                <a:path w="1981200" h="342900">
                  <a:moveTo>
                    <a:pt x="1981200" y="171449"/>
                  </a:moveTo>
                  <a:lnTo>
                    <a:pt x="1955038" y="132201"/>
                  </a:lnTo>
                  <a:lnTo>
                    <a:pt x="1910364" y="107741"/>
                  </a:lnTo>
                  <a:lnTo>
                    <a:pt x="1845959" y="85005"/>
                  </a:lnTo>
                  <a:lnTo>
                    <a:pt x="1806907" y="74380"/>
                  </a:lnTo>
                  <a:lnTo>
                    <a:pt x="1763583" y="64301"/>
                  </a:lnTo>
                  <a:lnTo>
                    <a:pt x="1716207" y="54807"/>
                  </a:lnTo>
                  <a:lnTo>
                    <a:pt x="1664999" y="45937"/>
                  </a:lnTo>
                  <a:lnTo>
                    <a:pt x="1610179" y="37728"/>
                  </a:lnTo>
                  <a:lnTo>
                    <a:pt x="1551967" y="30221"/>
                  </a:lnTo>
                  <a:lnTo>
                    <a:pt x="1490584" y="23452"/>
                  </a:lnTo>
                  <a:lnTo>
                    <a:pt x="1426250" y="17461"/>
                  </a:lnTo>
                  <a:lnTo>
                    <a:pt x="1359185" y="12286"/>
                  </a:lnTo>
                  <a:lnTo>
                    <a:pt x="1289609" y="7966"/>
                  </a:lnTo>
                  <a:lnTo>
                    <a:pt x="1217742" y="4538"/>
                  </a:lnTo>
                  <a:lnTo>
                    <a:pt x="1143805" y="2042"/>
                  </a:lnTo>
                  <a:lnTo>
                    <a:pt x="1068017" y="517"/>
                  </a:lnTo>
                  <a:lnTo>
                    <a:pt x="990600" y="0"/>
                  </a:lnTo>
                  <a:lnTo>
                    <a:pt x="913182" y="517"/>
                  </a:lnTo>
                  <a:lnTo>
                    <a:pt x="837394" y="2042"/>
                  </a:lnTo>
                  <a:lnTo>
                    <a:pt x="763457" y="4538"/>
                  </a:lnTo>
                  <a:lnTo>
                    <a:pt x="691590" y="7966"/>
                  </a:lnTo>
                  <a:lnTo>
                    <a:pt x="622014" y="12286"/>
                  </a:lnTo>
                  <a:lnTo>
                    <a:pt x="554949" y="17461"/>
                  </a:lnTo>
                  <a:lnTo>
                    <a:pt x="490615" y="23452"/>
                  </a:lnTo>
                  <a:lnTo>
                    <a:pt x="429232" y="30221"/>
                  </a:lnTo>
                  <a:lnTo>
                    <a:pt x="371020" y="37728"/>
                  </a:lnTo>
                  <a:lnTo>
                    <a:pt x="316200" y="45937"/>
                  </a:lnTo>
                  <a:lnTo>
                    <a:pt x="264992" y="54807"/>
                  </a:lnTo>
                  <a:lnTo>
                    <a:pt x="217616" y="64301"/>
                  </a:lnTo>
                  <a:lnTo>
                    <a:pt x="174292" y="74380"/>
                  </a:lnTo>
                  <a:lnTo>
                    <a:pt x="135240" y="85005"/>
                  </a:lnTo>
                  <a:lnTo>
                    <a:pt x="70835" y="107741"/>
                  </a:lnTo>
                  <a:lnTo>
                    <a:pt x="26161" y="132201"/>
                  </a:lnTo>
                  <a:lnTo>
                    <a:pt x="0" y="171450"/>
                  </a:lnTo>
                  <a:lnTo>
                    <a:pt x="2716" y="184315"/>
                  </a:lnTo>
                  <a:lnTo>
                    <a:pt x="41939" y="221171"/>
                  </a:lnTo>
                  <a:lnTo>
                    <a:pt x="92065" y="243971"/>
                  </a:lnTo>
                  <a:lnTo>
                    <a:pt x="159586" y="265054"/>
                  </a:lnTo>
                  <a:lnTo>
                    <a:pt x="199390" y="274870"/>
                  </a:lnTo>
                  <a:lnTo>
                    <a:pt x="242969" y="284161"/>
                  </a:lnTo>
                  <a:lnTo>
                    <a:pt x="290131" y="292893"/>
                  </a:lnTo>
                  <a:lnTo>
                    <a:pt x="340684" y="301035"/>
                  </a:lnTo>
                  <a:lnTo>
                    <a:pt x="394437" y="308555"/>
                  </a:lnTo>
                  <a:lnTo>
                    <a:pt x="451197" y="315419"/>
                  </a:lnTo>
                  <a:lnTo>
                    <a:pt x="510775" y="321597"/>
                  </a:lnTo>
                  <a:lnTo>
                    <a:pt x="572978" y="327056"/>
                  </a:lnTo>
                  <a:lnTo>
                    <a:pt x="637614" y="331763"/>
                  </a:lnTo>
                  <a:lnTo>
                    <a:pt x="704493" y="335686"/>
                  </a:lnTo>
                  <a:lnTo>
                    <a:pt x="773422" y="338794"/>
                  </a:lnTo>
                  <a:lnTo>
                    <a:pt x="844211" y="341053"/>
                  </a:lnTo>
                  <a:lnTo>
                    <a:pt x="916667" y="342433"/>
                  </a:lnTo>
                  <a:lnTo>
                    <a:pt x="990600" y="342899"/>
                  </a:lnTo>
                  <a:lnTo>
                    <a:pt x="1064532" y="342433"/>
                  </a:lnTo>
                  <a:lnTo>
                    <a:pt x="1136988" y="341053"/>
                  </a:lnTo>
                  <a:lnTo>
                    <a:pt x="1207777" y="338794"/>
                  </a:lnTo>
                  <a:lnTo>
                    <a:pt x="1276706" y="335686"/>
                  </a:lnTo>
                  <a:lnTo>
                    <a:pt x="1343585" y="331763"/>
                  </a:lnTo>
                  <a:lnTo>
                    <a:pt x="1408221" y="327056"/>
                  </a:lnTo>
                  <a:lnTo>
                    <a:pt x="1470424" y="321597"/>
                  </a:lnTo>
                  <a:lnTo>
                    <a:pt x="1530002" y="315419"/>
                  </a:lnTo>
                  <a:lnTo>
                    <a:pt x="1586762" y="308555"/>
                  </a:lnTo>
                  <a:lnTo>
                    <a:pt x="1640515" y="301035"/>
                  </a:lnTo>
                  <a:lnTo>
                    <a:pt x="1691068" y="292893"/>
                  </a:lnTo>
                  <a:lnTo>
                    <a:pt x="1738230" y="284161"/>
                  </a:lnTo>
                  <a:lnTo>
                    <a:pt x="1781809" y="274870"/>
                  </a:lnTo>
                  <a:lnTo>
                    <a:pt x="1821613" y="265054"/>
                  </a:lnTo>
                  <a:lnTo>
                    <a:pt x="1889134" y="243971"/>
                  </a:lnTo>
                  <a:lnTo>
                    <a:pt x="1939260" y="221171"/>
                  </a:lnTo>
                  <a:lnTo>
                    <a:pt x="1970459" y="196912"/>
                  </a:lnTo>
                  <a:lnTo>
                    <a:pt x="1981200" y="171449"/>
                  </a:lnTo>
                  <a:close/>
                </a:path>
              </a:pathLst>
            </a:custGeom>
            <a:solidFill>
              <a:srgbClr val="C8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124455" y="5477255"/>
              <a:ext cx="1993900" cy="1390650"/>
            </a:xfrm>
            <a:custGeom>
              <a:avLst/>
              <a:gdLst/>
              <a:ahLst/>
              <a:cxnLst/>
              <a:rect l="l" t="t" r="r" b="b"/>
              <a:pathLst>
                <a:path w="1993900" h="1390650">
                  <a:moveTo>
                    <a:pt x="12700" y="180594"/>
                  </a:moveTo>
                  <a:lnTo>
                    <a:pt x="12700" y="149352"/>
                  </a:lnTo>
                  <a:lnTo>
                    <a:pt x="0" y="157734"/>
                  </a:lnTo>
                  <a:lnTo>
                    <a:pt x="0" y="180594"/>
                  </a:lnTo>
                  <a:lnTo>
                    <a:pt x="12700" y="180594"/>
                  </a:lnTo>
                  <a:close/>
                </a:path>
                <a:path w="1993900" h="1390650">
                  <a:moveTo>
                    <a:pt x="12700" y="212598"/>
                  </a:moveTo>
                  <a:lnTo>
                    <a:pt x="12700" y="180594"/>
                  </a:lnTo>
                  <a:lnTo>
                    <a:pt x="0" y="180594"/>
                  </a:lnTo>
                  <a:lnTo>
                    <a:pt x="0" y="204216"/>
                  </a:lnTo>
                  <a:lnTo>
                    <a:pt x="12700" y="212598"/>
                  </a:lnTo>
                  <a:close/>
                </a:path>
                <a:path w="1993900" h="1390650">
                  <a:moveTo>
                    <a:pt x="12700" y="1241298"/>
                  </a:moveTo>
                  <a:lnTo>
                    <a:pt x="12700" y="212598"/>
                  </a:lnTo>
                  <a:lnTo>
                    <a:pt x="0" y="204216"/>
                  </a:lnTo>
                  <a:lnTo>
                    <a:pt x="0" y="1232916"/>
                  </a:lnTo>
                  <a:lnTo>
                    <a:pt x="12700" y="1241298"/>
                  </a:lnTo>
                  <a:close/>
                </a:path>
                <a:path w="1993900" h="1390650">
                  <a:moveTo>
                    <a:pt x="1981200" y="179832"/>
                  </a:moveTo>
                  <a:lnTo>
                    <a:pt x="1981200" y="149352"/>
                  </a:lnTo>
                  <a:lnTo>
                    <a:pt x="1968500" y="138684"/>
                  </a:lnTo>
                  <a:lnTo>
                    <a:pt x="1955800" y="130302"/>
                  </a:lnTo>
                  <a:lnTo>
                    <a:pt x="1943100" y="121158"/>
                  </a:lnTo>
                  <a:lnTo>
                    <a:pt x="1905000" y="102161"/>
                  </a:lnTo>
                  <a:lnTo>
                    <a:pt x="1854200" y="86193"/>
                  </a:lnTo>
                  <a:lnTo>
                    <a:pt x="1803400" y="72871"/>
                  </a:lnTo>
                  <a:lnTo>
                    <a:pt x="1752600" y="61812"/>
                  </a:lnTo>
                  <a:lnTo>
                    <a:pt x="1701800" y="52635"/>
                  </a:lnTo>
                  <a:lnTo>
                    <a:pt x="1663700" y="44958"/>
                  </a:lnTo>
                  <a:lnTo>
                    <a:pt x="1625600" y="38862"/>
                  </a:lnTo>
                  <a:lnTo>
                    <a:pt x="1587500" y="34290"/>
                  </a:lnTo>
                  <a:lnTo>
                    <a:pt x="1536700" y="28288"/>
                  </a:lnTo>
                  <a:lnTo>
                    <a:pt x="1485900" y="22983"/>
                  </a:lnTo>
                  <a:lnTo>
                    <a:pt x="1435100" y="18338"/>
                  </a:lnTo>
                  <a:lnTo>
                    <a:pt x="1397000" y="14318"/>
                  </a:lnTo>
                  <a:lnTo>
                    <a:pt x="1346200" y="10884"/>
                  </a:lnTo>
                  <a:lnTo>
                    <a:pt x="1295400" y="8001"/>
                  </a:lnTo>
                  <a:lnTo>
                    <a:pt x="1244600" y="5631"/>
                  </a:lnTo>
                  <a:lnTo>
                    <a:pt x="1193800" y="3738"/>
                  </a:lnTo>
                  <a:lnTo>
                    <a:pt x="1143000" y="2286"/>
                  </a:lnTo>
                  <a:lnTo>
                    <a:pt x="1092200" y="762"/>
                  </a:lnTo>
                  <a:lnTo>
                    <a:pt x="990600" y="0"/>
                  </a:lnTo>
                  <a:lnTo>
                    <a:pt x="889000" y="762"/>
                  </a:lnTo>
                  <a:lnTo>
                    <a:pt x="838200" y="2286"/>
                  </a:lnTo>
                  <a:lnTo>
                    <a:pt x="787400" y="3839"/>
                  </a:lnTo>
                  <a:lnTo>
                    <a:pt x="736600" y="5960"/>
                  </a:lnTo>
                  <a:lnTo>
                    <a:pt x="685800" y="8675"/>
                  </a:lnTo>
                  <a:lnTo>
                    <a:pt x="635000" y="12009"/>
                  </a:lnTo>
                  <a:lnTo>
                    <a:pt x="571500" y="15987"/>
                  </a:lnTo>
                  <a:lnTo>
                    <a:pt x="520700" y="20636"/>
                  </a:lnTo>
                  <a:lnTo>
                    <a:pt x="469900" y="25980"/>
                  </a:lnTo>
                  <a:lnTo>
                    <a:pt x="419100" y="32047"/>
                  </a:lnTo>
                  <a:lnTo>
                    <a:pt x="368300" y="38862"/>
                  </a:lnTo>
                  <a:lnTo>
                    <a:pt x="330200" y="44958"/>
                  </a:lnTo>
                  <a:lnTo>
                    <a:pt x="292100" y="50292"/>
                  </a:lnTo>
                  <a:lnTo>
                    <a:pt x="241300" y="59896"/>
                  </a:lnTo>
                  <a:lnTo>
                    <a:pt x="190500" y="70953"/>
                  </a:lnTo>
                  <a:lnTo>
                    <a:pt x="139700" y="84369"/>
                  </a:lnTo>
                  <a:lnTo>
                    <a:pt x="88900" y="101055"/>
                  </a:lnTo>
                  <a:lnTo>
                    <a:pt x="38100" y="121920"/>
                  </a:lnTo>
                  <a:lnTo>
                    <a:pt x="12700" y="139446"/>
                  </a:lnTo>
                  <a:lnTo>
                    <a:pt x="12700" y="169164"/>
                  </a:lnTo>
                  <a:lnTo>
                    <a:pt x="25400" y="160782"/>
                  </a:lnTo>
                  <a:lnTo>
                    <a:pt x="25400" y="153162"/>
                  </a:lnTo>
                  <a:lnTo>
                    <a:pt x="50800" y="137922"/>
                  </a:lnTo>
                  <a:lnTo>
                    <a:pt x="88900" y="119253"/>
                  </a:lnTo>
                  <a:lnTo>
                    <a:pt x="139700" y="103818"/>
                  </a:lnTo>
                  <a:lnTo>
                    <a:pt x="190500" y="91059"/>
                  </a:lnTo>
                  <a:lnTo>
                    <a:pt x="241300" y="80416"/>
                  </a:lnTo>
                  <a:lnTo>
                    <a:pt x="279400" y="71331"/>
                  </a:lnTo>
                  <a:lnTo>
                    <a:pt x="330200" y="63246"/>
                  </a:lnTo>
                  <a:lnTo>
                    <a:pt x="368300" y="57912"/>
                  </a:lnTo>
                  <a:lnTo>
                    <a:pt x="406400" y="53340"/>
                  </a:lnTo>
                  <a:lnTo>
                    <a:pt x="444500" y="47206"/>
                  </a:lnTo>
                  <a:lnTo>
                    <a:pt x="495300" y="41850"/>
                  </a:lnTo>
                  <a:lnTo>
                    <a:pt x="546100" y="37213"/>
                  </a:lnTo>
                  <a:lnTo>
                    <a:pt x="596900" y="33240"/>
                  </a:lnTo>
                  <a:lnTo>
                    <a:pt x="647700" y="29873"/>
                  </a:lnTo>
                  <a:lnTo>
                    <a:pt x="698500" y="27056"/>
                  </a:lnTo>
                  <a:lnTo>
                    <a:pt x="749300" y="24732"/>
                  </a:lnTo>
                  <a:lnTo>
                    <a:pt x="800100" y="22844"/>
                  </a:lnTo>
                  <a:lnTo>
                    <a:pt x="889000" y="19812"/>
                  </a:lnTo>
                  <a:lnTo>
                    <a:pt x="990600" y="19050"/>
                  </a:lnTo>
                  <a:lnTo>
                    <a:pt x="1092200" y="19812"/>
                  </a:lnTo>
                  <a:lnTo>
                    <a:pt x="1143000" y="21336"/>
                  </a:lnTo>
                  <a:lnTo>
                    <a:pt x="1193800" y="22945"/>
                  </a:lnTo>
                  <a:lnTo>
                    <a:pt x="1308100" y="27731"/>
                  </a:lnTo>
                  <a:lnTo>
                    <a:pt x="1358900" y="30998"/>
                  </a:lnTo>
                  <a:lnTo>
                    <a:pt x="1409700" y="34909"/>
                  </a:lnTo>
                  <a:lnTo>
                    <a:pt x="1460500" y="39511"/>
                  </a:lnTo>
                  <a:lnTo>
                    <a:pt x="1511300" y="44848"/>
                  </a:lnTo>
                  <a:lnTo>
                    <a:pt x="1574800" y="50966"/>
                  </a:lnTo>
                  <a:lnTo>
                    <a:pt x="1625600" y="57912"/>
                  </a:lnTo>
                  <a:lnTo>
                    <a:pt x="1663700" y="63246"/>
                  </a:lnTo>
                  <a:lnTo>
                    <a:pt x="1689100" y="69342"/>
                  </a:lnTo>
                  <a:lnTo>
                    <a:pt x="1739900" y="78582"/>
                  </a:lnTo>
                  <a:lnTo>
                    <a:pt x="1790700" y="89165"/>
                  </a:lnTo>
                  <a:lnTo>
                    <a:pt x="1841500" y="102062"/>
                  </a:lnTo>
                  <a:lnTo>
                    <a:pt x="1892300" y="118245"/>
                  </a:lnTo>
                  <a:lnTo>
                    <a:pt x="1930400" y="138684"/>
                  </a:lnTo>
                  <a:lnTo>
                    <a:pt x="1968500" y="161544"/>
                  </a:lnTo>
                  <a:lnTo>
                    <a:pt x="1968500" y="173736"/>
                  </a:lnTo>
                  <a:lnTo>
                    <a:pt x="1979468" y="180975"/>
                  </a:lnTo>
                  <a:lnTo>
                    <a:pt x="1981200" y="179832"/>
                  </a:lnTo>
                  <a:close/>
                </a:path>
                <a:path w="1993900" h="1390650">
                  <a:moveTo>
                    <a:pt x="1981200" y="212598"/>
                  </a:moveTo>
                  <a:lnTo>
                    <a:pt x="1981200" y="182118"/>
                  </a:lnTo>
                  <a:lnTo>
                    <a:pt x="1979468" y="180975"/>
                  </a:lnTo>
                  <a:lnTo>
                    <a:pt x="1968500" y="188214"/>
                  </a:lnTo>
                  <a:lnTo>
                    <a:pt x="1968500" y="200406"/>
                  </a:lnTo>
                  <a:lnTo>
                    <a:pt x="1955800" y="208788"/>
                  </a:lnTo>
                  <a:lnTo>
                    <a:pt x="1930400" y="224028"/>
                  </a:lnTo>
                  <a:lnTo>
                    <a:pt x="1892300" y="242746"/>
                  </a:lnTo>
                  <a:lnTo>
                    <a:pt x="1841500" y="258171"/>
                  </a:lnTo>
                  <a:lnTo>
                    <a:pt x="1803400" y="270891"/>
                  </a:lnTo>
                  <a:lnTo>
                    <a:pt x="1752600" y="281494"/>
                  </a:lnTo>
                  <a:lnTo>
                    <a:pt x="1701800" y="290568"/>
                  </a:lnTo>
                  <a:lnTo>
                    <a:pt x="1663700" y="298704"/>
                  </a:lnTo>
                  <a:lnTo>
                    <a:pt x="1625600" y="304038"/>
                  </a:lnTo>
                  <a:lnTo>
                    <a:pt x="1587500" y="308610"/>
                  </a:lnTo>
                  <a:lnTo>
                    <a:pt x="1536700" y="314619"/>
                  </a:lnTo>
                  <a:lnTo>
                    <a:pt x="1485900" y="319929"/>
                  </a:lnTo>
                  <a:lnTo>
                    <a:pt x="1435100" y="324578"/>
                  </a:lnTo>
                  <a:lnTo>
                    <a:pt x="1384300" y="328600"/>
                  </a:lnTo>
                  <a:lnTo>
                    <a:pt x="1346200" y="332034"/>
                  </a:lnTo>
                  <a:lnTo>
                    <a:pt x="1295400" y="334915"/>
                  </a:lnTo>
                  <a:lnTo>
                    <a:pt x="1244600" y="337281"/>
                  </a:lnTo>
                  <a:lnTo>
                    <a:pt x="1193800" y="339169"/>
                  </a:lnTo>
                  <a:lnTo>
                    <a:pt x="1143000" y="340614"/>
                  </a:lnTo>
                  <a:lnTo>
                    <a:pt x="1092200" y="342138"/>
                  </a:lnTo>
                  <a:lnTo>
                    <a:pt x="990600" y="342900"/>
                  </a:lnTo>
                  <a:lnTo>
                    <a:pt x="889000" y="342138"/>
                  </a:lnTo>
                  <a:lnTo>
                    <a:pt x="787400" y="339072"/>
                  </a:lnTo>
                  <a:lnTo>
                    <a:pt x="736600" y="336956"/>
                  </a:lnTo>
                  <a:lnTo>
                    <a:pt x="685800" y="334241"/>
                  </a:lnTo>
                  <a:lnTo>
                    <a:pt x="635000" y="330903"/>
                  </a:lnTo>
                  <a:lnTo>
                    <a:pt x="571500" y="326918"/>
                  </a:lnTo>
                  <a:lnTo>
                    <a:pt x="520700" y="322263"/>
                  </a:lnTo>
                  <a:lnTo>
                    <a:pt x="469900" y="316914"/>
                  </a:lnTo>
                  <a:lnTo>
                    <a:pt x="419100" y="310847"/>
                  </a:lnTo>
                  <a:lnTo>
                    <a:pt x="368300" y="304038"/>
                  </a:lnTo>
                  <a:lnTo>
                    <a:pt x="330200" y="298704"/>
                  </a:lnTo>
                  <a:lnTo>
                    <a:pt x="292100" y="292608"/>
                  </a:lnTo>
                  <a:lnTo>
                    <a:pt x="241300" y="283367"/>
                  </a:lnTo>
                  <a:lnTo>
                    <a:pt x="190500" y="272784"/>
                  </a:lnTo>
                  <a:lnTo>
                    <a:pt x="139700" y="259887"/>
                  </a:lnTo>
                  <a:lnTo>
                    <a:pt x="101600" y="243704"/>
                  </a:lnTo>
                  <a:lnTo>
                    <a:pt x="50800" y="223266"/>
                  </a:lnTo>
                  <a:lnTo>
                    <a:pt x="25400" y="208026"/>
                  </a:lnTo>
                  <a:lnTo>
                    <a:pt x="25400" y="201168"/>
                  </a:lnTo>
                  <a:lnTo>
                    <a:pt x="12700" y="192786"/>
                  </a:lnTo>
                  <a:lnTo>
                    <a:pt x="12700" y="223266"/>
                  </a:lnTo>
                  <a:lnTo>
                    <a:pt x="25400" y="231648"/>
                  </a:lnTo>
                  <a:lnTo>
                    <a:pt x="38100" y="240792"/>
                  </a:lnTo>
                  <a:lnTo>
                    <a:pt x="88900" y="259788"/>
                  </a:lnTo>
                  <a:lnTo>
                    <a:pt x="127000" y="275756"/>
                  </a:lnTo>
                  <a:lnTo>
                    <a:pt x="177800" y="289078"/>
                  </a:lnTo>
                  <a:lnTo>
                    <a:pt x="228600" y="300137"/>
                  </a:lnTo>
                  <a:lnTo>
                    <a:pt x="279400" y="309314"/>
                  </a:lnTo>
                  <a:lnTo>
                    <a:pt x="330200" y="316992"/>
                  </a:lnTo>
                  <a:lnTo>
                    <a:pt x="368300" y="322326"/>
                  </a:lnTo>
                  <a:lnTo>
                    <a:pt x="393700" y="327660"/>
                  </a:lnTo>
                  <a:lnTo>
                    <a:pt x="444500" y="333588"/>
                  </a:lnTo>
                  <a:lnTo>
                    <a:pt x="495300" y="338868"/>
                  </a:lnTo>
                  <a:lnTo>
                    <a:pt x="546100" y="343523"/>
                  </a:lnTo>
                  <a:lnTo>
                    <a:pt x="596900" y="347577"/>
                  </a:lnTo>
                  <a:lnTo>
                    <a:pt x="647700" y="351054"/>
                  </a:lnTo>
                  <a:lnTo>
                    <a:pt x="698500" y="353977"/>
                  </a:lnTo>
                  <a:lnTo>
                    <a:pt x="749300" y="356370"/>
                  </a:lnTo>
                  <a:lnTo>
                    <a:pt x="787400" y="358258"/>
                  </a:lnTo>
                  <a:lnTo>
                    <a:pt x="838200" y="359664"/>
                  </a:lnTo>
                  <a:lnTo>
                    <a:pt x="889000" y="361188"/>
                  </a:lnTo>
                  <a:lnTo>
                    <a:pt x="990600" y="361950"/>
                  </a:lnTo>
                  <a:lnTo>
                    <a:pt x="1092200" y="361188"/>
                  </a:lnTo>
                  <a:lnTo>
                    <a:pt x="1143000" y="359664"/>
                  </a:lnTo>
                  <a:lnTo>
                    <a:pt x="1193800" y="358084"/>
                  </a:lnTo>
                  <a:lnTo>
                    <a:pt x="1257300" y="355973"/>
                  </a:lnTo>
                  <a:lnTo>
                    <a:pt x="1308100" y="353282"/>
                  </a:lnTo>
                  <a:lnTo>
                    <a:pt x="1358900" y="349966"/>
                  </a:lnTo>
                  <a:lnTo>
                    <a:pt x="1409700" y="345975"/>
                  </a:lnTo>
                  <a:lnTo>
                    <a:pt x="1460500" y="341263"/>
                  </a:lnTo>
                  <a:lnTo>
                    <a:pt x="1524000" y="335782"/>
                  </a:lnTo>
                  <a:lnTo>
                    <a:pt x="1574800" y="329485"/>
                  </a:lnTo>
                  <a:lnTo>
                    <a:pt x="1625600" y="322326"/>
                  </a:lnTo>
                  <a:lnTo>
                    <a:pt x="1701800" y="311658"/>
                  </a:lnTo>
                  <a:lnTo>
                    <a:pt x="1739900" y="302053"/>
                  </a:lnTo>
                  <a:lnTo>
                    <a:pt x="1803400" y="290996"/>
                  </a:lnTo>
                  <a:lnTo>
                    <a:pt x="1854200" y="277580"/>
                  </a:lnTo>
                  <a:lnTo>
                    <a:pt x="1905000" y="260894"/>
                  </a:lnTo>
                  <a:lnTo>
                    <a:pt x="1943100" y="240030"/>
                  </a:lnTo>
                  <a:lnTo>
                    <a:pt x="1955800" y="231648"/>
                  </a:lnTo>
                  <a:lnTo>
                    <a:pt x="1968500" y="222504"/>
                  </a:lnTo>
                  <a:lnTo>
                    <a:pt x="1981200" y="212598"/>
                  </a:lnTo>
                  <a:close/>
                </a:path>
                <a:path w="1993900" h="1390650">
                  <a:moveTo>
                    <a:pt x="1981200" y="1241298"/>
                  </a:moveTo>
                  <a:lnTo>
                    <a:pt x="1981200" y="1208532"/>
                  </a:lnTo>
                  <a:lnTo>
                    <a:pt x="1968500" y="1216914"/>
                  </a:lnTo>
                  <a:lnTo>
                    <a:pt x="1968500" y="1229106"/>
                  </a:lnTo>
                  <a:lnTo>
                    <a:pt x="1955800" y="1237488"/>
                  </a:lnTo>
                  <a:lnTo>
                    <a:pt x="1930400" y="1252728"/>
                  </a:lnTo>
                  <a:lnTo>
                    <a:pt x="1892300" y="1271446"/>
                  </a:lnTo>
                  <a:lnTo>
                    <a:pt x="1841500" y="1286871"/>
                  </a:lnTo>
                  <a:lnTo>
                    <a:pt x="1803400" y="1299591"/>
                  </a:lnTo>
                  <a:lnTo>
                    <a:pt x="1752600" y="1310194"/>
                  </a:lnTo>
                  <a:lnTo>
                    <a:pt x="1701800" y="1319268"/>
                  </a:lnTo>
                  <a:lnTo>
                    <a:pt x="1663700" y="1327404"/>
                  </a:lnTo>
                  <a:lnTo>
                    <a:pt x="1625600" y="1332738"/>
                  </a:lnTo>
                  <a:lnTo>
                    <a:pt x="1587500" y="1337310"/>
                  </a:lnTo>
                  <a:lnTo>
                    <a:pt x="1536700" y="1343319"/>
                  </a:lnTo>
                  <a:lnTo>
                    <a:pt x="1485900" y="1348629"/>
                  </a:lnTo>
                  <a:lnTo>
                    <a:pt x="1435100" y="1353278"/>
                  </a:lnTo>
                  <a:lnTo>
                    <a:pt x="1384300" y="1357300"/>
                  </a:lnTo>
                  <a:lnTo>
                    <a:pt x="1346200" y="1360734"/>
                  </a:lnTo>
                  <a:lnTo>
                    <a:pt x="1295400" y="1363615"/>
                  </a:lnTo>
                  <a:lnTo>
                    <a:pt x="1244600" y="1365981"/>
                  </a:lnTo>
                  <a:lnTo>
                    <a:pt x="1193800" y="1367869"/>
                  </a:lnTo>
                  <a:lnTo>
                    <a:pt x="1143000" y="1369314"/>
                  </a:lnTo>
                  <a:lnTo>
                    <a:pt x="1092200" y="1370838"/>
                  </a:lnTo>
                  <a:lnTo>
                    <a:pt x="990600" y="1371600"/>
                  </a:lnTo>
                  <a:lnTo>
                    <a:pt x="889000" y="1370838"/>
                  </a:lnTo>
                  <a:lnTo>
                    <a:pt x="787400" y="1367772"/>
                  </a:lnTo>
                  <a:lnTo>
                    <a:pt x="736600" y="1365656"/>
                  </a:lnTo>
                  <a:lnTo>
                    <a:pt x="685800" y="1362941"/>
                  </a:lnTo>
                  <a:lnTo>
                    <a:pt x="635000" y="1359603"/>
                  </a:lnTo>
                  <a:lnTo>
                    <a:pt x="571500" y="1355618"/>
                  </a:lnTo>
                  <a:lnTo>
                    <a:pt x="520700" y="1350963"/>
                  </a:lnTo>
                  <a:lnTo>
                    <a:pt x="469900" y="1345614"/>
                  </a:lnTo>
                  <a:lnTo>
                    <a:pt x="419100" y="1339547"/>
                  </a:lnTo>
                  <a:lnTo>
                    <a:pt x="368300" y="1332738"/>
                  </a:lnTo>
                  <a:lnTo>
                    <a:pt x="330200" y="1327404"/>
                  </a:lnTo>
                  <a:lnTo>
                    <a:pt x="292100" y="1321308"/>
                  </a:lnTo>
                  <a:lnTo>
                    <a:pt x="241300" y="1312066"/>
                  </a:lnTo>
                  <a:lnTo>
                    <a:pt x="190500" y="1301480"/>
                  </a:lnTo>
                  <a:lnTo>
                    <a:pt x="139700" y="1288581"/>
                  </a:lnTo>
                  <a:lnTo>
                    <a:pt x="101600" y="1272399"/>
                  </a:lnTo>
                  <a:lnTo>
                    <a:pt x="50800" y="1251966"/>
                  </a:lnTo>
                  <a:lnTo>
                    <a:pt x="25400" y="1236726"/>
                  </a:lnTo>
                  <a:lnTo>
                    <a:pt x="25400" y="1229868"/>
                  </a:lnTo>
                  <a:lnTo>
                    <a:pt x="12700" y="1221486"/>
                  </a:lnTo>
                  <a:lnTo>
                    <a:pt x="12700" y="1251966"/>
                  </a:lnTo>
                  <a:lnTo>
                    <a:pt x="25400" y="1260348"/>
                  </a:lnTo>
                  <a:lnTo>
                    <a:pt x="38100" y="1269492"/>
                  </a:lnTo>
                  <a:lnTo>
                    <a:pt x="88900" y="1288488"/>
                  </a:lnTo>
                  <a:lnTo>
                    <a:pt x="127000" y="1304456"/>
                  </a:lnTo>
                  <a:lnTo>
                    <a:pt x="177800" y="1317778"/>
                  </a:lnTo>
                  <a:lnTo>
                    <a:pt x="228600" y="1328837"/>
                  </a:lnTo>
                  <a:lnTo>
                    <a:pt x="279400" y="1338014"/>
                  </a:lnTo>
                  <a:lnTo>
                    <a:pt x="330200" y="1345692"/>
                  </a:lnTo>
                  <a:lnTo>
                    <a:pt x="368300" y="1351026"/>
                  </a:lnTo>
                  <a:lnTo>
                    <a:pt x="393700" y="1356360"/>
                  </a:lnTo>
                  <a:lnTo>
                    <a:pt x="444500" y="1362288"/>
                  </a:lnTo>
                  <a:lnTo>
                    <a:pt x="495300" y="1367568"/>
                  </a:lnTo>
                  <a:lnTo>
                    <a:pt x="546100" y="1372223"/>
                  </a:lnTo>
                  <a:lnTo>
                    <a:pt x="596900" y="1376277"/>
                  </a:lnTo>
                  <a:lnTo>
                    <a:pt x="647700" y="1379754"/>
                  </a:lnTo>
                  <a:lnTo>
                    <a:pt x="698500" y="1382677"/>
                  </a:lnTo>
                  <a:lnTo>
                    <a:pt x="749300" y="1385070"/>
                  </a:lnTo>
                  <a:lnTo>
                    <a:pt x="787400" y="1386958"/>
                  </a:lnTo>
                  <a:lnTo>
                    <a:pt x="838200" y="1388364"/>
                  </a:lnTo>
                  <a:lnTo>
                    <a:pt x="889000" y="1389888"/>
                  </a:lnTo>
                  <a:lnTo>
                    <a:pt x="990600" y="1390650"/>
                  </a:lnTo>
                  <a:lnTo>
                    <a:pt x="1092200" y="1389888"/>
                  </a:lnTo>
                  <a:lnTo>
                    <a:pt x="1143000" y="1388364"/>
                  </a:lnTo>
                  <a:lnTo>
                    <a:pt x="1193800" y="1386784"/>
                  </a:lnTo>
                  <a:lnTo>
                    <a:pt x="1257300" y="1384673"/>
                  </a:lnTo>
                  <a:lnTo>
                    <a:pt x="1308100" y="1381982"/>
                  </a:lnTo>
                  <a:lnTo>
                    <a:pt x="1358900" y="1378666"/>
                  </a:lnTo>
                  <a:lnTo>
                    <a:pt x="1409700" y="1374675"/>
                  </a:lnTo>
                  <a:lnTo>
                    <a:pt x="1460500" y="1369963"/>
                  </a:lnTo>
                  <a:lnTo>
                    <a:pt x="1524000" y="1364482"/>
                  </a:lnTo>
                  <a:lnTo>
                    <a:pt x="1574800" y="1358185"/>
                  </a:lnTo>
                  <a:lnTo>
                    <a:pt x="1625600" y="1351026"/>
                  </a:lnTo>
                  <a:lnTo>
                    <a:pt x="1701800" y="1340358"/>
                  </a:lnTo>
                  <a:lnTo>
                    <a:pt x="1739900" y="1330753"/>
                  </a:lnTo>
                  <a:lnTo>
                    <a:pt x="1803400" y="1319696"/>
                  </a:lnTo>
                  <a:lnTo>
                    <a:pt x="1854200" y="1306280"/>
                  </a:lnTo>
                  <a:lnTo>
                    <a:pt x="1905000" y="1289594"/>
                  </a:lnTo>
                  <a:lnTo>
                    <a:pt x="1943100" y="1268730"/>
                  </a:lnTo>
                  <a:lnTo>
                    <a:pt x="1955800" y="1260348"/>
                  </a:lnTo>
                  <a:lnTo>
                    <a:pt x="1968500" y="1251204"/>
                  </a:lnTo>
                  <a:lnTo>
                    <a:pt x="1981200" y="1241298"/>
                  </a:lnTo>
                  <a:close/>
                </a:path>
                <a:path w="1993900" h="1390650">
                  <a:moveTo>
                    <a:pt x="1981200" y="182118"/>
                  </a:moveTo>
                  <a:lnTo>
                    <a:pt x="1981200" y="179832"/>
                  </a:lnTo>
                  <a:lnTo>
                    <a:pt x="1979468" y="180975"/>
                  </a:lnTo>
                  <a:lnTo>
                    <a:pt x="1981200" y="182118"/>
                  </a:lnTo>
                  <a:close/>
                </a:path>
                <a:path w="1993900" h="1390650">
                  <a:moveTo>
                    <a:pt x="1993900" y="180594"/>
                  </a:moveTo>
                  <a:lnTo>
                    <a:pt x="1993900" y="159258"/>
                  </a:lnTo>
                  <a:lnTo>
                    <a:pt x="1981200" y="158496"/>
                  </a:lnTo>
                  <a:lnTo>
                    <a:pt x="1981200" y="180594"/>
                  </a:lnTo>
                  <a:lnTo>
                    <a:pt x="1993900" y="180594"/>
                  </a:lnTo>
                  <a:close/>
                </a:path>
                <a:path w="1993900" h="1390650">
                  <a:moveTo>
                    <a:pt x="1993900" y="202692"/>
                  </a:moveTo>
                  <a:lnTo>
                    <a:pt x="1993900" y="180594"/>
                  </a:lnTo>
                  <a:lnTo>
                    <a:pt x="1981200" y="180594"/>
                  </a:lnTo>
                  <a:lnTo>
                    <a:pt x="1981200" y="203454"/>
                  </a:lnTo>
                  <a:lnTo>
                    <a:pt x="1993900" y="202692"/>
                  </a:lnTo>
                  <a:close/>
                </a:path>
                <a:path w="1993900" h="1390650">
                  <a:moveTo>
                    <a:pt x="1993900" y="1231392"/>
                  </a:moveTo>
                  <a:lnTo>
                    <a:pt x="1993900" y="202692"/>
                  </a:lnTo>
                  <a:lnTo>
                    <a:pt x="1981200" y="203454"/>
                  </a:lnTo>
                  <a:lnTo>
                    <a:pt x="1981200" y="1232154"/>
                  </a:lnTo>
                  <a:lnTo>
                    <a:pt x="1993900" y="1231392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432557" y="5965190"/>
            <a:ext cx="1321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9ACC"/>
                </a:solidFill>
                <a:latin typeface="Arial MT"/>
                <a:cs typeface="Arial MT"/>
              </a:rPr>
              <a:t>300</a:t>
            </a:r>
            <a:r>
              <a:rPr sz="1800" spc="-10" dirty="0">
                <a:solidFill>
                  <a:srgbClr val="009A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9ACC"/>
                </a:solidFill>
                <a:latin typeface="Arial MT"/>
                <a:cs typeface="Arial MT"/>
              </a:rPr>
              <a:t>GB </a:t>
            </a:r>
            <a:r>
              <a:rPr sz="1800" spc="-25" dirty="0">
                <a:solidFill>
                  <a:srgbClr val="009ACC"/>
                </a:solidFill>
                <a:latin typeface="Arial MT"/>
                <a:cs typeface="Arial MT"/>
              </a:rPr>
              <a:t>SAS</a:t>
            </a:r>
            <a:endParaRPr sz="1800">
              <a:latin typeface="Arial MT"/>
              <a:cs typeface="Arial MT"/>
            </a:endParaRPr>
          </a:p>
          <a:p>
            <a:pPr marL="127000">
              <a:lnSpc>
                <a:spcPct val="100000"/>
              </a:lnSpc>
            </a:pPr>
            <a:r>
              <a:rPr sz="1800" dirty="0">
                <a:solidFill>
                  <a:srgbClr val="009ACC"/>
                </a:solidFill>
                <a:latin typeface="Arial MT"/>
                <a:cs typeface="Arial MT"/>
              </a:rPr>
              <a:t>SCS</a:t>
            </a:r>
            <a:r>
              <a:rPr sz="1800" spc="-5" dirty="0">
                <a:solidFill>
                  <a:srgbClr val="009A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9ACC"/>
                </a:solidFill>
                <a:latin typeface="Arial MT"/>
                <a:cs typeface="Arial MT"/>
              </a:rPr>
              <a:t>1</a:t>
            </a:r>
            <a:r>
              <a:rPr sz="1800" spc="-5" dirty="0">
                <a:solidFill>
                  <a:srgbClr val="009ACC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009ACC"/>
                </a:solidFill>
                <a:latin typeface="Arial MT"/>
                <a:cs typeface="Arial MT"/>
              </a:rPr>
              <a:t>disk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181855" y="5477255"/>
            <a:ext cx="1917700" cy="1390650"/>
            <a:chOff x="4181855" y="5477255"/>
            <a:chExt cx="1917700" cy="1390650"/>
          </a:xfrm>
        </p:grpSpPr>
        <p:sp>
          <p:nvSpPr>
            <p:cNvPr id="20" name="object 20"/>
            <p:cNvSpPr/>
            <p:nvPr/>
          </p:nvSpPr>
          <p:spPr>
            <a:xfrm>
              <a:off x="4190999" y="5657849"/>
              <a:ext cx="1905000" cy="1200150"/>
            </a:xfrm>
            <a:custGeom>
              <a:avLst/>
              <a:gdLst/>
              <a:ahLst/>
              <a:cxnLst/>
              <a:rect l="l" t="t" r="r" b="b"/>
              <a:pathLst>
                <a:path w="1905000" h="1200150">
                  <a:moveTo>
                    <a:pt x="1905000" y="1028699"/>
                  </a:moveTo>
                  <a:lnTo>
                    <a:pt x="1905000" y="0"/>
                  </a:lnTo>
                  <a:lnTo>
                    <a:pt x="1902137" y="13471"/>
                  </a:lnTo>
                  <a:lnTo>
                    <a:pt x="1893690" y="26646"/>
                  </a:lnTo>
                  <a:lnTo>
                    <a:pt x="1860885" y="51960"/>
                  </a:lnTo>
                  <a:lnTo>
                    <a:pt x="1808272" y="75644"/>
                  </a:lnTo>
                  <a:lnTo>
                    <a:pt x="1737537" y="97403"/>
                  </a:lnTo>
                  <a:lnTo>
                    <a:pt x="1695900" y="107468"/>
                  </a:lnTo>
                  <a:lnTo>
                    <a:pt x="1650366" y="116941"/>
                  </a:lnTo>
                  <a:lnTo>
                    <a:pt x="1601144" y="125784"/>
                  </a:lnTo>
                  <a:lnTo>
                    <a:pt x="1548446" y="133960"/>
                  </a:lnTo>
                  <a:lnTo>
                    <a:pt x="1492482" y="141434"/>
                  </a:lnTo>
                  <a:lnTo>
                    <a:pt x="1433463" y="148166"/>
                  </a:lnTo>
                  <a:lnTo>
                    <a:pt x="1371600" y="154121"/>
                  </a:lnTo>
                  <a:lnTo>
                    <a:pt x="1307103" y="159262"/>
                  </a:lnTo>
                  <a:lnTo>
                    <a:pt x="1240184" y="163551"/>
                  </a:lnTo>
                  <a:lnTo>
                    <a:pt x="1171054" y="166951"/>
                  </a:lnTo>
                  <a:lnTo>
                    <a:pt x="1099922" y="169425"/>
                  </a:lnTo>
                  <a:lnTo>
                    <a:pt x="1027000" y="170937"/>
                  </a:lnTo>
                  <a:lnTo>
                    <a:pt x="952500" y="171449"/>
                  </a:lnTo>
                  <a:lnTo>
                    <a:pt x="878097" y="170937"/>
                  </a:lnTo>
                  <a:lnTo>
                    <a:pt x="805255" y="169425"/>
                  </a:lnTo>
                  <a:lnTo>
                    <a:pt x="734185" y="166951"/>
                  </a:lnTo>
                  <a:lnTo>
                    <a:pt x="665100" y="163551"/>
                  </a:lnTo>
                  <a:lnTo>
                    <a:pt x="598212" y="159262"/>
                  </a:lnTo>
                  <a:lnTo>
                    <a:pt x="533733" y="154121"/>
                  </a:lnTo>
                  <a:lnTo>
                    <a:pt x="471875" y="148166"/>
                  </a:lnTo>
                  <a:lnTo>
                    <a:pt x="412851" y="141434"/>
                  </a:lnTo>
                  <a:lnTo>
                    <a:pt x="356873" y="133960"/>
                  </a:lnTo>
                  <a:lnTo>
                    <a:pt x="304154" y="125784"/>
                  </a:lnTo>
                  <a:lnTo>
                    <a:pt x="254905" y="116941"/>
                  </a:lnTo>
                  <a:lnTo>
                    <a:pt x="209338" y="107468"/>
                  </a:lnTo>
                  <a:lnTo>
                    <a:pt x="167667" y="97403"/>
                  </a:lnTo>
                  <a:lnTo>
                    <a:pt x="130104" y="86783"/>
                  </a:lnTo>
                  <a:lnTo>
                    <a:pt x="68148" y="64024"/>
                  </a:lnTo>
                  <a:lnTo>
                    <a:pt x="25170" y="39488"/>
                  </a:lnTo>
                  <a:lnTo>
                    <a:pt x="0" y="0"/>
                  </a:lnTo>
                  <a:lnTo>
                    <a:pt x="0" y="1028700"/>
                  </a:lnTo>
                  <a:lnTo>
                    <a:pt x="25170" y="1068188"/>
                  </a:lnTo>
                  <a:lnTo>
                    <a:pt x="68148" y="1092724"/>
                  </a:lnTo>
                  <a:lnTo>
                    <a:pt x="130104" y="1115483"/>
                  </a:lnTo>
                  <a:lnTo>
                    <a:pt x="167667" y="1126103"/>
                  </a:lnTo>
                  <a:lnTo>
                    <a:pt x="209338" y="1136168"/>
                  </a:lnTo>
                  <a:lnTo>
                    <a:pt x="254905" y="1145641"/>
                  </a:lnTo>
                  <a:lnTo>
                    <a:pt x="304154" y="1154484"/>
                  </a:lnTo>
                  <a:lnTo>
                    <a:pt x="356873" y="1162660"/>
                  </a:lnTo>
                  <a:lnTo>
                    <a:pt x="412851" y="1170134"/>
                  </a:lnTo>
                  <a:lnTo>
                    <a:pt x="471875" y="1176866"/>
                  </a:lnTo>
                  <a:lnTo>
                    <a:pt x="533733" y="1182821"/>
                  </a:lnTo>
                  <a:lnTo>
                    <a:pt x="598212" y="1187962"/>
                  </a:lnTo>
                  <a:lnTo>
                    <a:pt x="665100" y="1192251"/>
                  </a:lnTo>
                  <a:lnTo>
                    <a:pt x="734185" y="1195651"/>
                  </a:lnTo>
                  <a:lnTo>
                    <a:pt x="805255" y="1198125"/>
                  </a:lnTo>
                  <a:lnTo>
                    <a:pt x="878097" y="1199637"/>
                  </a:lnTo>
                  <a:lnTo>
                    <a:pt x="952500" y="1200150"/>
                  </a:lnTo>
                  <a:lnTo>
                    <a:pt x="1027000" y="1199637"/>
                  </a:lnTo>
                  <a:lnTo>
                    <a:pt x="1099922" y="1198125"/>
                  </a:lnTo>
                  <a:lnTo>
                    <a:pt x="1171054" y="1195651"/>
                  </a:lnTo>
                  <a:lnTo>
                    <a:pt x="1240184" y="1192251"/>
                  </a:lnTo>
                  <a:lnTo>
                    <a:pt x="1307103" y="1187962"/>
                  </a:lnTo>
                  <a:lnTo>
                    <a:pt x="1371600" y="1182821"/>
                  </a:lnTo>
                  <a:lnTo>
                    <a:pt x="1433463" y="1176866"/>
                  </a:lnTo>
                  <a:lnTo>
                    <a:pt x="1492482" y="1170134"/>
                  </a:lnTo>
                  <a:lnTo>
                    <a:pt x="1548446" y="1162660"/>
                  </a:lnTo>
                  <a:lnTo>
                    <a:pt x="1601144" y="1154484"/>
                  </a:lnTo>
                  <a:lnTo>
                    <a:pt x="1650366" y="1145641"/>
                  </a:lnTo>
                  <a:lnTo>
                    <a:pt x="1695900" y="1136168"/>
                  </a:lnTo>
                  <a:lnTo>
                    <a:pt x="1737537" y="1126103"/>
                  </a:lnTo>
                  <a:lnTo>
                    <a:pt x="1775064" y="1115483"/>
                  </a:lnTo>
                  <a:lnTo>
                    <a:pt x="1836949" y="1092724"/>
                  </a:lnTo>
                  <a:lnTo>
                    <a:pt x="1879869" y="1068188"/>
                  </a:lnTo>
                  <a:lnTo>
                    <a:pt x="1902137" y="1042171"/>
                  </a:lnTo>
                  <a:lnTo>
                    <a:pt x="1905000" y="1028699"/>
                  </a:lnTo>
                  <a:close/>
                </a:path>
              </a:pathLst>
            </a:custGeom>
            <a:solidFill>
              <a:srgbClr val="8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190999" y="5486399"/>
              <a:ext cx="1905000" cy="342900"/>
            </a:xfrm>
            <a:custGeom>
              <a:avLst/>
              <a:gdLst/>
              <a:ahLst/>
              <a:cxnLst/>
              <a:rect l="l" t="t" r="r" b="b"/>
              <a:pathLst>
                <a:path w="1905000" h="342900">
                  <a:moveTo>
                    <a:pt x="1905000" y="171449"/>
                  </a:moveTo>
                  <a:lnTo>
                    <a:pt x="1879869" y="132201"/>
                  </a:lnTo>
                  <a:lnTo>
                    <a:pt x="1836949" y="107741"/>
                  </a:lnTo>
                  <a:lnTo>
                    <a:pt x="1775064" y="85005"/>
                  </a:lnTo>
                  <a:lnTo>
                    <a:pt x="1737537" y="74380"/>
                  </a:lnTo>
                  <a:lnTo>
                    <a:pt x="1695900" y="64301"/>
                  </a:lnTo>
                  <a:lnTo>
                    <a:pt x="1650366" y="54807"/>
                  </a:lnTo>
                  <a:lnTo>
                    <a:pt x="1601144" y="45937"/>
                  </a:lnTo>
                  <a:lnTo>
                    <a:pt x="1548446" y="37728"/>
                  </a:lnTo>
                  <a:lnTo>
                    <a:pt x="1492482" y="30221"/>
                  </a:lnTo>
                  <a:lnTo>
                    <a:pt x="1433463" y="23452"/>
                  </a:lnTo>
                  <a:lnTo>
                    <a:pt x="1371600" y="17461"/>
                  </a:lnTo>
                  <a:lnTo>
                    <a:pt x="1307103" y="12286"/>
                  </a:lnTo>
                  <a:lnTo>
                    <a:pt x="1240184" y="7966"/>
                  </a:lnTo>
                  <a:lnTo>
                    <a:pt x="1171054" y="4538"/>
                  </a:lnTo>
                  <a:lnTo>
                    <a:pt x="1099922" y="2042"/>
                  </a:lnTo>
                  <a:lnTo>
                    <a:pt x="1027000" y="517"/>
                  </a:lnTo>
                  <a:lnTo>
                    <a:pt x="952500" y="0"/>
                  </a:lnTo>
                  <a:lnTo>
                    <a:pt x="878097" y="517"/>
                  </a:lnTo>
                  <a:lnTo>
                    <a:pt x="805255" y="2042"/>
                  </a:lnTo>
                  <a:lnTo>
                    <a:pt x="734185" y="4538"/>
                  </a:lnTo>
                  <a:lnTo>
                    <a:pt x="665100" y="7966"/>
                  </a:lnTo>
                  <a:lnTo>
                    <a:pt x="598212" y="12286"/>
                  </a:lnTo>
                  <a:lnTo>
                    <a:pt x="533733" y="17461"/>
                  </a:lnTo>
                  <a:lnTo>
                    <a:pt x="471875" y="23452"/>
                  </a:lnTo>
                  <a:lnTo>
                    <a:pt x="412851" y="30221"/>
                  </a:lnTo>
                  <a:lnTo>
                    <a:pt x="356873" y="37728"/>
                  </a:lnTo>
                  <a:lnTo>
                    <a:pt x="304154" y="45937"/>
                  </a:lnTo>
                  <a:lnTo>
                    <a:pt x="254905" y="54807"/>
                  </a:lnTo>
                  <a:lnTo>
                    <a:pt x="209338" y="64301"/>
                  </a:lnTo>
                  <a:lnTo>
                    <a:pt x="167667" y="74380"/>
                  </a:lnTo>
                  <a:lnTo>
                    <a:pt x="130104" y="85005"/>
                  </a:lnTo>
                  <a:lnTo>
                    <a:pt x="68148" y="107741"/>
                  </a:lnTo>
                  <a:lnTo>
                    <a:pt x="25170" y="132201"/>
                  </a:lnTo>
                  <a:lnTo>
                    <a:pt x="0" y="171450"/>
                  </a:lnTo>
                  <a:lnTo>
                    <a:pt x="2867" y="184921"/>
                  </a:lnTo>
                  <a:lnTo>
                    <a:pt x="44181" y="223410"/>
                  </a:lnTo>
                  <a:lnTo>
                    <a:pt x="96860" y="247094"/>
                  </a:lnTo>
                  <a:lnTo>
                    <a:pt x="167667" y="268853"/>
                  </a:lnTo>
                  <a:lnTo>
                    <a:pt x="209338" y="278918"/>
                  </a:lnTo>
                  <a:lnTo>
                    <a:pt x="254905" y="288391"/>
                  </a:lnTo>
                  <a:lnTo>
                    <a:pt x="304154" y="297234"/>
                  </a:lnTo>
                  <a:lnTo>
                    <a:pt x="356873" y="305410"/>
                  </a:lnTo>
                  <a:lnTo>
                    <a:pt x="412851" y="312884"/>
                  </a:lnTo>
                  <a:lnTo>
                    <a:pt x="471875" y="319616"/>
                  </a:lnTo>
                  <a:lnTo>
                    <a:pt x="533733" y="325571"/>
                  </a:lnTo>
                  <a:lnTo>
                    <a:pt x="598212" y="330712"/>
                  </a:lnTo>
                  <a:lnTo>
                    <a:pt x="665100" y="335001"/>
                  </a:lnTo>
                  <a:lnTo>
                    <a:pt x="734185" y="338401"/>
                  </a:lnTo>
                  <a:lnTo>
                    <a:pt x="805255" y="340875"/>
                  </a:lnTo>
                  <a:lnTo>
                    <a:pt x="878097" y="342387"/>
                  </a:lnTo>
                  <a:lnTo>
                    <a:pt x="952500" y="342899"/>
                  </a:lnTo>
                  <a:lnTo>
                    <a:pt x="1027000" y="342387"/>
                  </a:lnTo>
                  <a:lnTo>
                    <a:pt x="1099922" y="340875"/>
                  </a:lnTo>
                  <a:lnTo>
                    <a:pt x="1171054" y="338401"/>
                  </a:lnTo>
                  <a:lnTo>
                    <a:pt x="1240184" y="335001"/>
                  </a:lnTo>
                  <a:lnTo>
                    <a:pt x="1307103" y="330712"/>
                  </a:lnTo>
                  <a:lnTo>
                    <a:pt x="1371600" y="325571"/>
                  </a:lnTo>
                  <a:lnTo>
                    <a:pt x="1433463" y="319616"/>
                  </a:lnTo>
                  <a:lnTo>
                    <a:pt x="1492482" y="312884"/>
                  </a:lnTo>
                  <a:lnTo>
                    <a:pt x="1548446" y="305410"/>
                  </a:lnTo>
                  <a:lnTo>
                    <a:pt x="1601144" y="297234"/>
                  </a:lnTo>
                  <a:lnTo>
                    <a:pt x="1650366" y="288391"/>
                  </a:lnTo>
                  <a:lnTo>
                    <a:pt x="1695900" y="278918"/>
                  </a:lnTo>
                  <a:lnTo>
                    <a:pt x="1737537" y="268853"/>
                  </a:lnTo>
                  <a:lnTo>
                    <a:pt x="1775064" y="258233"/>
                  </a:lnTo>
                  <a:lnTo>
                    <a:pt x="1836949" y="235474"/>
                  </a:lnTo>
                  <a:lnTo>
                    <a:pt x="1879869" y="210938"/>
                  </a:lnTo>
                  <a:lnTo>
                    <a:pt x="1905000" y="171449"/>
                  </a:lnTo>
                  <a:close/>
                </a:path>
              </a:pathLst>
            </a:custGeom>
            <a:solidFill>
              <a:srgbClr val="B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181855" y="5477255"/>
              <a:ext cx="1917700" cy="1390650"/>
            </a:xfrm>
            <a:custGeom>
              <a:avLst/>
              <a:gdLst/>
              <a:ahLst/>
              <a:cxnLst/>
              <a:rect l="l" t="t" r="r" b="b"/>
              <a:pathLst>
                <a:path w="1917700" h="1390650">
                  <a:moveTo>
                    <a:pt x="12700" y="180593"/>
                  </a:moveTo>
                  <a:lnTo>
                    <a:pt x="12700" y="149351"/>
                  </a:lnTo>
                  <a:lnTo>
                    <a:pt x="0" y="157733"/>
                  </a:lnTo>
                  <a:lnTo>
                    <a:pt x="0" y="180593"/>
                  </a:lnTo>
                  <a:lnTo>
                    <a:pt x="12700" y="180593"/>
                  </a:lnTo>
                  <a:close/>
                </a:path>
                <a:path w="1917700" h="1390650">
                  <a:moveTo>
                    <a:pt x="12700" y="212597"/>
                  </a:moveTo>
                  <a:lnTo>
                    <a:pt x="12700" y="180593"/>
                  </a:lnTo>
                  <a:lnTo>
                    <a:pt x="0" y="180593"/>
                  </a:lnTo>
                  <a:lnTo>
                    <a:pt x="0" y="204215"/>
                  </a:lnTo>
                  <a:lnTo>
                    <a:pt x="12700" y="212597"/>
                  </a:lnTo>
                  <a:close/>
                </a:path>
                <a:path w="1917700" h="1390650">
                  <a:moveTo>
                    <a:pt x="12700" y="1241297"/>
                  </a:moveTo>
                  <a:lnTo>
                    <a:pt x="12700" y="212597"/>
                  </a:lnTo>
                  <a:lnTo>
                    <a:pt x="0" y="204215"/>
                  </a:lnTo>
                  <a:lnTo>
                    <a:pt x="0" y="1232915"/>
                  </a:lnTo>
                  <a:lnTo>
                    <a:pt x="12700" y="1241297"/>
                  </a:lnTo>
                  <a:close/>
                </a:path>
                <a:path w="1917700" h="1390650">
                  <a:moveTo>
                    <a:pt x="1905000" y="179831"/>
                  </a:moveTo>
                  <a:lnTo>
                    <a:pt x="1905000" y="147827"/>
                  </a:lnTo>
                  <a:lnTo>
                    <a:pt x="1892300" y="138683"/>
                  </a:lnTo>
                  <a:lnTo>
                    <a:pt x="1828800" y="102742"/>
                  </a:lnTo>
                  <a:lnTo>
                    <a:pt x="1790700" y="86551"/>
                  </a:lnTo>
                  <a:lnTo>
                    <a:pt x="1739900" y="73013"/>
                  </a:lnTo>
                  <a:lnTo>
                    <a:pt x="1689100" y="61792"/>
                  </a:lnTo>
                  <a:lnTo>
                    <a:pt x="1638300" y="52552"/>
                  </a:lnTo>
                  <a:lnTo>
                    <a:pt x="1562100" y="38861"/>
                  </a:lnTo>
                  <a:lnTo>
                    <a:pt x="1473200" y="27586"/>
                  </a:lnTo>
                  <a:lnTo>
                    <a:pt x="1422400" y="21758"/>
                  </a:lnTo>
                  <a:lnTo>
                    <a:pt x="1371600" y="16753"/>
                  </a:lnTo>
                  <a:lnTo>
                    <a:pt x="1308100" y="12520"/>
                  </a:lnTo>
                  <a:lnTo>
                    <a:pt x="1257300" y="9008"/>
                  </a:lnTo>
                  <a:lnTo>
                    <a:pt x="1206500" y="6166"/>
                  </a:lnTo>
                  <a:lnTo>
                    <a:pt x="1155700" y="3942"/>
                  </a:lnTo>
                  <a:lnTo>
                    <a:pt x="1104900" y="2285"/>
                  </a:lnTo>
                  <a:lnTo>
                    <a:pt x="1054100" y="761"/>
                  </a:lnTo>
                  <a:lnTo>
                    <a:pt x="952500" y="0"/>
                  </a:lnTo>
                  <a:lnTo>
                    <a:pt x="863600" y="761"/>
                  </a:lnTo>
                  <a:lnTo>
                    <a:pt x="812800" y="2285"/>
                  </a:lnTo>
                  <a:lnTo>
                    <a:pt x="762000" y="3752"/>
                  </a:lnTo>
                  <a:lnTo>
                    <a:pt x="711200" y="5865"/>
                  </a:lnTo>
                  <a:lnTo>
                    <a:pt x="660400" y="8627"/>
                  </a:lnTo>
                  <a:lnTo>
                    <a:pt x="609600" y="12038"/>
                  </a:lnTo>
                  <a:lnTo>
                    <a:pt x="558800" y="16099"/>
                  </a:lnTo>
                  <a:lnTo>
                    <a:pt x="508000" y="20811"/>
                  </a:lnTo>
                  <a:lnTo>
                    <a:pt x="444500" y="26174"/>
                  </a:lnTo>
                  <a:lnTo>
                    <a:pt x="393700" y="32191"/>
                  </a:lnTo>
                  <a:lnTo>
                    <a:pt x="342900" y="38861"/>
                  </a:lnTo>
                  <a:lnTo>
                    <a:pt x="317500" y="44957"/>
                  </a:lnTo>
                  <a:lnTo>
                    <a:pt x="279400" y="50291"/>
                  </a:lnTo>
                  <a:lnTo>
                    <a:pt x="228600" y="59909"/>
                  </a:lnTo>
                  <a:lnTo>
                    <a:pt x="177800" y="71035"/>
                  </a:lnTo>
                  <a:lnTo>
                    <a:pt x="127000" y="84516"/>
                  </a:lnTo>
                  <a:lnTo>
                    <a:pt x="88900" y="101196"/>
                  </a:lnTo>
                  <a:lnTo>
                    <a:pt x="38100" y="121919"/>
                  </a:lnTo>
                  <a:lnTo>
                    <a:pt x="25400" y="130301"/>
                  </a:lnTo>
                  <a:lnTo>
                    <a:pt x="12700" y="139445"/>
                  </a:lnTo>
                  <a:lnTo>
                    <a:pt x="12700" y="169163"/>
                  </a:lnTo>
                  <a:lnTo>
                    <a:pt x="25400" y="160019"/>
                  </a:lnTo>
                  <a:lnTo>
                    <a:pt x="25400" y="153161"/>
                  </a:lnTo>
                  <a:lnTo>
                    <a:pt x="50800" y="137921"/>
                  </a:lnTo>
                  <a:lnTo>
                    <a:pt x="101600" y="115938"/>
                  </a:lnTo>
                  <a:lnTo>
                    <a:pt x="152400" y="98428"/>
                  </a:lnTo>
                  <a:lnTo>
                    <a:pt x="203200" y="84442"/>
                  </a:lnTo>
                  <a:lnTo>
                    <a:pt x="266700" y="73031"/>
                  </a:lnTo>
                  <a:lnTo>
                    <a:pt x="317500" y="63245"/>
                  </a:lnTo>
                  <a:lnTo>
                    <a:pt x="355600" y="57911"/>
                  </a:lnTo>
                  <a:lnTo>
                    <a:pt x="381000" y="53339"/>
                  </a:lnTo>
                  <a:lnTo>
                    <a:pt x="444500" y="46516"/>
                  </a:lnTo>
                  <a:lnTo>
                    <a:pt x="495300" y="40661"/>
                  </a:lnTo>
                  <a:lnTo>
                    <a:pt x="546100" y="35693"/>
                  </a:lnTo>
                  <a:lnTo>
                    <a:pt x="596900" y="31532"/>
                  </a:lnTo>
                  <a:lnTo>
                    <a:pt x="647700" y="28096"/>
                  </a:lnTo>
                  <a:lnTo>
                    <a:pt x="762000" y="23079"/>
                  </a:lnTo>
                  <a:lnTo>
                    <a:pt x="812800" y="21335"/>
                  </a:lnTo>
                  <a:lnTo>
                    <a:pt x="863600" y="19811"/>
                  </a:lnTo>
                  <a:lnTo>
                    <a:pt x="952500" y="19049"/>
                  </a:lnTo>
                  <a:lnTo>
                    <a:pt x="1054100" y="19811"/>
                  </a:lnTo>
                  <a:lnTo>
                    <a:pt x="1155700" y="22953"/>
                  </a:lnTo>
                  <a:lnTo>
                    <a:pt x="1206500" y="25076"/>
                  </a:lnTo>
                  <a:lnTo>
                    <a:pt x="1257300" y="27750"/>
                  </a:lnTo>
                  <a:lnTo>
                    <a:pt x="1308100" y="31021"/>
                  </a:lnTo>
                  <a:lnTo>
                    <a:pt x="1358900" y="34933"/>
                  </a:lnTo>
                  <a:lnTo>
                    <a:pt x="1409700" y="39533"/>
                  </a:lnTo>
                  <a:lnTo>
                    <a:pt x="1460500" y="44866"/>
                  </a:lnTo>
                  <a:lnTo>
                    <a:pt x="1511300" y="50977"/>
                  </a:lnTo>
                  <a:lnTo>
                    <a:pt x="1562100" y="57911"/>
                  </a:lnTo>
                  <a:lnTo>
                    <a:pt x="1600200" y="63245"/>
                  </a:lnTo>
                  <a:lnTo>
                    <a:pt x="1625600" y="69341"/>
                  </a:lnTo>
                  <a:lnTo>
                    <a:pt x="1676400" y="78140"/>
                  </a:lnTo>
                  <a:lnTo>
                    <a:pt x="1727200" y="88975"/>
                  </a:lnTo>
                  <a:lnTo>
                    <a:pt x="1765300" y="102344"/>
                  </a:lnTo>
                  <a:lnTo>
                    <a:pt x="1816100" y="118747"/>
                  </a:lnTo>
                  <a:lnTo>
                    <a:pt x="1866900" y="138683"/>
                  </a:lnTo>
                  <a:lnTo>
                    <a:pt x="1866900" y="146303"/>
                  </a:lnTo>
                  <a:lnTo>
                    <a:pt x="1892300" y="161543"/>
                  </a:lnTo>
                  <a:lnTo>
                    <a:pt x="1892300" y="173735"/>
                  </a:lnTo>
                  <a:lnTo>
                    <a:pt x="1903268" y="180974"/>
                  </a:lnTo>
                  <a:lnTo>
                    <a:pt x="1905000" y="179831"/>
                  </a:lnTo>
                  <a:close/>
                </a:path>
                <a:path w="1917700" h="1390650">
                  <a:moveTo>
                    <a:pt x="1905000" y="214121"/>
                  </a:moveTo>
                  <a:lnTo>
                    <a:pt x="1905000" y="182117"/>
                  </a:lnTo>
                  <a:lnTo>
                    <a:pt x="1903268" y="180974"/>
                  </a:lnTo>
                  <a:lnTo>
                    <a:pt x="1892300" y="188213"/>
                  </a:lnTo>
                  <a:lnTo>
                    <a:pt x="1892300" y="200405"/>
                  </a:lnTo>
                  <a:lnTo>
                    <a:pt x="1879600" y="208787"/>
                  </a:lnTo>
                  <a:lnTo>
                    <a:pt x="1866900" y="216407"/>
                  </a:lnTo>
                  <a:lnTo>
                    <a:pt x="1866900" y="224027"/>
                  </a:lnTo>
                  <a:lnTo>
                    <a:pt x="1816100" y="245957"/>
                  </a:lnTo>
                  <a:lnTo>
                    <a:pt x="1701800" y="277503"/>
                  </a:lnTo>
                  <a:lnTo>
                    <a:pt x="1651000" y="288941"/>
                  </a:lnTo>
                  <a:lnTo>
                    <a:pt x="1600200" y="298703"/>
                  </a:lnTo>
                  <a:lnTo>
                    <a:pt x="1562100" y="304037"/>
                  </a:lnTo>
                  <a:lnTo>
                    <a:pt x="1473200" y="315313"/>
                  </a:lnTo>
                  <a:lnTo>
                    <a:pt x="1422400" y="321141"/>
                  </a:lnTo>
                  <a:lnTo>
                    <a:pt x="1371600" y="326146"/>
                  </a:lnTo>
                  <a:lnTo>
                    <a:pt x="1308100" y="330379"/>
                  </a:lnTo>
                  <a:lnTo>
                    <a:pt x="1257300" y="333891"/>
                  </a:lnTo>
                  <a:lnTo>
                    <a:pt x="1206500" y="336733"/>
                  </a:lnTo>
                  <a:lnTo>
                    <a:pt x="1155700" y="338957"/>
                  </a:lnTo>
                  <a:lnTo>
                    <a:pt x="1104900" y="340613"/>
                  </a:lnTo>
                  <a:lnTo>
                    <a:pt x="1054100" y="342137"/>
                  </a:lnTo>
                  <a:lnTo>
                    <a:pt x="952500" y="342899"/>
                  </a:lnTo>
                  <a:lnTo>
                    <a:pt x="863600" y="342137"/>
                  </a:lnTo>
                  <a:lnTo>
                    <a:pt x="762000" y="339064"/>
                  </a:lnTo>
                  <a:lnTo>
                    <a:pt x="711200" y="336941"/>
                  </a:lnTo>
                  <a:lnTo>
                    <a:pt x="660400" y="334221"/>
                  </a:lnTo>
                  <a:lnTo>
                    <a:pt x="609600" y="330880"/>
                  </a:lnTo>
                  <a:lnTo>
                    <a:pt x="558800" y="326894"/>
                  </a:lnTo>
                  <a:lnTo>
                    <a:pt x="508000" y="322241"/>
                  </a:lnTo>
                  <a:lnTo>
                    <a:pt x="457200" y="316896"/>
                  </a:lnTo>
                  <a:lnTo>
                    <a:pt x="406400" y="310836"/>
                  </a:lnTo>
                  <a:lnTo>
                    <a:pt x="355600" y="304037"/>
                  </a:lnTo>
                  <a:lnTo>
                    <a:pt x="317500" y="298703"/>
                  </a:lnTo>
                  <a:lnTo>
                    <a:pt x="279400" y="292607"/>
                  </a:lnTo>
                  <a:lnTo>
                    <a:pt x="241300" y="283353"/>
                  </a:lnTo>
                  <a:lnTo>
                    <a:pt x="190500" y="272767"/>
                  </a:lnTo>
                  <a:lnTo>
                    <a:pt x="139700" y="259876"/>
                  </a:lnTo>
                  <a:lnTo>
                    <a:pt x="88900" y="243701"/>
                  </a:lnTo>
                  <a:lnTo>
                    <a:pt x="50800" y="223265"/>
                  </a:lnTo>
                  <a:lnTo>
                    <a:pt x="25400" y="208025"/>
                  </a:lnTo>
                  <a:lnTo>
                    <a:pt x="25400" y="201929"/>
                  </a:lnTo>
                  <a:lnTo>
                    <a:pt x="12700" y="192785"/>
                  </a:lnTo>
                  <a:lnTo>
                    <a:pt x="12700" y="223265"/>
                  </a:lnTo>
                  <a:lnTo>
                    <a:pt x="38100" y="240029"/>
                  </a:lnTo>
                  <a:lnTo>
                    <a:pt x="76200" y="259155"/>
                  </a:lnTo>
                  <a:lnTo>
                    <a:pt x="127000" y="275358"/>
                  </a:lnTo>
                  <a:lnTo>
                    <a:pt x="177800" y="288940"/>
                  </a:lnTo>
                  <a:lnTo>
                    <a:pt x="228600" y="300205"/>
                  </a:lnTo>
                  <a:lnTo>
                    <a:pt x="266700" y="309454"/>
                  </a:lnTo>
                  <a:lnTo>
                    <a:pt x="317500" y="316991"/>
                  </a:lnTo>
                  <a:lnTo>
                    <a:pt x="342900" y="322325"/>
                  </a:lnTo>
                  <a:lnTo>
                    <a:pt x="381000" y="327659"/>
                  </a:lnTo>
                  <a:lnTo>
                    <a:pt x="431800" y="334284"/>
                  </a:lnTo>
                  <a:lnTo>
                    <a:pt x="495300" y="340091"/>
                  </a:lnTo>
                  <a:lnTo>
                    <a:pt x="546100" y="345116"/>
                  </a:lnTo>
                  <a:lnTo>
                    <a:pt x="596900" y="349391"/>
                  </a:lnTo>
                  <a:lnTo>
                    <a:pt x="647700" y="352949"/>
                  </a:lnTo>
                  <a:lnTo>
                    <a:pt x="698500" y="355826"/>
                  </a:lnTo>
                  <a:lnTo>
                    <a:pt x="762000" y="358052"/>
                  </a:lnTo>
                  <a:lnTo>
                    <a:pt x="812800" y="359663"/>
                  </a:lnTo>
                  <a:lnTo>
                    <a:pt x="863600" y="361187"/>
                  </a:lnTo>
                  <a:lnTo>
                    <a:pt x="952500" y="361949"/>
                  </a:lnTo>
                  <a:lnTo>
                    <a:pt x="1054100" y="361187"/>
                  </a:lnTo>
                  <a:lnTo>
                    <a:pt x="1104900" y="359663"/>
                  </a:lnTo>
                  <a:lnTo>
                    <a:pt x="1155700" y="358092"/>
                  </a:lnTo>
                  <a:lnTo>
                    <a:pt x="1206500" y="355979"/>
                  </a:lnTo>
                  <a:lnTo>
                    <a:pt x="1257300" y="353282"/>
                  </a:lnTo>
                  <a:lnTo>
                    <a:pt x="1308100" y="349956"/>
                  </a:lnTo>
                  <a:lnTo>
                    <a:pt x="1358900" y="345956"/>
                  </a:lnTo>
                  <a:lnTo>
                    <a:pt x="1409700" y="341237"/>
                  </a:lnTo>
                  <a:lnTo>
                    <a:pt x="1460500" y="335756"/>
                  </a:lnTo>
                  <a:lnTo>
                    <a:pt x="1511300" y="329467"/>
                  </a:lnTo>
                  <a:lnTo>
                    <a:pt x="1600200" y="316991"/>
                  </a:lnTo>
                  <a:lnTo>
                    <a:pt x="1625600" y="311657"/>
                  </a:lnTo>
                  <a:lnTo>
                    <a:pt x="1676400" y="301969"/>
                  </a:lnTo>
                  <a:lnTo>
                    <a:pt x="1727200" y="290890"/>
                  </a:lnTo>
                  <a:lnTo>
                    <a:pt x="1778000" y="277494"/>
                  </a:lnTo>
                  <a:lnTo>
                    <a:pt x="1828800" y="260850"/>
                  </a:lnTo>
                  <a:lnTo>
                    <a:pt x="1866900" y="240029"/>
                  </a:lnTo>
                  <a:lnTo>
                    <a:pt x="1892300" y="222503"/>
                  </a:lnTo>
                  <a:lnTo>
                    <a:pt x="1905000" y="214121"/>
                  </a:lnTo>
                  <a:close/>
                </a:path>
                <a:path w="1917700" h="1390650">
                  <a:moveTo>
                    <a:pt x="1905000" y="1242821"/>
                  </a:moveTo>
                  <a:lnTo>
                    <a:pt x="1905000" y="1209293"/>
                  </a:lnTo>
                  <a:lnTo>
                    <a:pt x="1892300" y="1216913"/>
                  </a:lnTo>
                  <a:lnTo>
                    <a:pt x="1892300" y="1229105"/>
                  </a:lnTo>
                  <a:lnTo>
                    <a:pt x="1879600" y="1237487"/>
                  </a:lnTo>
                  <a:lnTo>
                    <a:pt x="1866900" y="1245107"/>
                  </a:lnTo>
                  <a:lnTo>
                    <a:pt x="1866900" y="1252727"/>
                  </a:lnTo>
                  <a:lnTo>
                    <a:pt x="1816100" y="1274657"/>
                  </a:lnTo>
                  <a:lnTo>
                    <a:pt x="1701800" y="1306203"/>
                  </a:lnTo>
                  <a:lnTo>
                    <a:pt x="1651000" y="1317641"/>
                  </a:lnTo>
                  <a:lnTo>
                    <a:pt x="1600200" y="1327403"/>
                  </a:lnTo>
                  <a:lnTo>
                    <a:pt x="1562100" y="1332737"/>
                  </a:lnTo>
                  <a:lnTo>
                    <a:pt x="1473200" y="1344013"/>
                  </a:lnTo>
                  <a:lnTo>
                    <a:pt x="1422400" y="1349841"/>
                  </a:lnTo>
                  <a:lnTo>
                    <a:pt x="1371600" y="1354846"/>
                  </a:lnTo>
                  <a:lnTo>
                    <a:pt x="1308100" y="1359079"/>
                  </a:lnTo>
                  <a:lnTo>
                    <a:pt x="1257300" y="1362591"/>
                  </a:lnTo>
                  <a:lnTo>
                    <a:pt x="1206500" y="1365433"/>
                  </a:lnTo>
                  <a:lnTo>
                    <a:pt x="1155700" y="1367657"/>
                  </a:lnTo>
                  <a:lnTo>
                    <a:pt x="1104900" y="1369313"/>
                  </a:lnTo>
                  <a:lnTo>
                    <a:pt x="1054100" y="1370837"/>
                  </a:lnTo>
                  <a:lnTo>
                    <a:pt x="952500" y="1371599"/>
                  </a:lnTo>
                  <a:lnTo>
                    <a:pt x="863600" y="1370837"/>
                  </a:lnTo>
                  <a:lnTo>
                    <a:pt x="762000" y="1367764"/>
                  </a:lnTo>
                  <a:lnTo>
                    <a:pt x="711200" y="1365641"/>
                  </a:lnTo>
                  <a:lnTo>
                    <a:pt x="660400" y="1362921"/>
                  </a:lnTo>
                  <a:lnTo>
                    <a:pt x="609600" y="1359580"/>
                  </a:lnTo>
                  <a:lnTo>
                    <a:pt x="558800" y="1355594"/>
                  </a:lnTo>
                  <a:lnTo>
                    <a:pt x="508000" y="1350941"/>
                  </a:lnTo>
                  <a:lnTo>
                    <a:pt x="457200" y="1345596"/>
                  </a:lnTo>
                  <a:lnTo>
                    <a:pt x="406400" y="1339536"/>
                  </a:lnTo>
                  <a:lnTo>
                    <a:pt x="355600" y="1332737"/>
                  </a:lnTo>
                  <a:lnTo>
                    <a:pt x="317500" y="1327403"/>
                  </a:lnTo>
                  <a:lnTo>
                    <a:pt x="279400" y="1321307"/>
                  </a:lnTo>
                  <a:lnTo>
                    <a:pt x="241300" y="1312053"/>
                  </a:lnTo>
                  <a:lnTo>
                    <a:pt x="190500" y="1301467"/>
                  </a:lnTo>
                  <a:lnTo>
                    <a:pt x="139700" y="1288576"/>
                  </a:lnTo>
                  <a:lnTo>
                    <a:pt x="88900" y="1272401"/>
                  </a:lnTo>
                  <a:lnTo>
                    <a:pt x="50800" y="1251965"/>
                  </a:lnTo>
                  <a:lnTo>
                    <a:pt x="25400" y="1236725"/>
                  </a:lnTo>
                  <a:lnTo>
                    <a:pt x="25400" y="1230629"/>
                  </a:lnTo>
                  <a:lnTo>
                    <a:pt x="12700" y="1221485"/>
                  </a:lnTo>
                  <a:lnTo>
                    <a:pt x="12700" y="1251965"/>
                  </a:lnTo>
                  <a:lnTo>
                    <a:pt x="38100" y="1268729"/>
                  </a:lnTo>
                  <a:lnTo>
                    <a:pt x="76200" y="1287855"/>
                  </a:lnTo>
                  <a:lnTo>
                    <a:pt x="127000" y="1304058"/>
                  </a:lnTo>
                  <a:lnTo>
                    <a:pt x="177800" y="1317640"/>
                  </a:lnTo>
                  <a:lnTo>
                    <a:pt x="228600" y="1328905"/>
                  </a:lnTo>
                  <a:lnTo>
                    <a:pt x="266700" y="1338154"/>
                  </a:lnTo>
                  <a:lnTo>
                    <a:pt x="317500" y="1345691"/>
                  </a:lnTo>
                  <a:lnTo>
                    <a:pt x="342900" y="1351025"/>
                  </a:lnTo>
                  <a:lnTo>
                    <a:pt x="381000" y="1356359"/>
                  </a:lnTo>
                  <a:lnTo>
                    <a:pt x="431800" y="1362984"/>
                  </a:lnTo>
                  <a:lnTo>
                    <a:pt x="495300" y="1368791"/>
                  </a:lnTo>
                  <a:lnTo>
                    <a:pt x="546100" y="1373816"/>
                  </a:lnTo>
                  <a:lnTo>
                    <a:pt x="596900" y="1378091"/>
                  </a:lnTo>
                  <a:lnTo>
                    <a:pt x="647700" y="1381649"/>
                  </a:lnTo>
                  <a:lnTo>
                    <a:pt x="698500" y="1384526"/>
                  </a:lnTo>
                  <a:lnTo>
                    <a:pt x="762000" y="1386752"/>
                  </a:lnTo>
                  <a:lnTo>
                    <a:pt x="812800" y="1388363"/>
                  </a:lnTo>
                  <a:lnTo>
                    <a:pt x="863600" y="1389887"/>
                  </a:lnTo>
                  <a:lnTo>
                    <a:pt x="952500" y="1390649"/>
                  </a:lnTo>
                  <a:lnTo>
                    <a:pt x="1054100" y="1389887"/>
                  </a:lnTo>
                  <a:lnTo>
                    <a:pt x="1104900" y="1388363"/>
                  </a:lnTo>
                  <a:lnTo>
                    <a:pt x="1155700" y="1386792"/>
                  </a:lnTo>
                  <a:lnTo>
                    <a:pt x="1206500" y="1384679"/>
                  </a:lnTo>
                  <a:lnTo>
                    <a:pt x="1257300" y="1381982"/>
                  </a:lnTo>
                  <a:lnTo>
                    <a:pt x="1308100" y="1378656"/>
                  </a:lnTo>
                  <a:lnTo>
                    <a:pt x="1358900" y="1374656"/>
                  </a:lnTo>
                  <a:lnTo>
                    <a:pt x="1409700" y="1369937"/>
                  </a:lnTo>
                  <a:lnTo>
                    <a:pt x="1460500" y="1364456"/>
                  </a:lnTo>
                  <a:lnTo>
                    <a:pt x="1511300" y="1358167"/>
                  </a:lnTo>
                  <a:lnTo>
                    <a:pt x="1600200" y="1345691"/>
                  </a:lnTo>
                  <a:lnTo>
                    <a:pt x="1625600" y="1340357"/>
                  </a:lnTo>
                  <a:lnTo>
                    <a:pt x="1676400" y="1330673"/>
                  </a:lnTo>
                  <a:lnTo>
                    <a:pt x="1727200" y="1319596"/>
                  </a:lnTo>
                  <a:lnTo>
                    <a:pt x="1778000" y="1306197"/>
                  </a:lnTo>
                  <a:lnTo>
                    <a:pt x="1828800" y="1289551"/>
                  </a:lnTo>
                  <a:lnTo>
                    <a:pt x="1866900" y="1268729"/>
                  </a:lnTo>
                  <a:lnTo>
                    <a:pt x="1892300" y="1251203"/>
                  </a:lnTo>
                  <a:lnTo>
                    <a:pt x="1905000" y="1242821"/>
                  </a:lnTo>
                  <a:close/>
                </a:path>
                <a:path w="1917700" h="1390650">
                  <a:moveTo>
                    <a:pt x="1905000" y="182117"/>
                  </a:moveTo>
                  <a:lnTo>
                    <a:pt x="1905000" y="179831"/>
                  </a:lnTo>
                  <a:lnTo>
                    <a:pt x="1903268" y="180974"/>
                  </a:lnTo>
                  <a:lnTo>
                    <a:pt x="1905000" y="182117"/>
                  </a:lnTo>
                  <a:close/>
                </a:path>
                <a:path w="1917700" h="1390650">
                  <a:moveTo>
                    <a:pt x="1917700" y="180593"/>
                  </a:moveTo>
                  <a:lnTo>
                    <a:pt x="1917700" y="158495"/>
                  </a:lnTo>
                  <a:lnTo>
                    <a:pt x="1905000" y="157733"/>
                  </a:lnTo>
                  <a:lnTo>
                    <a:pt x="1905000" y="180593"/>
                  </a:lnTo>
                  <a:lnTo>
                    <a:pt x="1917700" y="180593"/>
                  </a:lnTo>
                  <a:close/>
                </a:path>
                <a:path w="1917700" h="1390650">
                  <a:moveTo>
                    <a:pt x="1917700" y="203453"/>
                  </a:moveTo>
                  <a:lnTo>
                    <a:pt x="1917700" y="180593"/>
                  </a:lnTo>
                  <a:lnTo>
                    <a:pt x="1905000" y="180593"/>
                  </a:lnTo>
                  <a:lnTo>
                    <a:pt x="1905000" y="204215"/>
                  </a:lnTo>
                  <a:lnTo>
                    <a:pt x="1917700" y="203453"/>
                  </a:lnTo>
                  <a:close/>
                </a:path>
                <a:path w="1917700" h="1390650">
                  <a:moveTo>
                    <a:pt x="1917700" y="1232153"/>
                  </a:moveTo>
                  <a:lnTo>
                    <a:pt x="1917700" y="203453"/>
                  </a:lnTo>
                  <a:lnTo>
                    <a:pt x="1905000" y="204215"/>
                  </a:lnTo>
                  <a:lnTo>
                    <a:pt x="1905000" y="1232915"/>
                  </a:lnTo>
                  <a:lnTo>
                    <a:pt x="1917700" y="1232153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451858" y="5965190"/>
            <a:ext cx="1321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9ACC"/>
                </a:solidFill>
                <a:latin typeface="Arial MT"/>
                <a:cs typeface="Arial MT"/>
              </a:rPr>
              <a:t>300</a:t>
            </a:r>
            <a:r>
              <a:rPr sz="1800" spc="-10" dirty="0">
                <a:solidFill>
                  <a:srgbClr val="009A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9ACC"/>
                </a:solidFill>
                <a:latin typeface="Arial MT"/>
                <a:cs typeface="Arial MT"/>
              </a:rPr>
              <a:t>GB </a:t>
            </a:r>
            <a:r>
              <a:rPr sz="1800" spc="-25" dirty="0">
                <a:solidFill>
                  <a:srgbClr val="009ACC"/>
                </a:solidFill>
                <a:latin typeface="Arial MT"/>
                <a:cs typeface="Arial MT"/>
              </a:rPr>
              <a:t>SAS</a:t>
            </a:r>
            <a:endParaRPr sz="1800">
              <a:latin typeface="Arial MT"/>
              <a:cs typeface="Arial MT"/>
            </a:endParaRPr>
          </a:p>
          <a:p>
            <a:pPr marL="127000">
              <a:lnSpc>
                <a:spcPct val="100000"/>
              </a:lnSpc>
            </a:pPr>
            <a:r>
              <a:rPr sz="1800" dirty="0">
                <a:solidFill>
                  <a:srgbClr val="009ACC"/>
                </a:solidFill>
                <a:latin typeface="Arial MT"/>
                <a:cs typeface="Arial MT"/>
              </a:rPr>
              <a:t>SCS</a:t>
            </a:r>
            <a:r>
              <a:rPr sz="1800" spc="-5" dirty="0">
                <a:solidFill>
                  <a:srgbClr val="009A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9ACC"/>
                </a:solidFill>
                <a:latin typeface="Arial MT"/>
                <a:cs typeface="Arial MT"/>
              </a:rPr>
              <a:t>1</a:t>
            </a:r>
            <a:r>
              <a:rPr sz="1800" spc="-5" dirty="0">
                <a:solidFill>
                  <a:srgbClr val="009ACC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009ACC"/>
                </a:solidFill>
                <a:latin typeface="Arial MT"/>
                <a:cs typeface="Arial MT"/>
              </a:rPr>
              <a:t>disk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6701" y="2083562"/>
            <a:ext cx="5441315" cy="3394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Each</a:t>
            </a:r>
            <a:r>
              <a:rPr sz="20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Blade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2000">
              <a:latin typeface="Arial MT"/>
              <a:cs typeface="Arial MT"/>
            </a:endParaRPr>
          </a:p>
          <a:p>
            <a:pPr marL="1652270" marR="5080" algn="ctr">
              <a:lnSpc>
                <a:spcPct val="100000"/>
              </a:lnSpc>
              <a:tabLst>
                <a:tab pos="3633470" algn="l"/>
              </a:tabLst>
            </a:pP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Intel</a:t>
            </a:r>
            <a:r>
              <a:rPr sz="2400" spc="-7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Arial MT"/>
                <a:cs typeface="Arial MT"/>
              </a:rPr>
              <a:t>Xeon(R)</a:t>
            </a: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	Intel</a:t>
            </a:r>
            <a:r>
              <a:rPr sz="2400" spc="-7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Arial MT"/>
                <a:cs typeface="Arial MT"/>
              </a:rPr>
              <a:t>Xeon(R) </a:t>
            </a: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CPU</a:t>
            </a:r>
            <a:r>
              <a:rPr sz="2400" spc="-5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00FF"/>
                </a:solidFill>
                <a:latin typeface="Arial MT"/>
                <a:cs typeface="Arial MT"/>
              </a:rPr>
              <a:t>(8-</a:t>
            </a:r>
            <a:r>
              <a:rPr sz="2400" spc="-10" dirty="0">
                <a:solidFill>
                  <a:srgbClr val="0000FF"/>
                </a:solidFill>
                <a:latin typeface="Arial MT"/>
                <a:cs typeface="Arial MT"/>
              </a:rPr>
              <a:t>core)</a:t>
            </a: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	CPU</a:t>
            </a:r>
            <a:r>
              <a:rPr sz="2400" spc="-5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00FF"/>
                </a:solidFill>
                <a:latin typeface="Arial MT"/>
                <a:cs typeface="Arial MT"/>
              </a:rPr>
              <a:t>(8-</a:t>
            </a:r>
            <a:r>
              <a:rPr sz="2400" spc="-10" dirty="0">
                <a:solidFill>
                  <a:srgbClr val="0000FF"/>
                </a:solidFill>
                <a:latin typeface="Arial MT"/>
                <a:cs typeface="Arial MT"/>
              </a:rPr>
              <a:t>core)</a:t>
            </a:r>
            <a:endParaRPr sz="2400">
              <a:latin typeface="Arial MT"/>
              <a:cs typeface="Arial MT"/>
            </a:endParaRPr>
          </a:p>
          <a:p>
            <a:pPr marL="1640205" algn="ctr">
              <a:lnSpc>
                <a:spcPct val="100000"/>
              </a:lnSpc>
              <a:spcBef>
                <a:spcPts val="869"/>
              </a:spcBef>
              <a:tabLst>
                <a:tab pos="3621404" algn="l"/>
              </a:tabLst>
            </a:pPr>
            <a:r>
              <a:rPr sz="1400" b="1" dirty="0">
                <a:solidFill>
                  <a:srgbClr val="69D969"/>
                </a:solidFill>
                <a:latin typeface="Arial"/>
                <a:cs typeface="Arial"/>
              </a:rPr>
              <a:t>3.16GHz</a:t>
            </a:r>
            <a:r>
              <a:rPr sz="1400" b="1" spc="-40" dirty="0">
                <a:solidFill>
                  <a:srgbClr val="69D96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69D969"/>
                </a:solidFill>
                <a:latin typeface="Arial"/>
                <a:cs typeface="Arial"/>
              </a:rPr>
              <a:t>&amp;</a:t>
            </a:r>
            <a:r>
              <a:rPr sz="1400" b="1" spc="-15" dirty="0">
                <a:solidFill>
                  <a:srgbClr val="69D96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69D969"/>
                </a:solidFill>
                <a:latin typeface="Arial"/>
                <a:cs typeface="Arial"/>
              </a:rPr>
              <a:t>64-</a:t>
            </a:r>
            <a:r>
              <a:rPr sz="1400" b="1" spc="-25" dirty="0">
                <a:solidFill>
                  <a:srgbClr val="69D969"/>
                </a:solidFill>
                <a:latin typeface="Arial"/>
                <a:cs typeface="Arial"/>
              </a:rPr>
              <a:t>bit</a:t>
            </a:r>
            <a:r>
              <a:rPr sz="1400" b="1" dirty="0">
                <a:solidFill>
                  <a:srgbClr val="69D969"/>
                </a:solidFill>
                <a:latin typeface="Arial"/>
                <a:cs typeface="Arial"/>
              </a:rPr>
              <a:t>	3.16GHz</a:t>
            </a:r>
            <a:r>
              <a:rPr sz="1400" b="1" spc="-25" dirty="0">
                <a:solidFill>
                  <a:srgbClr val="69D96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69D969"/>
                </a:solidFill>
                <a:latin typeface="Arial"/>
                <a:cs typeface="Arial"/>
              </a:rPr>
              <a:t>&amp;</a:t>
            </a:r>
            <a:r>
              <a:rPr sz="1400" b="1" spc="-5" dirty="0">
                <a:solidFill>
                  <a:srgbClr val="69D96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69D969"/>
                </a:solidFill>
                <a:latin typeface="Arial"/>
                <a:cs typeface="Arial"/>
              </a:rPr>
              <a:t>64-</a:t>
            </a:r>
            <a:r>
              <a:rPr sz="1400" b="1" spc="-25" dirty="0">
                <a:solidFill>
                  <a:srgbClr val="69D969"/>
                </a:solidFill>
                <a:latin typeface="Arial"/>
                <a:cs typeface="Arial"/>
              </a:rPr>
              <a:t>bit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400">
              <a:latin typeface="Arial"/>
              <a:cs typeface="Arial"/>
            </a:endParaRPr>
          </a:p>
          <a:p>
            <a:pPr marL="2548255">
              <a:lnSpc>
                <a:spcPct val="100000"/>
              </a:lnSpc>
            </a:pPr>
            <a:r>
              <a:rPr sz="1600" dirty="0">
                <a:solidFill>
                  <a:srgbClr val="EEECE1"/>
                </a:solidFill>
                <a:latin typeface="Arial MT"/>
                <a:cs typeface="Arial MT"/>
              </a:rPr>
              <a:t>Bandwidth:</a:t>
            </a:r>
            <a:r>
              <a:rPr sz="1600" spc="-50" dirty="0">
                <a:solidFill>
                  <a:srgbClr val="EEECE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EEECE1"/>
                </a:solidFill>
                <a:latin typeface="Arial MT"/>
                <a:cs typeface="Arial MT"/>
              </a:rPr>
              <a:t>21.3GB/s</a:t>
            </a:r>
            <a:endParaRPr sz="1600">
              <a:latin typeface="Arial MT"/>
              <a:cs typeface="Arial MT"/>
            </a:endParaRPr>
          </a:p>
          <a:p>
            <a:pPr marL="1640839" algn="ctr">
              <a:lnSpc>
                <a:spcPct val="100000"/>
              </a:lnSpc>
              <a:spcBef>
                <a:spcPts val="1200"/>
              </a:spcBef>
            </a:pPr>
            <a:r>
              <a:rPr sz="1800" dirty="0">
                <a:solidFill>
                  <a:srgbClr val="9A6533"/>
                </a:solidFill>
                <a:latin typeface="Arial MT"/>
                <a:cs typeface="Arial MT"/>
              </a:rPr>
              <a:t>8 GB </a:t>
            </a:r>
            <a:r>
              <a:rPr sz="1800" spc="-25" dirty="0">
                <a:solidFill>
                  <a:srgbClr val="9A6533"/>
                </a:solidFill>
                <a:latin typeface="Arial MT"/>
                <a:cs typeface="Arial MT"/>
              </a:rPr>
              <a:t>RAM</a:t>
            </a:r>
            <a:endParaRPr sz="1800">
              <a:latin typeface="Arial MT"/>
              <a:cs typeface="Arial MT"/>
            </a:endParaRPr>
          </a:p>
          <a:p>
            <a:pPr marL="1638935" algn="ctr">
              <a:lnSpc>
                <a:spcPct val="100000"/>
              </a:lnSpc>
              <a:spcBef>
                <a:spcPts val="10"/>
              </a:spcBef>
            </a:pPr>
            <a:r>
              <a:rPr sz="1400" dirty="0">
                <a:solidFill>
                  <a:srgbClr val="CF7779"/>
                </a:solidFill>
                <a:latin typeface="Arial MT"/>
                <a:cs typeface="Arial MT"/>
              </a:rPr>
              <a:t>speed</a:t>
            </a:r>
            <a:r>
              <a:rPr sz="1400" spc="-25" dirty="0">
                <a:solidFill>
                  <a:srgbClr val="CF777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F7779"/>
                </a:solidFill>
                <a:latin typeface="Arial MT"/>
                <a:cs typeface="Arial MT"/>
              </a:rPr>
              <a:t>is</a:t>
            </a:r>
            <a:r>
              <a:rPr sz="1400" spc="-15" dirty="0">
                <a:solidFill>
                  <a:srgbClr val="CF777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CF7779"/>
                </a:solidFill>
                <a:latin typeface="Arial MT"/>
                <a:cs typeface="Arial MT"/>
              </a:rPr>
              <a:t>667MHz</a:t>
            </a:r>
            <a:endParaRPr sz="1400">
              <a:latin typeface="Arial MT"/>
              <a:cs typeface="Arial MT"/>
            </a:endParaRPr>
          </a:p>
          <a:p>
            <a:pPr marL="2571115">
              <a:lnSpc>
                <a:spcPct val="100000"/>
              </a:lnSpc>
              <a:spcBef>
                <a:spcPts val="1430"/>
              </a:spcBef>
            </a:pPr>
            <a:r>
              <a:rPr sz="1600" dirty="0">
                <a:solidFill>
                  <a:srgbClr val="EEECE1"/>
                </a:solidFill>
                <a:latin typeface="Arial MT"/>
                <a:cs typeface="Arial MT"/>
              </a:rPr>
              <a:t>Bandwidth:</a:t>
            </a:r>
            <a:r>
              <a:rPr sz="1600" spc="-45" dirty="0">
                <a:solidFill>
                  <a:srgbClr val="EEECE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EEECE1"/>
                </a:solidFill>
                <a:latin typeface="Arial MT"/>
                <a:cs typeface="Arial MT"/>
              </a:rPr>
              <a:t>600MB/s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59067" y="1898904"/>
            <a:ext cx="3342132" cy="343814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45720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15767" y="4112124"/>
            <a:ext cx="406400" cy="4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35"/>
              </a:lnSpc>
            </a:pPr>
            <a:r>
              <a:rPr sz="3200" spc="-50" dirty="0">
                <a:solidFill>
                  <a:srgbClr val="EEECE1"/>
                </a:solidFill>
                <a:latin typeface="Arial MT"/>
                <a:cs typeface="Arial MT"/>
              </a:rPr>
              <a:t>…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21914" y="4112124"/>
            <a:ext cx="406400" cy="4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35"/>
              </a:lnSpc>
            </a:pPr>
            <a:r>
              <a:rPr sz="3200" spc="-50" dirty="0">
                <a:solidFill>
                  <a:srgbClr val="EEECE1"/>
                </a:solidFill>
                <a:latin typeface="Arial MT"/>
                <a:cs typeface="Arial MT"/>
              </a:rPr>
              <a:t>…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28060" y="4112124"/>
            <a:ext cx="406400" cy="4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35"/>
              </a:lnSpc>
            </a:pPr>
            <a:r>
              <a:rPr sz="3200" spc="-50" dirty="0">
                <a:solidFill>
                  <a:srgbClr val="EEECE1"/>
                </a:solidFill>
                <a:latin typeface="Arial MT"/>
                <a:cs typeface="Arial MT"/>
              </a:rPr>
              <a:t>…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34205" y="4112124"/>
            <a:ext cx="113030" cy="4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35"/>
              </a:lnSpc>
            </a:pPr>
            <a:r>
              <a:rPr sz="3200" spc="-50" dirty="0">
                <a:solidFill>
                  <a:srgbClr val="EEECE1"/>
                </a:solidFill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14400" y="3124200"/>
            <a:ext cx="6934200" cy="2438400"/>
            <a:chOff x="914400" y="3124200"/>
            <a:chExt cx="6934200" cy="2438400"/>
          </a:xfrm>
        </p:grpSpPr>
        <p:sp>
          <p:nvSpPr>
            <p:cNvPr id="8" name="object 8"/>
            <p:cNvSpPr/>
            <p:nvPr/>
          </p:nvSpPr>
          <p:spPr>
            <a:xfrm>
              <a:off x="4953000" y="4338827"/>
              <a:ext cx="457200" cy="10160"/>
            </a:xfrm>
            <a:custGeom>
              <a:avLst/>
              <a:gdLst/>
              <a:ahLst/>
              <a:cxnLst/>
              <a:rect l="l" t="t" r="r" b="b"/>
              <a:pathLst>
                <a:path w="457200" h="10160">
                  <a:moveTo>
                    <a:pt x="457200" y="9905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9905"/>
                  </a:lnTo>
                  <a:lnTo>
                    <a:pt x="457200" y="9905"/>
                  </a:lnTo>
                  <a:close/>
                </a:path>
              </a:pathLst>
            </a:custGeom>
            <a:solidFill>
              <a:srgbClr val="EE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3505200"/>
              <a:ext cx="1440180" cy="20574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3781" y="3505200"/>
              <a:ext cx="1439417" cy="20574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4781" y="3505200"/>
              <a:ext cx="1439417" cy="20574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7400" y="3505200"/>
              <a:ext cx="1440180" cy="20574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2200" y="3505200"/>
              <a:ext cx="1440180" cy="20574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5382" y="3505200"/>
              <a:ext cx="1439417" cy="20574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0" y="3505200"/>
              <a:ext cx="1440180" cy="20574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9000" y="3505200"/>
              <a:ext cx="1440180" cy="20574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3800" y="3505200"/>
              <a:ext cx="1440180" cy="20574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70782" y="3505200"/>
              <a:ext cx="1439417" cy="20574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75582" y="3505200"/>
              <a:ext cx="1439417" cy="20574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0382" y="3505200"/>
              <a:ext cx="1439417" cy="20574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85182" y="3505200"/>
              <a:ext cx="1439417" cy="20574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9800" y="3505200"/>
              <a:ext cx="1440180" cy="20574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625084" y="3339084"/>
              <a:ext cx="1930400" cy="2085975"/>
            </a:xfrm>
            <a:custGeom>
              <a:avLst/>
              <a:gdLst/>
              <a:ahLst/>
              <a:cxnLst/>
              <a:rect l="l" t="t" r="r" b="b"/>
              <a:pathLst>
                <a:path w="1930400" h="2085975">
                  <a:moveTo>
                    <a:pt x="1892300" y="891308"/>
                  </a:moveTo>
                  <a:lnTo>
                    <a:pt x="1892300" y="742135"/>
                  </a:lnTo>
                  <a:lnTo>
                    <a:pt x="1866900" y="696305"/>
                  </a:lnTo>
                  <a:lnTo>
                    <a:pt x="1841500" y="607207"/>
                  </a:lnTo>
                  <a:lnTo>
                    <a:pt x="1816100" y="564078"/>
                  </a:lnTo>
                  <a:lnTo>
                    <a:pt x="1803400" y="521988"/>
                  </a:lnTo>
                  <a:lnTo>
                    <a:pt x="1778000" y="481006"/>
                  </a:lnTo>
                  <a:lnTo>
                    <a:pt x="1752600" y="441202"/>
                  </a:lnTo>
                  <a:lnTo>
                    <a:pt x="1727200" y="402644"/>
                  </a:lnTo>
                  <a:lnTo>
                    <a:pt x="1701800" y="365403"/>
                  </a:lnTo>
                  <a:lnTo>
                    <a:pt x="1663700" y="329546"/>
                  </a:lnTo>
                  <a:lnTo>
                    <a:pt x="1638300" y="295144"/>
                  </a:lnTo>
                  <a:lnTo>
                    <a:pt x="1600200" y="262266"/>
                  </a:lnTo>
                  <a:lnTo>
                    <a:pt x="1562100" y="230981"/>
                  </a:lnTo>
                  <a:lnTo>
                    <a:pt x="1536700" y="201359"/>
                  </a:lnTo>
                  <a:lnTo>
                    <a:pt x="1498600" y="173468"/>
                  </a:lnTo>
                  <a:lnTo>
                    <a:pt x="1460500" y="147377"/>
                  </a:lnTo>
                  <a:lnTo>
                    <a:pt x="1422400" y="123157"/>
                  </a:lnTo>
                  <a:lnTo>
                    <a:pt x="1371600" y="100877"/>
                  </a:lnTo>
                  <a:lnTo>
                    <a:pt x="1333500" y="80605"/>
                  </a:lnTo>
                  <a:lnTo>
                    <a:pt x="1295400" y="62410"/>
                  </a:lnTo>
                  <a:lnTo>
                    <a:pt x="1244600" y="46364"/>
                  </a:lnTo>
                  <a:lnTo>
                    <a:pt x="1206500" y="32533"/>
                  </a:lnTo>
                  <a:lnTo>
                    <a:pt x="1155700" y="20988"/>
                  </a:lnTo>
                  <a:lnTo>
                    <a:pt x="1104900" y="11799"/>
                  </a:lnTo>
                  <a:lnTo>
                    <a:pt x="1054100" y="5033"/>
                  </a:lnTo>
                  <a:lnTo>
                    <a:pt x="1003300" y="761"/>
                  </a:lnTo>
                  <a:lnTo>
                    <a:pt x="965200" y="0"/>
                  </a:lnTo>
                  <a:lnTo>
                    <a:pt x="914400" y="1523"/>
                  </a:lnTo>
                  <a:lnTo>
                    <a:pt x="863600" y="5586"/>
                  </a:lnTo>
                  <a:lnTo>
                    <a:pt x="812799" y="12185"/>
                  </a:lnTo>
                  <a:lnTo>
                    <a:pt x="761999" y="21249"/>
                  </a:lnTo>
                  <a:lnTo>
                    <a:pt x="723899" y="32705"/>
                  </a:lnTo>
                  <a:lnTo>
                    <a:pt x="673099" y="46481"/>
                  </a:lnTo>
                  <a:lnTo>
                    <a:pt x="634999" y="62504"/>
                  </a:lnTo>
                  <a:lnTo>
                    <a:pt x="584199" y="80703"/>
                  </a:lnTo>
                  <a:lnTo>
                    <a:pt x="546099" y="101003"/>
                  </a:lnTo>
                  <a:lnTo>
                    <a:pt x="507999" y="123334"/>
                  </a:lnTo>
                  <a:lnTo>
                    <a:pt x="457199" y="147622"/>
                  </a:lnTo>
                  <a:lnTo>
                    <a:pt x="419099" y="173795"/>
                  </a:lnTo>
                  <a:lnTo>
                    <a:pt x="393699" y="201781"/>
                  </a:lnTo>
                  <a:lnTo>
                    <a:pt x="355599" y="231507"/>
                  </a:lnTo>
                  <a:lnTo>
                    <a:pt x="317499" y="262901"/>
                  </a:lnTo>
                  <a:lnTo>
                    <a:pt x="279399" y="295891"/>
                  </a:lnTo>
                  <a:lnTo>
                    <a:pt x="253999" y="330403"/>
                  </a:lnTo>
                  <a:lnTo>
                    <a:pt x="228599" y="366365"/>
                  </a:lnTo>
                  <a:lnTo>
                    <a:pt x="190499" y="403706"/>
                  </a:lnTo>
                  <a:lnTo>
                    <a:pt x="165099" y="442352"/>
                  </a:lnTo>
                  <a:lnTo>
                    <a:pt x="139699" y="482231"/>
                  </a:lnTo>
                  <a:lnTo>
                    <a:pt x="126999" y="523271"/>
                  </a:lnTo>
                  <a:lnTo>
                    <a:pt x="101599" y="565400"/>
                  </a:lnTo>
                  <a:lnTo>
                    <a:pt x="76199" y="608543"/>
                  </a:lnTo>
                  <a:lnTo>
                    <a:pt x="50799" y="697589"/>
                  </a:lnTo>
                  <a:lnTo>
                    <a:pt x="0" y="884681"/>
                  </a:lnTo>
                  <a:lnTo>
                    <a:pt x="0" y="1201673"/>
                  </a:lnTo>
                  <a:lnTo>
                    <a:pt x="12700" y="1252727"/>
                  </a:lnTo>
                  <a:lnTo>
                    <a:pt x="25400" y="1300302"/>
                  </a:lnTo>
                  <a:lnTo>
                    <a:pt x="25399" y="938783"/>
                  </a:lnTo>
                  <a:lnTo>
                    <a:pt x="38099" y="887729"/>
                  </a:lnTo>
                  <a:lnTo>
                    <a:pt x="38099" y="841100"/>
                  </a:lnTo>
                  <a:lnTo>
                    <a:pt x="88899" y="661312"/>
                  </a:lnTo>
                  <a:lnTo>
                    <a:pt x="101599" y="618387"/>
                  </a:lnTo>
                  <a:lnTo>
                    <a:pt x="126999" y="576408"/>
                  </a:lnTo>
                  <a:lnTo>
                    <a:pt x="152399" y="535441"/>
                  </a:lnTo>
                  <a:lnTo>
                    <a:pt x="165099" y="495555"/>
                  </a:lnTo>
                  <a:lnTo>
                    <a:pt x="190499" y="456818"/>
                  </a:lnTo>
                  <a:lnTo>
                    <a:pt x="215899" y="419299"/>
                  </a:lnTo>
                  <a:lnTo>
                    <a:pt x="241299" y="383065"/>
                  </a:lnTo>
                  <a:lnTo>
                    <a:pt x="279399" y="348184"/>
                  </a:lnTo>
                  <a:lnTo>
                    <a:pt x="304799" y="314724"/>
                  </a:lnTo>
                  <a:lnTo>
                    <a:pt x="342899" y="282754"/>
                  </a:lnTo>
                  <a:lnTo>
                    <a:pt x="368299" y="252341"/>
                  </a:lnTo>
                  <a:lnTo>
                    <a:pt x="406399" y="223554"/>
                  </a:lnTo>
                  <a:lnTo>
                    <a:pt x="444499" y="196460"/>
                  </a:lnTo>
                  <a:lnTo>
                    <a:pt x="482599" y="171127"/>
                  </a:lnTo>
                  <a:lnTo>
                    <a:pt x="520699" y="147624"/>
                  </a:lnTo>
                  <a:lnTo>
                    <a:pt x="558799" y="126019"/>
                  </a:lnTo>
                  <a:lnTo>
                    <a:pt x="596899" y="106380"/>
                  </a:lnTo>
                  <a:lnTo>
                    <a:pt x="634999" y="88774"/>
                  </a:lnTo>
                  <a:lnTo>
                    <a:pt x="685799" y="73270"/>
                  </a:lnTo>
                  <a:lnTo>
                    <a:pt x="723899" y="59936"/>
                  </a:lnTo>
                  <a:lnTo>
                    <a:pt x="774699" y="48839"/>
                  </a:lnTo>
                  <a:lnTo>
                    <a:pt x="812799" y="40049"/>
                  </a:lnTo>
                  <a:lnTo>
                    <a:pt x="863600" y="33632"/>
                  </a:lnTo>
                  <a:lnTo>
                    <a:pt x="914400" y="29658"/>
                  </a:lnTo>
                  <a:lnTo>
                    <a:pt x="965200" y="28193"/>
                  </a:lnTo>
                  <a:lnTo>
                    <a:pt x="1003300" y="29717"/>
                  </a:lnTo>
                  <a:lnTo>
                    <a:pt x="1054100" y="33527"/>
                  </a:lnTo>
                  <a:lnTo>
                    <a:pt x="1104900" y="40448"/>
                  </a:lnTo>
                  <a:lnTo>
                    <a:pt x="1155700" y="49960"/>
                  </a:lnTo>
                  <a:lnTo>
                    <a:pt x="1206500" y="61983"/>
                  </a:lnTo>
                  <a:lnTo>
                    <a:pt x="1244600" y="76435"/>
                  </a:lnTo>
                  <a:lnTo>
                    <a:pt x="1295400" y="93234"/>
                  </a:lnTo>
                  <a:lnTo>
                    <a:pt x="1333500" y="112298"/>
                  </a:lnTo>
                  <a:lnTo>
                    <a:pt x="1371600" y="133547"/>
                  </a:lnTo>
                  <a:lnTo>
                    <a:pt x="1422400" y="156897"/>
                  </a:lnTo>
                  <a:lnTo>
                    <a:pt x="1460500" y="182268"/>
                  </a:lnTo>
                  <a:lnTo>
                    <a:pt x="1498600" y="209578"/>
                  </a:lnTo>
                  <a:lnTo>
                    <a:pt x="1536700" y="238745"/>
                  </a:lnTo>
                  <a:lnTo>
                    <a:pt x="1562100" y="269687"/>
                  </a:lnTo>
                  <a:lnTo>
                    <a:pt x="1600200" y="302322"/>
                  </a:lnTo>
                  <a:lnTo>
                    <a:pt x="1638300" y="336570"/>
                  </a:lnTo>
                  <a:lnTo>
                    <a:pt x="1663700" y="372348"/>
                  </a:lnTo>
                  <a:lnTo>
                    <a:pt x="1689100" y="409575"/>
                  </a:lnTo>
                  <a:lnTo>
                    <a:pt x="1714500" y="448168"/>
                  </a:lnTo>
                  <a:lnTo>
                    <a:pt x="1739900" y="488047"/>
                  </a:lnTo>
                  <a:lnTo>
                    <a:pt x="1765300" y="529129"/>
                  </a:lnTo>
                  <a:lnTo>
                    <a:pt x="1790700" y="571333"/>
                  </a:lnTo>
                  <a:lnTo>
                    <a:pt x="1816100" y="614577"/>
                  </a:lnTo>
                  <a:lnTo>
                    <a:pt x="1866900" y="796320"/>
                  </a:lnTo>
                  <a:lnTo>
                    <a:pt x="1892300" y="891308"/>
                  </a:lnTo>
                  <a:close/>
                </a:path>
                <a:path w="1930400" h="2085975">
                  <a:moveTo>
                    <a:pt x="1905000" y="1286713"/>
                  </a:moveTo>
                  <a:lnTo>
                    <a:pt x="1905000" y="1043177"/>
                  </a:lnTo>
                  <a:lnTo>
                    <a:pt x="1892300" y="1095755"/>
                  </a:lnTo>
                  <a:lnTo>
                    <a:pt x="1892300" y="1195119"/>
                  </a:lnTo>
                  <a:lnTo>
                    <a:pt x="1866900" y="1290202"/>
                  </a:lnTo>
                  <a:lnTo>
                    <a:pt x="1816100" y="1471973"/>
                  </a:lnTo>
                  <a:lnTo>
                    <a:pt x="1790700" y="1515197"/>
                  </a:lnTo>
                  <a:lnTo>
                    <a:pt x="1765300" y="1557371"/>
                  </a:lnTo>
                  <a:lnTo>
                    <a:pt x="1739900" y="1598415"/>
                  </a:lnTo>
                  <a:lnTo>
                    <a:pt x="1714500" y="1638248"/>
                  </a:lnTo>
                  <a:lnTo>
                    <a:pt x="1689100" y="1676791"/>
                  </a:lnTo>
                  <a:lnTo>
                    <a:pt x="1663700" y="1713962"/>
                  </a:lnTo>
                  <a:lnTo>
                    <a:pt x="1638300" y="1749680"/>
                  </a:lnTo>
                  <a:lnTo>
                    <a:pt x="1600200" y="1783865"/>
                  </a:lnTo>
                  <a:lnTo>
                    <a:pt x="1562100" y="1816437"/>
                  </a:lnTo>
                  <a:lnTo>
                    <a:pt x="1536700" y="1847314"/>
                  </a:lnTo>
                  <a:lnTo>
                    <a:pt x="1498600" y="1876416"/>
                  </a:lnTo>
                  <a:lnTo>
                    <a:pt x="1460500" y="1903662"/>
                  </a:lnTo>
                  <a:lnTo>
                    <a:pt x="1422400" y="1928973"/>
                  </a:lnTo>
                  <a:lnTo>
                    <a:pt x="1371600" y="1952266"/>
                  </a:lnTo>
                  <a:lnTo>
                    <a:pt x="1333500" y="1973461"/>
                  </a:lnTo>
                  <a:lnTo>
                    <a:pt x="1295400" y="1992478"/>
                  </a:lnTo>
                  <a:lnTo>
                    <a:pt x="1244600" y="2009236"/>
                  </a:lnTo>
                  <a:lnTo>
                    <a:pt x="1193800" y="2023654"/>
                  </a:lnTo>
                  <a:lnTo>
                    <a:pt x="1155700" y="2035653"/>
                  </a:lnTo>
                  <a:lnTo>
                    <a:pt x="1104900" y="2045150"/>
                  </a:lnTo>
                  <a:lnTo>
                    <a:pt x="1054100" y="2052065"/>
                  </a:lnTo>
                  <a:lnTo>
                    <a:pt x="1003300" y="2055876"/>
                  </a:lnTo>
                  <a:lnTo>
                    <a:pt x="965200" y="2057400"/>
                  </a:lnTo>
                  <a:lnTo>
                    <a:pt x="914400" y="2055822"/>
                  </a:lnTo>
                  <a:lnTo>
                    <a:pt x="863600" y="2051578"/>
                  </a:lnTo>
                  <a:lnTo>
                    <a:pt x="812800" y="2044741"/>
                  </a:lnTo>
                  <a:lnTo>
                    <a:pt x="762000" y="2035384"/>
                  </a:lnTo>
                  <a:lnTo>
                    <a:pt x="723900" y="2023583"/>
                  </a:lnTo>
                  <a:lnTo>
                    <a:pt x="673100" y="2009410"/>
                  </a:lnTo>
                  <a:lnTo>
                    <a:pt x="635000" y="1992940"/>
                  </a:lnTo>
                  <a:lnTo>
                    <a:pt x="584200" y="1974247"/>
                  </a:lnTo>
                  <a:lnTo>
                    <a:pt x="546100" y="1953405"/>
                  </a:lnTo>
                  <a:lnTo>
                    <a:pt x="508000" y="1930487"/>
                  </a:lnTo>
                  <a:lnTo>
                    <a:pt x="469900" y="1905568"/>
                  </a:lnTo>
                  <a:lnTo>
                    <a:pt x="431800" y="1878721"/>
                  </a:lnTo>
                  <a:lnTo>
                    <a:pt x="393700" y="1850021"/>
                  </a:lnTo>
                  <a:lnTo>
                    <a:pt x="355600" y="1819541"/>
                  </a:lnTo>
                  <a:lnTo>
                    <a:pt x="317500" y="1787356"/>
                  </a:lnTo>
                  <a:lnTo>
                    <a:pt x="292100" y="1753539"/>
                  </a:lnTo>
                  <a:lnTo>
                    <a:pt x="266700" y="1718165"/>
                  </a:lnTo>
                  <a:lnTo>
                    <a:pt x="228600" y="1681307"/>
                  </a:lnTo>
                  <a:lnTo>
                    <a:pt x="203200" y="1643039"/>
                  </a:lnTo>
                  <a:lnTo>
                    <a:pt x="177800" y="1603435"/>
                  </a:lnTo>
                  <a:lnTo>
                    <a:pt x="152400" y="1562570"/>
                  </a:lnTo>
                  <a:lnTo>
                    <a:pt x="127000" y="1520517"/>
                  </a:lnTo>
                  <a:lnTo>
                    <a:pt x="114300" y="1477349"/>
                  </a:lnTo>
                  <a:lnTo>
                    <a:pt x="88900" y="1433142"/>
                  </a:lnTo>
                  <a:lnTo>
                    <a:pt x="76200" y="1387969"/>
                  </a:lnTo>
                  <a:lnTo>
                    <a:pt x="38100" y="1247393"/>
                  </a:lnTo>
                  <a:lnTo>
                    <a:pt x="38100" y="1197102"/>
                  </a:lnTo>
                  <a:lnTo>
                    <a:pt x="25400" y="1146047"/>
                  </a:lnTo>
                  <a:lnTo>
                    <a:pt x="25400" y="1300302"/>
                  </a:lnTo>
                  <a:lnTo>
                    <a:pt x="63500" y="1438347"/>
                  </a:lnTo>
                  <a:lnTo>
                    <a:pt x="88900" y="1482575"/>
                  </a:lnTo>
                  <a:lnTo>
                    <a:pt x="101600" y="1525795"/>
                  </a:lnTo>
                  <a:lnTo>
                    <a:pt x="127000" y="1567941"/>
                  </a:lnTo>
                  <a:lnTo>
                    <a:pt x="152400" y="1608944"/>
                  </a:lnTo>
                  <a:lnTo>
                    <a:pt x="177800" y="1648736"/>
                  </a:lnTo>
                  <a:lnTo>
                    <a:pt x="203200" y="1687248"/>
                  </a:lnTo>
                  <a:lnTo>
                    <a:pt x="228600" y="1724413"/>
                  </a:lnTo>
                  <a:lnTo>
                    <a:pt x="254000" y="1760163"/>
                  </a:lnTo>
                  <a:lnTo>
                    <a:pt x="292100" y="1794430"/>
                  </a:lnTo>
                  <a:lnTo>
                    <a:pt x="317500" y="1827145"/>
                  </a:lnTo>
                  <a:lnTo>
                    <a:pt x="355600" y="1858241"/>
                  </a:lnTo>
                  <a:lnTo>
                    <a:pt x="393700" y="1887650"/>
                  </a:lnTo>
                  <a:lnTo>
                    <a:pt x="431800" y="1915302"/>
                  </a:lnTo>
                  <a:lnTo>
                    <a:pt x="469900" y="1941132"/>
                  </a:lnTo>
                  <a:lnTo>
                    <a:pt x="508000" y="1965069"/>
                  </a:lnTo>
                  <a:lnTo>
                    <a:pt x="546100" y="1987047"/>
                  </a:lnTo>
                  <a:lnTo>
                    <a:pt x="596900" y="2006997"/>
                  </a:lnTo>
                  <a:lnTo>
                    <a:pt x="635000" y="2024852"/>
                  </a:lnTo>
                  <a:lnTo>
                    <a:pt x="673100" y="2040542"/>
                  </a:lnTo>
                  <a:lnTo>
                    <a:pt x="723900" y="2054000"/>
                  </a:lnTo>
                  <a:lnTo>
                    <a:pt x="774700" y="2065159"/>
                  </a:lnTo>
                  <a:lnTo>
                    <a:pt x="812800" y="2073949"/>
                  </a:lnTo>
                  <a:lnTo>
                    <a:pt x="863600" y="2080304"/>
                  </a:lnTo>
                  <a:lnTo>
                    <a:pt x="914400" y="2084154"/>
                  </a:lnTo>
                  <a:lnTo>
                    <a:pt x="965200" y="2085432"/>
                  </a:lnTo>
                  <a:lnTo>
                    <a:pt x="1016000" y="2084069"/>
                  </a:lnTo>
                  <a:lnTo>
                    <a:pt x="1054100" y="2080259"/>
                  </a:lnTo>
                  <a:lnTo>
                    <a:pt x="1104900" y="2073402"/>
                  </a:lnTo>
                  <a:lnTo>
                    <a:pt x="1155700" y="2063928"/>
                  </a:lnTo>
                  <a:lnTo>
                    <a:pt x="1206500" y="2052037"/>
                  </a:lnTo>
                  <a:lnTo>
                    <a:pt x="1244600" y="2037807"/>
                  </a:lnTo>
                  <a:lnTo>
                    <a:pt x="1295400" y="2021312"/>
                  </a:lnTo>
                  <a:lnTo>
                    <a:pt x="1333500" y="2002629"/>
                  </a:lnTo>
                  <a:lnTo>
                    <a:pt x="1384300" y="1981834"/>
                  </a:lnTo>
                  <a:lnTo>
                    <a:pt x="1422400" y="1959003"/>
                  </a:lnTo>
                  <a:lnTo>
                    <a:pt x="1460500" y="1934212"/>
                  </a:lnTo>
                  <a:lnTo>
                    <a:pt x="1498600" y="1907538"/>
                  </a:lnTo>
                  <a:lnTo>
                    <a:pt x="1536700" y="1879056"/>
                  </a:lnTo>
                  <a:lnTo>
                    <a:pt x="1574800" y="1848843"/>
                  </a:lnTo>
                  <a:lnTo>
                    <a:pt x="1612900" y="1816975"/>
                  </a:lnTo>
                  <a:lnTo>
                    <a:pt x="1638300" y="1783528"/>
                  </a:lnTo>
                  <a:lnTo>
                    <a:pt x="1676400" y="1748578"/>
                  </a:lnTo>
                  <a:lnTo>
                    <a:pt x="1701800" y="1712201"/>
                  </a:lnTo>
                  <a:lnTo>
                    <a:pt x="1727200" y="1674474"/>
                  </a:lnTo>
                  <a:lnTo>
                    <a:pt x="1752600" y="1635472"/>
                  </a:lnTo>
                  <a:lnTo>
                    <a:pt x="1778000" y="1595272"/>
                  </a:lnTo>
                  <a:lnTo>
                    <a:pt x="1803400" y="1553950"/>
                  </a:lnTo>
                  <a:lnTo>
                    <a:pt x="1828800" y="1511581"/>
                  </a:lnTo>
                  <a:lnTo>
                    <a:pt x="1854200" y="1424011"/>
                  </a:lnTo>
                  <a:lnTo>
                    <a:pt x="1879600" y="1378961"/>
                  </a:lnTo>
                  <a:lnTo>
                    <a:pt x="1905000" y="1286713"/>
                  </a:lnTo>
                  <a:close/>
                </a:path>
                <a:path w="1930400" h="2085975">
                  <a:moveTo>
                    <a:pt x="1917700" y="1192108"/>
                  </a:moveTo>
                  <a:lnTo>
                    <a:pt x="1917700" y="883919"/>
                  </a:lnTo>
                  <a:lnTo>
                    <a:pt x="1892300" y="788727"/>
                  </a:lnTo>
                  <a:lnTo>
                    <a:pt x="1892300" y="990599"/>
                  </a:lnTo>
                  <a:lnTo>
                    <a:pt x="1905000" y="1043177"/>
                  </a:lnTo>
                  <a:lnTo>
                    <a:pt x="1905000" y="1239667"/>
                  </a:lnTo>
                  <a:lnTo>
                    <a:pt x="1917700" y="1192108"/>
                  </a:lnTo>
                  <a:close/>
                </a:path>
                <a:path w="1930400" h="2085975">
                  <a:moveTo>
                    <a:pt x="1930400" y="1095755"/>
                  </a:moveTo>
                  <a:lnTo>
                    <a:pt x="1930400" y="989075"/>
                  </a:lnTo>
                  <a:lnTo>
                    <a:pt x="1917700" y="935735"/>
                  </a:lnTo>
                  <a:lnTo>
                    <a:pt x="1917700" y="1144112"/>
                  </a:lnTo>
                  <a:lnTo>
                    <a:pt x="1930400" y="1095755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34000" y="3124200"/>
              <a:ext cx="2514600" cy="367665"/>
            </a:xfrm>
            <a:custGeom>
              <a:avLst/>
              <a:gdLst/>
              <a:ahLst/>
              <a:cxnLst/>
              <a:rect l="l" t="t" r="r" b="b"/>
              <a:pathLst>
                <a:path w="2514600" h="367664">
                  <a:moveTo>
                    <a:pt x="2514600" y="367283"/>
                  </a:moveTo>
                  <a:lnTo>
                    <a:pt x="2514600" y="0"/>
                  </a:lnTo>
                  <a:lnTo>
                    <a:pt x="0" y="0"/>
                  </a:lnTo>
                  <a:lnTo>
                    <a:pt x="0" y="367284"/>
                  </a:lnTo>
                  <a:lnTo>
                    <a:pt x="2514600" y="3672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455482" y="3185478"/>
            <a:ext cx="12763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9"/>
              </a:lnSpc>
            </a:pPr>
            <a:r>
              <a:rPr sz="1800" spc="-25" dirty="0">
                <a:solidFill>
                  <a:srgbClr val="800000"/>
                </a:solidFill>
                <a:latin typeface="Arial MT"/>
                <a:cs typeface="Arial MT"/>
              </a:rPr>
              <a:t>l)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726440" y="1046480"/>
            <a:ext cx="72358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One</a:t>
            </a:r>
            <a:r>
              <a:rPr spc="-10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Qloud</a:t>
            </a:r>
            <a:r>
              <a:rPr spc="-100" dirty="0"/>
              <a:t> </a:t>
            </a:r>
            <a:r>
              <a:rPr dirty="0"/>
              <a:t>Hardware</a:t>
            </a:r>
            <a:r>
              <a:rPr spc="-100" dirty="0"/>
              <a:t> </a:t>
            </a:r>
            <a:r>
              <a:rPr spc="-10" dirty="0"/>
              <a:t>(3/3)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27" name="object 27"/>
          <p:cNvSpPr txBox="1"/>
          <p:nvPr/>
        </p:nvSpPr>
        <p:spPr>
          <a:xfrm>
            <a:off x="536701" y="1953259"/>
            <a:ext cx="6931659" cy="14979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15"/>
              </a:spcBef>
              <a:buFont typeface="Wingdings"/>
              <a:buChar char=""/>
              <a:tabLst>
                <a:tab pos="354965" algn="l"/>
              </a:tabLst>
            </a:pP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Qloud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 Network</a:t>
            </a:r>
            <a:endParaRPr sz="180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755015" algn="l"/>
              </a:tabLst>
            </a:pP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2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1-Gbit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switches</a:t>
            </a:r>
            <a:endParaRPr sz="180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755015" algn="l"/>
              </a:tabLst>
            </a:pP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Each</a:t>
            </a:r>
            <a:r>
              <a:rPr sz="18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blade</a:t>
            </a:r>
            <a:r>
              <a:rPr sz="18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connected</a:t>
            </a:r>
            <a:r>
              <a:rPr sz="18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each</a:t>
            </a:r>
            <a:r>
              <a:rPr sz="1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switches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800">
              <a:latin typeface="Arial MT"/>
              <a:cs typeface="Arial MT"/>
            </a:endParaRPr>
          </a:p>
          <a:p>
            <a:pPr marL="1838325">
              <a:lnSpc>
                <a:spcPct val="100000"/>
              </a:lnSpc>
              <a:tabLst>
                <a:tab pos="5063490" algn="l"/>
              </a:tabLst>
            </a:pPr>
            <a:r>
              <a:rPr sz="1800" dirty="0">
                <a:latin typeface="Arial MT"/>
                <a:cs typeface="Arial MT"/>
              </a:rPr>
              <a:t>13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VM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hosts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dirty="0">
                <a:solidFill>
                  <a:srgbClr val="800000"/>
                </a:solidFill>
                <a:latin typeface="Arial MT"/>
                <a:cs typeface="Arial MT"/>
              </a:rPr>
              <a:t>Blade</a:t>
            </a:r>
            <a:r>
              <a:rPr sz="1800" spc="-2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800000"/>
                </a:solidFill>
                <a:latin typeface="Arial MT"/>
                <a:cs typeface="Arial MT"/>
              </a:rPr>
              <a:t>#14</a:t>
            </a:r>
            <a:r>
              <a:rPr sz="1800" spc="-10" dirty="0">
                <a:solidFill>
                  <a:srgbClr val="800000"/>
                </a:solidFill>
                <a:latin typeface="Arial MT"/>
                <a:cs typeface="Arial MT"/>
              </a:rPr>
              <a:t> (Contro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066800" y="6147053"/>
            <a:ext cx="5562600" cy="711200"/>
            <a:chOff x="1066800" y="6147053"/>
            <a:chExt cx="5562600" cy="711200"/>
          </a:xfrm>
        </p:grpSpPr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800" y="6147053"/>
              <a:ext cx="5562600" cy="35280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800" y="6528053"/>
              <a:ext cx="5562600" cy="329945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3375914" y="6094263"/>
            <a:ext cx="1292860" cy="72390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Gbit</a:t>
            </a:r>
            <a:r>
              <a:rPr sz="1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switch</a:t>
            </a:r>
            <a:endParaRPr sz="16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830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Gbit</a:t>
            </a:r>
            <a:r>
              <a:rPr sz="1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switch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139952" y="1749552"/>
            <a:ext cx="8461375" cy="5036185"/>
            <a:chOff x="1139952" y="1749552"/>
            <a:chExt cx="8461375" cy="5036185"/>
          </a:xfrm>
        </p:grpSpPr>
        <p:sp>
          <p:nvSpPr>
            <p:cNvPr id="33" name="object 33"/>
            <p:cNvSpPr/>
            <p:nvPr/>
          </p:nvSpPr>
          <p:spPr>
            <a:xfrm>
              <a:off x="1139952" y="5180076"/>
              <a:ext cx="5495290" cy="1605915"/>
            </a:xfrm>
            <a:custGeom>
              <a:avLst/>
              <a:gdLst/>
              <a:ahLst/>
              <a:cxnLst/>
              <a:rect l="l" t="t" r="r" b="b"/>
              <a:pathLst>
                <a:path w="5495290" h="1605915">
                  <a:moveTo>
                    <a:pt x="1454658" y="1598676"/>
                  </a:moveTo>
                  <a:lnTo>
                    <a:pt x="6858" y="150876"/>
                  </a:lnTo>
                  <a:lnTo>
                    <a:pt x="0" y="157734"/>
                  </a:lnTo>
                  <a:lnTo>
                    <a:pt x="1447800" y="1605534"/>
                  </a:lnTo>
                  <a:lnTo>
                    <a:pt x="1454658" y="1598676"/>
                  </a:lnTo>
                  <a:close/>
                </a:path>
                <a:path w="5495290" h="1605915">
                  <a:moveTo>
                    <a:pt x="1606296" y="1141476"/>
                  </a:moveTo>
                  <a:lnTo>
                    <a:pt x="387096" y="150876"/>
                  </a:lnTo>
                  <a:lnTo>
                    <a:pt x="381762" y="157734"/>
                  </a:lnTo>
                  <a:lnTo>
                    <a:pt x="1600962" y="1148334"/>
                  </a:lnTo>
                  <a:lnTo>
                    <a:pt x="1606296" y="1141476"/>
                  </a:lnTo>
                  <a:close/>
                </a:path>
                <a:path w="5495290" h="1605915">
                  <a:moveTo>
                    <a:pt x="1759458" y="1598676"/>
                  </a:moveTo>
                  <a:lnTo>
                    <a:pt x="311658" y="150876"/>
                  </a:lnTo>
                  <a:lnTo>
                    <a:pt x="304800" y="157734"/>
                  </a:lnTo>
                  <a:lnTo>
                    <a:pt x="1232408" y="1085342"/>
                  </a:lnTo>
                  <a:lnTo>
                    <a:pt x="82296" y="150876"/>
                  </a:lnTo>
                  <a:lnTo>
                    <a:pt x="76962" y="157734"/>
                  </a:lnTo>
                  <a:lnTo>
                    <a:pt x="1292098" y="1145032"/>
                  </a:lnTo>
                  <a:lnTo>
                    <a:pt x="1752600" y="1605534"/>
                  </a:lnTo>
                  <a:lnTo>
                    <a:pt x="1759458" y="1598676"/>
                  </a:lnTo>
                  <a:close/>
                </a:path>
                <a:path w="5495290" h="1605915">
                  <a:moveTo>
                    <a:pt x="2140458" y="1598676"/>
                  </a:moveTo>
                  <a:lnTo>
                    <a:pt x="692658" y="150876"/>
                  </a:lnTo>
                  <a:lnTo>
                    <a:pt x="685800" y="157734"/>
                  </a:lnTo>
                  <a:lnTo>
                    <a:pt x="2133600" y="1605534"/>
                  </a:lnTo>
                  <a:lnTo>
                    <a:pt x="2140458" y="1598676"/>
                  </a:lnTo>
                  <a:close/>
                </a:path>
                <a:path w="5495290" h="1605915">
                  <a:moveTo>
                    <a:pt x="2368296" y="1141476"/>
                  </a:moveTo>
                  <a:lnTo>
                    <a:pt x="1149096" y="150876"/>
                  </a:lnTo>
                  <a:lnTo>
                    <a:pt x="1143762" y="157734"/>
                  </a:lnTo>
                  <a:lnTo>
                    <a:pt x="2362962" y="1148334"/>
                  </a:lnTo>
                  <a:lnTo>
                    <a:pt x="2368296" y="1141476"/>
                  </a:lnTo>
                  <a:close/>
                </a:path>
                <a:path w="5495290" h="1605915">
                  <a:moveTo>
                    <a:pt x="2445258" y="1598676"/>
                  </a:moveTo>
                  <a:lnTo>
                    <a:pt x="997458" y="150876"/>
                  </a:lnTo>
                  <a:lnTo>
                    <a:pt x="990600" y="157734"/>
                  </a:lnTo>
                  <a:lnTo>
                    <a:pt x="1918208" y="1085342"/>
                  </a:lnTo>
                  <a:lnTo>
                    <a:pt x="768096" y="150876"/>
                  </a:lnTo>
                  <a:lnTo>
                    <a:pt x="762762" y="157734"/>
                  </a:lnTo>
                  <a:lnTo>
                    <a:pt x="1977898" y="1145032"/>
                  </a:lnTo>
                  <a:lnTo>
                    <a:pt x="2438400" y="1605534"/>
                  </a:lnTo>
                  <a:lnTo>
                    <a:pt x="2445258" y="1598676"/>
                  </a:lnTo>
                  <a:close/>
                </a:path>
                <a:path w="5495290" h="1605915">
                  <a:moveTo>
                    <a:pt x="2749296" y="1141476"/>
                  </a:moveTo>
                  <a:lnTo>
                    <a:pt x="1530096" y="150876"/>
                  </a:lnTo>
                  <a:lnTo>
                    <a:pt x="1524762" y="157734"/>
                  </a:lnTo>
                  <a:lnTo>
                    <a:pt x="2743962" y="1148334"/>
                  </a:lnTo>
                  <a:lnTo>
                    <a:pt x="2749296" y="1141476"/>
                  </a:lnTo>
                  <a:close/>
                </a:path>
                <a:path w="5495290" h="1605915">
                  <a:moveTo>
                    <a:pt x="2902458" y="1598676"/>
                  </a:moveTo>
                  <a:lnTo>
                    <a:pt x="1454658" y="150876"/>
                  </a:lnTo>
                  <a:lnTo>
                    <a:pt x="1447800" y="157734"/>
                  </a:lnTo>
                  <a:lnTo>
                    <a:pt x="2895600" y="1605534"/>
                  </a:lnTo>
                  <a:lnTo>
                    <a:pt x="2902458" y="1598676"/>
                  </a:lnTo>
                  <a:close/>
                </a:path>
                <a:path w="5495290" h="1605915">
                  <a:moveTo>
                    <a:pt x="3130296" y="1141476"/>
                  </a:moveTo>
                  <a:lnTo>
                    <a:pt x="1911096" y="150876"/>
                  </a:lnTo>
                  <a:lnTo>
                    <a:pt x="1905762" y="157734"/>
                  </a:lnTo>
                  <a:lnTo>
                    <a:pt x="3124962" y="1148334"/>
                  </a:lnTo>
                  <a:lnTo>
                    <a:pt x="3130296" y="1141476"/>
                  </a:lnTo>
                  <a:close/>
                </a:path>
                <a:path w="5495290" h="1605915">
                  <a:moveTo>
                    <a:pt x="3283458" y="1598676"/>
                  </a:moveTo>
                  <a:lnTo>
                    <a:pt x="1835658" y="150876"/>
                  </a:lnTo>
                  <a:lnTo>
                    <a:pt x="1828800" y="157734"/>
                  </a:lnTo>
                  <a:lnTo>
                    <a:pt x="3276600" y="1605534"/>
                  </a:lnTo>
                  <a:lnTo>
                    <a:pt x="3283458" y="1598676"/>
                  </a:lnTo>
                  <a:close/>
                </a:path>
                <a:path w="5495290" h="1605915">
                  <a:moveTo>
                    <a:pt x="3664458" y="1598676"/>
                  </a:moveTo>
                  <a:lnTo>
                    <a:pt x="2216658" y="150876"/>
                  </a:lnTo>
                  <a:lnTo>
                    <a:pt x="2209800" y="157734"/>
                  </a:lnTo>
                  <a:lnTo>
                    <a:pt x="3657600" y="1605534"/>
                  </a:lnTo>
                  <a:lnTo>
                    <a:pt x="3664458" y="1598676"/>
                  </a:lnTo>
                  <a:close/>
                </a:path>
                <a:path w="5495290" h="1605915">
                  <a:moveTo>
                    <a:pt x="3816096" y="1141476"/>
                  </a:moveTo>
                  <a:lnTo>
                    <a:pt x="2596896" y="150876"/>
                  </a:lnTo>
                  <a:lnTo>
                    <a:pt x="2591562" y="157734"/>
                  </a:lnTo>
                  <a:lnTo>
                    <a:pt x="3810762" y="1148334"/>
                  </a:lnTo>
                  <a:lnTo>
                    <a:pt x="3816096" y="1141476"/>
                  </a:lnTo>
                  <a:close/>
                </a:path>
                <a:path w="5495290" h="1605915">
                  <a:moveTo>
                    <a:pt x="3969258" y="1598676"/>
                  </a:moveTo>
                  <a:lnTo>
                    <a:pt x="2521458" y="150876"/>
                  </a:lnTo>
                  <a:lnTo>
                    <a:pt x="2514600" y="157734"/>
                  </a:lnTo>
                  <a:lnTo>
                    <a:pt x="3442208" y="1085342"/>
                  </a:lnTo>
                  <a:lnTo>
                    <a:pt x="2292096" y="150876"/>
                  </a:lnTo>
                  <a:lnTo>
                    <a:pt x="2286762" y="157734"/>
                  </a:lnTo>
                  <a:lnTo>
                    <a:pt x="3501898" y="1145032"/>
                  </a:lnTo>
                  <a:lnTo>
                    <a:pt x="3962400" y="1605534"/>
                  </a:lnTo>
                  <a:lnTo>
                    <a:pt x="3969258" y="1598676"/>
                  </a:lnTo>
                  <a:close/>
                </a:path>
                <a:path w="5495290" h="1605915">
                  <a:moveTo>
                    <a:pt x="4350258" y="1598676"/>
                  </a:moveTo>
                  <a:lnTo>
                    <a:pt x="2902458" y="150876"/>
                  </a:lnTo>
                  <a:lnTo>
                    <a:pt x="2895600" y="157734"/>
                  </a:lnTo>
                  <a:lnTo>
                    <a:pt x="4343400" y="1605534"/>
                  </a:lnTo>
                  <a:lnTo>
                    <a:pt x="4350258" y="1598676"/>
                  </a:lnTo>
                  <a:close/>
                </a:path>
                <a:path w="5495290" h="1605915">
                  <a:moveTo>
                    <a:pt x="4655058" y="1598676"/>
                  </a:moveTo>
                  <a:lnTo>
                    <a:pt x="3207258" y="150876"/>
                  </a:lnTo>
                  <a:lnTo>
                    <a:pt x="3200400" y="157734"/>
                  </a:lnTo>
                  <a:lnTo>
                    <a:pt x="4128008" y="1085342"/>
                  </a:lnTo>
                  <a:lnTo>
                    <a:pt x="2977896" y="150876"/>
                  </a:lnTo>
                  <a:lnTo>
                    <a:pt x="2972562" y="157734"/>
                  </a:lnTo>
                  <a:lnTo>
                    <a:pt x="4187698" y="1145032"/>
                  </a:lnTo>
                  <a:lnTo>
                    <a:pt x="4648200" y="1605534"/>
                  </a:lnTo>
                  <a:lnTo>
                    <a:pt x="4655058" y="1598676"/>
                  </a:lnTo>
                  <a:close/>
                </a:path>
                <a:path w="5495290" h="1605915">
                  <a:moveTo>
                    <a:pt x="4959858" y="1598676"/>
                  </a:moveTo>
                  <a:lnTo>
                    <a:pt x="3512058" y="150876"/>
                  </a:lnTo>
                  <a:lnTo>
                    <a:pt x="3505200" y="157734"/>
                  </a:lnTo>
                  <a:lnTo>
                    <a:pt x="4432808" y="1085342"/>
                  </a:lnTo>
                  <a:lnTo>
                    <a:pt x="3282696" y="150876"/>
                  </a:lnTo>
                  <a:lnTo>
                    <a:pt x="3277362" y="157734"/>
                  </a:lnTo>
                  <a:lnTo>
                    <a:pt x="4492498" y="1145032"/>
                  </a:lnTo>
                  <a:lnTo>
                    <a:pt x="4953000" y="1605534"/>
                  </a:lnTo>
                  <a:lnTo>
                    <a:pt x="4959858" y="1598676"/>
                  </a:lnTo>
                  <a:close/>
                </a:path>
                <a:path w="5495290" h="1605915">
                  <a:moveTo>
                    <a:pt x="5111496" y="1141476"/>
                  </a:moveTo>
                  <a:lnTo>
                    <a:pt x="3892296" y="150876"/>
                  </a:lnTo>
                  <a:lnTo>
                    <a:pt x="3886962" y="157734"/>
                  </a:lnTo>
                  <a:lnTo>
                    <a:pt x="5106162" y="1148334"/>
                  </a:lnTo>
                  <a:lnTo>
                    <a:pt x="5111496" y="1141476"/>
                  </a:lnTo>
                  <a:close/>
                </a:path>
                <a:path w="5495290" h="1605915">
                  <a:moveTo>
                    <a:pt x="5417820" y="3810"/>
                  </a:moveTo>
                  <a:lnTo>
                    <a:pt x="5409438" y="0"/>
                  </a:lnTo>
                  <a:lnTo>
                    <a:pt x="5028438" y="1066800"/>
                  </a:lnTo>
                  <a:lnTo>
                    <a:pt x="5036820" y="1070610"/>
                  </a:lnTo>
                  <a:lnTo>
                    <a:pt x="5417820" y="3810"/>
                  </a:lnTo>
                  <a:close/>
                </a:path>
                <a:path w="5495290" h="1605915">
                  <a:moveTo>
                    <a:pt x="5494782" y="3048"/>
                  </a:moveTo>
                  <a:lnTo>
                    <a:pt x="5484876" y="762"/>
                  </a:lnTo>
                  <a:lnTo>
                    <a:pt x="5121249" y="1455267"/>
                  </a:lnTo>
                  <a:lnTo>
                    <a:pt x="3816858" y="150876"/>
                  </a:lnTo>
                  <a:lnTo>
                    <a:pt x="3810000" y="157734"/>
                  </a:lnTo>
                  <a:lnTo>
                    <a:pt x="4737608" y="1085342"/>
                  </a:lnTo>
                  <a:lnTo>
                    <a:pt x="3587496" y="150876"/>
                  </a:lnTo>
                  <a:lnTo>
                    <a:pt x="3582162" y="157734"/>
                  </a:lnTo>
                  <a:lnTo>
                    <a:pt x="4797298" y="1145032"/>
                  </a:lnTo>
                  <a:lnTo>
                    <a:pt x="5118506" y="1466240"/>
                  </a:lnTo>
                  <a:lnTo>
                    <a:pt x="5103876" y="1524762"/>
                  </a:lnTo>
                  <a:lnTo>
                    <a:pt x="5113782" y="1527048"/>
                  </a:lnTo>
                  <a:lnTo>
                    <a:pt x="5126888" y="1474622"/>
                  </a:lnTo>
                  <a:lnTo>
                    <a:pt x="5257800" y="1605534"/>
                  </a:lnTo>
                  <a:lnTo>
                    <a:pt x="5264658" y="1598676"/>
                  </a:lnTo>
                  <a:lnTo>
                    <a:pt x="5129631" y="1463649"/>
                  </a:lnTo>
                  <a:lnTo>
                    <a:pt x="5494782" y="3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05699" y="1749552"/>
              <a:ext cx="2095500" cy="22120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2807335">
              <a:lnSpc>
                <a:spcPct val="100000"/>
              </a:lnSpc>
              <a:spcBef>
                <a:spcPts val="95"/>
              </a:spcBef>
            </a:pPr>
            <a:r>
              <a:rPr dirty="0"/>
              <a:t>Qloud</a:t>
            </a:r>
            <a:r>
              <a:rPr spc="-110" dirty="0"/>
              <a:t> </a:t>
            </a:r>
            <a:r>
              <a:rPr spc="-10" dirty="0"/>
              <a:t>Stack</a:t>
            </a:r>
          </a:p>
        </p:txBody>
      </p:sp>
      <p:sp>
        <p:nvSpPr>
          <p:cNvPr id="2049" name="object 204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757427" y="2184654"/>
            <a:ext cx="2372360" cy="3828415"/>
            <a:chOff x="757427" y="2184654"/>
            <a:chExt cx="2372360" cy="38284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99" y="6007607"/>
              <a:ext cx="2231898" cy="76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3898" y="5484875"/>
              <a:ext cx="130301" cy="52349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57428" y="5479542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5" y="5334"/>
                  </a:moveTo>
                  <a:lnTo>
                    <a:pt x="2372105" y="0"/>
                  </a:lnTo>
                  <a:lnTo>
                    <a:pt x="134112" y="0"/>
                  </a:lnTo>
                  <a:lnTo>
                    <a:pt x="0" y="134112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1" y="131063"/>
                  </a:lnTo>
                  <a:lnTo>
                    <a:pt x="9144" y="131063"/>
                  </a:lnTo>
                  <a:lnTo>
                    <a:pt x="134874" y="5334"/>
                  </a:lnTo>
                  <a:lnTo>
                    <a:pt x="2359914" y="5334"/>
                  </a:lnTo>
                  <a:lnTo>
                    <a:pt x="2363724" y="1524"/>
                  </a:lnTo>
                  <a:lnTo>
                    <a:pt x="2367534" y="5334"/>
                  </a:lnTo>
                  <a:lnTo>
                    <a:pt x="2372105" y="5334"/>
                  </a:lnTo>
                  <a:close/>
                </a:path>
                <a:path w="2372360" h="533400">
                  <a:moveTo>
                    <a:pt x="9144" y="131063"/>
                  </a:moveTo>
                  <a:lnTo>
                    <a:pt x="4571" y="131063"/>
                  </a:lnTo>
                  <a:lnTo>
                    <a:pt x="4571" y="135635"/>
                  </a:lnTo>
                  <a:lnTo>
                    <a:pt x="9144" y="131063"/>
                  </a:lnTo>
                  <a:close/>
                </a:path>
                <a:path w="2372360" h="533400">
                  <a:moveTo>
                    <a:pt x="2242592" y="528828"/>
                  </a:moveTo>
                  <a:lnTo>
                    <a:pt x="4572" y="528828"/>
                  </a:lnTo>
                  <a:lnTo>
                    <a:pt x="4572" y="533400"/>
                  </a:lnTo>
                  <a:lnTo>
                    <a:pt x="2237993" y="533400"/>
                  </a:lnTo>
                  <a:lnTo>
                    <a:pt x="2242592" y="528828"/>
                  </a:lnTo>
                  <a:close/>
                </a:path>
                <a:path w="2372360" h="533400">
                  <a:moveTo>
                    <a:pt x="2370581" y="401565"/>
                  </a:moveTo>
                  <a:lnTo>
                    <a:pt x="2370581" y="8382"/>
                  </a:lnTo>
                  <a:lnTo>
                    <a:pt x="2366758" y="12205"/>
                  </a:lnTo>
                  <a:lnTo>
                    <a:pt x="2366010" y="398526"/>
                  </a:lnTo>
                  <a:lnTo>
                    <a:pt x="2236469" y="528066"/>
                  </a:lnTo>
                  <a:lnTo>
                    <a:pt x="134874" y="528785"/>
                  </a:lnTo>
                  <a:lnTo>
                    <a:pt x="2242592" y="528828"/>
                  </a:lnTo>
                  <a:lnTo>
                    <a:pt x="2370581" y="401565"/>
                  </a:lnTo>
                  <a:close/>
                </a:path>
                <a:path w="2372360" h="533400">
                  <a:moveTo>
                    <a:pt x="2367534" y="5334"/>
                  </a:moveTo>
                  <a:lnTo>
                    <a:pt x="2363724" y="1524"/>
                  </a:lnTo>
                  <a:lnTo>
                    <a:pt x="2359914" y="5334"/>
                  </a:lnTo>
                  <a:lnTo>
                    <a:pt x="2367534" y="5334"/>
                  </a:lnTo>
                  <a:close/>
                </a:path>
                <a:path w="2372360" h="533400">
                  <a:moveTo>
                    <a:pt x="2370581" y="8382"/>
                  </a:moveTo>
                  <a:lnTo>
                    <a:pt x="2367534" y="5334"/>
                  </a:lnTo>
                  <a:lnTo>
                    <a:pt x="2366758" y="5334"/>
                  </a:lnTo>
                  <a:lnTo>
                    <a:pt x="2366758" y="12192"/>
                  </a:lnTo>
                  <a:lnTo>
                    <a:pt x="2370581" y="8382"/>
                  </a:lnTo>
                  <a:close/>
                </a:path>
                <a:path w="2372360" h="533400">
                  <a:moveTo>
                    <a:pt x="2372105" y="400050"/>
                  </a:moveTo>
                  <a:lnTo>
                    <a:pt x="2372105" y="5334"/>
                  </a:lnTo>
                  <a:lnTo>
                    <a:pt x="2367534" y="5334"/>
                  </a:lnTo>
                  <a:lnTo>
                    <a:pt x="2370581" y="8382"/>
                  </a:lnTo>
                  <a:lnTo>
                    <a:pt x="2370581" y="401565"/>
                  </a:lnTo>
                  <a:lnTo>
                    <a:pt x="2372105" y="400050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1999" y="5615177"/>
              <a:ext cx="2231898" cy="3931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93898" y="5484875"/>
              <a:ext cx="130301" cy="52349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1999" y="5484875"/>
              <a:ext cx="2362200" cy="13030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57427" y="5479542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6" y="400049"/>
                  </a:moveTo>
                  <a:lnTo>
                    <a:pt x="2372106" y="0"/>
                  </a:lnTo>
                  <a:lnTo>
                    <a:pt x="134112" y="0"/>
                  </a:lnTo>
                  <a:lnTo>
                    <a:pt x="0" y="134112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1064"/>
                  </a:lnTo>
                  <a:lnTo>
                    <a:pt x="16764" y="131064"/>
                  </a:lnTo>
                  <a:lnTo>
                    <a:pt x="135636" y="12192"/>
                  </a:lnTo>
                  <a:lnTo>
                    <a:pt x="135636" y="9906"/>
                  </a:lnTo>
                  <a:lnTo>
                    <a:pt x="139446" y="8382"/>
                  </a:lnTo>
                  <a:lnTo>
                    <a:pt x="139445" y="9906"/>
                  </a:lnTo>
                  <a:lnTo>
                    <a:pt x="2355342" y="9905"/>
                  </a:lnTo>
                  <a:lnTo>
                    <a:pt x="2363724" y="1523"/>
                  </a:lnTo>
                  <a:lnTo>
                    <a:pt x="2370582" y="8381"/>
                  </a:lnTo>
                  <a:lnTo>
                    <a:pt x="2370582" y="401565"/>
                  </a:lnTo>
                  <a:lnTo>
                    <a:pt x="2372106" y="400049"/>
                  </a:lnTo>
                  <a:close/>
                </a:path>
                <a:path w="2372360" h="533400">
                  <a:moveTo>
                    <a:pt x="16764" y="131064"/>
                  </a:moveTo>
                  <a:lnTo>
                    <a:pt x="4572" y="131064"/>
                  </a:lnTo>
                  <a:lnTo>
                    <a:pt x="4572" y="140970"/>
                  </a:lnTo>
                  <a:lnTo>
                    <a:pt x="8382" y="140970"/>
                  </a:lnTo>
                  <a:lnTo>
                    <a:pt x="8382" y="139446"/>
                  </a:lnTo>
                  <a:lnTo>
                    <a:pt x="9905" y="135636"/>
                  </a:lnTo>
                  <a:lnTo>
                    <a:pt x="9905" y="137922"/>
                  </a:lnTo>
                  <a:lnTo>
                    <a:pt x="16764" y="131064"/>
                  </a:lnTo>
                  <a:close/>
                </a:path>
                <a:path w="2372360" h="533400">
                  <a:moveTo>
                    <a:pt x="9905" y="524256"/>
                  </a:moveTo>
                  <a:lnTo>
                    <a:pt x="9905" y="140970"/>
                  </a:lnTo>
                  <a:lnTo>
                    <a:pt x="4572" y="140970"/>
                  </a:lnTo>
                  <a:lnTo>
                    <a:pt x="4572" y="524256"/>
                  </a:lnTo>
                  <a:lnTo>
                    <a:pt x="9905" y="524256"/>
                  </a:lnTo>
                  <a:close/>
                </a:path>
                <a:path w="2372360" h="533400">
                  <a:moveTo>
                    <a:pt x="2234184" y="524255"/>
                  </a:moveTo>
                  <a:lnTo>
                    <a:pt x="4572" y="524256"/>
                  </a:lnTo>
                  <a:lnTo>
                    <a:pt x="9905" y="528828"/>
                  </a:lnTo>
                  <a:lnTo>
                    <a:pt x="9906" y="533400"/>
                  </a:lnTo>
                  <a:lnTo>
                    <a:pt x="2231135" y="533399"/>
                  </a:lnTo>
                  <a:lnTo>
                    <a:pt x="2231135" y="528827"/>
                  </a:lnTo>
                  <a:lnTo>
                    <a:pt x="2232660" y="528827"/>
                  </a:lnTo>
                  <a:lnTo>
                    <a:pt x="2232660" y="525779"/>
                  </a:lnTo>
                  <a:lnTo>
                    <a:pt x="2234184" y="524255"/>
                  </a:lnTo>
                  <a:close/>
                </a:path>
                <a:path w="2372360" h="533400">
                  <a:moveTo>
                    <a:pt x="9906" y="533400"/>
                  </a:moveTo>
                  <a:lnTo>
                    <a:pt x="9905" y="528828"/>
                  </a:lnTo>
                  <a:lnTo>
                    <a:pt x="4572" y="524256"/>
                  </a:lnTo>
                  <a:lnTo>
                    <a:pt x="4572" y="533400"/>
                  </a:lnTo>
                  <a:lnTo>
                    <a:pt x="9906" y="533400"/>
                  </a:lnTo>
                  <a:close/>
                </a:path>
                <a:path w="2372360" h="533400">
                  <a:moveTo>
                    <a:pt x="9905" y="137922"/>
                  </a:moveTo>
                  <a:lnTo>
                    <a:pt x="9905" y="135636"/>
                  </a:lnTo>
                  <a:lnTo>
                    <a:pt x="8382" y="139446"/>
                  </a:lnTo>
                  <a:lnTo>
                    <a:pt x="9905" y="137922"/>
                  </a:lnTo>
                  <a:close/>
                </a:path>
                <a:path w="2372360" h="533400">
                  <a:moveTo>
                    <a:pt x="2234184" y="131063"/>
                  </a:moveTo>
                  <a:lnTo>
                    <a:pt x="16764" y="131064"/>
                  </a:lnTo>
                  <a:lnTo>
                    <a:pt x="8382" y="139446"/>
                  </a:lnTo>
                  <a:lnTo>
                    <a:pt x="8382" y="140970"/>
                  </a:lnTo>
                  <a:lnTo>
                    <a:pt x="2231135" y="140969"/>
                  </a:lnTo>
                  <a:lnTo>
                    <a:pt x="2231135" y="135635"/>
                  </a:lnTo>
                  <a:lnTo>
                    <a:pt x="2232660" y="135635"/>
                  </a:lnTo>
                  <a:lnTo>
                    <a:pt x="2232660" y="132587"/>
                  </a:lnTo>
                  <a:lnTo>
                    <a:pt x="2234184" y="131063"/>
                  </a:lnTo>
                  <a:close/>
                </a:path>
                <a:path w="2372360" h="533400">
                  <a:moveTo>
                    <a:pt x="139446" y="8382"/>
                  </a:moveTo>
                  <a:lnTo>
                    <a:pt x="135636" y="9906"/>
                  </a:lnTo>
                  <a:lnTo>
                    <a:pt x="137921" y="9906"/>
                  </a:lnTo>
                  <a:lnTo>
                    <a:pt x="139446" y="8382"/>
                  </a:lnTo>
                  <a:close/>
                </a:path>
                <a:path w="2372360" h="533400">
                  <a:moveTo>
                    <a:pt x="137921" y="9906"/>
                  </a:moveTo>
                  <a:lnTo>
                    <a:pt x="135636" y="9906"/>
                  </a:lnTo>
                  <a:lnTo>
                    <a:pt x="135636" y="12192"/>
                  </a:lnTo>
                  <a:lnTo>
                    <a:pt x="137921" y="9906"/>
                  </a:lnTo>
                  <a:close/>
                </a:path>
                <a:path w="2372360" h="533400">
                  <a:moveTo>
                    <a:pt x="139445" y="9906"/>
                  </a:moveTo>
                  <a:lnTo>
                    <a:pt x="139446" y="8382"/>
                  </a:lnTo>
                  <a:lnTo>
                    <a:pt x="137921" y="9906"/>
                  </a:lnTo>
                  <a:lnTo>
                    <a:pt x="139445" y="9906"/>
                  </a:lnTo>
                  <a:close/>
                </a:path>
                <a:path w="2372360" h="533400">
                  <a:moveTo>
                    <a:pt x="2241042" y="137921"/>
                  </a:moveTo>
                  <a:lnTo>
                    <a:pt x="2241042" y="135635"/>
                  </a:lnTo>
                  <a:lnTo>
                    <a:pt x="2231135" y="135635"/>
                  </a:lnTo>
                  <a:lnTo>
                    <a:pt x="2231135" y="140969"/>
                  </a:lnTo>
                  <a:lnTo>
                    <a:pt x="2237994" y="140969"/>
                  </a:lnTo>
                  <a:lnTo>
                    <a:pt x="2241042" y="137921"/>
                  </a:lnTo>
                  <a:close/>
                </a:path>
                <a:path w="2372360" h="533400">
                  <a:moveTo>
                    <a:pt x="2241042" y="517397"/>
                  </a:moveTo>
                  <a:lnTo>
                    <a:pt x="2241042" y="137921"/>
                  </a:lnTo>
                  <a:lnTo>
                    <a:pt x="2237994" y="140969"/>
                  </a:lnTo>
                  <a:lnTo>
                    <a:pt x="2231135" y="140969"/>
                  </a:lnTo>
                  <a:lnTo>
                    <a:pt x="2231135" y="524255"/>
                  </a:lnTo>
                  <a:lnTo>
                    <a:pt x="2234184" y="524255"/>
                  </a:lnTo>
                  <a:lnTo>
                    <a:pt x="2241042" y="517397"/>
                  </a:lnTo>
                  <a:close/>
                </a:path>
                <a:path w="2372360" h="533400">
                  <a:moveTo>
                    <a:pt x="2241042" y="530369"/>
                  </a:moveTo>
                  <a:lnTo>
                    <a:pt x="2241042" y="528827"/>
                  </a:lnTo>
                  <a:lnTo>
                    <a:pt x="2231135" y="528827"/>
                  </a:lnTo>
                  <a:lnTo>
                    <a:pt x="2231135" y="533399"/>
                  </a:lnTo>
                  <a:lnTo>
                    <a:pt x="2237994" y="533399"/>
                  </a:lnTo>
                  <a:lnTo>
                    <a:pt x="2241042" y="530369"/>
                  </a:lnTo>
                  <a:close/>
                </a:path>
                <a:path w="2372360" h="533400">
                  <a:moveTo>
                    <a:pt x="2236470" y="131063"/>
                  </a:moveTo>
                  <a:lnTo>
                    <a:pt x="2234184" y="131063"/>
                  </a:lnTo>
                  <a:lnTo>
                    <a:pt x="2232660" y="132587"/>
                  </a:lnTo>
                  <a:lnTo>
                    <a:pt x="2236470" y="131063"/>
                  </a:lnTo>
                  <a:close/>
                </a:path>
                <a:path w="2372360" h="533400">
                  <a:moveTo>
                    <a:pt x="2236470" y="135635"/>
                  </a:moveTo>
                  <a:lnTo>
                    <a:pt x="2236470" y="131063"/>
                  </a:lnTo>
                  <a:lnTo>
                    <a:pt x="2232660" y="132587"/>
                  </a:lnTo>
                  <a:lnTo>
                    <a:pt x="2232660" y="135635"/>
                  </a:lnTo>
                  <a:lnTo>
                    <a:pt x="2236470" y="135635"/>
                  </a:lnTo>
                  <a:close/>
                </a:path>
                <a:path w="2372360" h="533400">
                  <a:moveTo>
                    <a:pt x="2236470" y="524255"/>
                  </a:moveTo>
                  <a:lnTo>
                    <a:pt x="2234184" y="524255"/>
                  </a:lnTo>
                  <a:lnTo>
                    <a:pt x="2232660" y="525779"/>
                  </a:lnTo>
                  <a:lnTo>
                    <a:pt x="2236470" y="524255"/>
                  </a:lnTo>
                  <a:close/>
                </a:path>
                <a:path w="2372360" h="533400">
                  <a:moveTo>
                    <a:pt x="2236470" y="528827"/>
                  </a:moveTo>
                  <a:lnTo>
                    <a:pt x="2236470" y="524255"/>
                  </a:lnTo>
                  <a:lnTo>
                    <a:pt x="2232660" y="525779"/>
                  </a:lnTo>
                  <a:lnTo>
                    <a:pt x="2232660" y="528827"/>
                  </a:lnTo>
                  <a:lnTo>
                    <a:pt x="2236470" y="528827"/>
                  </a:lnTo>
                  <a:close/>
                </a:path>
                <a:path w="2372360" h="533400">
                  <a:moveTo>
                    <a:pt x="2366772" y="12191"/>
                  </a:moveTo>
                  <a:lnTo>
                    <a:pt x="2366772" y="9905"/>
                  </a:lnTo>
                  <a:lnTo>
                    <a:pt x="2355342" y="9905"/>
                  </a:lnTo>
                  <a:lnTo>
                    <a:pt x="2234184" y="131063"/>
                  </a:lnTo>
                  <a:lnTo>
                    <a:pt x="2236470" y="131063"/>
                  </a:lnTo>
                  <a:lnTo>
                    <a:pt x="2236470" y="135635"/>
                  </a:lnTo>
                  <a:lnTo>
                    <a:pt x="2241042" y="135635"/>
                  </a:lnTo>
                  <a:lnTo>
                    <a:pt x="2241042" y="137921"/>
                  </a:lnTo>
                  <a:lnTo>
                    <a:pt x="2366772" y="12191"/>
                  </a:lnTo>
                  <a:close/>
                </a:path>
                <a:path w="2372360" h="533400">
                  <a:moveTo>
                    <a:pt x="2363724" y="394715"/>
                  </a:moveTo>
                  <a:lnTo>
                    <a:pt x="2234184" y="524255"/>
                  </a:lnTo>
                  <a:lnTo>
                    <a:pt x="2236470" y="524255"/>
                  </a:lnTo>
                  <a:lnTo>
                    <a:pt x="2236470" y="528827"/>
                  </a:lnTo>
                  <a:lnTo>
                    <a:pt x="2241042" y="528827"/>
                  </a:lnTo>
                  <a:lnTo>
                    <a:pt x="2241042" y="530369"/>
                  </a:lnTo>
                  <a:lnTo>
                    <a:pt x="2362200" y="409899"/>
                  </a:lnTo>
                  <a:lnTo>
                    <a:pt x="2362200" y="397763"/>
                  </a:lnTo>
                  <a:lnTo>
                    <a:pt x="2363724" y="394715"/>
                  </a:lnTo>
                  <a:close/>
                </a:path>
                <a:path w="2372360" h="533400">
                  <a:moveTo>
                    <a:pt x="2370582" y="8381"/>
                  </a:moveTo>
                  <a:lnTo>
                    <a:pt x="2363724" y="1523"/>
                  </a:lnTo>
                  <a:lnTo>
                    <a:pt x="2355342" y="9905"/>
                  </a:lnTo>
                  <a:lnTo>
                    <a:pt x="2362200" y="9905"/>
                  </a:lnTo>
                  <a:lnTo>
                    <a:pt x="2362200" y="5333"/>
                  </a:lnTo>
                  <a:lnTo>
                    <a:pt x="2366772" y="9905"/>
                  </a:lnTo>
                  <a:lnTo>
                    <a:pt x="2366772" y="12191"/>
                  </a:lnTo>
                  <a:lnTo>
                    <a:pt x="2370582" y="8381"/>
                  </a:lnTo>
                  <a:close/>
                </a:path>
                <a:path w="2372360" h="533400">
                  <a:moveTo>
                    <a:pt x="2366772" y="9905"/>
                  </a:moveTo>
                  <a:lnTo>
                    <a:pt x="2362200" y="5333"/>
                  </a:lnTo>
                  <a:lnTo>
                    <a:pt x="2362200" y="9905"/>
                  </a:lnTo>
                  <a:lnTo>
                    <a:pt x="2366772" y="9905"/>
                  </a:lnTo>
                  <a:close/>
                </a:path>
                <a:path w="2372360" h="533400">
                  <a:moveTo>
                    <a:pt x="2370582" y="401565"/>
                  </a:moveTo>
                  <a:lnTo>
                    <a:pt x="2370582" y="8381"/>
                  </a:lnTo>
                  <a:lnTo>
                    <a:pt x="2362200" y="16763"/>
                  </a:lnTo>
                  <a:lnTo>
                    <a:pt x="2362200" y="396239"/>
                  </a:lnTo>
                  <a:lnTo>
                    <a:pt x="2363724" y="394715"/>
                  </a:lnTo>
                  <a:lnTo>
                    <a:pt x="2363724" y="408384"/>
                  </a:lnTo>
                  <a:lnTo>
                    <a:pt x="2370582" y="401565"/>
                  </a:lnTo>
                  <a:close/>
                </a:path>
                <a:path w="2372360" h="533400">
                  <a:moveTo>
                    <a:pt x="2363724" y="408384"/>
                  </a:moveTo>
                  <a:lnTo>
                    <a:pt x="2363724" y="394715"/>
                  </a:lnTo>
                  <a:lnTo>
                    <a:pt x="2362200" y="397763"/>
                  </a:lnTo>
                  <a:lnTo>
                    <a:pt x="2362200" y="409899"/>
                  </a:lnTo>
                  <a:lnTo>
                    <a:pt x="2363724" y="40838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99" y="5598413"/>
              <a:ext cx="2231898" cy="76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3898" y="5075682"/>
              <a:ext cx="130301" cy="52349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57428" y="5071110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5" y="4572"/>
                  </a:moveTo>
                  <a:lnTo>
                    <a:pt x="2372105" y="0"/>
                  </a:lnTo>
                  <a:lnTo>
                    <a:pt x="134112" y="0"/>
                  </a:lnTo>
                  <a:lnTo>
                    <a:pt x="0" y="133350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0301"/>
                  </a:lnTo>
                  <a:lnTo>
                    <a:pt x="9905" y="130301"/>
                  </a:lnTo>
                  <a:lnTo>
                    <a:pt x="135636" y="4572"/>
                  </a:lnTo>
                  <a:lnTo>
                    <a:pt x="2359914" y="4572"/>
                  </a:lnTo>
                  <a:lnTo>
                    <a:pt x="2363724" y="762"/>
                  </a:lnTo>
                  <a:lnTo>
                    <a:pt x="2367534" y="4572"/>
                  </a:lnTo>
                  <a:lnTo>
                    <a:pt x="2372105" y="4572"/>
                  </a:lnTo>
                  <a:close/>
                </a:path>
                <a:path w="2372360" h="533400">
                  <a:moveTo>
                    <a:pt x="9905" y="130302"/>
                  </a:moveTo>
                  <a:lnTo>
                    <a:pt x="4572" y="130301"/>
                  </a:lnTo>
                  <a:lnTo>
                    <a:pt x="4572" y="135636"/>
                  </a:lnTo>
                  <a:lnTo>
                    <a:pt x="9905" y="130302"/>
                  </a:lnTo>
                  <a:close/>
                </a:path>
                <a:path w="2372360" h="533400">
                  <a:moveTo>
                    <a:pt x="2243328" y="528066"/>
                  </a:moveTo>
                  <a:lnTo>
                    <a:pt x="4572" y="528066"/>
                  </a:lnTo>
                  <a:lnTo>
                    <a:pt x="4572" y="533400"/>
                  </a:lnTo>
                  <a:lnTo>
                    <a:pt x="2237993" y="533400"/>
                  </a:lnTo>
                  <a:lnTo>
                    <a:pt x="2243328" y="528066"/>
                  </a:lnTo>
                  <a:close/>
                </a:path>
                <a:path w="2372360" h="533400">
                  <a:moveTo>
                    <a:pt x="2370581" y="400812"/>
                  </a:moveTo>
                  <a:lnTo>
                    <a:pt x="2370581" y="7620"/>
                  </a:lnTo>
                  <a:lnTo>
                    <a:pt x="2366758" y="11443"/>
                  </a:lnTo>
                  <a:lnTo>
                    <a:pt x="2366010" y="397764"/>
                  </a:lnTo>
                  <a:lnTo>
                    <a:pt x="2236469" y="527304"/>
                  </a:lnTo>
                  <a:lnTo>
                    <a:pt x="135636" y="528022"/>
                  </a:lnTo>
                  <a:lnTo>
                    <a:pt x="2243328" y="528066"/>
                  </a:lnTo>
                  <a:lnTo>
                    <a:pt x="2370581" y="400812"/>
                  </a:lnTo>
                  <a:close/>
                </a:path>
                <a:path w="2372360" h="533400">
                  <a:moveTo>
                    <a:pt x="2367534" y="4572"/>
                  </a:moveTo>
                  <a:lnTo>
                    <a:pt x="2363724" y="762"/>
                  </a:lnTo>
                  <a:lnTo>
                    <a:pt x="2359914" y="4572"/>
                  </a:lnTo>
                  <a:lnTo>
                    <a:pt x="2367534" y="4572"/>
                  </a:lnTo>
                  <a:close/>
                </a:path>
                <a:path w="2372360" h="533400">
                  <a:moveTo>
                    <a:pt x="2370581" y="7620"/>
                  </a:moveTo>
                  <a:lnTo>
                    <a:pt x="2367534" y="4572"/>
                  </a:lnTo>
                  <a:lnTo>
                    <a:pt x="2366758" y="4572"/>
                  </a:lnTo>
                  <a:lnTo>
                    <a:pt x="2366758" y="11430"/>
                  </a:lnTo>
                  <a:lnTo>
                    <a:pt x="2370581" y="7620"/>
                  </a:lnTo>
                  <a:close/>
                </a:path>
                <a:path w="2372360" h="533400">
                  <a:moveTo>
                    <a:pt x="2372105" y="399288"/>
                  </a:moveTo>
                  <a:lnTo>
                    <a:pt x="2372105" y="4572"/>
                  </a:lnTo>
                  <a:lnTo>
                    <a:pt x="2367534" y="4572"/>
                  </a:lnTo>
                  <a:lnTo>
                    <a:pt x="2370581" y="7620"/>
                  </a:lnTo>
                  <a:lnTo>
                    <a:pt x="2370581" y="400812"/>
                  </a:lnTo>
                  <a:lnTo>
                    <a:pt x="2372105" y="399288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1999" y="5206746"/>
              <a:ext cx="2231898" cy="39242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93898" y="5075682"/>
              <a:ext cx="130301" cy="52349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1999" y="5075682"/>
              <a:ext cx="2362200" cy="13106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57427" y="5071110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6" y="399287"/>
                  </a:moveTo>
                  <a:lnTo>
                    <a:pt x="2372106" y="0"/>
                  </a:lnTo>
                  <a:lnTo>
                    <a:pt x="134112" y="0"/>
                  </a:lnTo>
                  <a:lnTo>
                    <a:pt x="0" y="133350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0302"/>
                  </a:lnTo>
                  <a:lnTo>
                    <a:pt x="16764" y="130302"/>
                  </a:lnTo>
                  <a:lnTo>
                    <a:pt x="135636" y="11430"/>
                  </a:lnTo>
                  <a:lnTo>
                    <a:pt x="135636" y="9144"/>
                  </a:lnTo>
                  <a:lnTo>
                    <a:pt x="139446" y="7619"/>
                  </a:lnTo>
                  <a:lnTo>
                    <a:pt x="139445" y="9144"/>
                  </a:lnTo>
                  <a:lnTo>
                    <a:pt x="2355342" y="9143"/>
                  </a:lnTo>
                  <a:lnTo>
                    <a:pt x="2363724" y="761"/>
                  </a:lnTo>
                  <a:lnTo>
                    <a:pt x="2370582" y="7619"/>
                  </a:lnTo>
                  <a:lnTo>
                    <a:pt x="2370582" y="400811"/>
                  </a:lnTo>
                  <a:lnTo>
                    <a:pt x="2372106" y="399287"/>
                  </a:lnTo>
                  <a:close/>
                </a:path>
                <a:path w="2372360" h="533400">
                  <a:moveTo>
                    <a:pt x="16764" y="130302"/>
                  </a:moveTo>
                  <a:lnTo>
                    <a:pt x="4572" y="130302"/>
                  </a:lnTo>
                  <a:lnTo>
                    <a:pt x="4572" y="140208"/>
                  </a:lnTo>
                  <a:lnTo>
                    <a:pt x="8382" y="140208"/>
                  </a:lnTo>
                  <a:lnTo>
                    <a:pt x="8382" y="138684"/>
                  </a:lnTo>
                  <a:lnTo>
                    <a:pt x="9905" y="135636"/>
                  </a:lnTo>
                  <a:lnTo>
                    <a:pt x="9905" y="137160"/>
                  </a:lnTo>
                  <a:lnTo>
                    <a:pt x="16764" y="130302"/>
                  </a:lnTo>
                  <a:close/>
                </a:path>
                <a:path w="2372360" h="533400">
                  <a:moveTo>
                    <a:pt x="9906" y="523494"/>
                  </a:moveTo>
                  <a:lnTo>
                    <a:pt x="9905" y="140208"/>
                  </a:lnTo>
                  <a:lnTo>
                    <a:pt x="4572" y="140208"/>
                  </a:lnTo>
                  <a:lnTo>
                    <a:pt x="4572" y="523494"/>
                  </a:lnTo>
                  <a:lnTo>
                    <a:pt x="9906" y="523494"/>
                  </a:lnTo>
                  <a:close/>
                </a:path>
                <a:path w="2372360" h="533400">
                  <a:moveTo>
                    <a:pt x="2234184" y="523493"/>
                  </a:moveTo>
                  <a:lnTo>
                    <a:pt x="4572" y="523494"/>
                  </a:lnTo>
                  <a:lnTo>
                    <a:pt x="9906" y="528066"/>
                  </a:lnTo>
                  <a:lnTo>
                    <a:pt x="9905" y="533400"/>
                  </a:lnTo>
                  <a:lnTo>
                    <a:pt x="2231136" y="533399"/>
                  </a:lnTo>
                  <a:lnTo>
                    <a:pt x="2231136" y="528065"/>
                  </a:lnTo>
                  <a:lnTo>
                    <a:pt x="2232660" y="528065"/>
                  </a:lnTo>
                  <a:lnTo>
                    <a:pt x="2232660" y="525017"/>
                  </a:lnTo>
                  <a:lnTo>
                    <a:pt x="2234184" y="523493"/>
                  </a:lnTo>
                  <a:close/>
                </a:path>
                <a:path w="2372360" h="533400">
                  <a:moveTo>
                    <a:pt x="9905" y="533400"/>
                  </a:moveTo>
                  <a:lnTo>
                    <a:pt x="9906" y="528066"/>
                  </a:lnTo>
                  <a:lnTo>
                    <a:pt x="4572" y="523494"/>
                  </a:lnTo>
                  <a:lnTo>
                    <a:pt x="4572" y="533400"/>
                  </a:lnTo>
                  <a:lnTo>
                    <a:pt x="9905" y="533400"/>
                  </a:lnTo>
                  <a:close/>
                </a:path>
                <a:path w="2372360" h="533400">
                  <a:moveTo>
                    <a:pt x="9905" y="137160"/>
                  </a:moveTo>
                  <a:lnTo>
                    <a:pt x="9905" y="135636"/>
                  </a:lnTo>
                  <a:lnTo>
                    <a:pt x="8382" y="138684"/>
                  </a:lnTo>
                  <a:lnTo>
                    <a:pt x="9905" y="137160"/>
                  </a:lnTo>
                  <a:close/>
                </a:path>
                <a:path w="2372360" h="533400">
                  <a:moveTo>
                    <a:pt x="2234184" y="130301"/>
                  </a:moveTo>
                  <a:lnTo>
                    <a:pt x="16764" y="130302"/>
                  </a:lnTo>
                  <a:lnTo>
                    <a:pt x="8382" y="138684"/>
                  </a:lnTo>
                  <a:lnTo>
                    <a:pt x="8382" y="140208"/>
                  </a:lnTo>
                  <a:lnTo>
                    <a:pt x="2231136" y="140207"/>
                  </a:lnTo>
                  <a:lnTo>
                    <a:pt x="2231136" y="135635"/>
                  </a:lnTo>
                  <a:lnTo>
                    <a:pt x="2232660" y="135635"/>
                  </a:lnTo>
                  <a:lnTo>
                    <a:pt x="2232660" y="131825"/>
                  </a:lnTo>
                  <a:lnTo>
                    <a:pt x="2234184" y="130301"/>
                  </a:lnTo>
                  <a:close/>
                </a:path>
                <a:path w="2372360" h="533400">
                  <a:moveTo>
                    <a:pt x="139446" y="7619"/>
                  </a:moveTo>
                  <a:lnTo>
                    <a:pt x="135636" y="9144"/>
                  </a:lnTo>
                  <a:lnTo>
                    <a:pt x="137921" y="9144"/>
                  </a:lnTo>
                  <a:lnTo>
                    <a:pt x="139446" y="7619"/>
                  </a:lnTo>
                  <a:close/>
                </a:path>
                <a:path w="2372360" h="533400">
                  <a:moveTo>
                    <a:pt x="137921" y="9144"/>
                  </a:moveTo>
                  <a:lnTo>
                    <a:pt x="135636" y="9144"/>
                  </a:lnTo>
                  <a:lnTo>
                    <a:pt x="135636" y="11430"/>
                  </a:lnTo>
                  <a:lnTo>
                    <a:pt x="137921" y="9144"/>
                  </a:lnTo>
                  <a:close/>
                </a:path>
                <a:path w="2372360" h="533400">
                  <a:moveTo>
                    <a:pt x="139445" y="9144"/>
                  </a:moveTo>
                  <a:lnTo>
                    <a:pt x="139446" y="7619"/>
                  </a:lnTo>
                  <a:lnTo>
                    <a:pt x="137921" y="9144"/>
                  </a:lnTo>
                  <a:lnTo>
                    <a:pt x="139445" y="9144"/>
                  </a:lnTo>
                  <a:close/>
                </a:path>
                <a:path w="2372360" h="533400">
                  <a:moveTo>
                    <a:pt x="2241042" y="137159"/>
                  </a:moveTo>
                  <a:lnTo>
                    <a:pt x="2241042" y="135635"/>
                  </a:lnTo>
                  <a:lnTo>
                    <a:pt x="2231136" y="135635"/>
                  </a:lnTo>
                  <a:lnTo>
                    <a:pt x="2231136" y="140207"/>
                  </a:lnTo>
                  <a:lnTo>
                    <a:pt x="2237994" y="140207"/>
                  </a:lnTo>
                  <a:lnTo>
                    <a:pt x="2241042" y="137159"/>
                  </a:lnTo>
                  <a:close/>
                </a:path>
                <a:path w="2372360" h="533400">
                  <a:moveTo>
                    <a:pt x="2241042" y="516635"/>
                  </a:moveTo>
                  <a:lnTo>
                    <a:pt x="2241042" y="137159"/>
                  </a:lnTo>
                  <a:lnTo>
                    <a:pt x="2237994" y="140207"/>
                  </a:lnTo>
                  <a:lnTo>
                    <a:pt x="2231136" y="140207"/>
                  </a:lnTo>
                  <a:lnTo>
                    <a:pt x="2231136" y="523493"/>
                  </a:lnTo>
                  <a:lnTo>
                    <a:pt x="2234184" y="523493"/>
                  </a:lnTo>
                  <a:lnTo>
                    <a:pt x="2241042" y="516635"/>
                  </a:lnTo>
                  <a:close/>
                </a:path>
                <a:path w="2372360" h="533400">
                  <a:moveTo>
                    <a:pt x="2241042" y="530351"/>
                  </a:moveTo>
                  <a:lnTo>
                    <a:pt x="2241042" y="528065"/>
                  </a:lnTo>
                  <a:lnTo>
                    <a:pt x="2231136" y="528065"/>
                  </a:lnTo>
                  <a:lnTo>
                    <a:pt x="2231136" y="533399"/>
                  </a:lnTo>
                  <a:lnTo>
                    <a:pt x="2237994" y="533399"/>
                  </a:lnTo>
                  <a:lnTo>
                    <a:pt x="2241042" y="530351"/>
                  </a:lnTo>
                  <a:close/>
                </a:path>
                <a:path w="2372360" h="533400">
                  <a:moveTo>
                    <a:pt x="2236470" y="130301"/>
                  </a:moveTo>
                  <a:lnTo>
                    <a:pt x="2234184" y="130301"/>
                  </a:lnTo>
                  <a:lnTo>
                    <a:pt x="2232660" y="131825"/>
                  </a:lnTo>
                  <a:lnTo>
                    <a:pt x="2236470" y="130301"/>
                  </a:lnTo>
                  <a:close/>
                </a:path>
                <a:path w="2372360" h="533400">
                  <a:moveTo>
                    <a:pt x="2236470" y="135635"/>
                  </a:moveTo>
                  <a:lnTo>
                    <a:pt x="2236470" y="130301"/>
                  </a:lnTo>
                  <a:lnTo>
                    <a:pt x="2232660" y="131825"/>
                  </a:lnTo>
                  <a:lnTo>
                    <a:pt x="2232660" y="135635"/>
                  </a:lnTo>
                  <a:lnTo>
                    <a:pt x="2236470" y="135635"/>
                  </a:lnTo>
                  <a:close/>
                </a:path>
                <a:path w="2372360" h="533400">
                  <a:moveTo>
                    <a:pt x="2236470" y="523493"/>
                  </a:moveTo>
                  <a:lnTo>
                    <a:pt x="2234184" y="523493"/>
                  </a:lnTo>
                  <a:lnTo>
                    <a:pt x="2232660" y="525017"/>
                  </a:lnTo>
                  <a:lnTo>
                    <a:pt x="2236470" y="523493"/>
                  </a:lnTo>
                  <a:close/>
                </a:path>
                <a:path w="2372360" h="533400">
                  <a:moveTo>
                    <a:pt x="2236470" y="528065"/>
                  </a:moveTo>
                  <a:lnTo>
                    <a:pt x="2236470" y="523493"/>
                  </a:lnTo>
                  <a:lnTo>
                    <a:pt x="2232660" y="525017"/>
                  </a:lnTo>
                  <a:lnTo>
                    <a:pt x="2232660" y="528065"/>
                  </a:lnTo>
                  <a:lnTo>
                    <a:pt x="2236470" y="528065"/>
                  </a:lnTo>
                  <a:close/>
                </a:path>
                <a:path w="2372360" h="533400">
                  <a:moveTo>
                    <a:pt x="2366772" y="11429"/>
                  </a:moveTo>
                  <a:lnTo>
                    <a:pt x="2366772" y="9143"/>
                  </a:lnTo>
                  <a:lnTo>
                    <a:pt x="2355342" y="9143"/>
                  </a:lnTo>
                  <a:lnTo>
                    <a:pt x="2234184" y="130301"/>
                  </a:lnTo>
                  <a:lnTo>
                    <a:pt x="2236470" y="130301"/>
                  </a:lnTo>
                  <a:lnTo>
                    <a:pt x="2236470" y="135635"/>
                  </a:lnTo>
                  <a:lnTo>
                    <a:pt x="2241042" y="135635"/>
                  </a:lnTo>
                  <a:lnTo>
                    <a:pt x="2241042" y="137159"/>
                  </a:lnTo>
                  <a:lnTo>
                    <a:pt x="2366772" y="11429"/>
                  </a:lnTo>
                  <a:close/>
                </a:path>
                <a:path w="2372360" h="533400">
                  <a:moveTo>
                    <a:pt x="2363724" y="393953"/>
                  </a:moveTo>
                  <a:lnTo>
                    <a:pt x="2234184" y="523493"/>
                  </a:lnTo>
                  <a:lnTo>
                    <a:pt x="2236470" y="523493"/>
                  </a:lnTo>
                  <a:lnTo>
                    <a:pt x="2236470" y="528065"/>
                  </a:lnTo>
                  <a:lnTo>
                    <a:pt x="2241042" y="528065"/>
                  </a:lnTo>
                  <a:lnTo>
                    <a:pt x="2241042" y="530351"/>
                  </a:lnTo>
                  <a:lnTo>
                    <a:pt x="2362200" y="409193"/>
                  </a:lnTo>
                  <a:lnTo>
                    <a:pt x="2362200" y="397001"/>
                  </a:lnTo>
                  <a:lnTo>
                    <a:pt x="2363724" y="393953"/>
                  </a:lnTo>
                  <a:close/>
                </a:path>
                <a:path w="2372360" h="533400">
                  <a:moveTo>
                    <a:pt x="2370582" y="7619"/>
                  </a:moveTo>
                  <a:lnTo>
                    <a:pt x="2363724" y="761"/>
                  </a:lnTo>
                  <a:lnTo>
                    <a:pt x="2355342" y="9143"/>
                  </a:lnTo>
                  <a:lnTo>
                    <a:pt x="2362200" y="9143"/>
                  </a:lnTo>
                  <a:lnTo>
                    <a:pt x="2362200" y="4571"/>
                  </a:lnTo>
                  <a:lnTo>
                    <a:pt x="2366772" y="9143"/>
                  </a:lnTo>
                  <a:lnTo>
                    <a:pt x="2366772" y="11429"/>
                  </a:lnTo>
                  <a:lnTo>
                    <a:pt x="2370582" y="7619"/>
                  </a:lnTo>
                  <a:close/>
                </a:path>
                <a:path w="2372360" h="533400">
                  <a:moveTo>
                    <a:pt x="2366772" y="9143"/>
                  </a:moveTo>
                  <a:lnTo>
                    <a:pt x="2362200" y="4571"/>
                  </a:lnTo>
                  <a:lnTo>
                    <a:pt x="2362200" y="9143"/>
                  </a:lnTo>
                  <a:lnTo>
                    <a:pt x="2366772" y="9143"/>
                  </a:lnTo>
                  <a:close/>
                </a:path>
                <a:path w="2372360" h="533400">
                  <a:moveTo>
                    <a:pt x="2370582" y="400811"/>
                  </a:moveTo>
                  <a:lnTo>
                    <a:pt x="2370582" y="7619"/>
                  </a:lnTo>
                  <a:lnTo>
                    <a:pt x="2362200" y="16001"/>
                  </a:lnTo>
                  <a:lnTo>
                    <a:pt x="2362200" y="395477"/>
                  </a:lnTo>
                  <a:lnTo>
                    <a:pt x="2363724" y="393953"/>
                  </a:lnTo>
                  <a:lnTo>
                    <a:pt x="2363724" y="407669"/>
                  </a:lnTo>
                  <a:lnTo>
                    <a:pt x="2370582" y="400811"/>
                  </a:lnTo>
                  <a:close/>
                </a:path>
                <a:path w="2372360" h="533400">
                  <a:moveTo>
                    <a:pt x="2363724" y="407669"/>
                  </a:moveTo>
                  <a:lnTo>
                    <a:pt x="2363724" y="393953"/>
                  </a:lnTo>
                  <a:lnTo>
                    <a:pt x="2362200" y="397001"/>
                  </a:lnTo>
                  <a:lnTo>
                    <a:pt x="2362200" y="409193"/>
                  </a:lnTo>
                  <a:lnTo>
                    <a:pt x="2363724" y="407669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99" y="5173980"/>
              <a:ext cx="2231898" cy="76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93898" y="4650486"/>
              <a:ext cx="130301" cy="52425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57428" y="4645913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5" y="4572"/>
                  </a:moveTo>
                  <a:lnTo>
                    <a:pt x="2372105" y="0"/>
                  </a:lnTo>
                  <a:lnTo>
                    <a:pt x="134111" y="0"/>
                  </a:lnTo>
                  <a:lnTo>
                    <a:pt x="0" y="134112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1" y="131063"/>
                  </a:lnTo>
                  <a:lnTo>
                    <a:pt x="9144" y="131063"/>
                  </a:lnTo>
                  <a:lnTo>
                    <a:pt x="135636" y="4572"/>
                  </a:lnTo>
                  <a:lnTo>
                    <a:pt x="2360676" y="4572"/>
                  </a:lnTo>
                  <a:lnTo>
                    <a:pt x="2363723" y="1524"/>
                  </a:lnTo>
                  <a:lnTo>
                    <a:pt x="2366757" y="4557"/>
                  </a:lnTo>
                  <a:lnTo>
                    <a:pt x="2372105" y="4572"/>
                  </a:lnTo>
                  <a:close/>
                </a:path>
                <a:path w="2372360" h="533400">
                  <a:moveTo>
                    <a:pt x="9144" y="131063"/>
                  </a:moveTo>
                  <a:lnTo>
                    <a:pt x="4571" y="131063"/>
                  </a:lnTo>
                  <a:lnTo>
                    <a:pt x="4571" y="135635"/>
                  </a:lnTo>
                  <a:lnTo>
                    <a:pt x="9144" y="131063"/>
                  </a:lnTo>
                  <a:close/>
                </a:path>
                <a:path w="2372360" h="533400">
                  <a:moveTo>
                    <a:pt x="2242592" y="528828"/>
                  </a:moveTo>
                  <a:lnTo>
                    <a:pt x="4572" y="528828"/>
                  </a:lnTo>
                  <a:lnTo>
                    <a:pt x="4572" y="533400"/>
                  </a:lnTo>
                  <a:lnTo>
                    <a:pt x="2237993" y="533400"/>
                  </a:lnTo>
                  <a:lnTo>
                    <a:pt x="2242592" y="528828"/>
                  </a:lnTo>
                  <a:close/>
                </a:path>
                <a:path w="2372360" h="533400">
                  <a:moveTo>
                    <a:pt x="2370581" y="401565"/>
                  </a:moveTo>
                  <a:lnTo>
                    <a:pt x="2370581" y="8382"/>
                  </a:lnTo>
                  <a:lnTo>
                    <a:pt x="2366757" y="12206"/>
                  </a:lnTo>
                  <a:lnTo>
                    <a:pt x="2366010" y="398526"/>
                  </a:lnTo>
                  <a:lnTo>
                    <a:pt x="2236469" y="528066"/>
                  </a:lnTo>
                  <a:lnTo>
                    <a:pt x="135635" y="528784"/>
                  </a:lnTo>
                  <a:lnTo>
                    <a:pt x="2242592" y="528828"/>
                  </a:lnTo>
                  <a:lnTo>
                    <a:pt x="2370581" y="401565"/>
                  </a:lnTo>
                  <a:close/>
                </a:path>
                <a:path w="2372360" h="533400">
                  <a:moveTo>
                    <a:pt x="2366757" y="4572"/>
                  </a:moveTo>
                  <a:lnTo>
                    <a:pt x="2363723" y="1524"/>
                  </a:lnTo>
                  <a:lnTo>
                    <a:pt x="2360676" y="4572"/>
                  </a:lnTo>
                  <a:lnTo>
                    <a:pt x="2366757" y="4572"/>
                  </a:lnTo>
                  <a:close/>
                </a:path>
                <a:path w="2372360" h="533400">
                  <a:moveTo>
                    <a:pt x="2372105" y="400050"/>
                  </a:moveTo>
                  <a:lnTo>
                    <a:pt x="2372105" y="4572"/>
                  </a:lnTo>
                  <a:lnTo>
                    <a:pt x="2366757" y="4572"/>
                  </a:lnTo>
                  <a:lnTo>
                    <a:pt x="2370581" y="8381"/>
                  </a:lnTo>
                  <a:lnTo>
                    <a:pt x="2370581" y="401565"/>
                  </a:lnTo>
                  <a:lnTo>
                    <a:pt x="2372105" y="400050"/>
                  </a:lnTo>
                  <a:close/>
                </a:path>
                <a:path w="2372360" h="533400">
                  <a:moveTo>
                    <a:pt x="2370581" y="8382"/>
                  </a:moveTo>
                  <a:lnTo>
                    <a:pt x="2366757" y="4557"/>
                  </a:lnTo>
                  <a:lnTo>
                    <a:pt x="2366757" y="12191"/>
                  </a:lnTo>
                  <a:lnTo>
                    <a:pt x="2370581" y="8382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1999" y="4781550"/>
              <a:ext cx="2231898" cy="39319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93898" y="4650486"/>
              <a:ext cx="130301" cy="52425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1999" y="4650486"/>
              <a:ext cx="2362200" cy="13106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57427" y="4645914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6" y="400049"/>
                  </a:moveTo>
                  <a:lnTo>
                    <a:pt x="2372106" y="0"/>
                  </a:lnTo>
                  <a:lnTo>
                    <a:pt x="134112" y="0"/>
                  </a:lnTo>
                  <a:lnTo>
                    <a:pt x="0" y="134112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1064"/>
                  </a:lnTo>
                  <a:lnTo>
                    <a:pt x="16764" y="131064"/>
                  </a:lnTo>
                  <a:lnTo>
                    <a:pt x="135636" y="12192"/>
                  </a:lnTo>
                  <a:lnTo>
                    <a:pt x="135636" y="9906"/>
                  </a:lnTo>
                  <a:lnTo>
                    <a:pt x="139446" y="8382"/>
                  </a:lnTo>
                  <a:lnTo>
                    <a:pt x="139445" y="9906"/>
                  </a:lnTo>
                  <a:lnTo>
                    <a:pt x="2355342" y="9905"/>
                  </a:lnTo>
                  <a:lnTo>
                    <a:pt x="2363724" y="1523"/>
                  </a:lnTo>
                  <a:lnTo>
                    <a:pt x="2370582" y="8381"/>
                  </a:lnTo>
                  <a:lnTo>
                    <a:pt x="2370582" y="401565"/>
                  </a:lnTo>
                  <a:lnTo>
                    <a:pt x="2372106" y="400049"/>
                  </a:lnTo>
                  <a:close/>
                </a:path>
                <a:path w="2372360" h="533400">
                  <a:moveTo>
                    <a:pt x="16764" y="131064"/>
                  </a:moveTo>
                  <a:lnTo>
                    <a:pt x="4572" y="131064"/>
                  </a:lnTo>
                  <a:lnTo>
                    <a:pt x="4572" y="140970"/>
                  </a:lnTo>
                  <a:lnTo>
                    <a:pt x="8382" y="140970"/>
                  </a:lnTo>
                  <a:lnTo>
                    <a:pt x="8382" y="139446"/>
                  </a:lnTo>
                  <a:lnTo>
                    <a:pt x="9905" y="135636"/>
                  </a:lnTo>
                  <a:lnTo>
                    <a:pt x="9905" y="137922"/>
                  </a:lnTo>
                  <a:lnTo>
                    <a:pt x="16764" y="131064"/>
                  </a:lnTo>
                  <a:close/>
                </a:path>
                <a:path w="2372360" h="533400">
                  <a:moveTo>
                    <a:pt x="9905" y="524256"/>
                  </a:moveTo>
                  <a:lnTo>
                    <a:pt x="9905" y="140970"/>
                  </a:lnTo>
                  <a:lnTo>
                    <a:pt x="4572" y="140970"/>
                  </a:lnTo>
                  <a:lnTo>
                    <a:pt x="4572" y="524256"/>
                  </a:lnTo>
                  <a:lnTo>
                    <a:pt x="9905" y="524256"/>
                  </a:lnTo>
                  <a:close/>
                </a:path>
                <a:path w="2372360" h="533400">
                  <a:moveTo>
                    <a:pt x="2233426" y="524255"/>
                  </a:moveTo>
                  <a:lnTo>
                    <a:pt x="4572" y="524256"/>
                  </a:lnTo>
                  <a:lnTo>
                    <a:pt x="9905" y="528828"/>
                  </a:lnTo>
                  <a:lnTo>
                    <a:pt x="9906" y="533400"/>
                  </a:lnTo>
                  <a:lnTo>
                    <a:pt x="2231135" y="533399"/>
                  </a:lnTo>
                  <a:lnTo>
                    <a:pt x="2231135" y="528827"/>
                  </a:lnTo>
                  <a:lnTo>
                    <a:pt x="2232660" y="528827"/>
                  </a:lnTo>
                  <a:lnTo>
                    <a:pt x="2232660" y="525017"/>
                  </a:lnTo>
                  <a:lnTo>
                    <a:pt x="2233426" y="524255"/>
                  </a:lnTo>
                  <a:close/>
                </a:path>
                <a:path w="2372360" h="533400">
                  <a:moveTo>
                    <a:pt x="9906" y="533400"/>
                  </a:moveTo>
                  <a:lnTo>
                    <a:pt x="9905" y="528828"/>
                  </a:lnTo>
                  <a:lnTo>
                    <a:pt x="4572" y="524256"/>
                  </a:lnTo>
                  <a:lnTo>
                    <a:pt x="4572" y="533400"/>
                  </a:lnTo>
                  <a:lnTo>
                    <a:pt x="9906" y="533400"/>
                  </a:lnTo>
                  <a:close/>
                </a:path>
                <a:path w="2372360" h="533400">
                  <a:moveTo>
                    <a:pt x="9905" y="137922"/>
                  </a:moveTo>
                  <a:lnTo>
                    <a:pt x="9905" y="135636"/>
                  </a:lnTo>
                  <a:lnTo>
                    <a:pt x="8382" y="139446"/>
                  </a:lnTo>
                  <a:lnTo>
                    <a:pt x="9905" y="137922"/>
                  </a:lnTo>
                  <a:close/>
                </a:path>
                <a:path w="2372360" h="533400">
                  <a:moveTo>
                    <a:pt x="2234184" y="131063"/>
                  </a:moveTo>
                  <a:lnTo>
                    <a:pt x="16764" y="131064"/>
                  </a:lnTo>
                  <a:lnTo>
                    <a:pt x="8382" y="139446"/>
                  </a:lnTo>
                  <a:lnTo>
                    <a:pt x="8382" y="140970"/>
                  </a:lnTo>
                  <a:lnTo>
                    <a:pt x="2231135" y="140969"/>
                  </a:lnTo>
                  <a:lnTo>
                    <a:pt x="2231135" y="135635"/>
                  </a:lnTo>
                  <a:lnTo>
                    <a:pt x="2232660" y="135635"/>
                  </a:lnTo>
                  <a:lnTo>
                    <a:pt x="2232660" y="132587"/>
                  </a:lnTo>
                  <a:lnTo>
                    <a:pt x="2234184" y="131063"/>
                  </a:lnTo>
                  <a:close/>
                </a:path>
                <a:path w="2372360" h="533400">
                  <a:moveTo>
                    <a:pt x="139446" y="8382"/>
                  </a:moveTo>
                  <a:lnTo>
                    <a:pt x="135636" y="9906"/>
                  </a:lnTo>
                  <a:lnTo>
                    <a:pt x="137921" y="9906"/>
                  </a:lnTo>
                  <a:lnTo>
                    <a:pt x="139446" y="8382"/>
                  </a:lnTo>
                  <a:close/>
                </a:path>
                <a:path w="2372360" h="533400">
                  <a:moveTo>
                    <a:pt x="137921" y="9906"/>
                  </a:moveTo>
                  <a:lnTo>
                    <a:pt x="135636" y="9906"/>
                  </a:lnTo>
                  <a:lnTo>
                    <a:pt x="135636" y="12192"/>
                  </a:lnTo>
                  <a:lnTo>
                    <a:pt x="137921" y="9906"/>
                  </a:lnTo>
                  <a:close/>
                </a:path>
                <a:path w="2372360" h="533400">
                  <a:moveTo>
                    <a:pt x="139445" y="9906"/>
                  </a:moveTo>
                  <a:lnTo>
                    <a:pt x="139446" y="8382"/>
                  </a:lnTo>
                  <a:lnTo>
                    <a:pt x="137921" y="9906"/>
                  </a:lnTo>
                  <a:lnTo>
                    <a:pt x="139445" y="9906"/>
                  </a:lnTo>
                  <a:close/>
                </a:path>
                <a:path w="2372360" h="533400">
                  <a:moveTo>
                    <a:pt x="2241042" y="137921"/>
                  </a:moveTo>
                  <a:lnTo>
                    <a:pt x="2241042" y="135635"/>
                  </a:lnTo>
                  <a:lnTo>
                    <a:pt x="2231135" y="135635"/>
                  </a:lnTo>
                  <a:lnTo>
                    <a:pt x="2231135" y="140969"/>
                  </a:lnTo>
                  <a:lnTo>
                    <a:pt x="2237994" y="140969"/>
                  </a:lnTo>
                  <a:lnTo>
                    <a:pt x="2241042" y="137921"/>
                  </a:lnTo>
                  <a:close/>
                </a:path>
                <a:path w="2372360" h="533400">
                  <a:moveTo>
                    <a:pt x="2241042" y="516684"/>
                  </a:moveTo>
                  <a:lnTo>
                    <a:pt x="2241042" y="137921"/>
                  </a:lnTo>
                  <a:lnTo>
                    <a:pt x="2237994" y="140969"/>
                  </a:lnTo>
                  <a:lnTo>
                    <a:pt x="2231135" y="140969"/>
                  </a:lnTo>
                  <a:lnTo>
                    <a:pt x="2231135" y="524255"/>
                  </a:lnTo>
                  <a:lnTo>
                    <a:pt x="2233426" y="524255"/>
                  </a:lnTo>
                  <a:lnTo>
                    <a:pt x="2241042" y="516684"/>
                  </a:lnTo>
                  <a:close/>
                </a:path>
                <a:path w="2372360" h="533400">
                  <a:moveTo>
                    <a:pt x="2241042" y="530369"/>
                  </a:moveTo>
                  <a:lnTo>
                    <a:pt x="2241042" y="528827"/>
                  </a:lnTo>
                  <a:lnTo>
                    <a:pt x="2231135" y="528827"/>
                  </a:lnTo>
                  <a:lnTo>
                    <a:pt x="2231135" y="533399"/>
                  </a:lnTo>
                  <a:lnTo>
                    <a:pt x="2237994" y="533399"/>
                  </a:lnTo>
                  <a:lnTo>
                    <a:pt x="2241042" y="530369"/>
                  </a:lnTo>
                  <a:close/>
                </a:path>
                <a:path w="2372360" h="533400">
                  <a:moveTo>
                    <a:pt x="2236470" y="131063"/>
                  </a:moveTo>
                  <a:lnTo>
                    <a:pt x="2234184" y="131063"/>
                  </a:lnTo>
                  <a:lnTo>
                    <a:pt x="2232660" y="132587"/>
                  </a:lnTo>
                  <a:lnTo>
                    <a:pt x="2236470" y="131063"/>
                  </a:lnTo>
                  <a:close/>
                </a:path>
                <a:path w="2372360" h="533400">
                  <a:moveTo>
                    <a:pt x="2236470" y="135635"/>
                  </a:moveTo>
                  <a:lnTo>
                    <a:pt x="2236470" y="131063"/>
                  </a:lnTo>
                  <a:lnTo>
                    <a:pt x="2232660" y="132587"/>
                  </a:lnTo>
                  <a:lnTo>
                    <a:pt x="2232660" y="135635"/>
                  </a:lnTo>
                  <a:lnTo>
                    <a:pt x="2236470" y="135635"/>
                  </a:lnTo>
                  <a:close/>
                </a:path>
                <a:path w="2372360" h="533400">
                  <a:moveTo>
                    <a:pt x="2236470" y="524255"/>
                  </a:moveTo>
                  <a:lnTo>
                    <a:pt x="2233426" y="524255"/>
                  </a:lnTo>
                  <a:lnTo>
                    <a:pt x="2232660" y="525017"/>
                  </a:lnTo>
                  <a:lnTo>
                    <a:pt x="2236470" y="524255"/>
                  </a:lnTo>
                  <a:close/>
                </a:path>
                <a:path w="2372360" h="533400">
                  <a:moveTo>
                    <a:pt x="2236470" y="528827"/>
                  </a:moveTo>
                  <a:lnTo>
                    <a:pt x="2236470" y="524255"/>
                  </a:lnTo>
                  <a:lnTo>
                    <a:pt x="2232660" y="525017"/>
                  </a:lnTo>
                  <a:lnTo>
                    <a:pt x="2232660" y="528827"/>
                  </a:lnTo>
                  <a:lnTo>
                    <a:pt x="2236470" y="528827"/>
                  </a:lnTo>
                  <a:close/>
                </a:path>
                <a:path w="2372360" h="533400">
                  <a:moveTo>
                    <a:pt x="2363724" y="394715"/>
                  </a:moveTo>
                  <a:lnTo>
                    <a:pt x="2233426" y="524255"/>
                  </a:lnTo>
                  <a:lnTo>
                    <a:pt x="2236470" y="524255"/>
                  </a:lnTo>
                  <a:lnTo>
                    <a:pt x="2236470" y="528827"/>
                  </a:lnTo>
                  <a:lnTo>
                    <a:pt x="2241042" y="528827"/>
                  </a:lnTo>
                  <a:lnTo>
                    <a:pt x="2241042" y="530369"/>
                  </a:lnTo>
                  <a:lnTo>
                    <a:pt x="2362200" y="409899"/>
                  </a:lnTo>
                  <a:lnTo>
                    <a:pt x="2362200" y="397763"/>
                  </a:lnTo>
                  <a:lnTo>
                    <a:pt x="2363724" y="394715"/>
                  </a:lnTo>
                  <a:close/>
                </a:path>
                <a:path w="2372360" h="533400">
                  <a:moveTo>
                    <a:pt x="2366772" y="12191"/>
                  </a:moveTo>
                  <a:lnTo>
                    <a:pt x="2366772" y="9905"/>
                  </a:lnTo>
                  <a:lnTo>
                    <a:pt x="2355342" y="9905"/>
                  </a:lnTo>
                  <a:lnTo>
                    <a:pt x="2234184" y="131063"/>
                  </a:lnTo>
                  <a:lnTo>
                    <a:pt x="2236470" y="131063"/>
                  </a:lnTo>
                  <a:lnTo>
                    <a:pt x="2236470" y="135635"/>
                  </a:lnTo>
                  <a:lnTo>
                    <a:pt x="2241042" y="135635"/>
                  </a:lnTo>
                  <a:lnTo>
                    <a:pt x="2241042" y="137921"/>
                  </a:lnTo>
                  <a:lnTo>
                    <a:pt x="2366772" y="12191"/>
                  </a:lnTo>
                  <a:close/>
                </a:path>
                <a:path w="2372360" h="533400">
                  <a:moveTo>
                    <a:pt x="2370582" y="8381"/>
                  </a:moveTo>
                  <a:lnTo>
                    <a:pt x="2363724" y="1523"/>
                  </a:lnTo>
                  <a:lnTo>
                    <a:pt x="2355342" y="9905"/>
                  </a:lnTo>
                  <a:lnTo>
                    <a:pt x="2362200" y="9905"/>
                  </a:lnTo>
                  <a:lnTo>
                    <a:pt x="2362200" y="4571"/>
                  </a:lnTo>
                  <a:lnTo>
                    <a:pt x="2366772" y="9905"/>
                  </a:lnTo>
                  <a:lnTo>
                    <a:pt x="2366772" y="12191"/>
                  </a:lnTo>
                  <a:lnTo>
                    <a:pt x="2370582" y="8381"/>
                  </a:lnTo>
                  <a:close/>
                </a:path>
                <a:path w="2372360" h="533400">
                  <a:moveTo>
                    <a:pt x="2366772" y="9905"/>
                  </a:moveTo>
                  <a:lnTo>
                    <a:pt x="2362200" y="4571"/>
                  </a:lnTo>
                  <a:lnTo>
                    <a:pt x="2362200" y="9905"/>
                  </a:lnTo>
                  <a:lnTo>
                    <a:pt x="2366772" y="9905"/>
                  </a:lnTo>
                  <a:close/>
                </a:path>
                <a:path w="2372360" h="533400">
                  <a:moveTo>
                    <a:pt x="2370582" y="401565"/>
                  </a:moveTo>
                  <a:lnTo>
                    <a:pt x="2370582" y="8381"/>
                  </a:lnTo>
                  <a:lnTo>
                    <a:pt x="2362200" y="16763"/>
                  </a:lnTo>
                  <a:lnTo>
                    <a:pt x="2362200" y="396231"/>
                  </a:lnTo>
                  <a:lnTo>
                    <a:pt x="2363724" y="394715"/>
                  </a:lnTo>
                  <a:lnTo>
                    <a:pt x="2363724" y="408384"/>
                  </a:lnTo>
                  <a:lnTo>
                    <a:pt x="2370582" y="401565"/>
                  </a:lnTo>
                  <a:close/>
                </a:path>
                <a:path w="2372360" h="533400">
                  <a:moveTo>
                    <a:pt x="2363724" y="408384"/>
                  </a:moveTo>
                  <a:lnTo>
                    <a:pt x="2363724" y="394715"/>
                  </a:lnTo>
                  <a:lnTo>
                    <a:pt x="2362200" y="397763"/>
                  </a:lnTo>
                  <a:lnTo>
                    <a:pt x="2362200" y="409899"/>
                  </a:lnTo>
                  <a:lnTo>
                    <a:pt x="2363724" y="40838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99" y="4764786"/>
              <a:ext cx="2231898" cy="76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3898" y="4242054"/>
              <a:ext cx="130301" cy="52349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57428" y="4237482"/>
              <a:ext cx="2372360" cy="532765"/>
            </a:xfrm>
            <a:custGeom>
              <a:avLst/>
              <a:gdLst/>
              <a:ahLst/>
              <a:cxnLst/>
              <a:rect l="l" t="t" r="r" b="b"/>
              <a:pathLst>
                <a:path w="2372360" h="532764">
                  <a:moveTo>
                    <a:pt x="2372106" y="4571"/>
                  </a:moveTo>
                  <a:lnTo>
                    <a:pt x="2372106" y="0"/>
                  </a:lnTo>
                  <a:lnTo>
                    <a:pt x="134111" y="0"/>
                  </a:lnTo>
                  <a:lnTo>
                    <a:pt x="0" y="133350"/>
                  </a:lnTo>
                  <a:lnTo>
                    <a:pt x="0" y="532638"/>
                  </a:lnTo>
                  <a:lnTo>
                    <a:pt x="4572" y="532638"/>
                  </a:lnTo>
                  <a:lnTo>
                    <a:pt x="4571" y="130301"/>
                  </a:lnTo>
                  <a:lnTo>
                    <a:pt x="9905" y="130301"/>
                  </a:lnTo>
                  <a:lnTo>
                    <a:pt x="135635" y="4571"/>
                  </a:lnTo>
                  <a:lnTo>
                    <a:pt x="2359914" y="4571"/>
                  </a:lnTo>
                  <a:lnTo>
                    <a:pt x="2363724" y="761"/>
                  </a:lnTo>
                  <a:lnTo>
                    <a:pt x="2367534" y="4571"/>
                  </a:lnTo>
                  <a:lnTo>
                    <a:pt x="2372106" y="4571"/>
                  </a:lnTo>
                  <a:close/>
                </a:path>
                <a:path w="2372360" h="532764">
                  <a:moveTo>
                    <a:pt x="9905" y="130302"/>
                  </a:moveTo>
                  <a:lnTo>
                    <a:pt x="4571" y="130301"/>
                  </a:lnTo>
                  <a:lnTo>
                    <a:pt x="4571" y="135635"/>
                  </a:lnTo>
                  <a:lnTo>
                    <a:pt x="9905" y="130302"/>
                  </a:lnTo>
                  <a:close/>
                </a:path>
                <a:path w="2372360" h="532764">
                  <a:moveTo>
                    <a:pt x="2242592" y="528066"/>
                  </a:moveTo>
                  <a:lnTo>
                    <a:pt x="4572" y="528066"/>
                  </a:lnTo>
                  <a:lnTo>
                    <a:pt x="4572" y="532638"/>
                  </a:lnTo>
                  <a:lnTo>
                    <a:pt x="2237994" y="532638"/>
                  </a:lnTo>
                  <a:lnTo>
                    <a:pt x="2242592" y="528066"/>
                  </a:lnTo>
                  <a:close/>
                </a:path>
                <a:path w="2372360" h="532764">
                  <a:moveTo>
                    <a:pt x="2370582" y="400803"/>
                  </a:moveTo>
                  <a:lnTo>
                    <a:pt x="2370582" y="7619"/>
                  </a:lnTo>
                  <a:lnTo>
                    <a:pt x="2366758" y="11443"/>
                  </a:lnTo>
                  <a:lnTo>
                    <a:pt x="2366010" y="397764"/>
                  </a:lnTo>
                  <a:lnTo>
                    <a:pt x="2236470" y="527304"/>
                  </a:lnTo>
                  <a:lnTo>
                    <a:pt x="135635" y="528022"/>
                  </a:lnTo>
                  <a:lnTo>
                    <a:pt x="2242592" y="528066"/>
                  </a:lnTo>
                  <a:lnTo>
                    <a:pt x="2370582" y="400803"/>
                  </a:lnTo>
                  <a:close/>
                </a:path>
                <a:path w="2372360" h="532764">
                  <a:moveTo>
                    <a:pt x="2367534" y="4571"/>
                  </a:moveTo>
                  <a:lnTo>
                    <a:pt x="2363724" y="761"/>
                  </a:lnTo>
                  <a:lnTo>
                    <a:pt x="2359914" y="4571"/>
                  </a:lnTo>
                  <a:lnTo>
                    <a:pt x="2367534" y="4571"/>
                  </a:lnTo>
                  <a:close/>
                </a:path>
                <a:path w="2372360" h="532764">
                  <a:moveTo>
                    <a:pt x="2370582" y="7619"/>
                  </a:moveTo>
                  <a:lnTo>
                    <a:pt x="2367534" y="4571"/>
                  </a:lnTo>
                  <a:lnTo>
                    <a:pt x="2366758" y="4571"/>
                  </a:lnTo>
                  <a:lnTo>
                    <a:pt x="2366758" y="11430"/>
                  </a:lnTo>
                  <a:lnTo>
                    <a:pt x="2370582" y="7619"/>
                  </a:lnTo>
                  <a:close/>
                </a:path>
                <a:path w="2372360" h="532764">
                  <a:moveTo>
                    <a:pt x="2372106" y="399288"/>
                  </a:moveTo>
                  <a:lnTo>
                    <a:pt x="2372106" y="4571"/>
                  </a:lnTo>
                  <a:lnTo>
                    <a:pt x="2367534" y="4571"/>
                  </a:lnTo>
                  <a:lnTo>
                    <a:pt x="2370582" y="7619"/>
                  </a:lnTo>
                  <a:lnTo>
                    <a:pt x="2370582" y="400803"/>
                  </a:lnTo>
                  <a:lnTo>
                    <a:pt x="2372106" y="399288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61999" y="4373118"/>
              <a:ext cx="2231898" cy="39242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93898" y="4242054"/>
              <a:ext cx="130301" cy="52349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1999" y="4242054"/>
              <a:ext cx="2362200" cy="13106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57427" y="4237482"/>
              <a:ext cx="2372360" cy="532765"/>
            </a:xfrm>
            <a:custGeom>
              <a:avLst/>
              <a:gdLst/>
              <a:ahLst/>
              <a:cxnLst/>
              <a:rect l="l" t="t" r="r" b="b"/>
              <a:pathLst>
                <a:path w="2372360" h="532764">
                  <a:moveTo>
                    <a:pt x="2372106" y="399287"/>
                  </a:moveTo>
                  <a:lnTo>
                    <a:pt x="2372106" y="0"/>
                  </a:lnTo>
                  <a:lnTo>
                    <a:pt x="134112" y="0"/>
                  </a:lnTo>
                  <a:lnTo>
                    <a:pt x="0" y="133350"/>
                  </a:lnTo>
                  <a:lnTo>
                    <a:pt x="0" y="532638"/>
                  </a:lnTo>
                  <a:lnTo>
                    <a:pt x="4572" y="532638"/>
                  </a:lnTo>
                  <a:lnTo>
                    <a:pt x="4572" y="130302"/>
                  </a:lnTo>
                  <a:lnTo>
                    <a:pt x="16764" y="130302"/>
                  </a:lnTo>
                  <a:lnTo>
                    <a:pt x="135636" y="11430"/>
                  </a:lnTo>
                  <a:lnTo>
                    <a:pt x="135636" y="9144"/>
                  </a:lnTo>
                  <a:lnTo>
                    <a:pt x="139446" y="7619"/>
                  </a:lnTo>
                  <a:lnTo>
                    <a:pt x="139445" y="9144"/>
                  </a:lnTo>
                  <a:lnTo>
                    <a:pt x="2355342" y="9143"/>
                  </a:lnTo>
                  <a:lnTo>
                    <a:pt x="2363724" y="761"/>
                  </a:lnTo>
                  <a:lnTo>
                    <a:pt x="2370582" y="7619"/>
                  </a:lnTo>
                  <a:lnTo>
                    <a:pt x="2370582" y="400803"/>
                  </a:lnTo>
                  <a:lnTo>
                    <a:pt x="2372106" y="399287"/>
                  </a:lnTo>
                  <a:close/>
                </a:path>
                <a:path w="2372360" h="532764">
                  <a:moveTo>
                    <a:pt x="16764" y="130302"/>
                  </a:moveTo>
                  <a:lnTo>
                    <a:pt x="4572" y="130302"/>
                  </a:lnTo>
                  <a:lnTo>
                    <a:pt x="4572" y="140208"/>
                  </a:lnTo>
                  <a:lnTo>
                    <a:pt x="8382" y="140208"/>
                  </a:lnTo>
                  <a:lnTo>
                    <a:pt x="8382" y="138684"/>
                  </a:lnTo>
                  <a:lnTo>
                    <a:pt x="9905" y="135636"/>
                  </a:lnTo>
                  <a:lnTo>
                    <a:pt x="9905" y="137160"/>
                  </a:lnTo>
                  <a:lnTo>
                    <a:pt x="16764" y="130302"/>
                  </a:lnTo>
                  <a:close/>
                </a:path>
                <a:path w="2372360" h="532764">
                  <a:moveTo>
                    <a:pt x="9906" y="523494"/>
                  </a:moveTo>
                  <a:lnTo>
                    <a:pt x="9905" y="140208"/>
                  </a:lnTo>
                  <a:lnTo>
                    <a:pt x="4572" y="140208"/>
                  </a:lnTo>
                  <a:lnTo>
                    <a:pt x="4572" y="523494"/>
                  </a:lnTo>
                  <a:lnTo>
                    <a:pt x="9906" y="523494"/>
                  </a:lnTo>
                  <a:close/>
                </a:path>
                <a:path w="2372360" h="532764">
                  <a:moveTo>
                    <a:pt x="2234184" y="523493"/>
                  </a:moveTo>
                  <a:lnTo>
                    <a:pt x="4572" y="523494"/>
                  </a:lnTo>
                  <a:lnTo>
                    <a:pt x="9906" y="528066"/>
                  </a:lnTo>
                  <a:lnTo>
                    <a:pt x="9905" y="532638"/>
                  </a:lnTo>
                  <a:lnTo>
                    <a:pt x="2231136" y="532637"/>
                  </a:lnTo>
                  <a:lnTo>
                    <a:pt x="2231136" y="528065"/>
                  </a:lnTo>
                  <a:lnTo>
                    <a:pt x="2232660" y="528065"/>
                  </a:lnTo>
                  <a:lnTo>
                    <a:pt x="2232660" y="525017"/>
                  </a:lnTo>
                  <a:lnTo>
                    <a:pt x="2234184" y="523493"/>
                  </a:lnTo>
                  <a:close/>
                </a:path>
                <a:path w="2372360" h="532764">
                  <a:moveTo>
                    <a:pt x="9905" y="532638"/>
                  </a:moveTo>
                  <a:lnTo>
                    <a:pt x="9906" y="528066"/>
                  </a:lnTo>
                  <a:lnTo>
                    <a:pt x="4572" y="523494"/>
                  </a:lnTo>
                  <a:lnTo>
                    <a:pt x="4572" y="532638"/>
                  </a:lnTo>
                  <a:lnTo>
                    <a:pt x="9905" y="532638"/>
                  </a:lnTo>
                  <a:close/>
                </a:path>
                <a:path w="2372360" h="532764">
                  <a:moveTo>
                    <a:pt x="9905" y="137160"/>
                  </a:moveTo>
                  <a:lnTo>
                    <a:pt x="9905" y="135636"/>
                  </a:lnTo>
                  <a:lnTo>
                    <a:pt x="8382" y="138684"/>
                  </a:lnTo>
                  <a:lnTo>
                    <a:pt x="9905" y="137160"/>
                  </a:lnTo>
                  <a:close/>
                </a:path>
                <a:path w="2372360" h="532764">
                  <a:moveTo>
                    <a:pt x="2234184" y="130301"/>
                  </a:moveTo>
                  <a:lnTo>
                    <a:pt x="16764" y="130302"/>
                  </a:lnTo>
                  <a:lnTo>
                    <a:pt x="8382" y="138684"/>
                  </a:lnTo>
                  <a:lnTo>
                    <a:pt x="8382" y="140208"/>
                  </a:lnTo>
                  <a:lnTo>
                    <a:pt x="2231136" y="140207"/>
                  </a:lnTo>
                  <a:lnTo>
                    <a:pt x="2231136" y="135635"/>
                  </a:lnTo>
                  <a:lnTo>
                    <a:pt x="2232660" y="135635"/>
                  </a:lnTo>
                  <a:lnTo>
                    <a:pt x="2232660" y="131825"/>
                  </a:lnTo>
                  <a:lnTo>
                    <a:pt x="2234184" y="130301"/>
                  </a:lnTo>
                  <a:close/>
                </a:path>
                <a:path w="2372360" h="532764">
                  <a:moveTo>
                    <a:pt x="139446" y="7619"/>
                  </a:moveTo>
                  <a:lnTo>
                    <a:pt x="135636" y="9144"/>
                  </a:lnTo>
                  <a:lnTo>
                    <a:pt x="137921" y="9144"/>
                  </a:lnTo>
                  <a:lnTo>
                    <a:pt x="139446" y="7619"/>
                  </a:lnTo>
                  <a:close/>
                </a:path>
                <a:path w="2372360" h="532764">
                  <a:moveTo>
                    <a:pt x="137921" y="9144"/>
                  </a:moveTo>
                  <a:lnTo>
                    <a:pt x="135636" y="9144"/>
                  </a:lnTo>
                  <a:lnTo>
                    <a:pt x="135636" y="11430"/>
                  </a:lnTo>
                  <a:lnTo>
                    <a:pt x="137921" y="9144"/>
                  </a:lnTo>
                  <a:close/>
                </a:path>
                <a:path w="2372360" h="532764">
                  <a:moveTo>
                    <a:pt x="139445" y="9144"/>
                  </a:moveTo>
                  <a:lnTo>
                    <a:pt x="139446" y="7619"/>
                  </a:lnTo>
                  <a:lnTo>
                    <a:pt x="137921" y="9144"/>
                  </a:lnTo>
                  <a:lnTo>
                    <a:pt x="139445" y="9144"/>
                  </a:lnTo>
                  <a:close/>
                </a:path>
                <a:path w="2372360" h="532764">
                  <a:moveTo>
                    <a:pt x="2241042" y="137159"/>
                  </a:moveTo>
                  <a:lnTo>
                    <a:pt x="2241042" y="135635"/>
                  </a:lnTo>
                  <a:lnTo>
                    <a:pt x="2231136" y="135635"/>
                  </a:lnTo>
                  <a:lnTo>
                    <a:pt x="2231136" y="140207"/>
                  </a:lnTo>
                  <a:lnTo>
                    <a:pt x="2237994" y="140207"/>
                  </a:lnTo>
                  <a:lnTo>
                    <a:pt x="2241042" y="137159"/>
                  </a:lnTo>
                  <a:close/>
                </a:path>
                <a:path w="2372360" h="532764">
                  <a:moveTo>
                    <a:pt x="2241042" y="516635"/>
                  </a:moveTo>
                  <a:lnTo>
                    <a:pt x="2241042" y="137159"/>
                  </a:lnTo>
                  <a:lnTo>
                    <a:pt x="2237994" y="140207"/>
                  </a:lnTo>
                  <a:lnTo>
                    <a:pt x="2231136" y="140207"/>
                  </a:lnTo>
                  <a:lnTo>
                    <a:pt x="2231136" y="523493"/>
                  </a:lnTo>
                  <a:lnTo>
                    <a:pt x="2234184" y="523493"/>
                  </a:lnTo>
                  <a:lnTo>
                    <a:pt x="2241042" y="516635"/>
                  </a:lnTo>
                  <a:close/>
                </a:path>
                <a:path w="2372360" h="532764">
                  <a:moveTo>
                    <a:pt x="2241042" y="529607"/>
                  </a:moveTo>
                  <a:lnTo>
                    <a:pt x="2241042" y="528065"/>
                  </a:lnTo>
                  <a:lnTo>
                    <a:pt x="2231136" y="528065"/>
                  </a:lnTo>
                  <a:lnTo>
                    <a:pt x="2231136" y="532637"/>
                  </a:lnTo>
                  <a:lnTo>
                    <a:pt x="2237994" y="532637"/>
                  </a:lnTo>
                  <a:lnTo>
                    <a:pt x="2241042" y="529607"/>
                  </a:lnTo>
                  <a:close/>
                </a:path>
                <a:path w="2372360" h="532764">
                  <a:moveTo>
                    <a:pt x="2236470" y="130301"/>
                  </a:moveTo>
                  <a:lnTo>
                    <a:pt x="2234184" y="130301"/>
                  </a:lnTo>
                  <a:lnTo>
                    <a:pt x="2232660" y="131825"/>
                  </a:lnTo>
                  <a:lnTo>
                    <a:pt x="2236470" y="130301"/>
                  </a:lnTo>
                  <a:close/>
                </a:path>
                <a:path w="2372360" h="532764">
                  <a:moveTo>
                    <a:pt x="2236470" y="135635"/>
                  </a:moveTo>
                  <a:lnTo>
                    <a:pt x="2236470" y="130301"/>
                  </a:lnTo>
                  <a:lnTo>
                    <a:pt x="2232660" y="131825"/>
                  </a:lnTo>
                  <a:lnTo>
                    <a:pt x="2232660" y="135635"/>
                  </a:lnTo>
                  <a:lnTo>
                    <a:pt x="2236470" y="135635"/>
                  </a:lnTo>
                  <a:close/>
                </a:path>
                <a:path w="2372360" h="532764">
                  <a:moveTo>
                    <a:pt x="2236470" y="523493"/>
                  </a:moveTo>
                  <a:lnTo>
                    <a:pt x="2234184" y="523493"/>
                  </a:lnTo>
                  <a:lnTo>
                    <a:pt x="2232660" y="525017"/>
                  </a:lnTo>
                  <a:lnTo>
                    <a:pt x="2236470" y="523493"/>
                  </a:lnTo>
                  <a:close/>
                </a:path>
                <a:path w="2372360" h="532764">
                  <a:moveTo>
                    <a:pt x="2236470" y="528065"/>
                  </a:moveTo>
                  <a:lnTo>
                    <a:pt x="2236470" y="523493"/>
                  </a:lnTo>
                  <a:lnTo>
                    <a:pt x="2232660" y="525017"/>
                  </a:lnTo>
                  <a:lnTo>
                    <a:pt x="2232660" y="528065"/>
                  </a:lnTo>
                  <a:lnTo>
                    <a:pt x="2236470" y="528065"/>
                  </a:lnTo>
                  <a:close/>
                </a:path>
                <a:path w="2372360" h="532764">
                  <a:moveTo>
                    <a:pt x="2366772" y="11429"/>
                  </a:moveTo>
                  <a:lnTo>
                    <a:pt x="2366772" y="9143"/>
                  </a:lnTo>
                  <a:lnTo>
                    <a:pt x="2355342" y="9143"/>
                  </a:lnTo>
                  <a:lnTo>
                    <a:pt x="2234184" y="130301"/>
                  </a:lnTo>
                  <a:lnTo>
                    <a:pt x="2236470" y="130301"/>
                  </a:lnTo>
                  <a:lnTo>
                    <a:pt x="2236470" y="135635"/>
                  </a:lnTo>
                  <a:lnTo>
                    <a:pt x="2241042" y="135635"/>
                  </a:lnTo>
                  <a:lnTo>
                    <a:pt x="2241042" y="137159"/>
                  </a:lnTo>
                  <a:lnTo>
                    <a:pt x="2366772" y="11429"/>
                  </a:lnTo>
                  <a:close/>
                </a:path>
                <a:path w="2372360" h="532764">
                  <a:moveTo>
                    <a:pt x="2363724" y="393953"/>
                  </a:moveTo>
                  <a:lnTo>
                    <a:pt x="2234184" y="523493"/>
                  </a:lnTo>
                  <a:lnTo>
                    <a:pt x="2236470" y="523493"/>
                  </a:lnTo>
                  <a:lnTo>
                    <a:pt x="2236470" y="528065"/>
                  </a:lnTo>
                  <a:lnTo>
                    <a:pt x="2241042" y="528065"/>
                  </a:lnTo>
                  <a:lnTo>
                    <a:pt x="2241042" y="529607"/>
                  </a:lnTo>
                  <a:lnTo>
                    <a:pt x="2362200" y="409137"/>
                  </a:lnTo>
                  <a:lnTo>
                    <a:pt x="2362200" y="397001"/>
                  </a:lnTo>
                  <a:lnTo>
                    <a:pt x="2363724" y="393953"/>
                  </a:lnTo>
                  <a:close/>
                </a:path>
                <a:path w="2372360" h="532764">
                  <a:moveTo>
                    <a:pt x="2370582" y="7619"/>
                  </a:moveTo>
                  <a:lnTo>
                    <a:pt x="2363724" y="761"/>
                  </a:lnTo>
                  <a:lnTo>
                    <a:pt x="2355342" y="9143"/>
                  </a:lnTo>
                  <a:lnTo>
                    <a:pt x="2362200" y="9143"/>
                  </a:lnTo>
                  <a:lnTo>
                    <a:pt x="2362200" y="4571"/>
                  </a:lnTo>
                  <a:lnTo>
                    <a:pt x="2366772" y="9143"/>
                  </a:lnTo>
                  <a:lnTo>
                    <a:pt x="2366772" y="11429"/>
                  </a:lnTo>
                  <a:lnTo>
                    <a:pt x="2370582" y="7619"/>
                  </a:lnTo>
                  <a:close/>
                </a:path>
                <a:path w="2372360" h="532764">
                  <a:moveTo>
                    <a:pt x="2366772" y="9143"/>
                  </a:moveTo>
                  <a:lnTo>
                    <a:pt x="2362200" y="4571"/>
                  </a:lnTo>
                  <a:lnTo>
                    <a:pt x="2362200" y="9143"/>
                  </a:lnTo>
                  <a:lnTo>
                    <a:pt x="2366772" y="9143"/>
                  </a:lnTo>
                  <a:close/>
                </a:path>
                <a:path w="2372360" h="532764">
                  <a:moveTo>
                    <a:pt x="2370582" y="400803"/>
                  </a:moveTo>
                  <a:lnTo>
                    <a:pt x="2370582" y="7619"/>
                  </a:lnTo>
                  <a:lnTo>
                    <a:pt x="2362200" y="16001"/>
                  </a:lnTo>
                  <a:lnTo>
                    <a:pt x="2362200" y="395477"/>
                  </a:lnTo>
                  <a:lnTo>
                    <a:pt x="2363724" y="393953"/>
                  </a:lnTo>
                  <a:lnTo>
                    <a:pt x="2363724" y="407622"/>
                  </a:lnTo>
                  <a:lnTo>
                    <a:pt x="2370582" y="400803"/>
                  </a:lnTo>
                  <a:close/>
                </a:path>
                <a:path w="2372360" h="532764">
                  <a:moveTo>
                    <a:pt x="2363724" y="407622"/>
                  </a:moveTo>
                  <a:lnTo>
                    <a:pt x="2363724" y="393953"/>
                  </a:lnTo>
                  <a:lnTo>
                    <a:pt x="2362200" y="397001"/>
                  </a:lnTo>
                  <a:lnTo>
                    <a:pt x="2362200" y="409137"/>
                  </a:lnTo>
                  <a:lnTo>
                    <a:pt x="2363724" y="407622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99" y="4347972"/>
              <a:ext cx="2231898" cy="76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3898" y="3825239"/>
              <a:ext cx="130301" cy="52349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57428" y="3819906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6" y="5334"/>
                  </a:moveTo>
                  <a:lnTo>
                    <a:pt x="2372106" y="0"/>
                  </a:lnTo>
                  <a:lnTo>
                    <a:pt x="134111" y="0"/>
                  </a:lnTo>
                  <a:lnTo>
                    <a:pt x="0" y="134112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1063"/>
                  </a:lnTo>
                  <a:lnTo>
                    <a:pt x="9905" y="131063"/>
                  </a:lnTo>
                  <a:lnTo>
                    <a:pt x="135635" y="5334"/>
                  </a:lnTo>
                  <a:lnTo>
                    <a:pt x="2359913" y="5334"/>
                  </a:lnTo>
                  <a:lnTo>
                    <a:pt x="2363724" y="1523"/>
                  </a:lnTo>
                  <a:lnTo>
                    <a:pt x="2367534" y="5334"/>
                  </a:lnTo>
                  <a:lnTo>
                    <a:pt x="2372106" y="5334"/>
                  </a:lnTo>
                  <a:close/>
                </a:path>
                <a:path w="2372360" h="533400">
                  <a:moveTo>
                    <a:pt x="9905" y="131064"/>
                  </a:moveTo>
                  <a:lnTo>
                    <a:pt x="4572" y="131063"/>
                  </a:lnTo>
                  <a:lnTo>
                    <a:pt x="4572" y="136398"/>
                  </a:lnTo>
                  <a:lnTo>
                    <a:pt x="9905" y="131064"/>
                  </a:lnTo>
                  <a:close/>
                </a:path>
                <a:path w="2372360" h="533400">
                  <a:moveTo>
                    <a:pt x="2242592" y="528828"/>
                  </a:moveTo>
                  <a:lnTo>
                    <a:pt x="4572" y="528828"/>
                  </a:lnTo>
                  <a:lnTo>
                    <a:pt x="4572" y="533400"/>
                  </a:lnTo>
                  <a:lnTo>
                    <a:pt x="2237994" y="533399"/>
                  </a:lnTo>
                  <a:lnTo>
                    <a:pt x="2242592" y="528828"/>
                  </a:lnTo>
                  <a:close/>
                </a:path>
                <a:path w="2372360" h="533400">
                  <a:moveTo>
                    <a:pt x="2370582" y="401565"/>
                  </a:moveTo>
                  <a:lnTo>
                    <a:pt x="2370582" y="8381"/>
                  </a:lnTo>
                  <a:lnTo>
                    <a:pt x="2366758" y="12205"/>
                  </a:lnTo>
                  <a:lnTo>
                    <a:pt x="2366010" y="398526"/>
                  </a:lnTo>
                  <a:lnTo>
                    <a:pt x="2236470" y="528066"/>
                  </a:lnTo>
                  <a:lnTo>
                    <a:pt x="135635" y="528784"/>
                  </a:lnTo>
                  <a:lnTo>
                    <a:pt x="2242592" y="528828"/>
                  </a:lnTo>
                  <a:lnTo>
                    <a:pt x="2370582" y="401565"/>
                  </a:lnTo>
                  <a:close/>
                </a:path>
                <a:path w="2372360" h="533400">
                  <a:moveTo>
                    <a:pt x="2367534" y="5334"/>
                  </a:moveTo>
                  <a:lnTo>
                    <a:pt x="2363724" y="1523"/>
                  </a:lnTo>
                  <a:lnTo>
                    <a:pt x="2359913" y="5334"/>
                  </a:lnTo>
                  <a:lnTo>
                    <a:pt x="2367534" y="5334"/>
                  </a:lnTo>
                  <a:close/>
                </a:path>
                <a:path w="2372360" h="533400">
                  <a:moveTo>
                    <a:pt x="2370582" y="8381"/>
                  </a:moveTo>
                  <a:lnTo>
                    <a:pt x="2367534" y="5334"/>
                  </a:lnTo>
                  <a:lnTo>
                    <a:pt x="2366758" y="5334"/>
                  </a:lnTo>
                  <a:lnTo>
                    <a:pt x="2366758" y="12192"/>
                  </a:lnTo>
                  <a:lnTo>
                    <a:pt x="2370582" y="8381"/>
                  </a:lnTo>
                  <a:close/>
                </a:path>
                <a:path w="2372360" h="533400">
                  <a:moveTo>
                    <a:pt x="2372106" y="400049"/>
                  </a:moveTo>
                  <a:lnTo>
                    <a:pt x="2372106" y="5334"/>
                  </a:lnTo>
                  <a:lnTo>
                    <a:pt x="2367534" y="5334"/>
                  </a:lnTo>
                  <a:lnTo>
                    <a:pt x="2370582" y="8381"/>
                  </a:lnTo>
                  <a:lnTo>
                    <a:pt x="2370582" y="401565"/>
                  </a:lnTo>
                  <a:lnTo>
                    <a:pt x="2372106" y="400049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61999" y="3956304"/>
              <a:ext cx="2231898" cy="39242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93898" y="3825239"/>
              <a:ext cx="130301" cy="52349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1999" y="3825239"/>
              <a:ext cx="2362200" cy="13106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57427" y="3819905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6" y="400049"/>
                  </a:moveTo>
                  <a:lnTo>
                    <a:pt x="2372106" y="0"/>
                  </a:lnTo>
                  <a:lnTo>
                    <a:pt x="134112" y="0"/>
                  </a:lnTo>
                  <a:lnTo>
                    <a:pt x="0" y="134112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1064"/>
                  </a:lnTo>
                  <a:lnTo>
                    <a:pt x="16764" y="131064"/>
                  </a:lnTo>
                  <a:lnTo>
                    <a:pt x="135636" y="12192"/>
                  </a:lnTo>
                  <a:lnTo>
                    <a:pt x="135636" y="9906"/>
                  </a:lnTo>
                  <a:lnTo>
                    <a:pt x="139446" y="8382"/>
                  </a:lnTo>
                  <a:lnTo>
                    <a:pt x="139445" y="9906"/>
                  </a:lnTo>
                  <a:lnTo>
                    <a:pt x="2355342" y="9905"/>
                  </a:lnTo>
                  <a:lnTo>
                    <a:pt x="2363724" y="1523"/>
                  </a:lnTo>
                  <a:lnTo>
                    <a:pt x="2370582" y="8381"/>
                  </a:lnTo>
                  <a:lnTo>
                    <a:pt x="2370582" y="401565"/>
                  </a:lnTo>
                  <a:lnTo>
                    <a:pt x="2372106" y="400049"/>
                  </a:lnTo>
                  <a:close/>
                </a:path>
                <a:path w="2372360" h="533400">
                  <a:moveTo>
                    <a:pt x="16764" y="131064"/>
                  </a:moveTo>
                  <a:lnTo>
                    <a:pt x="4572" y="131064"/>
                  </a:lnTo>
                  <a:lnTo>
                    <a:pt x="4572" y="140970"/>
                  </a:lnTo>
                  <a:lnTo>
                    <a:pt x="8382" y="140970"/>
                  </a:lnTo>
                  <a:lnTo>
                    <a:pt x="8382" y="139446"/>
                  </a:lnTo>
                  <a:lnTo>
                    <a:pt x="9905" y="136398"/>
                  </a:lnTo>
                  <a:lnTo>
                    <a:pt x="9905" y="137922"/>
                  </a:lnTo>
                  <a:lnTo>
                    <a:pt x="16764" y="131064"/>
                  </a:lnTo>
                  <a:close/>
                </a:path>
                <a:path w="2372360" h="533400">
                  <a:moveTo>
                    <a:pt x="9906" y="524256"/>
                  </a:moveTo>
                  <a:lnTo>
                    <a:pt x="9905" y="140970"/>
                  </a:lnTo>
                  <a:lnTo>
                    <a:pt x="4572" y="140970"/>
                  </a:lnTo>
                  <a:lnTo>
                    <a:pt x="4572" y="524256"/>
                  </a:lnTo>
                  <a:lnTo>
                    <a:pt x="9906" y="524256"/>
                  </a:lnTo>
                  <a:close/>
                </a:path>
                <a:path w="2372360" h="533400">
                  <a:moveTo>
                    <a:pt x="2234184" y="524255"/>
                  </a:moveTo>
                  <a:lnTo>
                    <a:pt x="4572" y="524256"/>
                  </a:lnTo>
                  <a:lnTo>
                    <a:pt x="9906" y="528828"/>
                  </a:lnTo>
                  <a:lnTo>
                    <a:pt x="9906" y="533400"/>
                  </a:lnTo>
                  <a:lnTo>
                    <a:pt x="2231136" y="533399"/>
                  </a:lnTo>
                  <a:lnTo>
                    <a:pt x="2231136" y="528827"/>
                  </a:lnTo>
                  <a:lnTo>
                    <a:pt x="2232660" y="528827"/>
                  </a:lnTo>
                  <a:lnTo>
                    <a:pt x="2232660" y="525779"/>
                  </a:lnTo>
                  <a:lnTo>
                    <a:pt x="2234184" y="524255"/>
                  </a:lnTo>
                  <a:close/>
                </a:path>
                <a:path w="2372360" h="533400">
                  <a:moveTo>
                    <a:pt x="9906" y="533400"/>
                  </a:moveTo>
                  <a:lnTo>
                    <a:pt x="9906" y="528828"/>
                  </a:lnTo>
                  <a:lnTo>
                    <a:pt x="4572" y="524256"/>
                  </a:lnTo>
                  <a:lnTo>
                    <a:pt x="4572" y="533400"/>
                  </a:lnTo>
                  <a:lnTo>
                    <a:pt x="9906" y="533400"/>
                  </a:lnTo>
                  <a:close/>
                </a:path>
                <a:path w="2372360" h="533400">
                  <a:moveTo>
                    <a:pt x="9905" y="137922"/>
                  </a:moveTo>
                  <a:lnTo>
                    <a:pt x="9905" y="136398"/>
                  </a:lnTo>
                  <a:lnTo>
                    <a:pt x="8382" y="139446"/>
                  </a:lnTo>
                  <a:lnTo>
                    <a:pt x="9905" y="137922"/>
                  </a:lnTo>
                  <a:close/>
                </a:path>
                <a:path w="2372360" h="533400">
                  <a:moveTo>
                    <a:pt x="2234184" y="131063"/>
                  </a:moveTo>
                  <a:lnTo>
                    <a:pt x="16764" y="131064"/>
                  </a:lnTo>
                  <a:lnTo>
                    <a:pt x="8382" y="139446"/>
                  </a:lnTo>
                  <a:lnTo>
                    <a:pt x="8382" y="140970"/>
                  </a:lnTo>
                  <a:lnTo>
                    <a:pt x="2231136" y="140969"/>
                  </a:lnTo>
                  <a:lnTo>
                    <a:pt x="2231136" y="136397"/>
                  </a:lnTo>
                  <a:lnTo>
                    <a:pt x="2232660" y="136397"/>
                  </a:lnTo>
                  <a:lnTo>
                    <a:pt x="2232660" y="132587"/>
                  </a:lnTo>
                  <a:lnTo>
                    <a:pt x="2234184" y="131063"/>
                  </a:lnTo>
                  <a:close/>
                </a:path>
                <a:path w="2372360" h="533400">
                  <a:moveTo>
                    <a:pt x="139446" y="8382"/>
                  </a:moveTo>
                  <a:lnTo>
                    <a:pt x="135636" y="9906"/>
                  </a:lnTo>
                  <a:lnTo>
                    <a:pt x="137921" y="9906"/>
                  </a:lnTo>
                  <a:lnTo>
                    <a:pt x="139446" y="8382"/>
                  </a:lnTo>
                  <a:close/>
                </a:path>
                <a:path w="2372360" h="533400">
                  <a:moveTo>
                    <a:pt x="137921" y="9906"/>
                  </a:moveTo>
                  <a:lnTo>
                    <a:pt x="135636" y="9906"/>
                  </a:lnTo>
                  <a:lnTo>
                    <a:pt x="135636" y="12192"/>
                  </a:lnTo>
                  <a:lnTo>
                    <a:pt x="137921" y="9906"/>
                  </a:lnTo>
                  <a:close/>
                </a:path>
                <a:path w="2372360" h="533400">
                  <a:moveTo>
                    <a:pt x="139445" y="9906"/>
                  </a:moveTo>
                  <a:lnTo>
                    <a:pt x="139446" y="8382"/>
                  </a:lnTo>
                  <a:lnTo>
                    <a:pt x="137921" y="9906"/>
                  </a:lnTo>
                  <a:lnTo>
                    <a:pt x="139445" y="9906"/>
                  </a:lnTo>
                  <a:close/>
                </a:path>
                <a:path w="2372360" h="533400">
                  <a:moveTo>
                    <a:pt x="2241042" y="137921"/>
                  </a:moveTo>
                  <a:lnTo>
                    <a:pt x="2241042" y="136397"/>
                  </a:lnTo>
                  <a:lnTo>
                    <a:pt x="2231136" y="136397"/>
                  </a:lnTo>
                  <a:lnTo>
                    <a:pt x="2231136" y="140969"/>
                  </a:lnTo>
                  <a:lnTo>
                    <a:pt x="2237994" y="140969"/>
                  </a:lnTo>
                  <a:lnTo>
                    <a:pt x="2241042" y="137921"/>
                  </a:lnTo>
                  <a:close/>
                </a:path>
                <a:path w="2372360" h="533400">
                  <a:moveTo>
                    <a:pt x="2241042" y="517397"/>
                  </a:moveTo>
                  <a:lnTo>
                    <a:pt x="2241042" y="137921"/>
                  </a:lnTo>
                  <a:lnTo>
                    <a:pt x="2237994" y="140969"/>
                  </a:lnTo>
                  <a:lnTo>
                    <a:pt x="2231136" y="140969"/>
                  </a:lnTo>
                  <a:lnTo>
                    <a:pt x="2231136" y="524255"/>
                  </a:lnTo>
                  <a:lnTo>
                    <a:pt x="2234184" y="524255"/>
                  </a:lnTo>
                  <a:lnTo>
                    <a:pt x="2241042" y="517397"/>
                  </a:lnTo>
                  <a:close/>
                </a:path>
                <a:path w="2372360" h="533400">
                  <a:moveTo>
                    <a:pt x="2241042" y="530369"/>
                  </a:moveTo>
                  <a:lnTo>
                    <a:pt x="2241042" y="528827"/>
                  </a:lnTo>
                  <a:lnTo>
                    <a:pt x="2231136" y="528827"/>
                  </a:lnTo>
                  <a:lnTo>
                    <a:pt x="2231136" y="533399"/>
                  </a:lnTo>
                  <a:lnTo>
                    <a:pt x="2237994" y="533399"/>
                  </a:lnTo>
                  <a:lnTo>
                    <a:pt x="2241042" y="530369"/>
                  </a:lnTo>
                  <a:close/>
                </a:path>
                <a:path w="2372360" h="533400">
                  <a:moveTo>
                    <a:pt x="2236470" y="131063"/>
                  </a:moveTo>
                  <a:lnTo>
                    <a:pt x="2234184" y="131063"/>
                  </a:lnTo>
                  <a:lnTo>
                    <a:pt x="2232660" y="132587"/>
                  </a:lnTo>
                  <a:lnTo>
                    <a:pt x="2236470" y="131063"/>
                  </a:lnTo>
                  <a:close/>
                </a:path>
                <a:path w="2372360" h="533400">
                  <a:moveTo>
                    <a:pt x="2236470" y="136397"/>
                  </a:moveTo>
                  <a:lnTo>
                    <a:pt x="2236470" y="131063"/>
                  </a:lnTo>
                  <a:lnTo>
                    <a:pt x="2232660" y="132587"/>
                  </a:lnTo>
                  <a:lnTo>
                    <a:pt x="2232660" y="136397"/>
                  </a:lnTo>
                  <a:lnTo>
                    <a:pt x="2236470" y="136397"/>
                  </a:lnTo>
                  <a:close/>
                </a:path>
                <a:path w="2372360" h="533400">
                  <a:moveTo>
                    <a:pt x="2236470" y="524255"/>
                  </a:moveTo>
                  <a:lnTo>
                    <a:pt x="2234184" y="524255"/>
                  </a:lnTo>
                  <a:lnTo>
                    <a:pt x="2232660" y="525779"/>
                  </a:lnTo>
                  <a:lnTo>
                    <a:pt x="2236470" y="524255"/>
                  </a:lnTo>
                  <a:close/>
                </a:path>
                <a:path w="2372360" h="533400">
                  <a:moveTo>
                    <a:pt x="2236470" y="528827"/>
                  </a:moveTo>
                  <a:lnTo>
                    <a:pt x="2236470" y="524255"/>
                  </a:lnTo>
                  <a:lnTo>
                    <a:pt x="2232660" y="525779"/>
                  </a:lnTo>
                  <a:lnTo>
                    <a:pt x="2232660" y="528827"/>
                  </a:lnTo>
                  <a:lnTo>
                    <a:pt x="2236470" y="528827"/>
                  </a:lnTo>
                  <a:close/>
                </a:path>
                <a:path w="2372360" h="533400">
                  <a:moveTo>
                    <a:pt x="2366772" y="12191"/>
                  </a:moveTo>
                  <a:lnTo>
                    <a:pt x="2366772" y="9905"/>
                  </a:lnTo>
                  <a:lnTo>
                    <a:pt x="2355342" y="9905"/>
                  </a:lnTo>
                  <a:lnTo>
                    <a:pt x="2234184" y="131063"/>
                  </a:lnTo>
                  <a:lnTo>
                    <a:pt x="2236470" y="131063"/>
                  </a:lnTo>
                  <a:lnTo>
                    <a:pt x="2236470" y="136397"/>
                  </a:lnTo>
                  <a:lnTo>
                    <a:pt x="2241042" y="136397"/>
                  </a:lnTo>
                  <a:lnTo>
                    <a:pt x="2241042" y="137921"/>
                  </a:lnTo>
                  <a:lnTo>
                    <a:pt x="2366772" y="12191"/>
                  </a:lnTo>
                  <a:close/>
                </a:path>
                <a:path w="2372360" h="533400">
                  <a:moveTo>
                    <a:pt x="2363724" y="394715"/>
                  </a:moveTo>
                  <a:lnTo>
                    <a:pt x="2234184" y="524255"/>
                  </a:lnTo>
                  <a:lnTo>
                    <a:pt x="2236470" y="524255"/>
                  </a:lnTo>
                  <a:lnTo>
                    <a:pt x="2236470" y="528827"/>
                  </a:lnTo>
                  <a:lnTo>
                    <a:pt x="2241042" y="528827"/>
                  </a:lnTo>
                  <a:lnTo>
                    <a:pt x="2241042" y="530369"/>
                  </a:lnTo>
                  <a:lnTo>
                    <a:pt x="2362200" y="409899"/>
                  </a:lnTo>
                  <a:lnTo>
                    <a:pt x="2362200" y="397763"/>
                  </a:lnTo>
                  <a:lnTo>
                    <a:pt x="2363724" y="394715"/>
                  </a:lnTo>
                  <a:close/>
                </a:path>
                <a:path w="2372360" h="533400">
                  <a:moveTo>
                    <a:pt x="2370582" y="8381"/>
                  </a:moveTo>
                  <a:lnTo>
                    <a:pt x="2363724" y="1523"/>
                  </a:lnTo>
                  <a:lnTo>
                    <a:pt x="2355342" y="9905"/>
                  </a:lnTo>
                  <a:lnTo>
                    <a:pt x="2362200" y="9905"/>
                  </a:lnTo>
                  <a:lnTo>
                    <a:pt x="2362200" y="5333"/>
                  </a:lnTo>
                  <a:lnTo>
                    <a:pt x="2366772" y="9905"/>
                  </a:lnTo>
                  <a:lnTo>
                    <a:pt x="2366772" y="12191"/>
                  </a:lnTo>
                  <a:lnTo>
                    <a:pt x="2370582" y="8381"/>
                  </a:lnTo>
                  <a:close/>
                </a:path>
                <a:path w="2372360" h="533400">
                  <a:moveTo>
                    <a:pt x="2366772" y="9905"/>
                  </a:moveTo>
                  <a:lnTo>
                    <a:pt x="2362200" y="5333"/>
                  </a:lnTo>
                  <a:lnTo>
                    <a:pt x="2362200" y="9905"/>
                  </a:lnTo>
                  <a:lnTo>
                    <a:pt x="2366772" y="9905"/>
                  </a:lnTo>
                  <a:close/>
                </a:path>
                <a:path w="2372360" h="533400">
                  <a:moveTo>
                    <a:pt x="2370582" y="401565"/>
                  </a:moveTo>
                  <a:lnTo>
                    <a:pt x="2370582" y="8381"/>
                  </a:lnTo>
                  <a:lnTo>
                    <a:pt x="2362200" y="16763"/>
                  </a:lnTo>
                  <a:lnTo>
                    <a:pt x="2362200" y="396239"/>
                  </a:lnTo>
                  <a:lnTo>
                    <a:pt x="2363724" y="394715"/>
                  </a:lnTo>
                  <a:lnTo>
                    <a:pt x="2363724" y="408384"/>
                  </a:lnTo>
                  <a:lnTo>
                    <a:pt x="2370582" y="401565"/>
                  </a:lnTo>
                  <a:close/>
                </a:path>
                <a:path w="2372360" h="533400">
                  <a:moveTo>
                    <a:pt x="2363724" y="408384"/>
                  </a:moveTo>
                  <a:lnTo>
                    <a:pt x="2363724" y="394715"/>
                  </a:lnTo>
                  <a:lnTo>
                    <a:pt x="2362200" y="397763"/>
                  </a:lnTo>
                  <a:lnTo>
                    <a:pt x="2362200" y="409899"/>
                  </a:lnTo>
                  <a:lnTo>
                    <a:pt x="2363724" y="40838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99" y="3939539"/>
              <a:ext cx="2231898" cy="76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93898" y="3416046"/>
              <a:ext cx="130301" cy="524255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757428" y="3411474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6" y="4572"/>
                  </a:moveTo>
                  <a:lnTo>
                    <a:pt x="2372106" y="0"/>
                  </a:lnTo>
                  <a:lnTo>
                    <a:pt x="134111" y="0"/>
                  </a:lnTo>
                  <a:lnTo>
                    <a:pt x="0" y="133350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1" y="131063"/>
                  </a:lnTo>
                  <a:lnTo>
                    <a:pt x="9144" y="131063"/>
                  </a:lnTo>
                  <a:lnTo>
                    <a:pt x="135635" y="4572"/>
                  </a:lnTo>
                  <a:lnTo>
                    <a:pt x="2360676" y="4572"/>
                  </a:lnTo>
                  <a:lnTo>
                    <a:pt x="2363724" y="1523"/>
                  </a:lnTo>
                  <a:lnTo>
                    <a:pt x="2367153" y="4572"/>
                  </a:lnTo>
                  <a:lnTo>
                    <a:pt x="2372106" y="4572"/>
                  </a:lnTo>
                  <a:close/>
                </a:path>
                <a:path w="2372360" h="533400">
                  <a:moveTo>
                    <a:pt x="9144" y="131063"/>
                  </a:moveTo>
                  <a:lnTo>
                    <a:pt x="4571" y="131063"/>
                  </a:lnTo>
                  <a:lnTo>
                    <a:pt x="4571" y="135636"/>
                  </a:lnTo>
                  <a:lnTo>
                    <a:pt x="9144" y="131063"/>
                  </a:lnTo>
                  <a:close/>
                </a:path>
                <a:path w="2372360" h="533400">
                  <a:moveTo>
                    <a:pt x="2242566" y="528827"/>
                  </a:moveTo>
                  <a:lnTo>
                    <a:pt x="4572" y="528828"/>
                  </a:lnTo>
                  <a:lnTo>
                    <a:pt x="4572" y="533400"/>
                  </a:lnTo>
                  <a:lnTo>
                    <a:pt x="2237994" y="533399"/>
                  </a:lnTo>
                  <a:lnTo>
                    <a:pt x="2242566" y="528827"/>
                  </a:lnTo>
                  <a:close/>
                </a:path>
                <a:path w="2372360" h="533400">
                  <a:moveTo>
                    <a:pt x="2370582" y="400811"/>
                  </a:moveTo>
                  <a:lnTo>
                    <a:pt x="2370582" y="7619"/>
                  </a:lnTo>
                  <a:lnTo>
                    <a:pt x="2366758" y="11443"/>
                  </a:lnTo>
                  <a:lnTo>
                    <a:pt x="2366010" y="398525"/>
                  </a:lnTo>
                  <a:lnTo>
                    <a:pt x="2236470" y="528065"/>
                  </a:lnTo>
                  <a:lnTo>
                    <a:pt x="135635" y="528784"/>
                  </a:lnTo>
                  <a:lnTo>
                    <a:pt x="2242566" y="528827"/>
                  </a:lnTo>
                  <a:lnTo>
                    <a:pt x="2370582" y="400811"/>
                  </a:lnTo>
                  <a:close/>
                </a:path>
                <a:path w="2372360" h="533400">
                  <a:moveTo>
                    <a:pt x="2367153" y="4572"/>
                  </a:moveTo>
                  <a:lnTo>
                    <a:pt x="2363724" y="1523"/>
                  </a:lnTo>
                  <a:lnTo>
                    <a:pt x="2360676" y="4572"/>
                  </a:lnTo>
                  <a:lnTo>
                    <a:pt x="2367153" y="4572"/>
                  </a:lnTo>
                  <a:close/>
                </a:path>
                <a:path w="2372360" h="533400">
                  <a:moveTo>
                    <a:pt x="2370582" y="7619"/>
                  </a:moveTo>
                  <a:lnTo>
                    <a:pt x="2367153" y="4572"/>
                  </a:lnTo>
                  <a:lnTo>
                    <a:pt x="2366758" y="4572"/>
                  </a:lnTo>
                  <a:lnTo>
                    <a:pt x="2366758" y="11430"/>
                  </a:lnTo>
                  <a:lnTo>
                    <a:pt x="2370582" y="7619"/>
                  </a:lnTo>
                  <a:close/>
                </a:path>
                <a:path w="2372360" h="533400">
                  <a:moveTo>
                    <a:pt x="2372106" y="399287"/>
                  </a:moveTo>
                  <a:lnTo>
                    <a:pt x="2372106" y="4572"/>
                  </a:lnTo>
                  <a:lnTo>
                    <a:pt x="2367153" y="4572"/>
                  </a:lnTo>
                  <a:lnTo>
                    <a:pt x="2370582" y="7619"/>
                  </a:lnTo>
                  <a:lnTo>
                    <a:pt x="2370582" y="400811"/>
                  </a:lnTo>
                  <a:lnTo>
                    <a:pt x="2372106" y="399287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61999" y="3547110"/>
              <a:ext cx="2231898" cy="39319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93898" y="3416046"/>
              <a:ext cx="130301" cy="52425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1999" y="3416046"/>
              <a:ext cx="2362200" cy="131063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57427" y="3411474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6" y="399287"/>
                  </a:moveTo>
                  <a:lnTo>
                    <a:pt x="2372106" y="0"/>
                  </a:lnTo>
                  <a:lnTo>
                    <a:pt x="134112" y="0"/>
                  </a:lnTo>
                  <a:lnTo>
                    <a:pt x="0" y="133350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1064"/>
                  </a:lnTo>
                  <a:lnTo>
                    <a:pt x="16001" y="131064"/>
                  </a:lnTo>
                  <a:lnTo>
                    <a:pt x="135636" y="11430"/>
                  </a:lnTo>
                  <a:lnTo>
                    <a:pt x="135636" y="9144"/>
                  </a:lnTo>
                  <a:lnTo>
                    <a:pt x="139446" y="7619"/>
                  </a:lnTo>
                  <a:lnTo>
                    <a:pt x="139445" y="9144"/>
                  </a:lnTo>
                  <a:lnTo>
                    <a:pt x="2356104" y="9143"/>
                  </a:lnTo>
                  <a:lnTo>
                    <a:pt x="2363724" y="1523"/>
                  </a:lnTo>
                  <a:lnTo>
                    <a:pt x="2370582" y="7619"/>
                  </a:lnTo>
                  <a:lnTo>
                    <a:pt x="2370582" y="400811"/>
                  </a:lnTo>
                  <a:lnTo>
                    <a:pt x="2372106" y="399287"/>
                  </a:lnTo>
                  <a:close/>
                </a:path>
                <a:path w="2372360" h="533400">
                  <a:moveTo>
                    <a:pt x="16001" y="131064"/>
                  </a:moveTo>
                  <a:lnTo>
                    <a:pt x="4572" y="131064"/>
                  </a:lnTo>
                  <a:lnTo>
                    <a:pt x="4572" y="140208"/>
                  </a:lnTo>
                  <a:lnTo>
                    <a:pt x="8382" y="140208"/>
                  </a:lnTo>
                  <a:lnTo>
                    <a:pt x="8382" y="138684"/>
                  </a:lnTo>
                  <a:lnTo>
                    <a:pt x="9905" y="135636"/>
                  </a:lnTo>
                  <a:lnTo>
                    <a:pt x="9905" y="137160"/>
                  </a:lnTo>
                  <a:lnTo>
                    <a:pt x="16001" y="131064"/>
                  </a:lnTo>
                  <a:close/>
                </a:path>
                <a:path w="2372360" h="533400">
                  <a:moveTo>
                    <a:pt x="9906" y="523494"/>
                  </a:moveTo>
                  <a:lnTo>
                    <a:pt x="9905" y="140208"/>
                  </a:lnTo>
                  <a:lnTo>
                    <a:pt x="4572" y="140208"/>
                  </a:lnTo>
                  <a:lnTo>
                    <a:pt x="4572" y="523494"/>
                  </a:lnTo>
                  <a:lnTo>
                    <a:pt x="9906" y="523494"/>
                  </a:lnTo>
                  <a:close/>
                </a:path>
                <a:path w="2372360" h="533400">
                  <a:moveTo>
                    <a:pt x="2234184" y="523493"/>
                  </a:moveTo>
                  <a:lnTo>
                    <a:pt x="4572" y="523494"/>
                  </a:lnTo>
                  <a:lnTo>
                    <a:pt x="9906" y="528828"/>
                  </a:lnTo>
                  <a:lnTo>
                    <a:pt x="9905" y="533400"/>
                  </a:lnTo>
                  <a:lnTo>
                    <a:pt x="2231135" y="533399"/>
                  </a:lnTo>
                  <a:lnTo>
                    <a:pt x="2231135" y="528827"/>
                  </a:lnTo>
                  <a:lnTo>
                    <a:pt x="2232660" y="528827"/>
                  </a:lnTo>
                  <a:lnTo>
                    <a:pt x="2232660" y="525017"/>
                  </a:lnTo>
                  <a:lnTo>
                    <a:pt x="2234184" y="523493"/>
                  </a:lnTo>
                  <a:close/>
                </a:path>
                <a:path w="2372360" h="533400">
                  <a:moveTo>
                    <a:pt x="9905" y="533400"/>
                  </a:moveTo>
                  <a:lnTo>
                    <a:pt x="9906" y="528828"/>
                  </a:lnTo>
                  <a:lnTo>
                    <a:pt x="4572" y="523494"/>
                  </a:lnTo>
                  <a:lnTo>
                    <a:pt x="4572" y="533400"/>
                  </a:lnTo>
                  <a:lnTo>
                    <a:pt x="9905" y="533400"/>
                  </a:lnTo>
                  <a:close/>
                </a:path>
                <a:path w="2372360" h="533400">
                  <a:moveTo>
                    <a:pt x="9905" y="137160"/>
                  </a:moveTo>
                  <a:lnTo>
                    <a:pt x="9905" y="135636"/>
                  </a:lnTo>
                  <a:lnTo>
                    <a:pt x="8382" y="138684"/>
                  </a:lnTo>
                  <a:lnTo>
                    <a:pt x="9905" y="137160"/>
                  </a:lnTo>
                  <a:close/>
                </a:path>
                <a:path w="2372360" h="533400">
                  <a:moveTo>
                    <a:pt x="2234184" y="131063"/>
                  </a:moveTo>
                  <a:lnTo>
                    <a:pt x="16001" y="131064"/>
                  </a:lnTo>
                  <a:lnTo>
                    <a:pt x="8382" y="138684"/>
                  </a:lnTo>
                  <a:lnTo>
                    <a:pt x="8382" y="140208"/>
                  </a:lnTo>
                  <a:lnTo>
                    <a:pt x="2231135" y="140207"/>
                  </a:lnTo>
                  <a:lnTo>
                    <a:pt x="2231135" y="135635"/>
                  </a:lnTo>
                  <a:lnTo>
                    <a:pt x="2232660" y="135635"/>
                  </a:lnTo>
                  <a:lnTo>
                    <a:pt x="2232660" y="132587"/>
                  </a:lnTo>
                  <a:lnTo>
                    <a:pt x="2234184" y="131063"/>
                  </a:lnTo>
                  <a:close/>
                </a:path>
                <a:path w="2372360" h="533400">
                  <a:moveTo>
                    <a:pt x="139446" y="7619"/>
                  </a:moveTo>
                  <a:lnTo>
                    <a:pt x="135636" y="9144"/>
                  </a:lnTo>
                  <a:lnTo>
                    <a:pt x="137921" y="9144"/>
                  </a:lnTo>
                  <a:lnTo>
                    <a:pt x="139446" y="7619"/>
                  </a:lnTo>
                  <a:close/>
                </a:path>
                <a:path w="2372360" h="533400">
                  <a:moveTo>
                    <a:pt x="137921" y="9144"/>
                  </a:moveTo>
                  <a:lnTo>
                    <a:pt x="135636" y="9144"/>
                  </a:lnTo>
                  <a:lnTo>
                    <a:pt x="135636" y="11430"/>
                  </a:lnTo>
                  <a:lnTo>
                    <a:pt x="137921" y="9144"/>
                  </a:lnTo>
                  <a:close/>
                </a:path>
                <a:path w="2372360" h="533400">
                  <a:moveTo>
                    <a:pt x="139445" y="9144"/>
                  </a:moveTo>
                  <a:lnTo>
                    <a:pt x="139446" y="7619"/>
                  </a:lnTo>
                  <a:lnTo>
                    <a:pt x="137921" y="9144"/>
                  </a:lnTo>
                  <a:lnTo>
                    <a:pt x="139445" y="9144"/>
                  </a:lnTo>
                  <a:close/>
                </a:path>
                <a:path w="2372360" h="533400">
                  <a:moveTo>
                    <a:pt x="2241042" y="137159"/>
                  </a:moveTo>
                  <a:lnTo>
                    <a:pt x="2241042" y="135635"/>
                  </a:lnTo>
                  <a:lnTo>
                    <a:pt x="2231135" y="135635"/>
                  </a:lnTo>
                  <a:lnTo>
                    <a:pt x="2231135" y="140207"/>
                  </a:lnTo>
                  <a:lnTo>
                    <a:pt x="2237994" y="140207"/>
                  </a:lnTo>
                  <a:lnTo>
                    <a:pt x="2241042" y="137159"/>
                  </a:lnTo>
                  <a:close/>
                </a:path>
                <a:path w="2372360" h="533400">
                  <a:moveTo>
                    <a:pt x="2241042" y="516635"/>
                  </a:moveTo>
                  <a:lnTo>
                    <a:pt x="2241042" y="137159"/>
                  </a:lnTo>
                  <a:lnTo>
                    <a:pt x="2237994" y="140207"/>
                  </a:lnTo>
                  <a:lnTo>
                    <a:pt x="2231135" y="140207"/>
                  </a:lnTo>
                  <a:lnTo>
                    <a:pt x="2231135" y="523493"/>
                  </a:lnTo>
                  <a:lnTo>
                    <a:pt x="2234184" y="523493"/>
                  </a:lnTo>
                  <a:lnTo>
                    <a:pt x="2241042" y="516635"/>
                  </a:lnTo>
                  <a:close/>
                </a:path>
                <a:path w="2372360" h="533400">
                  <a:moveTo>
                    <a:pt x="2241042" y="530351"/>
                  </a:moveTo>
                  <a:lnTo>
                    <a:pt x="2241042" y="528827"/>
                  </a:lnTo>
                  <a:lnTo>
                    <a:pt x="2231135" y="528827"/>
                  </a:lnTo>
                  <a:lnTo>
                    <a:pt x="2231135" y="533399"/>
                  </a:lnTo>
                  <a:lnTo>
                    <a:pt x="2237994" y="533399"/>
                  </a:lnTo>
                  <a:lnTo>
                    <a:pt x="2241042" y="530351"/>
                  </a:lnTo>
                  <a:close/>
                </a:path>
                <a:path w="2372360" h="533400">
                  <a:moveTo>
                    <a:pt x="2236470" y="131063"/>
                  </a:moveTo>
                  <a:lnTo>
                    <a:pt x="2234184" y="131063"/>
                  </a:lnTo>
                  <a:lnTo>
                    <a:pt x="2232660" y="132587"/>
                  </a:lnTo>
                  <a:lnTo>
                    <a:pt x="2236470" y="131063"/>
                  </a:lnTo>
                  <a:close/>
                </a:path>
                <a:path w="2372360" h="533400">
                  <a:moveTo>
                    <a:pt x="2236470" y="135635"/>
                  </a:moveTo>
                  <a:lnTo>
                    <a:pt x="2236470" y="131063"/>
                  </a:lnTo>
                  <a:lnTo>
                    <a:pt x="2232660" y="132587"/>
                  </a:lnTo>
                  <a:lnTo>
                    <a:pt x="2232660" y="135635"/>
                  </a:lnTo>
                  <a:lnTo>
                    <a:pt x="2236470" y="135635"/>
                  </a:lnTo>
                  <a:close/>
                </a:path>
                <a:path w="2372360" h="533400">
                  <a:moveTo>
                    <a:pt x="2236470" y="523493"/>
                  </a:moveTo>
                  <a:lnTo>
                    <a:pt x="2234184" y="523493"/>
                  </a:lnTo>
                  <a:lnTo>
                    <a:pt x="2232660" y="525017"/>
                  </a:lnTo>
                  <a:lnTo>
                    <a:pt x="2236470" y="523493"/>
                  </a:lnTo>
                  <a:close/>
                </a:path>
                <a:path w="2372360" h="533400">
                  <a:moveTo>
                    <a:pt x="2236470" y="528827"/>
                  </a:moveTo>
                  <a:lnTo>
                    <a:pt x="2236470" y="523493"/>
                  </a:lnTo>
                  <a:lnTo>
                    <a:pt x="2232660" y="525017"/>
                  </a:lnTo>
                  <a:lnTo>
                    <a:pt x="2232660" y="528827"/>
                  </a:lnTo>
                  <a:lnTo>
                    <a:pt x="2236470" y="528827"/>
                  </a:lnTo>
                  <a:close/>
                </a:path>
                <a:path w="2372360" h="533400">
                  <a:moveTo>
                    <a:pt x="2366772" y="11429"/>
                  </a:moveTo>
                  <a:lnTo>
                    <a:pt x="2366772" y="9143"/>
                  </a:lnTo>
                  <a:lnTo>
                    <a:pt x="2356104" y="9143"/>
                  </a:lnTo>
                  <a:lnTo>
                    <a:pt x="2234184" y="131063"/>
                  </a:lnTo>
                  <a:lnTo>
                    <a:pt x="2236470" y="131063"/>
                  </a:lnTo>
                  <a:lnTo>
                    <a:pt x="2236470" y="135635"/>
                  </a:lnTo>
                  <a:lnTo>
                    <a:pt x="2241042" y="135635"/>
                  </a:lnTo>
                  <a:lnTo>
                    <a:pt x="2241042" y="137159"/>
                  </a:lnTo>
                  <a:lnTo>
                    <a:pt x="2366772" y="11429"/>
                  </a:lnTo>
                  <a:close/>
                </a:path>
                <a:path w="2372360" h="533400">
                  <a:moveTo>
                    <a:pt x="2363724" y="393953"/>
                  </a:moveTo>
                  <a:lnTo>
                    <a:pt x="2234184" y="523493"/>
                  </a:lnTo>
                  <a:lnTo>
                    <a:pt x="2236470" y="523493"/>
                  </a:lnTo>
                  <a:lnTo>
                    <a:pt x="2236470" y="528827"/>
                  </a:lnTo>
                  <a:lnTo>
                    <a:pt x="2241042" y="528827"/>
                  </a:lnTo>
                  <a:lnTo>
                    <a:pt x="2241042" y="530351"/>
                  </a:lnTo>
                  <a:lnTo>
                    <a:pt x="2362200" y="409193"/>
                  </a:lnTo>
                  <a:lnTo>
                    <a:pt x="2362200" y="397763"/>
                  </a:lnTo>
                  <a:lnTo>
                    <a:pt x="2363724" y="393953"/>
                  </a:lnTo>
                  <a:close/>
                </a:path>
                <a:path w="2372360" h="533400">
                  <a:moveTo>
                    <a:pt x="2370582" y="7619"/>
                  </a:moveTo>
                  <a:lnTo>
                    <a:pt x="2363724" y="1523"/>
                  </a:lnTo>
                  <a:lnTo>
                    <a:pt x="2356104" y="9143"/>
                  </a:lnTo>
                  <a:lnTo>
                    <a:pt x="2362200" y="9143"/>
                  </a:lnTo>
                  <a:lnTo>
                    <a:pt x="2362200" y="4571"/>
                  </a:lnTo>
                  <a:lnTo>
                    <a:pt x="2366772" y="9143"/>
                  </a:lnTo>
                  <a:lnTo>
                    <a:pt x="2366772" y="11429"/>
                  </a:lnTo>
                  <a:lnTo>
                    <a:pt x="2370582" y="7619"/>
                  </a:lnTo>
                  <a:close/>
                </a:path>
                <a:path w="2372360" h="533400">
                  <a:moveTo>
                    <a:pt x="2366772" y="9143"/>
                  </a:moveTo>
                  <a:lnTo>
                    <a:pt x="2362200" y="4571"/>
                  </a:lnTo>
                  <a:lnTo>
                    <a:pt x="2362200" y="9143"/>
                  </a:lnTo>
                  <a:lnTo>
                    <a:pt x="2366772" y="9143"/>
                  </a:lnTo>
                  <a:close/>
                </a:path>
                <a:path w="2372360" h="533400">
                  <a:moveTo>
                    <a:pt x="2370582" y="400811"/>
                  </a:moveTo>
                  <a:lnTo>
                    <a:pt x="2370582" y="7619"/>
                  </a:lnTo>
                  <a:lnTo>
                    <a:pt x="2362200" y="16001"/>
                  </a:lnTo>
                  <a:lnTo>
                    <a:pt x="2362200" y="395477"/>
                  </a:lnTo>
                  <a:lnTo>
                    <a:pt x="2363724" y="393953"/>
                  </a:lnTo>
                  <a:lnTo>
                    <a:pt x="2363724" y="407669"/>
                  </a:lnTo>
                  <a:lnTo>
                    <a:pt x="2370582" y="400811"/>
                  </a:lnTo>
                  <a:close/>
                </a:path>
                <a:path w="2372360" h="533400">
                  <a:moveTo>
                    <a:pt x="2363724" y="407669"/>
                  </a:moveTo>
                  <a:lnTo>
                    <a:pt x="2363724" y="393953"/>
                  </a:lnTo>
                  <a:lnTo>
                    <a:pt x="2362200" y="397763"/>
                  </a:lnTo>
                  <a:lnTo>
                    <a:pt x="2362200" y="409193"/>
                  </a:lnTo>
                  <a:lnTo>
                    <a:pt x="2363724" y="407669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99" y="3514344"/>
              <a:ext cx="2231898" cy="761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3898" y="2991612"/>
              <a:ext cx="130301" cy="52349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757428" y="2986277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6" y="5334"/>
                  </a:moveTo>
                  <a:lnTo>
                    <a:pt x="2372106" y="0"/>
                  </a:lnTo>
                  <a:lnTo>
                    <a:pt x="134112" y="0"/>
                  </a:lnTo>
                  <a:lnTo>
                    <a:pt x="0" y="134112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1" y="131063"/>
                  </a:lnTo>
                  <a:lnTo>
                    <a:pt x="9144" y="131063"/>
                  </a:lnTo>
                  <a:lnTo>
                    <a:pt x="134874" y="5334"/>
                  </a:lnTo>
                  <a:lnTo>
                    <a:pt x="2359913" y="5334"/>
                  </a:lnTo>
                  <a:lnTo>
                    <a:pt x="2363724" y="1523"/>
                  </a:lnTo>
                  <a:lnTo>
                    <a:pt x="2367534" y="5334"/>
                  </a:lnTo>
                  <a:lnTo>
                    <a:pt x="2372106" y="5334"/>
                  </a:lnTo>
                  <a:close/>
                </a:path>
                <a:path w="2372360" h="533400">
                  <a:moveTo>
                    <a:pt x="9144" y="131063"/>
                  </a:moveTo>
                  <a:lnTo>
                    <a:pt x="4571" y="131063"/>
                  </a:lnTo>
                  <a:lnTo>
                    <a:pt x="4571" y="135636"/>
                  </a:lnTo>
                  <a:lnTo>
                    <a:pt x="9144" y="131063"/>
                  </a:lnTo>
                  <a:close/>
                </a:path>
                <a:path w="2372360" h="533400">
                  <a:moveTo>
                    <a:pt x="2242592" y="528827"/>
                  </a:moveTo>
                  <a:lnTo>
                    <a:pt x="4572" y="528828"/>
                  </a:lnTo>
                  <a:lnTo>
                    <a:pt x="4572" y="533400"/>
                  </a:lnTo>
                  <a:lnTo>
                    <a:pt x="2237994" y="533399"/>
                  </a:lnTo>
                  <a:lnTo>
                    <a:pt x="2242592" y="528827"/>
                  </a:lnTo>
                  <a:close/>
                </a:path>
                <a:path w="2372360" h="533400">
                  <a:moveTo>
                    <a:pt x="2370582" y="401565"/>
                  </a:moveTo>
                  <a:lnTo>
                    <a:pt x="2370582" y="8381"/>
                  </a:lnTo>
                  <a:lnTo>
                    <a:pt x="2366758" y="12205"/>
                  </a:lnTo>
                  <a:lnTo>
                    <a:pt x="2366010" y="398525"/>
                  </a:lnTo>
                  <a:lnTo>
                    <a:pt x="2236470" y="528066"/>
                  </a:lnTo>
                  <a:lnTo>
                    <a:pt x="134874" y="528785"/>
                  </a:lnTo>
                  <a:lnTo>
                    <a:pt x="2242592" y="528827"/>
                  </a:lnTo>
                  <a:lnTo>
                    <a:pt x="2370582" y="401565"/>
                  </a:lnTo>
                  <a:close/>
                </a:path>
                <a:path w="2372360" h="533400">
                  <a:moveTo>
                    <a:pt x="2367534" y="5334"/>
                  </a:moveTo>
                  <a:lnTo>
                    <a:pt x="2363724" y="1523"/>
                  </a:lnTo>
                  <a:lnTo>
                    <a:pt x="2359913" y="5334"/>
                  </a:lnTo>
                  <a:lnTo>
                    <a:pt x="2367534" y="5334"/>
                  </a:lnTo>
                  <a:close/>
                </a:path>
                <a:path w="2372360" h="533400">
                  <a:moveTo>
                    <a:pt x="2370582" y="8381"/>
                  </a:moveTo>
                  <a:lnTo>
                    <a:pt x="2367534" y="5334"/>
                  </a:lnTo>
                  <a:lnTo>
                    <a:pt x="2366758" y="5334"/>
                  </a:lnTo>
                  <a:lnTo>
                    <a:pt x="2366758" y="12192"/>
                  </a:lnTo>
                  <a:lnTo>
                    <a:pt x="2370582" y="8381"/>
                  </a:lnTo>
                  <a:close/>
                </a:path>
                <a:path w="2372360" h="533400">
                  <a:moveTo>
                    <a:pt x="2372106" y="400049"/>
                  </a:moveTo>
                  <a:lnTo>
                    <a:pt x="2372106" y="5334"/>
                  </a:lnTo>
                  <a:lnTo>
                    <a:pt x="2367534" y="5334"/>
                  </a:lnTo>
                  <a:lnTo>
                    <a:pt x="2370582" y="8381"/>
                  </a:lnTo>
                  <a:lnTo>
                    <a:pt x="2370582" y="401565"/>
                  </a:lnTo>
                  <a:lnTo>
                    <a:pt x="2372106" y="400049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61999" y="3121914"/>
              <a:ext cx="2231898" cy="39319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93898" y="2991612"/>
              <a:ext cx="130301" cy="52349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1999" y="2991612"/>
              <a:ext cx="2362199" cy="130301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757427" y="2986278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6" y="400049"/>
                  </a:moveTo>
                  <a:lnTo>
                    <a:pt x="2372106" y="0"/>
                  </a:lnTo>
                  <a:lnTo>
                    <a:pt x="134112" y="0"/>
                  </a:lnTo>
                  <a:lnTo>
                    <a:pt x="0" y="134112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1064"/>
                  </a:lnTo>
                  <a:lnTo>
                    <a:pt x="16764" y="131064"/>
                  </a:lnTo>
                  <a:lnTo>
                    <a:pt x="135636" y="12192"/>
                  </a:lnTo>
                  <a:lnTo>
                    <a:pt x="135636" y="9906"/>
                  </a:lnTo>
                  <a:lnTo>
                    <a:pt x="139446" y="8382"/>
                  </a:lnTo>
                  <a:lnTo>
                    <a:pt x="139445" y="9906"/>
                  </a:lnTo>
                  <a:lnTo>
                    <a:pt x="2355342" y="9905"/>
                  </a:lnTo>
                  <a:lnTo>
                    <a:pt x="2363724" y="1523"/>
                  </a:lnTo>
                  <a:lnTo>
                    <a:pt x="2370582" y="8381"/>
                  </a:lnTo>
                  <a:lnTo>
                    <a:pt x="2370582" y="401565"/>
                  </a:lnTo>
                  <a:lnTo>
                    <a:pt x="2372106" y="400049"/>
                  </a:lnTo>
                  <a:close/>
                </a:path>
                <a:path w="2372360" h="533400">
                  <a:moveTo>
                    <a:pt x="16764" y="131064"/>
                  </a:moveTo>
                  <a:lnTo>
                    <a:pt x="4572" y="131064"/>
                  </a:lnTo>
                  <a:lnTo>
                    <a:pt x="4572" y="140970"/>
                  </a:lnTo>
                  <a:lnTo>
                    <a:pt x="8382" y="140970"/>
                  </a:lnTo>
                  <a:lnTo>
                    <a:pt x="8382" y="139446"/>
                  </a:lnTo>
                  <a:lnTo>
                    <a:pt x="9905" y="135636"/>
                  </a:lnTo>
                  <a:lnTo>
                    <a:pt x="9905" y="137922"/>
                  </a:lnTo>
                  <a:lnTo>
                    <a:pt x="16764" y="131064"/>
                  </a:lnTo>
                  <a:close/>
                </a:path>
                <a:path w="2372360" h="533400">
                  <a:moveTo>
                    <a:pt x="9905" y="524256"/>
                  </a:moveTo>
                  <a:lnTo>
                    <a:pt x="9905" y="140970"/>
                  </a:lnTo>
                  <a:lnTo>
                    <a:pt x="4572" y="140970"/>
                  </a:lnTo>
                  <a:lnTo>
                    <a:pt x="4572" y="524256"/>
                  </a:lnTo>
                  <a:lnTo>
                    <a:pt x="9905" y="524256"/>
                  </a:lnTo>
                  <a:close/>
                </a:path>
                <a:path w="2372360" h="533400">
                  <a:moveTo>
                    <a:pt x="2234184" y="524255"/>
                  </a:moveTo>
                  <a:lnTo>
                    <a:pt x="4572" y="524256"/>
                  </a:lnTo>
                  <a:lnTo>
                    <a:pt x="9905" y="528828"/>
                  </a:lnTo>
                  <a:lnTo>
                    <a:pt x="9906" y="533400"/>
                  </a:lnTo>
                  <a:lnTo>
                    <a:pt x="2231135" y="533399"/>
                  </a:lnTo>
                  <a:lnTo>
                    <a:pt x="2231135" y="528827"/>
                  </a:lnTo>
                  <a:lnTo>
                    <a:pt x="2232660" y="528827"/>
                  </a:lnTo>
                  <a:lnTo>
                    <a:pt x="2232660" y="525779"/>
                  </a:lnTo>
                  <a:lnTo>
                    <a:pt x="2234184" y="524255"/>
                  </a:lnTo>
                  <a:close/>
                </a:path>
                <a:path w="2372360" h="533400">
                  <a:moveTo>
                    <a:pt x="9906" y="533400"/>
                  </a:moveTo>
                  <a:lnTo>
                    <a:pt x="9905" y="528828"/>
                  </a:lnTo>
                  <a:lnTo>
                    <a:pt x="4572" y="524256"/>
                  </a:lnTo>
                  <a:lnTo>
                    <a:pt x="4572" y="533400"/>
                  </a:lnTo>
                  <a:lnTo>
                    <a:pt x="9906" y="533400"/>
                  </a:lnTo>
                  <a:close/>
                </a:path>
                <a:path w="2372360" h="533400">
                  <a:moveTo>
                    <a:pt x="9905" y="137922"/>
                  </a:moveTo>
                  <a:lnTo>
                    <a:pt x="9905" y="135636"/>
                  </a:lnTo>
                  <a:lnTo>
                    <a:pt x="8382" y="139446"/>
                  </a:lnTo>
                  <a:lnTo>
                    <a:pt x="9905" y="137922"/>
                  </a:lnTo>
                  <a:close/>
                </a:path>
                <a:path w="2372360" h="533400">
                  <a:moveTo>
                    <a:pt x="2234184" y="131063"/>
                  </a:moveTo>
                  <a:lnTo>
                    <a:pt x="16764" y="131064"/>
                  </a:lnTo>
                  <a:lnTo>
                    <a:pt x="8382" y="139446"/>
                  </a:lnTo>
                  <a:lnTo>
                    <a:pt x="8382" y="140970"/>
                  </a:lnTo>
                  <a:lnTo>
                    <a:pt x="2231135" y="140969"/>
                  </a:lnTo>
                  <a:lnTo>
                    <a:pt x="2231135" y="135635"/>
                  </a:lnTo>
                  <a:lnTo>
                    <a:pt x="2232660" y="135635"/>
                  </a:lnTo>
                  <a:lnTo>
                    <a:pt x="2232660" y="132587"/>
                  </a:lnTo>
                  <a:lnTo>
                    <a:pt x="2234184" y="131063"/>
                  </a:lnTo>
                  <a:close/>
                </a:path>
                <a:path w="2372360" h="533400">
                  <a:moveTo>
                    <a:pt x="139446" y="8382"/>
                  </a:moveTo>
                  <a:lnTo>
                    <a:pt x="135636" y="9906"/>
                  </a:lnTo>
                  <a:lnTo>
                    <a:pt x="137921" y="9906"/>
                  </a:lnTo>
                  <a:lnTo>
                    <a:pt x="139446" y="8382"/>
                  </a:lnTo>
                  <a:close/>
                </a:path>
                <a:path w="2372360" h="533400">
                  <a:moveTo>
                    <a:pt x="137921" y="9906"/>
                  </a:moveTo>
                  <a:lnTo>
                    <a:pt x="135636" y="9906"/>
                  </a:lnTo>
                  <a:lnTo>
                    <a:pt x="135636" y="12192"/>
                  </a:lnTo>
                  <a:lnTo>
                    <a:pt x="137921" y="9906"/>
                  </a:lnTo>
                  <a:close/>
                </a:path>
                <a:path w="2372360" h="533400">
                  <a:moveTo>
                    <a:pt x="139445" y="9906"/>
                  </a:moveTo>
                  <a:lnTo>
                    <a:pt x="139446" y="8382"/>
                  </a:lnTo>
                  <a:lnTo>
                    <a:pt x="137921" y="9906"/>
                  </a:lnTo>
                  <a:lnTo>
                    <a:pt x="139445" y="9906"/>
                  </a:lnTo>
                  <a:close/>
                </a:path>
                <a:path w="2372360" h="533400">
                  <a:moveTo>
                    <a:pt x="2241042" y="137921"/>
                  </a:moveTo>
                  <a:lnTo>
                    <a:pt x="2241042" y="135635"/>
                  </a:lnTo>
                  <a:lnTo>
                    <a:pt x="2231135" y="135635"/>
                  </a:lnTo>
                  <a:lnTo>
                    <a:pt x="2231135" y="140969"/>
                  </a:lnTo>
                  <a:lnTo>
                    <a:pt x="2237994" y="140969"/>
                  </a:lnTo>
                  <a:lnTo>
                    <a:pt x="2241042" y="137921"/>
                  </a:lnTo>
                  <a:close/>
                </a:path>
                <a:path w="2372360" h="533400">
                  <a:moveTo>
                    <a:pt x="2241042" y="517397"/>
                  </a:moveTo>
                  <a:lnTo>
                    <a:pt x="2241042" y="137921"/>
                  </a:lnTo>
                  <a:lnTo>
                    <a:pt x="2237994" y="140969"/>
                  </a:lnTo>
                  <a:lnTo>
                    <a:pt x="2231135" y="140969"/>
                  </a:lnTo>
                  <a:lnTo>
                    <a:pt x="2231135" y="524255"/>
                  </a:lnTo>
                  <a:lnTo>
                    <a:pt x="2234184" y="524255"/>
                  </a:lnTo>
                  <a:lnTo>
                    <a:pt x="2241042" y="517397"/>
                  </a:lnTo>
                  <a:close/>
                </a:path>
                <a:path w="2372360" h="533400">
                  <a:moveTo>
                    <a:pt x="2241042" y="530369"/>
                  </a:moveTo>
                  <a:lnTo>
                    <a:pt x="2241042" y="528827"/>
                  </a:lnTo>
                  <a:lnTo>
                    <a:pt x="2231135" y="528827"/>
                  </a:lnTo>
                  <a:lnTo>
                    <a:pt x="2231135" y="533399"/>
                  </a:lnTo>
                  <a:lnTo>
                    <a:pt x="2237994" y="533399"/>
                  </a:lnTo>
                  <a:lnTo>
                    <a:pt x="2241042" y="530369"/>
                  </a:lnTo>
                  <a:close/>
                </a:path>
                <a:path w="2372360" h="533400">
                  <a:moveTo>
                    <a:pt x="2236470" y="131063"/>
                  </a:moveTo>
                  <a:lnTo>
                    <a:pt x="2234184" y="131063"/>
                  </a:lnTo>
                  <a:lnTo>
                    <a:pt x="2232660" y="132587"/>
                  </a:lnTo>
                  <a:lnTo>
                    <a:pt x="2236470" y="131063"/>
                  </a:lnTo>
                  <a:close/>
                </a:path>
                <a:path w="2372360" h="533400">
                  <a:moveTo>
                    <a:pt x="2236470" y="135635"/>
                  </a:moveTo>
                  <a:lnTo>
                    <a:pt x="2236470" y="131063"/>
                  </a:lnTo>
                  <a:lnTo>
                    <a:pt x="2232660" y="132587"/>
                  </a:lnTo>
                  <a:lnTo>
                    <a:pt x="2232660" y="135635"/>
                  </a:lnTo>
                  <a:lnTo>
                    <a:pt x="2236470" y="135635"/>
                  </a:lnTo>
                  <a:close/>
                </a:path>
                <a:path w="2372360" h="533400">
                  <a:moveTo>
                    <a:pt x="2236470" y="524255"/>
                  </a:moveTo>
                  <a:lnTo>
                    <a:pt x="2234184" y="524255"/>
                  </a:lnTo>
                  <a:lnTo>
                    <a:pt x="2232660" y="525779"/>
                  </a:lnTo>
                  <a:lnTo>
                    <a:pt x="2236470" y="524255"/>
                  </a:lnTo>
                  <a:close/>
                </a:path>
                <a:path w="2372360" h="533400">
                  <a:moveTo>
                    <a:pt x="2236470" y="528827"/>
                  </a:moveTo>
                  <a:lnTo>
                    <a:pt x="2236470" y="524255"/>
                  </a:lnTo>
                  <a:lnTo>
                    <a:pt x="2232660" y="525779"/>
                  </a:lnTo>
                  <a:lnTo>
                    <a:pt x="2232660" y="528827"/>
                  </a:lnTo>
                  <a:lnTo>
                    <a:pt x="2236470" y="528827"/>
                  </a:lnTo>
                  <a:close/>
                </a:path>
                <a:path w="2372360" h="533400">
                  <a:moveTo>
                    <a:pt x="2366772" y="12191"/>
                  </a:moveTo>
                  <a:lnTo>
                    <a:pt x="2366772" y="9905"/>
                  </a:lnTo>
                  <a:lnTo>
                    <a:pt x="2355342" y="9905"/>
                  </a:lnTo>
                  <a:lnTo>
                    <a:pt x="2234184" y="131063"/>
                  </a:lnTo>
                  <a:lnTo>
                    <a:pt x="2236470" y="131063"/>
                  </a:lnTo>
                  <a:lnTo>
                    <a:pt x="2236470" y="135635"/>
                  </a:lnTo>
                  <a:lnTo>
                    <a:pt x="2241042" y="135635"/>
                  </a:lnTo>
                  <a:lnTo>
                    <a:pt x="2241042" y="137921"/>
                  </a:lnTo>
                  <a:lnTo>
                    <a:pt x="2366772" y="12191"/>
                  </a:lnTo>
                  <a:close/>
                </a:path>
                <a:path w="2372360" h="533400">
                  <a:moveTo>
                    <a:pt x="2363724" y="394715"/>
                  </a:moveTo>
                  <a:lnTo>
                    <a:pt x="2234184" y="524255"/>
                  </a:lnTo>
                  <a:lnTo>
                    <a:pt x="2236470" y="524255"/>
                  </a:lnTo>
                  <a:lnTo>
                    <a:pt x="2236470" y="528827"/>
                  </a:lnTo>
                  <a:lnTo>
                    <a:pt x="2241042" y="528827"/>
                  </a:lnTo>
                  <a:lnTo>
                    <a:pt x="2241042" y="530369"/>
                  </a:lnTo>
                  <a:lnTo>
                    <a:pt x="2362200" y="409899"/>
                  </a:lnTo>
                  <a:lnTo>
                    <a:pt x="2362200" y="397763"/>
                  </a:lnTo>
                  <a:lnTo>
                    <a:pt x="2363724" y="394715"/>
                  </a:lnTo>
                  <a:close/>
                </a:path>
                <a:path w="2372360" h="533400">
                  <a:moveTo>
                    <a:pt x="2370582" y="8381"/>
                  </a:moveTo>
                  <a:lnTo>
                    <a:pt x="2363724" y="1523"/>
                  </a:lnTo>
                  <a:lnTo>
                    <a:pt x="2355342" y="9905"/>
                  </a:lnTo>
                  <a:lnTo>
                    <a:pt x="2362200" y="9905"/>
                  </a:lnTo>
                  <a:lnTo>
                    <a:pt x="2362200" y="5333"/>
                  </a:lnTo>
                  <a:lnTo>
                    <a:pt x="2366772" y="9905"/>
                  </a:lnTo>
                  <a:lnTo>
                    <a:pt x="2366772" y="12191"/>
                  </a:lnTo>
                  <a:lnTo>
                    <a:pt x="2370582" y="8381"/>
                  </a:lnTo>
                  <a:close/>
                </a:path>
                <a:path w="2372360" h="533400">
                  <a:moveTo>
                    <a:pt x="2366772" y="9905"/>
                  </a:moveTo>
                  <a:lnTo>
                    <a:pt x="2362200" y="5333"/>
                  </a:lnTo>
                  <a:lnTo>
                    <a:pt x="2362200" y="9905"/>
                  </a:lnTo>
                  <a:lnTo>
                    <a:pt x="2366772" y="9905"/>
                  </a:lnTo>
                  <a:close/>
                </a:path>
                <a:path w="2372360" h="533400">
                  <a:moveTo>
                    <a:pt x="2370582" y="401565"/>
                  </a:moveTo>
                  <a:lnTo>
                    <a:pt x="2370582" y="8381"/>
                  </a:lnTo>
                  <a:lnTo>
                    <a:pt x="2362200" y="16763"/>
                  </a:lnTo>
                  <a:lnTo>
                    <a:pt x="2362200" y="396239"/>
                  </a:lnTo>
                  <a:lnTo>
                    <a:pt x="2363724" y="394715"/>
                  </a:lnTo>
                  <a:lnTo>
                    <a:pt x="2363724" y="408384"/>
                  </a:lnTo>
                  <a:lnTo>
                    <a:pt x="2370582" y="401565"/>
                  </a:lnTo>
                  <a:close/>
                </a:path>
                <a:path w="2372360" h="533400">
                  <a:moveTo>
                    <a:pt x="2363724" y="408384"/>
                  </a:moveTo>
                  <a:lnTo>
                    <a:pt x="2363724" y="394715"/>
                  </a:lnTo>
                  <a:lnTo>
                    <a:pt x="2362200" y="397763"/>
                  </a:lnTo>
                  <a:lnTo>
                    <a:pt x="2362200" y="409899"/>
                  </a:lnTo>
                  <a:lnTo>
                    <a:pt x="2363724" y="40838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99" y="3105150"/>
              <a:ext cx="2231898" cy="761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3898" y="2582418"/>
              <a:ext cx="130301" cy="523494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757428" y="2577845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6" y="4572"/>
                  </a:moveTo>
                  <a:lnTo>
                    <a:pt x="2372106" y="0"/>
                  </a:lnTo>
                  <a:lnTo>
                    <a:pt x="134112" y="0"/>
                  </a:lnTo>
                  <a:lnTo>
                    <a:pt x="0" y="133350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1" y="131063"/>
                  </a:lnTo>
                  <a:lnTo>
                    <a:pt x="9143" y="131063"/>
                  </a:lnTo>
                  <a:lnTo>
                    <a:pt x="135636" y="4572"/>
                  </a:lnTo>
                  <a:lnTo>
                    <a:pt x="2360658" y="4572"/>
                  </a:lnTo>
                  <a:lnTo>
                    <a:pt x="2363724" y="1523"/>
                  </a:lnTo>
                  <a:lnTo>
                    <a:pt x="2367153" y="4572"/>
                  </a:lnTo>
                  <a:lnTo>
                    <a:pt x="2372106" y="4572"/>
                  </a:lnTo>
                  <a:close/>
                </a:path>
                <a:path w="2372360" h="533400">
                  <a:moveTo>
                    <a:pt x="9143" y="131063"/>
                  </a:moveTo>
                  <a:lnTo>
                    <a:pt x="4571" y="131063"/>
                  </a:lnTo>
                  <a:lnTo>
                    <a:pt x="4571" y="135635"/>
                  </a:lnTo>
                  <a:lnTo>
                    <a:pt x="9143" y="131063"/>
                  </a:lnTo>
                  <a:close/>
                </a:path>
                <a:path w="2372360" h="533400">
                  <a:moveTo>
                    <a:pt x="2243328" y="528065"/>
                  </a:moveTo>
                  <a:lnTo>
                    <a:pt x="4572" y="528066"/>
                  </a:lnTo>
                  <a:lnTo>
                    <a:pt x="4572" y="533400"/>
                  </a:lnTo>
                  <a:lnTo>
                    <a:pt x="2237994" y="533399"/>
                  </a:lnTo>
                  <a:lnTo>
                    <a:pt x="2243328" y="528065"/>
                  </a:lnTo>
                  <a:close/>
                </a:path>
                <a:path w="2372360" h="533400">
                  <a:moveTo>
                    <a:pt x="2370582" y="400811"/>
                  </a:moveTo>
                  <a:lnTo>
                    <a:pt x="2370582" y="7619"/>
                  </a:lnTo>
                  <a:lnTo>
                    <a:pt x="2366758" y="11443"/>
                  </a:lnTo>
                  <a:lnTo>
                    <a:pt x="2366010" y="398525"/>
                  </a:lnTo>
                  <a:lnTo>
                    <a:pt x="2237232" y="527303"/>
                  </a:lnTo>
                  <a:lnTo>
                    <a:pt x="135636" y="528022"/>
                  </a:lnTo>
                  <a:lnTo>
                    <a:pt x="2243328" y="528065"/>
                  </a:lnTo>
                  <a:lnTo>
                    <a:pt x="2370582" y="400811"/>
                  </a:lnTo>
                  <a:close/>
                </a:path>
                <a:path w="2372360" h="533400">
                  <a:moveTo>
                    <a:pt x="2367153" y="4572"/>
                  </a:moveTo>
                  <a:lnTo>
                    <a:pt x="2363724" y="1523"/>
                  </a:lnTo>
                  <a:lnTo>
                    <a:pt x="2360658" y="4572"/>
                  </a:lnTo>
                  <a:lnTo>
                    <a:pt x="2367153" y="4572"/>
                  </a:lnTo>
                  <a:close/>
                </a:path>
                <a:path w="2372360" h="533400">
                  <a:moveTo>
                    <a:pt x="2370582" y="7619"/>
                  </a:moveTo>
                  <a:lnTo>
                    <a:pt x="2367153" y="4572"/>
                  </a:lnTo>
                  <a:lnTo>
                    <a:pt x="2366758" y="4572"/>
                  </a:lnTo>
                  <a:lnTo>
                    <a:pt x="2366758" y="11430"/>
                  </a:lnTo>
                  <a:lnTo>
                    <a:pt x="2370582" y="7619"/>
                  </a:lnTo>
                  <a:close/>
                </a:path>
                <a:path w="2372360" h="533400">
                  <a:moveTo>
                    <a:pt x="2372106" y="399287"/>
                  </a:moveTo>
                  <a:lnTo>
                    <a:pt x="2372106" y="4572"/>
                  </a:lnTo>
                  <a:lnTo>
                    <a:pt x="2367153" y="4572"/>
                  </a:lnTo>
                  <a:lnTo>
                    <a:pt x="2370582" y="7619"/>
                  </a:lnTo>
                  <a:lnTo>
                    <a:pt x="2370582" y="400811"/>
                  </a:lnTo>
                  <a:lnTo>
                    <a:pt x="2372106" y="399287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61999" y="2713482"/>
              <a:ext cx="2231898" cy="39243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993898" y="2582418"/>
              <a:ext cx="130302" cy="523493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1999" y="2582418"/>
              <a:ext cx="2362199" cy="131063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757427" y="2577846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6" y="399287"/>
                  </a:moveTo>
                  <a:lnTo>
                    <a:pt x="2372106" y="0"/>
                  </a:lnTo>
                  <a:lnTo>
                    <a:pt x="134112" y="0"/>
                  </a:lnTo>
                  <a:lnTo>
                    <a:pt x="0" y="133350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1064"/>
                  </a:lnTo>
                  <a:lnTo>
                    <a:pt x="16001" y="131064"/>
                  </a:lnTo>
                  <a:lnTo>
                    <a:pt x="135636" y="11430"/>
                  </a:lnTo>
                  <a:lnTo>
                    <a:pt x="135636" y="9144"/>
                  </a:lnTo>
                  <a:lnTo>
                    <a:pt x="139446" y="7619"/>
                  </a:lnTo>
                  <a:lnTo>
                    <a:pt x="139445" y="9144"/>
                  </a:lnTo>
                  <a:lnTo>
                    <a:pt x="2356059" y="9143"/>
                  </a:lnTo>
                  <a:lnTo>
                    <a:pt x="2363724" y="1523"/>
                  </a:lnTo>
                  <a:lnTo>
                    <a:pt x="2370582" y="7619"/>
                  </a:lnTo>
                  <a:lnTo>
                    <a:pt x="2370582" y="400811"/>
                  </a:lnTo>
                  <a:lnTo>
                    <a:pt x="2372106" y="399287"/>
                  </a:lnTo>
                  <a:close/>
                </a:path>
                <a:path w="2372360" h="533400">
                  <a:moveTo>
                    <a:pt x="16001" y="131064"/>
                  </a:moveTo>
                  <a:lnTo>
                    <a:pt x="4572" y="131064"/>
                  </a:lnTo>
                  <a:lnTo>
                    <a:pt x="4572" y="140208"/>
                  </a:lnTo>
                  <a:lnTo>
                    <a:pt x="8382" y="140208"/>
                  </a:lnTo>
                  <a:lnTo>
                    <a:pt x="8382" y="138684"/>
                  </a:lnTo>
                  <a:lnTo>
                    <a:pt x="9905" y="135636"/>
                  </a:lnTo>
                  <a:lnTo>
                    <a:pt x="9905" y="137160"/>
                  </a:lnTo>
                  <a:lnTo>
                    <a:pt x="16001" y="131064"/>
                  </a:lnTo>
                  <a:close/>
                </a:path>
                <a:path w="2372360" h="533400">
                  <a:moveTo>
                    <a:pt x="9906" y="523494"/>
                  </a:moveTo>
                  <a:lnTo>
                    <a:pt x="9905" y="140208"/>
                  </a:lnTo>
                  <a:lnTo>
                    <a:pt x="4572" y="140208"/>
                  </a:lnTo>
                  <a:lnTo>
                    <a:pt x="4572" y="523494"/>
                  </a:lnTo>
                  <a:lnTo>
                    <a:pt x="9906" y="523494"/>
                  </a:lnTo>
                  <a:close/>
                </a:path>
                <a:path w="2372360" h="533400">
                  <a:moveTo>
                    <a:pt x="2234184" y="523493"/>
                  </a:moveTo>
                  <a:lnTo>
                    <a:pt x="4572" y="523494"/>
                  </a:lnTo>
                  <a:lnTo>
                    <a:pt x="9906" y="528066"/>
                  </a:lnTo>
                  <a:lnTo>
                    <a:pt x="9905" y="533400"/>
                  </a:lnTo>
                  <a:lnTo>
                    <a:pt x="2231136" y="533399"/>
                  </a:lnTo>
                  <a:lnTo>
                    <a:pt x="2231136" y="528065"/>
                  </a:lnTo>
                  <a:lnTo>
                    <a:pt x="2232660" y="528065"/>
                  </a:lnTo>
                  <a:lnTo>
                    <a:pt x="2232660" y="525017"/>
                  </a:lnTo>
                  <a:lnTo>
                    <a:pt x="2234184" y="523493"/>
                  </a:lnTo>
                  <a:close/>
                </a:path>
                <a:path w="2372360" h="533400">
                  <a:moveTo>
                    <a:pt x="9905" y="533400"/>
                  </a:moveTo>
                  <a:lnTo>
                    <a:pt x="9906" y="528066"/>
                  </a:lnTo>
                  <a:lnTo>
                    <a:pt x="4572" y="523494"/>
                  </a:lnTo>
                  <a:lnTo>
                    <a:pt x="4572" y="533400"/>
                  </a:lnTo>
                  <a:lnTo>
                    <a:pt x="9905" y="533400"/>
                  </a:lnTo>
                  <a:close/>
                </a:path>
                <a:path w="2372360" h="533400">
                  <a:moveTo>
                    <a:pt x="9905" y="137160"/>
                  </a:moveTo>
                  <a:lnTo>
                    <a:pt x="9905" y="135636"/>
                  </a:lnTo>
                  <a:lnTo>
                    <a:pt x="8382" y="138684"/>
                  </a:lnTo>
                  <a:lnTo>
                    <a:pt x="9905" y="137160"/>
                  </a:lnTo>
                  <a:close/>
                </a:path>
                <a:path w="2372360" h="533400">
                  <a:moveTo>
                    <a:pt x="2233426" y="131063"/>
                  </a:moveTo>
                  <a:lnTo>
                    <a:pt x="16001" y="131064"/>
                  </a:lnTo>
                  <a:lnTo>
                    <a:pt x="8382" y="138684"/>
                  </a:lnTo>
                  <a:lnTo>
                    <a:pt x="8382" y="140208"/>
                  </a:lnTo>
                  <a:lnTo>
                    <a:pt x="2231136" y="140207"/>
                  </a:lnTo>
                  <a:lnTo>
                    <a:pt x="2231136" y="135635"/>
                  </a:lnTo>
                  <a:lnTo>
                    <a:pt x="2232660" y="135635"/>
                  </a:lnTo>
                  <a:lnTo>
                    <a:pt x="2232660" y="131825"/>
                  </a:lnTo>
                  <a:lnTo>
                    <a:pt x="2233426" y="131063"/>
                  </a:lnTo>
                  <a:close/>
                </a:path>
                <a:path w="2372360" h="533400">
                  <a:moveTo>
                    <a:pt x="139446" y="7619"/>
                  </a:moveTo>
                  <a:lnTo>
                    <a:pt x="135636" y="9144"/>
                  </a:lnTo>
                  <a:lnTo>
                    <a:pt x="137921" y="9144"/>
                  </a:lnTo>
                  <a:lnTo>
                    <a:pt x="139446" y="7619"/>
                  </a:lnTo>
                  <a:close/>
                </a:path>
                <a:path w="2372360" h="533400">
                  <a:moveTo>
                    <a:pt x="137921" y="9144"/>
                  </a:moveTo>
                  <a:lnTo>
                    <a:pt x="135636" y="9144"/>
                  </a:lnTo>
                  <a:lnTo>
                    <a:pt x="135636" y="11430"/>
                  </a:lnTo>
                  <a:lnTo>
                    <a:pt x="137921" y="9144"/>
                  </a:lnTo>
                  <a:close/>
                </a:path>
                <a:path w="2372360" h="533400">
                  <a:moveTo>
                    <a:pt x="139445" y="9144"/>
                  </a:moveTo>
                  <a:lnTo>
                    <a:pt x="139446" y="7619"/>
                  </a:lnTo>
                  <a:lnTo>
                    <a:pt x="137921" y="9144"/>
                  </a:lnTo>
                  <a:lnTo>
                    <a:pt x="139445" y="9144"/>
                  </a:lnTo>
                  <a:close/>
                </a:path>
                <a:path w="2372360" h="533400">
                  <a:moveTo>
                    <a:pt x="2241042" y="137159"/>
                  </a:moveTo>
                  <a:lnTo>
                    <a:pt x="2241042" y="135635"/>
                  </a:lnTo>
                  <a:lnTo>
                    <a:pt x="2231136" y="135635"/>
                  </a:lnTo>
                  <a:lnTo>
                    <a:pt x="2231136" y="140207"/>
                  </a:lnTo>
                  <a:lnTo>
                    <a:pt x="2237994" y="140207"/>
                  </a:lnTo>
                  <a:lnTo>
                    <a:pt x="2241042" y="137159"/>
                  </a:lnTo>
                  <a:close/>
                </a:path>
                <a:path w="2372360" h="533400">
                  <a:moveTo>
                    <a:pt x="2241042" y="516635"/>
                  </a:moveTo>
                  <a:lnTo>
                    <a:pt x="2241042" y="137159"/>
                  </a:lnTo>
                  <a:lnTo>
                    <a:pt x="2237994" y="140207"/>
                  </a:lnTo>
                  <a:lnTo>
                    <a:pt x="2231136" y="140207"/>
                  </a:lnTo>
                  <a:lnTo>
                    <a:pt x="2231136" y="523493"/>
                  </a:lnTo>
                  <a:lnTo>
                    <a:pt x="2234184" y="523493"/>
                  </a:lnTo>
                  <a:lnTo>
                    <a:pt x="2241042" y="516635"/>
                  </a:lnTo>
                  <a:close/>
                </a:path>
                <a:path w="2372360" h="533400">
                  <a:moveTo>
                    <a:pt x="2241042" y="530351"/>
                  </a:moveTo>
                  <a:lnTo>
                    <a:pt x="2241042" y="528065"/>
                  </a:lnTo>
                  <a:lnTo>
                    <a:pt x="2231136" y="528065"/>
                  </a:lnTo>
                  <a:lnTo>
                    <a:pt x="2231136" y="533399"/>
                  </a:lnTo>
                  <a:lnTo>
                    <a:pt x="2237994" y="533399"/>
                  </a:lnTo>
                  <a:lnTo>
                    <a:pt x="2241042" y="530351"/>
                  </a:lnTo>
                  <a:close/>
                </a:path>
                <a:path w="2372360" h="533400">
                  <a:moveTo>
                    <a:pt x="2236470" y="131063"/>
                  </a:moveTo>
                  <a:lnTo>
                    <a:pt x="2233426" y="131063"/>
                  </a:lnTo>
                  <a:lnTo>
                    <a:pt x="2232660" y="131825"/>
                  </a:lnTo>
                  <a:lnTo>
                    <a:pt x="2236470" y="131063"/>
                  </a:lnTo>
                  <a:close/>
                </a:path>
                <a:path w="2372360" h="533400">
                  <a:moveTo>
                    <a:pt x="2236470" y="135635"/>
                  </a:moveTo>
                  <a:lnTo>
                    <a:pt x="2236470" y="131063"/>
                  </a:lnTo>
                  <a:lnTo>
                    <a:pt x="2232660" y="131825"/>
                  </a:lnTo>
                  <a:lnTo>
                    <a:pt x="2232660" y="135635"/>
                  </a:lnTo>
                  <a:lnTo>
                    <a:pt x="2236470" y="135635"/>
                  </a:lnTo>
                  <a:close/>
                </a:path>
                <a:path w="2372360" h="533400">
                  <a:moveTo>
                    <a:pt x="2236470" y="523493"/>
                  </a:moveTo>
                  <a:lnTo>
                    <a:pt x="2234184" y="523493"/>
                  </a:lnTo>
                  <a:lnTo>
                    <a:pt x="2232660" y="525017"/>
                  </a:lnTo>
                  <a:lnTo>
                    <a:pt x="2236470" y="523493"/>
                  </a:lnTo>
                  <a:close/>
                </a:path>
                <a:path w="2372360" h="533400">
                  <a:moveTo>
                    <a:pt x="2236470" y="528065"/>
                  </a:moveTo>
                  <a:lnTo>
                    <a:pt x="2236470" y="523493"/>
                  </a:lnTo>
                  <a:lnTo>
                    <a:pt x="2232660" y="525017"/>
                  </a:lnTo>
                  <a:lnTo>
                    <a:pt x="2232660" y="528065"/>
                  </a:lnTo>
                  <a:lnTo>
                    <a:pt x="2236470" y="528065"/>
                  </a:lnTo>
                  <a:close/>
                </a:path>
                <a:path w="2372360" h="533400">
                  <a:moveTo>
                    <a:pt x="2366772" y="11429"/>
                  </a:moveTo>
                  <a:lnTo>
                    <a:pt x="2366772" y="9143"/>
                  </a:lnTo>
                  <a:lnTo>
                    <a:pt x="2356059" y="9143"/>
                  </a:lnTo>
                  <a:lnTo>
                    <a:pt x="2233426" y="131063"/>
                  </a:lnTo>
                  <a:lnTo>
                    <a:pt x="2236470" y="131063"/>
                  </a:lnTo>
                  <a:lnTo>
                    <a:pt x="2236470" y="135635"/>
                  </a:lnTo>
                  <a:lnTo>
                    <a:pt x="2241042" y="135635"/>
                  </a:lnTo>
                  <a:lnTo>
                    <a:pt x="2241042" y="137159"/>
                  </a:lnTo>
                  <a:lnTo>
                    <a:pt x="2366772" y="11429"/>
                  </a:lnTo>
                  <a:close/>
                </a:path>
                <a:path w="2372360" h="533400">
                  <a:moveTo>
                    <a:pt x="2363724" y="393953"/>
                  </a:moveTo>
                  <a:lnTo>
                    <a:pt x="2234184" y="523493"/>
                  </a:lnTo>
                  <a:lnTo>
                    <a:pt x="2236470" y="523493"/>
                  </a:lnTo>
                  <a:lnTo>
                    <a:pt x="2236470" y="528065"/>
                  </a:lnTo>
                  <a:lnTo>
                    <a:pt x="2241042" y="528065"/>
                  </a:lnTo>
                  <a:lnTo>
                    <a:pt x="2241042" y="530351"/>
                  </a:lnTo>
                  <a:lnTo>
                    <a:pt x="2362200" y="409193"/>
                  </a:lnTo>
                  <a:lnTo>
                    <a:pt x="2362200" y="397763"/>
                  </a:lnTo>
                  <a:lnTo>
                    <a:pt x="2363724" y="393953"/>
                  </a:lnTo>
                  <a:close/>
                </a:path>
                <a:path w="2372360" h="533400">
                  <a:moveTo>
                    <a:pt x="2370582" y="7619"/>
                  </a:moveTo>
                  <a:lnTo>
                    <a:pt x="2363724" y="1523"/>
                  </a:lnTo>
                  <a:lnTo>
                    <a:pt x="2356059" y="9143"/>
                  </a:lnTo>
                  <a:lnTo>
                    <a:pt x="2362200" y="9143"/>
                  </a:lnTo>
                  <a:lnTo>
                    <a:pt x="2362200" y="4571"/>
                  </a:lnTo>
                  <a:lnTo>
                    <a:pt x="2366772" y="9143"/>
                  </a:lnTo>
                  <a:lnTo>
                    <a:pt x="2366772" y="11429"/>
                  </a:lnTo>
                  <a:lnTo>
                    <a:pt x="2370582" y="7619"/>
                  </a:lnTo>
                  <a:close/>
                </a:path>
                <a:path w="2372360" h="533400">
                  <a:moveTo>
                    <a:pt x="2366772" y="9143"/>
                  </a:moveTo>
                  <a:lnTo>
                    <a:pt x="2362200" y="4571"/>
                  </a:lnTo>
                  <a:lnTo>
                    <a:pt x="2362200" y="9143"/>
                  </a:lnTo>
                  <a:lnTo>
                    <a:pt x="2366772" y="9143"/>
                  </a:lnTo>
                  <a:close/>
                </a:path>
                <a:path w="2372360" h="533400">
                  <a:moveTo>
                    <a:pt x="2370582" y="400811"/>
                  </a:moveTo>
                  <a:lnTo>
                    <a:pt x="2370582" y="7619"/>
                  </a:lnTo>
                  <a:lnTo>
                    <a:pt x="2362200" y="16001"/>
                  </a:lnTo>
                  <a:lnTo>
                    <a:pt x="2362200" y="395477"/>
                  </a:lnTo>
                  <a:lnTo>
                    <a:pt x="2363724" y="393953"/>
                  </a:lnTo>
                  <a:lnTo>
                    <a:pt x="2363724" y="407669"/>
                  </a:lnTo>
                  <a:lnTo>
                    <a:pt x="2370582" y="400811"/>
                  </a:lnTo>
                  <a:close/>
                </a:path>
                <a:path w="2372360" h="533400">
                  <a:moveTo>
                    <a:pt x="2363724" y="407669"/>
                  </a:moveTo>
                  <a:lnTo>
                    <a:pt x="2363724" y="393953"/>
                  </a:lnTo>
                  <a:lnTo>
                    <a:pt x="2362200" y="397763"/>
                  </a:lnTo>
                  <a:lnTo>
                    <a:pt x="2362200" y="409193"/>
                  </a:lnTo>
                  <a:lnTo>
                    <a:pt x="2363724" y="407669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99" y="2712720"/>
              <a:ext cx="2231898" cy="76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93898" y="2189226"/>
              <a:ext cx="130301" cy="524255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757428" y="2184654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6" y="4571"/>
                  </a:moveTo>
                  <a:lnTo>
                    <a:pt x="2372106" y="0"/>
                  </a:lnTo>
                  <a:lnTo>
                    <a:pt x="134112" y="0"/>
                  </a:lnTo>
                  <a:lnTo>
                    <a:pt x="0" y="134112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1063"/>
                  </a:lnTo>
                  <a:lnTo>
                    <a:pt x="9143" y="131063"/>
                  </a:lnTo>
                  <a:lnTo>
                    <a:pt x="135636" y="4571"/>
                  </a:lnTo>
                  <a:lnTo>
                    <a:pt x="2360676" y="4571"/>
                  </a:lnTo>
                  <a:lnTo>
                    <a:pt x="2363724" y="1523"/>
                  </a:lnTo>
                  <a:lnTo>
                    <a:pt x="2366757" y="4557"/>
                  </a:lnTo>
                  <a:lnTo>
                    <a:pt x="2372106" y="4571"/>
                  </a:lnTo>
                  <a:close/>
                </a:path>
                <a:path w="2372360" h="533400">
                  <a:moveTo>
                    <a:pt x="9143" y="131063"/>
                  </a:moveTo>
                  <a:lnTo>
                    <a:pt x="4572" y="131063"/>
                  </a:lnTo>
                  <a:lnTo>
                    <a:pt x="4572" y="135635"/>
                  </a:lnTo>
                  <a:lnTo>
                    <a:pt x="9143" y="131063"/>
                  </a:lnTo>
                  <a:close/>
                </a:path>
                <a:path w="2372360" h="533400">
                  <a:moveTo>
                    <a:pt x="2242592" y="528827"/>
                  </a:moveTo>
                  <a:lnTo>
                    <a:pt x="4572" y="528827"/>
                  </a:lnTo>
                  <a:lnTo>
                    <a:pt x="4572" y="533400"/>
                  </a:lnTo>
                  <a:lnTo>
                    <a:pt x="2237994" y="533399"/>
                  </a:lnTo>
                  <a:lnTo>
                    <a:pt x="2242592" y="528827"/>
                  </a:lnTo>
                  <a:close/>
                </a:path>
                <a:path w="2372360" h="533400">
                  <a:moveTo>
                    <a:pt x="2370582" y="401565"/>
                  </a:moveTo>
                  <a:lnTo>
                    <a:pt x="2370582" y="8381"/>
                  </a:lnTo>
                  <a:lnTo>
                    <a:pt x="2366757" y="12206"/>
                  </a:lnTo>
                  <a:lnTo>
                    <a:pt x="2366010" y="398525"/>
                  </a:lnTo>
                  <a:lnTo>
                    <a:pt x="2236470" y="528065"/>
                  </a:lnTo>
                  <a:lnTo>
                    <a:pt x="135636" y="528784"/>
                  </a:lnTo>
                  <a:lnTo>
                    <a:pt x="2242592" y="528827"/>
                  </a:lnTo>
                  <a:lnTo>
                    <a:pt x="2370582" y="401565"/>
                  </a:lnTo>
                  <a:close/>
                </a:path>
                <a:path w="2372360" h="533400">
                  <a:moveTo>
                    <a:pt x="2366757" y="4571"/>
                  </a:moveTo>
                  <a:lnTo>
                    <a:pt x="2363724" y="1523"/>
                  </a:lnTo>
                  <a:lnTo>
                    <a:pt x="2360676" y="4571"/>
                  </a:lnTo>
                  <a:lnTo>
                    <a:pt x="2366757" y="4571"/>
                  </a:lnTo>
                  <a:close/>
                </a:path>
                <a:path w="2372360" h="533400">
                  <a:moveTo>
                    <a:pt x="2372106" y="400049"/>
                  </a:moveTo>
                  <a:lnTo>
                    <a:pt x="2372106" y="4571"/>
                  </a:lnTo>
                  <a:lnTo>
                    <a:pt x="2366757" y="4571"/>
                  </a:lnTo>
                  <a:lnTo>
                    <a:pt x="2370582" y="8381"/>
                  </a:lnTo>
                  <a:lnTo>
                    <a:pt x="2370582" y="401565"/>
                  </a:lnTo>
                  <a:lnTo>
                    <a:pt x="2372106" y="400049"/>
                  </a:lnTo>
                  <a:close/>
                </a:path>
                <a:path w="2372360" h="533400">
                  <a:moveTo>
                    <a:pt x="2370582" y="8381"/>
                  </a:moveTo>
                  <a:lnTo>
                    <a:pt x="2366757" y="4557"/>
                  </a:lnTo>
                  <a:lnTo>
                    <a:pt x="2366757" y="12191"/>
                  </a:lnTo>
                  <a:lnTo>
                    <a:pt x="2370582" y="8381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61999" y="2320290"/>
              <a:ext cx="2231898" cy="393192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93898" y="2189226"/>
              <a:ext cx="130301" cy="52425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1999" y="2189226"/>
              <a:ext cx="2362200" cy="131063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757427" y="2184654"/>
              <a:ext cx="2372360" cy="533400"/>
            </a:xfrm>
            <a:custGeom>
              <a:avLst/>
              <a:gdLst/>
              <a:ahLst/>
              <a:cxnLst/>
              <a:rect l="l" t="t" r="r" b="b"/>
              <a:pathLst>
                <a:path w="2372360" h="533400">
                  <a:moveTo>
                    <a:pt x="2372106" y="400049"/>
                  </a:moveTo>
                  <a:lnTo>
                    <a:pt x="2372106" y="0"/>
                  </a:lnTo>
                  <a:lnTo>
                    <a:pt x="134112" y="0"/>
                  </a:lnTo>
                  <a:lnTo>
                    <a:pt x="0" y="134112"/>
                  </a:lnTo>
                  <a:lnTo>
                    <a:pt x="0" y="533400"/>
                  </a:lnTo>
                  <a:lnTo>
                    <a:pt x="4572" y="533400"/>
                  </a:lnTo>
                  <a:lnTo>
                    <a:pt x="4572" y="131064"/>
                  </a:lnTo>
                  <a:lnTo>
                    <a:pt x="16764" y="131064"/>
                  </a:lnTo>
                  <a:lnTo>
                    <a:pt x="135636" y="12192"/>
                  </a:lnTo>
                  <a:lnTo>
                    <a:pt x="135636" y="9906"/>
                  </a:lnTo>
                  <a:lnTo>
                    <a:pt x="139446" y="8382"/>
                  </a:lnTo>
                  <a:lnTo>
                    <a:pt x="139445" y="9906"/>
                  </a:lnTo>
                  <a:lnTo>
                    <a:pt x="2355342" y="9905"/>
                  </a:lnTo>
                  <a:lnTo>
                    <a:pt x="2363724" y="1523"/>
                  </a:lnTo>
                  <a:lnTo>
                    <a:pt x="2370582" y="8381"/>
                  </a:lnTo>
                  <a:lnTo>
                    <a:pt x="2370582" y="401565"/>
                  </a:lnTo>
                  <a:lnTo>
                    <a:pt x="2372106" y="400049"/>
                  </a:lnTo>
                  <a:close/>
                </a:path>
                <a:path w="2372360" h="533400">
                  <a:moveTo>
                    <a:pt x="16764" y="131064"/>
                  </a:moveTo>
                  <a:lnTo>
                    <a:pt x="4572" y="131064"/>
                  </a:lnTo>
                  <a:lnTo>
                    <a:pt x="4572" y="140970"/>
                  </a:lnTo>
                  <a:lnTo>
                    <a:pt x="8382" y="140970"/>
                  </a:lnTo>
                  <a:lnTo>
                    <a:pt x="8382" y="139446"/>
                  </a:lnTo>
                  <a:lnTo>
                    <a:pt x="9905" y="135636"/>
                  </a:lnTo>
                  <a:lnTo>
                    <a:pt x="9905" y="137922"/>
                  </a:lnTo>
                  <a:lnTo>
                    <a:pt x="16764" y="131064"/>
                  </a:lnTo>
                  <a:close/>
                </a:path>
                <a:path w="2372360" h="533400">
                  <a:moveTo>
                    <a:pt x="9905" y="524256"/>
                  </a:moveTo>
                  <a:lnTo>
                    <a:pt x="9905" y="140970"/>
                  </a:lnTo>
                  <a:lnTo>
                    <a:pt x="4572" y="140970"/>
                  </a:lnTo>
                  <a:lnTo>
                    <a:pt x="4572" y="524256"/>
                  </a:lnTo>
                  <a:lnTo>
                    <a:pt x="9905" y="524256"/>
                  </a:lnTo>
                  <a:close/>
                </a:path>
                <a:path w="2372360" h="533400">
                  <a:moveTo>
                    <a:pt x="2233426" y="524255"/>
                  </a:moveTo>
                  <a:lnTo>
                    <a:pt x="4572" y="524256"/>
                  </a:lnTo>
                  <a:lnTo>
                    <a:pt x="9905" y="528828"/>
                  </a:lnTo>
                  <a:lnTo>
                    <a:pt x="9906" y="533400"/>
                  </a:lnTo>
                  <a:lnTo>
                    <a:pt x="2231135" y="533399"/>
                  </a:lnTo>
                  <a:lnTo>
                    <a:pt x="2231135" y="528827"/>
                  </a:lnTo>
                  <a:lnTo>
                    <a:pt x="2232660" y="528827"/>
                  </a:lnTo>
                  <a:lnTo>
                    <a:pt x="2232660" y="525017"/>
                  </a:lnTo>
                  <a:lnTo>
                    <a:pt x="2233426" y="524255"/>
                  </a:lnTo>
                  <a:close/>
                </a:path>
                <a:path w="2372360" h="533400">
                  <a:moveTo>
                    <a:pt x="9906" y="533400"/>
                  </a:moveTo>
                  <a:lnTo>
                    <a:pt x="9905" y="528828"/>
                  </a:lnTo>
                  <a:lnTo>
                    <a:pt x="4572" y="524256"/>
                  </a:lnTo>
                  <a:lnTo>
                    <a:pt x="4572" y="533400"/>
                  </a:lnTo>
                  <a:lnTo>
                    <a:pt x="9906" y="533400"/>
                  </a:lnTo>
                  <a:close/>
                </a:path>
                <a:path w="2372360" h="533400">
                  <a:moveTo>
                    <a:pt x="9905" y="137922"/>
                  </a:moveTo>
                  <a:lnTo>
                    <a:pt x="9905" y="135636"/>
                  </a:lnTo>
                  <a:lnTo>
                    <a:pt x="8382" y="139446"/>
                  </a:lnTo>
                  <a:lnTo>
                    <a:pt x="9905" y="137922"/>
                  </a:lnTo>
                  <a:close/>
                </a:path>
                <a:path w="2372360" h="533400">
                  <a:moveTo>
                    <a:pt x="2234184" y="131063"/>
                  </a:moveTo>
                  <a:lnTo>
                    <a:pt x="16764" y="131064"/>
                  </a:lnTo>
                  <a:lnTo>
                    <a:pt x="8382" y="139446"/>
                  </a:lnTo>
                  <a:lnTo>
                    <a:pt x="8382" y="140970"/>
                  </a:lnTo>
                  <a:lnTo>
                    <a:pt x="2231135" y="140969"/>
                  </a:lnTo>
                  <a:lnTo>
                    <a:pt x="2231135" y="135635"/>
                  </a:lnTo>
                  <a:lnTo>
                    <a:pt x="2232660" y="135635"/>
                  </a:lnTo>
                  <a:lnTo>
                    <a:pt x="2232660" y="132587"/>
                  </a:lnTo>
                  <a:lnTo>
                    <a:pt x="2234184" y="131063"/>
                  </a:lnTo>
                  <a:close/>
                </a:path>
                <a:path w="2372360" h="533400">
                  <a:moveTo>
                    <a:pt x="139446" y="8382"/>
                  </a:moveTo>
                  <a:lnTo>
                    <a:pt x="135636" y="9906"/>
                  </a:lnTo>
                  <a:lnTo>
                    <a:pt x="137921" y="9906"/>
                  </a:lnTo>
                  <a:lnTo>
                    <a:pt x="139446" y="8382"/>
                  </a:lnTo>
                  <a:close/>
                </a:path>
                <a:path w="2372360" h="533400">
                  <a:moveTo>
                    <a:pt x="137921" y="9906"/>
                  </a:moveTo>
                  <a:lnTo>
                    <a:pt x="135636" y="9906"/>
                  </a:lnTo>
                  <a:lnTo>
                    <a:pt x="135636" y="12192"/>
                  </a:lnTo>
                  <a:lnTo>
                    <a:pt x="137921" y="9906"/>
                  </a:lnTo>
                  <a:close/>
                </a:path>
                <a:path w="2372360" h="533400">
                  <a:moveTo>
                    <a:pt x="139445" y="9906"/>
                  </a:moveTo>
                  <a:lnTo>
                    <a:pt x="139446" y="8382"/>
                  </a:lnTo>
                  <a:lnTo>
                    <a:pt x="137921" y="9906"/>
                  </a:lnTo>
                  <a:lnTo>
                    <a:pt x="139445" y="9906"/>
                  </a:lnTo>
                  <a:close/>
                </a:path>
                <a:path w="2372360" h="533400">
                  <a:moveTo>
                    <a:pt x="2241042" y="137921"/>
                  </a:moveTo>
                  <a:lnTo>
                    <a:pt x="2241042" y="135635"/>
                  </a:lnTo>
                  <a:lnTo>
                    <a:pt x="2231135" y="135635"/>
                  </a:lnTo>
                  <a:lnTo>
                    <a:pt x="2231135" y="140969"/>
                  </a:lnTo>
                  <a:lnTo>
                    <a:pt x="2237994" y="140969"/>
                  </a:lnTo>
                  <a:lnTo>
                    <a:pt x="2241042" y="137921"/>
                  </a:lnTo>
                  <a:close/>
                </a:path>
                <a:path w="2372360" h="533400">
                  <a:moveTo>
                    <a:pt x="2241042" y="516684"/>
                  </a:moveTo>
                  <a:lnTo>
                    <a:pt x="2241042" y="137921"/>
                  </a:lnTo>
                  <a:lnTo>
                    <a:pt x="2237994" y="140969"/>
                  </a:lnTo>
                  <a:lnTo>
                    <a:pt x="2231135" y="140969"/>
                  </a:lnTo>
                  <a:lnTo>
                    <a:pt x="2231135" y="524255"/>
                  </a:lnTo>
                  <a:lnTo>
                    <a:pt x="2233426" y="524255"/>
                  </a:lnTo>
                  <a:lnTo>
                    <a:pt x="2241042" y="516684"/>
                  </a:lnTo>
                  <a:close/>
                </a:path>
                <a:path w="2372360" h="533400">
                  <a:moveTo>
                    <a:pt x="2241042" y="530369"/>
                  </a:moveTo>
                  <a:lnTo>
                    <a:pt x="2241042" y="528827"/>
                  </a:lnTo>
                  <a:lnTo>
                    <a:pt x="2231135" y="528827"/>
                  </a:lnTo>
                  <a:lnTo>
                    <a:pt x="2231135" y="533399"/>
                  </a:lnTo>
                  <a:lnTo>
                    <a:pt x="2237994" y="533399"/>
                  </a:lnTo>
                  <a:lnTo>
                    <a:pt x="2241042" y="530369"/>
                  </a:lnTo>
                  <a:close/>
                </a:path>
                <a:path w="2372360" h="533400">
                  <a:moveTo>
                    <a:pt x="2236470" y="131063"/>
                  </a:moveTo>
                  <a:lnTo>
                    <a:pt x="2234184" y="131063"/>
                  </a:lnTo>
                  <a:lnTo>
                    <a:pt x="2232660" y="132587"/>
                  </a:lnTo>
                  <a:lnTo>
                    <a:pt x="2236470" y="131063"/>
                  </a:lnTo>
                  <a:close/>
                </a:path>
                <a:path w="2372360" h="533400">
                  <a:moveTo>
                    <a:pt x="2236470" y="135635"/>
                  </a:moveTo>
                  <a:lnTo>
                    <a:pt x="2236470" y="131063"/>
                  </a:lnTo>
                  <a:lnTo>
                    <a:pt x="2232660" y="132587"/>
                  </a:lnTo>
                  <a:lnTo>
                    <a:pt x="2232660" y="135635"/>
                  </a:lnTo>
                  <a:lnTo>
                    <a:pt x="2236470" y="135635"/>
                  </a:lnTo>
                  <a:close/>
                </a:path>
                <a:path w="2372360" h="533400">
                  <a:moveTo>
                    <a:pt x="2236470" y="524255"/>
                  </a:moveTo>
                  <a:lnTo>
                    <a:pt x="2233426" y="524255"/>
                  </a:lnTo>
                  <a:lnTo>
                    <a:pt x="2232660" y="525017"/>
                  </a:lnTo>
                  <a:lnTo>
                    <a:pt x="2236470" y="524255"/>
                  </a:lnTo>
                  <a:close/>
                </a:path>
                <a:path w="2372360" h="533400">
                  <a:moveTo>
                    <a:pt x="2236470" y="528827"/>
                  </a:moveTo>
                  <a:lnTo>
                    <a:pt x="2236470" y="524255"/>
                  </a:lnTo>
                  <a:lnTo>
                    <a:pt x="2232660" y="525017"/>
                  </a:lnTo>
                  <a:lnTo>
                    <a:pt x="2232660" y="528827"/>
                  </a:lnTo>
                  <a:lnTo>
                    <a:pt x="2236470" y="528827"/>
                  </a:lnTo>
                  <a:close/>
                </a:path>
                <a:path w="2372360" h="533400">
                  <a:moveTo>
                    <a:pt x="2363724" y="394715"/>
                  </a:moveTo>
                  <a:lnTo>
                    <a:pt x="2233426" y="524255"/>
                  </a:lnTo>
                  <a:lnTo>
                    <a:pt x="2236470" y="524255"/>
                  </a:lnTo>
                  <a:lnTo>
                    <a:pt x="2236470" y="528827"/>
                  </a:lnTo>
                  <a:lnTo>
                    <a:pt x="2241042" y="528827"/>
                  </a:lnTo>
                  <a:lnTo>
                    <a:pt x="2241042" y="530369"/>
                  </a:lnTo>
                  <a:lnTo>
                    <a:pt x="2362200" y="409899"/>
                  </a:lnTo>
                  <a:lnTo>
                    <a:pt x="2362200" y="397763"/>
                  </a:lnTo>
                  <a:lnTo>
                    <a:pt x="2363724" y="394715"/>
                  </a:lnTo>
                  <a:close/>
                </a:path>
                <a:path w="2372360" h="533400">
                  <a:moveTo>
                    <a:pt x="2366772" y="12191"/>
                  </a:moveTo>
                  <a:lnTo>
                    <a:pt x="2366772" y="9905"/>
                  </a:lnTo>
                  <a:lnTo>
                    <a:pt x="2355342" y="9905"/>
                  </a:lnTo>
                  <a:lnTo>
                    <a:pt x="2234184" y="131063"/>
                  </a:lnTo>
                  <a:lnTo>
                    <a:pt x="2236470" y="131063"/>
                  </a:lnTo>
                  <a:lnTo>
                    <a:pt x="2236470" y="135635"/>
                  </a:lnTo>
                  <a:lnTo>
                    <a:pt x="2241042" y="135635"/>
                  </a:lnTo>
                  <a:lnTo>
                    <a:pt x="2241042" y="137921"/>
                  </a:lnTo>
                  <a:lnTo>
                    <a:pt x="2366772" y="12191"/>
                  </a:lnTo>
                  <a:close/>
                </a:path>
                <a:path w="2372360" h="533400">
                  <a:moveTo>
                    <a:pt x="2370582" y="8381"/>
                  </a:moveTo>
                  <a:lnTo>
                    <a:pt x="2363724" y="1523"/>
                  </a:lnTo>
                  <a:lnTo>
                    <a:pt x="2355342" y="9905"/>
                  </a:lnTo>
                  <a:lnTo>
                    <a:pt x="2362200" y="9905"/>
                  </a:lnTo>
                  <a:lnTo>
                    <a:pt x="2362200" y="4571"/>
                  </a:lnTo>
                  <a:lnTo>
                    <a:pt x="2366772" y="9905"/>
                  </a:lnTo>
                  <a:lnTo>
                    <a:pt x="2366772" y="12191"/>
                  </a:lnTo>
                  <a:lnTo>
                    <a:pt x="2370582" y="8381"/>
                  </a:lnTo>
                  <a:close/>
                </a:path>
                <a:path w="2372360" h="533400">
                  <a:moveTo>
                    <a:pt x="2366772" y="9905"/>
                  </a:moveTo>
                  <a:lnTo>
                    <a:pt x="2362200" y="4571"/>
                  </a:lnTo>
                  <a:lnTo>
                    <a:pt x="2362200" y="9905"/>
                  </a:lnTo>
                  <a:lnTo>
                    <a:pt x="2366772" y="9905"/>
                  </a:lnTo>
                  <a:close/>
                </a:path>
                <a:path w="2372360" h="533400">
                  <a:moveTo>
                    <a:pt x="2370582" y="401565"/>
                  </a:moveTo>
                  <a:lnTo>
                    <a:pt x="2370582" y="8381"/>
                  </a:lnTo>
                  <a:lnTo>
                    <a:pt x="2362200" y="16763"/>
                  </a:lnTo>
                  <a:lnTo>
                    <a:pt x="2362200" y="396231"/>
                  </a:lnTo>
                  <a:lnTo>
                    <a:pt x="2363724" y="394715"/>
                  </a:lnTo>
                  <a:lnTo>
                    <a:pt x="2363724" y="408384"/>
                  </a:lnTo>
                  <a:lnTo>
                    <a:pt x="2370582" y="401565"/>
                  </a:lnTo>
                  <a:close/>
                </a:path>
                <a:path w="2372360" h="533400">
                  <a:moveTo>
                    <a:pt x="2363724" y="408384"/>
                  </a:moveTo>
                  <a:lnTo>
                    <a:pt x="2363724" y="394715"/>
                  </a:lnTo>
                  <a:lnTo>
                    <a:pt x="2362200" y="397763"/>
                  </a:lnTo>
                  <a:lnTo>
                    <a:pt x="2362200" y="409899"/>
                  </a:lnTo>
                  <a:lnTo>
                    <a:pt x="2363724" y="40838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945133" y="2247849"/>
            <a:ext cx="1865630" cy="3712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297180" marR="289560" algn="ctr">
              <a:lnSpc>
                <a:spcPct val="131500"/>
              </a:lnSpc>
              <a:spcBef>
                <a:spcPts val="3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Applications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Runtime</a:t>
            </a:r>
            <a:endParaRPr sz="2000">
              <a:latin typeface="Calibri"/>
              <a:cs typeface="Calibri"/>
            </a:endParaRPr>
          </a:p>
          <a:p>
            <a:pPr marL="12700" marR="5080" indent="-635" algn="ctr">
              <a:lnSpc>
                <a:spcPct val="135100"/>
              </a:lnSpc>
              <a:spcBef>
                <a:spcPts val="10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Middleware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Operating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 Virtualization Servers</a:t>
            </a:r>
            <a:endParaRPr sz="2000">
              <a:latin typeface="Calibri"/>
              <a:cs typeface="Calibri"/>
            </a:endParaRPr>
          </a:p>
          <a:p>
            <a:pPr marL="329565" marR="321945" algn="ctr">
              <a:lnSpc>
                <a:spcPct val="134300"/>
              </a:lnSpc>
              <a:spcBef>
                <a:spcPts val="114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 Networking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3805428" y="5071109"/>
            <a:ext cx="5737860" cy="2200275"/>
            <a:chOff x="3805428" y="5071109"/>
            <a:chExt cx="5737860" cy="2200275"/>
          </a:xfrm>
        </p:grpSpPr>
        <p:pic>
          <p:nvPicPr>
            <p:cNvPr id="69" name="object 6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241036" y="6395465"/>
              <a:ext cx="445007" cy="345186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311902" y="6476999"/>
              <a:ext cx="402336" cy="141731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4608576" y="6546341"/>
              <a:ext cx="1727835" cy="99060"/>
            </a:xfrm>
            <a:custGeom>
              <a:avLst/>
              <a:gdLst/>
              <a:ahLst/>
              <a:cxnLst/>
              <a:rect l="l" t="t" r="r" b="b"/>
              <a:pathLst>
                <a:path w="1727835" h="99059">
                  <a:moveTo>
                    <a:pt x="1727453" y="96011"/>
                  </a:moveTo>
                  <a:lnTo>
                    <a:pt x="1727453" y="2285"/>
                  </a:lnTo>
                  <a:lnTo>
                    <a:pt x="1719071" y="0"/>
                  </a:lnTo>
                  <a:lnTo>
                    <a:pt x="8381" y="0"/>
                  </a:lnTo>
                  <a:lnTo>
                    <a:pt x="0" y="2285"/>
                  </a:lnTo>
                  <a:lnTo>
                    <a:pt x="0" y="96011"/>
                  </a:lnTo>
                  <a:lnTo>
                    <a:pt x="8381" y="99059"/>
                  </a:lnTo>
                  <a:lnTo>
                    <a:pt x="13715" y="99059"/>
                  </a:lnTo>
                  <a:lnTo>
                    <a:pt x="13715" y="10667"/>
                  </a:lnTo>
                  <a:lnTo>
                    <a:pt x="17525" y="7619"/>
                  </a:lnTo>
                  <a:lnTo>
                    <a:pt x="44957" y="7619"/>
                  </a:lnTo>
                  <a:lnTo>
                    <a:pt x="48768" y="9905"/>
                  </a:lnTo>
                  <a:lnTo>
                    <a:pt x="48768" y="99059"/>
                  </a:lnTo>
                  <a:lnTo>
                    <a:pt x="1678686" y="99059"/>
                  </a:lnTo>
                  <a:lnTo>
                    <a:pt x="1678686" y="10667"/>
                  </a:lnTo>
                  <a:lnTo>
                    <a:pt x="1682495" y="7619"/>
                  </a:lnTo>
                  <a:lnTo>
                    <a:pt x="1709927" y="7619"/>
                  </a:lnTo>
                  <a:lnTo>
                    <a:pt x="1713738" y="9905"/>
                  </a:lnTo>
                  <a:lnTo>
                    <a:pt x="1713738" y="99059"/>
                  </a:lnTo>
                  <a:lnTo>
                    <a:pt x="1719071" y="99059"/>
                  </a:lnTo>
                  <a:lnTo>
                    <a:pt x="1727453" y="96011"/>
                  </a:lnTo>
                  <a:close/>
                </a:path>
                <a:path w="1727835" h="99059">
                  <a:moveTo>
                    <a:pt x="48768" y="45719"/>
                  </a:moveTo>
                  <a:lnTo>
                    <a:pt x="48768" y="16763"/>
                  </a:lnTo>
                  <a:lnTo>
                    <a:pt x="44957" y="19049"/>
                  </a:lnTo>
                  <a:lnTo>
                    <a:pt x="18287" y="19049"/>
                  </a:lnTo>
                  <a:lnTo>
                    <a:pt x="13715" y="16763"/>
                  </a:lnTo>
                  <a:lnTo>
                    <a:pt x="13715" y="46481"/>
                  </a:lnTo>
                  <a:lnTo>
                    <a:pt x="17525" y="43433"/>
                  </a:lnTo>
                  <a:lnTo>
                    <a:pt x="44957" y="43433"/>
                  </a:lnTo>
                  <a:lnTo>
                    <a:pt x="48768" y="45719"/>
                  </a:lnTo>
                  <a:close/>
                </a:path>
                <a:path w="1727835" h="99059">
                  <a:moveTo>
                    <a:pt x="48768" y="81533"/>
                  </a:moveTo>
                  <a:lnTo>
                    <a:pt x="48768" y="52577"/>
                  </a:lnTo>
                  <a:lnTo>
                    <a:pt x="44957" y="54863"/>
                  </a:lnTo>
                  <a:lnTo>
                    <a:pt x="18287" y="54863"/>
                  </a:lnTo>
                  <a:lnTo>
                    <a:pt x="13715" y="52577"/>
                  </a:lnTo>
                  <a:lnTo>
                    <a:pt x="13715" y="81533"/>
                  </a:lnTo>
                  <a:lnTo>
                    <a:pt x="17525" y="79247"/>
                  </a:lnTo>
                  <a:lnTo>
                    <a:pt x="44957" y="79247"/>
                  </a:lnTo>
                  <a:lnTo>
                    <a:pt x="48768" y="81533"/>
                  </a:lnTo>
                  <a:close/>
                </a:path>
                <a:path w="1727835" h="99059">
                  <a:moveTo>
                    <a:pt x="48768" y="99059"/>
                  </a:moveTo>
                  <a:lnTo>
                    <a:pt x="48768" y="88391"/>
                  </a:lnTo>
                  <a:lnTo>
                    <a:pt x="44957" y="90677"/>
                  </a:lnTo>
                  <a:lnTo>
                    <a:pt x="18287" y="90677"/>
                  </a:lnTo>
                  <a:lnTo>
                    <a:pt x="13715" y="88391"/>
                  </a:lnTo>
                  <a:lnTo>
                    <a:pt x="13715" y="99059"/>
                  </a:lnTo>
                  <a:lnTo>
                    <a:pt x="48768" y="99059"/>
                  </a:lnTo>
                  <a:close/>
                </a:path>
                <a:path w="1727835" h="99059">
                  <a:moveTo>
                    <a:pt x="1713738" y="45719"/>
                  </a:moveTo>
                  <a:lnTo>
                    <a:pt x="1713738" y="16763"/>
                  </a:lnTo>
                  <a:lnTo>
                    <a:pt x="1709927" y="19049"/>
                  </a:lnTo>
                  <a:lnTo>
                    <a:pt x="1682495" y="19049"/>
                  </a:lnTo>
                  <a:lnTo>
                    <a:pt x="1678686" y="16763"/>
                  </a:lnTo>
                  <a:lnTo>
                    <a:pt x="1678686" y="46481"/>
                  </a:lnTo>
                  <a:lnTo>
                    <a:pt x="1682495" y="43433"/>
                  </a:lnTo>
                  <a:lnTo>
                    <a:pt x="1709927" y="43433"/>
                  </a:lnTo>
                  <a:lnTo>
                    <a:pt x="1713738" y="45719"/>
                  </a:lnTo>
                  <a:close/>
                </a:path>
                <a:path w="1727835" h="99059">
                  <a:moveTo>
                    <a:pt x="1713738" y="81533"/>
                  </a:moveTo>
                  <a:lnTo>
                    <a:pt x="1713738" y="52577"/>
                  </a:lnTo>
                  <a:lnTo>
                    <a:pt x="1709927" y="54863"/>
                  </a:lnTo>
                  <a:lnTo>
                    <a:pt x="1682495" y="54863"/>
                  </a:lnTo>
                  <a:lnTo>
                    <a:pt x="1678686" y="52577"/>
                  </a:lnTo>
                  <a:lnTo>
                    <a:pt x="1678686" y="81533"/>
                  </a:lnTo>
                  <a:lnTo>
                    <a:pt x="1682495" y="79247"/>
                  </a:lnTo>
                  <a:lnTo>
                    <a:pt x="1709927" y="79247"/>
                  </a:lnTo>
                  <a:lnTo>
                    <a:pt x="1713738" y="81533"/>
                  </a:lnTo>
                  <a:close/>
                </a:path>
                <a:path w="1727835" h="99059">
                  <a:moveTo>
                    <a:pt x="1713738" y="99059"/>
                  </a:moveTo>
                  <a:lnTo>
                    <a:pt x="1713738" y="88391"/>
                  </a:lnTo>
                  <a:lnTo>
                    <a:pt x="1709927" y="90677"/>
                  </a:lnTo>
                  <a:lnTo>
                    <a:pt x="1682495" y="90677"/>
                  </a:lnTo>
                  <a:lnTo>
                    <a:pt x="1678686" y="88391"/>
                  </a:lnTo>
                  <a:lnTo>
                    <a:pt x="1678686" y="99059"/>
                  </a:lnTo>
                  <a:lnTo>
                    <a:pt x="1713738" y="9905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287262" y="6625589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60" h="11429">
                  <a:moveTo>
                    <a:pt x="15239" y="11429"/>
                  </a:moveTo>
                  <a:lnTo>
                    <a:pt x="9143" y="11429"/>
                  </a:lnTo>
                  <a:lnTo>
                    <a:pt x="3809" y="11429"/>
                  </a:lnTo>
                  <a:lnTo>
                    <a:pt x="0" y="9143"/>
                  </a:lnTo>
                  <a:lnTo>
                    <a:pt x="0" y="6095"/>
                  </a:lnTo>
                  <a:lnTo>
                    <a:pt x="0" y="2285"/>
                  </a:lnTo>
                  <a:lnTo>
                    <a:pt x="3809" y="0"/>
                  </a:lnTo>
                  <a:lnTo>
                    <a:pt x="9143" y="0"/>
                  </a:lnTo>
                  <a:lnTo>
                    <a:pt x="25907" y="0"/>
                  </a:lnTo>
                  <a:lnTo>
                    <a:pt x="31241" y="0"/>
                  </a:lnTo>
                  <a:lnTo>
                    <a:pt x="35051" y="2285"/>
                  </a:lnTo>
                  <a:lnTo>
                    <a:pt x="35051" y="6095"/>
                  </a:lnTo>
                  <a:lnTo>
                    <a:pt x="35051" y="9143"/>
                  </a:lnTo>
                  <a:lnTo>
                    <a:pt x="31241" y="11429"/>
                  </a:lnTo>
                  <a:lnTo>
                    <a:pt x="25907" y="11429"/>
                  </a:lnTo>
                  <a:lnTo>
                    <a:pt x="15239" y="11429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287262" y="6589775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60" h="11429">
                  <a:moveTo>
                    <a:pt x="15239" y="11430"/>
                  </a:moveTo>
                  <a:lnTo>
                    <a:pt x="9143" y="11430"/>
                  </a:lnTo>
                  <a:lnTo>
                    <a:pt x="3809" y="11430"/>
                  </a:lnTo>
                  <a:lnTo>
                    <a:pt x="0" y="9144"/>
                  </a:lnTo>
                  <a:lnTo>
                    <a:pt x="0" y="6096"/>
                  </a:lnTo>
                  <a:lnTo>
                    <a:pt x="0" y="3048"/>
                  </a:lnTo>
                  <a:lnTo>
                    <a:pt x="3809" y="0"/>
                  </a:lnTo>
                  <a:lnTo>
                    <a:pt x="9143" y="0"/>
                  </a:lnTo>
                  <a:lnTo>
                    <a:pt x="25907" y="0"/>
                  </a:lnTo>
                  <a:lnTo>
                    <a:pt x="31241" y="0"/>
                  </a:lnTo>
                  <a:lnTo>
                    <a:pt x="35051" y="2286"/>
                  </a:lnTo>
                  <a:lnTo>
                    <a:pt x="35051" y="6096"/>
                  </a:lnTo>
                  <a:lnTo>
                    <a:pt x="35051" y="9144"/>
                  </a:lnTo>
                  <a:lnTo>
                    <a:pt x="31241" y="11430"/>
                  </a:lnTo>
                  <a:lnTo>
                    <a:pt x="25907" y="11430"/>
                  </a:lnTo>
                  <a:lnTo>
                    <a:pt x="15239" y="1143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287262" y="6553961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60" h="11429">
                  <a:moveTo>
                    <a:pt x="15239" y="11429"/>
                  </a:moveTo>
                  <a:lnTo>
                    <a:pt x="9143" y="11429"/>
                  </a:lnTo>
                  <a:lnTo>
                    <a:pt x="3809" y="11429"/>
                  </a:lnTo>
                  <a:lnTo>
                    <a:pt x="0" y="9143"/>
                  </a:lnTo>
                  <a:lnTo>
                    <a:pt x="0" y="6095"/>
                  </a:lnTo>
                  <a:lnTo>
                    <a:pt x="0" y="3047"/>
                  </a:lnTo>
                  <a:lnTo>
                    <a:pt x="3809" y="0"/>
                  </a:lnTo>
                  <a:lnTo>
                    <a:pt x="9143" y="0"/>
                  </a:lnTo>
                  <a:lnTo>
                    <a:pt x="25907" y="0"/>
                  </a:lnTo>
                  <a:lnTo>
                    <a:pt x="31241" y="0"/>
                  </a:lnTo>
                  <a:lnTo>
                    <a:pt x="35051" y="2285"/>
                  </a:lnTo>
                  <a:lnTo>
                    <a:pt x="35051" y="6095"/>
                  </a:lnTo>
                  <a:lnTo>
                    <a:pt x="35051" y="9143"/>
                  </a:lnTo>
                  <a:lnTo>
                    <a:pt x="31241" y="11429"/>
                  </a:lnTo>
                  <a:lnTo>
                    <a:pt x="25907" y="11429"/>
                  </a:lnTo>
                  <a:lnTo>
                    <a:pt x="15239" y="11429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622292" y="6625589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60" h="11429">
                  <a:moveTo>
                    <a:pt x="16001" y="11430"/>
                  </a:moveTo>
                  <a:lnTo>
                    <a:pt x="9143" y="11430"/>
                  </a:lnTo>
                  <a:lnTo>
                    <a:pt x="4571" y="11430"/>
                  </a:lnTo>
                  <a:lnTo>
                    <a:pt x="0" y="9144"/>
                  </a:lnTo>
                  <a:lnTo>
                    <a:pt x="0" y="6096"/>
                  </a:lnTo>
                  <a:lnTo>
                    <a:pt x="0" y="2286"/>
                  </a:lnTo>
                  <a:lnTo>
                    <a:pt x="3809" y="0"/>
                  </a:lnTo>
                  <a:lnTo>
                    <a:pt x="9143" y="0"/>
                  </a:lnTo>
                  <a:lnTo>
                    <a:pt x="26669" y="0"/>
                  </a:lnTo>
                  <a:lnTo>
                    <a:pt x="31241" y="0"/>
                  </a:lnTo>
                  <a:lnTo>
                    <a:pt x="35051" y="2286"/>
                  </a:lnTo>
                  <a:lnTo>
                    <a:pt x="35051" y="6096"/>
                  </a:lnTo>
                  <a:lnTo>
                    <a:pt x="35051" y="9144"/>
                  </a:lnTo>
                  <a:lnTo>
                    <a:pt x="31241" y="11430"/>
                  </a:lnTo>
                  <a:lnTo>
                    <a:pt x="26669" y="11430"/>
                  </a:lnTo>
                  <a:lnTo>
                    <a:pt x="16001" y="1143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622292" y="6589775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60" h="11429">
                  <a:moveTo>
                    <a:pt x="16001" y="11429"/>
                  </a:moveTo>
                  <a:lnTo>
                    <a:pt x="9143" y="11429"/>
                  </a:lnTo>
                  <a:lnTo>
                    <a:pt x="4571" y="11429"/>
                  </a:lnTo>
                  <a:lnTo>
                    <a:pt x="0" y="9143"/>
                  </a:lnTo>
                  <a:lnTo>
                    <a:pt x="0" y="6095"/>
                  </a:lnTo>
                  <a:lnTo>
                    <a:pt x="0" y="3047"/>
                  </a:lnTo>
                  <a:lnTo>
                    <a:pt x="3809" y="0"/>
                  </a:lnTo>
                  <a:lnTo>
                    <a:pt x="9143" y="0"/>
                  </a:lnTo>
                  <a:lnTo>
                    <a:pt x="26669" y="0"/>
                  </a:lnTo>
                  <a:lnTo>
                    <a:pt x="31241" y="0"/>
                  </a:lnTo>
                  <a:lnTo>
                    <a:pt x="35051" y="2285"/>
                  </a:lnTo>
                  <a:lnTo>
                    <a:pt x="35051" y="6095"/>
                  </a:lnTo>
                  <a:lnTo>
                    <a:pt x="35051" y="9143"/>
                  </a:lnTo>
                  <a:lnTo>
                    <a:pt x="31241" y="11429"/>
                  </a:lnTo>
                  <a:lnTo>
                    <a:pt x="26669" y="11429"/>
                  </a:lnTo>
                  <a:lnTo>
                    <a:pt x="16001" y="11429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622292" y="6553961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60" h="11429">
                  <a:moveTo>
                    <a:pt x="16001" y="11430"/>
                  </a:moveTo>
                  <a:lnTo>
                    <a:pt x="9143" y="11430"/>
                  </a:lnTo>
                  <a:lnTo>
                    <a:pt x="4571" y="11430"/>
                  </a:lnTo>
                  <a:lnTo>
                    <a:pt x="0" y="9144"/>
                  </a:lnTo>
                  <a:lnTo>
                    <a:pt x="0" y="6096"/>
                  </a:lnTo>
                  <a:lnTo>
                    <a:pt x="0" y="3048"/>
                  </a:lnTo>
                  <a:lnTo>
                    <a:pt x="3809" y="0"/>
                  </a:lnTo>
                  <a:lnTo>
                    <a:pt x="9143" y="0"/>
                  </a:lnTo>
                  <a:lnTo>
                    <a:pt x="26669" y="0"/>
                  </a:lnTo>
                  <a:lnTo>
                    <a:pt x="31241" y="0"/>
                  </a:lnTo>
                  <a:lnTo>
                    <a:pt x="35051" y="2286"/>
                  </a:lnTo>
                  <a:lnTo>
                    <a:pt x="35051" y="6096"/>
                  </a:lnTo>
                  <a:lnTo>
                    <a:pt x="35051" y="9144"/>
                  </a:lnTo>
                  <a:lnTo>
                    <a:pt x="31241" y="11430"/>
                  </a:lnTo>
                  <a:lnTo>
                    <a:pt x="26669" y="11430"/>
                  </a:lnTo>
                  <a:lnTo>
                    <a:pt x="16001" y="1143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608576" y="6546341"/>
              <a:ext cx="1727835" cy="99060"/>
            </a:xfrm>
            <a:custGeom>
              <a:avLst/>
              <a:gdLst/>
              <a:ahLst/>
              <a:cxnLst/>
              <a:rect l="l" t="t" r="r" b="b"/>
              <a:pathLst>
                <a:path w="1727835" h="99059">
                  <a:moveTo>
                    <a:pt x="18287" y="99060"/>
                  </a:moveTo>
                  <a:lnTo>
                    <a:pt x="1709165" y="99060"/>
                  </a:lnTo>
                  <a:lnTo>
                    <a:pt x="1719071" y="99060"/>
                  </a:lnTo>
                  <a:lnTo>
                    <a:pt x="1727454" y="96012"/>
                  </a:lnTo>
                  <a:lnTo>
                    <a:pt x="1727454" y="92964"/>
                  </a:lnTo>
                  <a:lnTo>
                    <a:pt x="1727454" y="5334"/>
                  </a:lnTo>
                  <a:lnTo>
                    <a:pt x="1727454" y="2286"/>
                  </a:lnTo>
                  <a:lnTo>
                    <a:pt x="1719071" y="0"/>
                  </a:lnTo>
                  <a:lnTo>
                    <a:pt x="1709165" y="0"/>
                  </a:lnTo>
                  <a:lnTo>
                    <a:pt x="18287" y="0"/>
                  </a:lnTo>
                  <a:lnTo>
                    <a:pt x="8381" y="0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0" y="92964"/>
                  </a:lnTo>
                  <a:lnTo>
                    <a:pt x="0" y="96012"/>
                  </a:lnTo>
                  <a:lnTo>
                    <a:pt x="8381" y="99060"/>
                  </a:lnTo>
                  <a:lnTo>
                    <a:pt x="18287" y="9906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682490" y="6545579"/>
              <a:ext cx="1290320" cy="100330"/>
            </a:xfrm>
            <a:custGeom>
              <a:avLst/>
              <a:gdLst/>
              <a:ahLst/>
              <a:cxnLst/>
              <a:rect l="l" t="t" r="r" b="b"/>
              <a:pathLst>
                <a:path w="1290320" h="100329">
                  <a:moveTo>
                    <a:pt x="1290065" y="99822"/>
                  </a:moveTo>
                  <a:lnTo>
                    <a:pt x="1290065" y="0"/>
                  </a:lnTo>
                  <a:lnTo>
                    <a:pt x="0" y="0"/>
                  </a:lnTo>
                  <a:lnTo>
                    <a:pt x="0" y="99822"/>
                  </a:lnTo>
                  <a:lnTo>
                    <a:pt x="1290065" y="99822"/>
                  </a:lnTo>
                  <a:close/>
                </a:path>
              </a:pathLst>
            </a:custGeom>
            <a:solidFill>
              <a:srgbClr val="C1C5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005322" y="6552437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89" h="15875">
                  <a:moveTo>
                    <a:pt x="1524" y="3810"/>
                  </a:moveTo>
                  <a:lnTo>
                    <a:pt x="0" y="3810"/>
                  </a:lnTo>
                  <a:lnTo>
                    <a:pt x="0" y="6858"/>
                  </a:lnTo>
                  <a:lnTo>
                    <a:pt x="1524" y="6858"/>
                  </a:lnTo>
                  <a:lnTo>
                    <a:pt x="1524" y="3810"/>
                  </a:lnTo>
                  <a:close/>
                </a:path>
                <a:path w="46989" h="15875">
                  <a:moveTo>
                    <a:pt x="7620" y="2286"/>
                  </a:moveTo>
                  <a:lnTo>
                    <a:pt x="5334" y="2286"/>
                  </a:lnTo>
                  <a:lnTo>
                    <a:pt x="5334" y="6096"/>
                  </a:lnTo>
                  <a:lnTo>
                    <a:pt x="6096" y="6858"/>
                  </a:lnTo>
                  <a:lnTo>
                    <a:pt x="6858" y="6858"/>
                  </a:lnTo>
                  <a:lnTo>
                    <a:pt x="7620" y="6096"/>
                  </a:lnTo>
                  <a:lnTo>
                    <a:pt x="7620" y="2286"/>
                  </a:lnTo>
                  <a:close/>
                </a:path>
                <a:path w="46989" h="15875">
                  <a:moveTo>
                    <a:pt x="9906" y="9918"/>
                  </a:moveTo>
                  <a:lnTo>
                    <a:pt x="6096" y="9918"/>
                  </a:lnTo>
                  <a:lnTo>
                    <a:pt x="3810" y="11442"/>
                  </a:lnTo>
                  <a:lnTo>
                    <a:pt x="3810" y="14490"/>
                  </a:lnTo>
                  <a:lnTo>
                    <a:pt x="6096" y="15252"/>
                  </a:lnTo>
                  <a:lnTo>
                    <a:pt x="9906" y="15252"/>
                  </a:lnTo>
                  <a:lnTo>
                    <a:pt x="9906" y="13728"/>
                  </a:lnTo>
                  <a:lnTo>
                    <a:pt x="6096" y="13728"/>
                  </a:lnTo>
                  <a:lnTo>
                    <a:pt x="6096" y="12204"/>
                  </a:lnTo>
                  <a:lnTo>
                    <a:pt x="6858" y="11442"/>
                  </a:lnTo>
                  <a:lnTo>
                    <a:pt x="9906" y="11442"/>
                  </a:lnTo>
                  <a:lnTo>
                    <a:pt x="9906" y="9918"/>
                  </a:lnTo>
                  <a:close/>
                </a:path>
                <a:path w="46989" h="15875">
                  <a:moveTo>
                    <a:pt x="12954" y="0"/>
                  </a:moveTo>
                  <a:lnTo>
                    <a:pt x="10668" y="0"/>
                  </a:lnTo>
                  <a:lnTo>
                    <a:pt x="10668" y="7620"/>
                  </a:lnTo>
                  <a:lnTo>
                    <a:pt x="12954" y="7620"/>
                  </a:lnTo>
                  <a:lnTo>
                    <a:pt x="12954" y="0"/>
                  </a:lnTo>
                  <a:close/>
                </a:path>
                <a:path w="46989" h="15875">
                  <a:moveTo>
                    <a:pt x="15227" y="9906"/>
                  </a:moveTo>
                  <a:lnTo>
                    <a:pt x="12954" y="9906"/>
                  </a:lnTo>
                  <a:lnTo>
                    <a:pt x="12954" y="15240"/>
                  </a:lnTo>
                  <a:lnTo>
                    <a:pt x="15227" y="15240"/>
                  </a:lnTo>
                  <a:lnTo>
                    <a:pt x="15227" y="9906"/>
                  </a:lnTo>
                  <a:close/>
                </a:path>
                <a:path w="46989" h="15875">
                  <a:moveTo>
                    <a:pt x="18288" y="2286"/>
                  </a:moveTo>
                  <a:lnTo>
                    <a:pt x="16764" y="2286"/>
                  </a:lnTo>
                  <a:lnTo>
                    <a:pt x="16764" y="6858"/>
                  </a:lnTo>
                  <a:lnTo>
                    <a:pt x="18288" y="6858"/>
                  </a:lnTo>
                  <a:lnTo>
                    <a:pt x="18288" y="2286"/>
                  </a:lnTo>
                  <a:close/>
                </a:path>
                <a:path w="46989" h="15875">
                  <a:moveTo>
                    <a:pt x="23622" y="12966"/>
                  </a:moveTo>
                  <a:lnTo>
                    <a:pt x="22860" y="12204"/>
                  </a:lnTo>
                  <a:lnTo>
                    <a:pt x="19812" y="12204"/>
                  </a:lnTo>
                  <a:lnTo>
                    <a:pt x="19812" y="11442"/>
                  </a:lnTo>
                  <a:lnTo>
                    <a:pt x="22860" y="11442"/>
                  </a:lnTo>
                  <a:lnTo>
                    <a:pt x="22860" y="9918"/>
                  </a:lnTo>
                  <a:lnTo>
                    <a:pt x="19050" y="9918"/>
                  </a:lnTo>
                  <a:lnTo>
                    <a:pt x="17526" y="10680"/>
                  </a:lnTo>
                  <a:lnTo>
                    <a:pt x="17526" y="12204"/>
                  </a:lnTo>
                  <a:lnTo>
                    <a:pt x="19050" y="12966"/>
                  </a:lnTo>
                  <a:lnTo>
                    <a:pt x="19812" y="12966"/>
                  </a:lnTo>
                  <a:lnTo>
                    <a:pt x="20574" y="12966"/>
                  </a:lnTo>
                  <a:lnTo>
                    <a:pt x="21336" y="13728"/>
                  </a:lnTo>
                  <a:lnTo>
                    <a:pt x="20574" y="14490"/>
                  </a:lnTo>
                  <a:lnTo>
                    <a:pt x="19050" y="14490"/>
                  </a:lnTo>
                  <a:lnTo>
                    <a:pt x="18288" y="13728"/>
                  </a:lnTo>
                  <a:lnTo>
                    <a:pt x="17526" y="13728"/>
                  </a:lnTo>
                  <a:lnTo>
                    <a:pt x="17526" y="15252"/>
                  </a:lnTo>
                  <a:lnTo>
                    <a:pt x="21336" y="15252"/>
                  </a:lnTo>
                  <a:lnTo>
                    <a:pt x="23622" y="15252"/>
                  </a:lnTo>
                  <a:lnTo>
                    <a:pt x="23622" y="12966"/>
                  </a:lnTo>
                  <a:close/>
                </a:path>
                <a:path w="46989" h="15875">
                  <a:moveTo>
                    <a:pt x="24384" y="4572"/>
                  </a:moveTo>
                  <a:lnTo>
                    <a:pt x="23622" y="3810"/>
                  </a:lnTo>
                  <a:lnTo>
                    <a:pt x="22860" y="3810"/>
                  </a:lnTo>
                  <a:lnTo>
                    <a:pt x="22098" y="4572"/>
                  </a:lnTo>
                  <a:lnTo>
                    <a:pt x="22098" y="6096"/>
                  </a:lnTo>
                  <a:lnTo>
                    <a:pt x="22860" y="6858"/>
                  </a:lnTo>
                  <a:lnTo>
                    <a:pt x="23622" y="6858"/>
                  </a:lnTo>
                  <a:lnTo>
                    <a:pt x="24384" y="6096"/>
                  </a:lnTo>
                  <a:lnTo>
                    <a:pt x="24384" y="4572"/>
                  </a:lnTo>
                  <a:close/>
                </a:path>
                <a:path w="46989" h="15875">
                  <a:moveTo>
                    <a:pt x="29718" y="2286"/>
                  </a:moveTo>
                  <a:lnTo>
                    <a:pt x="27432" y="2286"/>
                  </a:lnTo>
                  <a:lnTo>
                    <a:pt x="27432" y="6096"/>
                  </a:lnTo>
                  <a:lnTo>
                    <a:pt x="28194" y="6858"/>
                  </a:lnTo>
                  <a:lnTo>
                    <a:pt x="28956" y="6858"/>
                  </a:lnTo>
                  <a:lnTo>
                    <a:pt x="29718" y="6096"/>
                  </a:lnTo>
                  <a:lnTo>
                    <a:pt x="29718" y="2286"/>
                  </a:lnTo>
                  <a:close/>
                </a:path>
                <a:path w="46989" h="15875">
                  <a:moveTo>
                    <a:pt x="31242" y="9918"/>
                  </a:moveTo>
                  <a:lnTo>
                    <a:pt x="27432" y="9918"/>
                  </a:lnTo>
                  <a:lnTo>
                    <a:pt x="25146" y="11442"/>
                  </a:lnTo>
                  <a:lnTo>
                    <a:pt x="25146" y="14490"/>
                  </a:lnTo>
                  <a:lnTo>
                    <a:pt x="27432" y="15252"/>
                  </a:lnTo>
                  <a:lnTo>
                    <a:pt x="31242" y="15252"/>
                  </a:lnTo>
                  <a:lnTo>
                    <a:pt x="31242" y="13728"/>
                  </a:lnTo>
                  <a:lnTo>
                    <a:pt x="27432" y="13728"/>
                  </a:lnTo>
                  <a:lnTo>
                    <a:pt x="27432" y="12204"/>
                  </a:lnTo>
                  <a:lnTo>
                    <a:pt x="28194" y="11442"/>
                  </a:lnTo>
                  <a:lnTo>
                    <a:pt x="31242" y="11442"/>
                  </a:lnTo>
                  <a:lnTo>
                    <a:pt x="31242" y="9918"/>
                  </a:lnTo>
                  <a:close/>
                </a:path>
                <a:path w="46989" h="15875">
                  <a:moveTo>
                    <a:pt x="35052" y="0"/>
                  </a:moveTo>
                  <a:lnTo>
                    <a:pt x="33528" y="0"/>
                  </a:lnTo>
                  <a:lnTo>
                    <a:pt x="33528" y="7620"/>
                  </a:lnTo>
                  <a:lnTo>
                    <a:pt x="35052" y="7620"/>
                  </a:lnTo>
                  <a:lnTo>
                    <a:pt x="35052" y="0"/>
                  </a:lnTo>
                  <a:close/>
                </a:path>
                <a:path w="46989" h="15875">
                  <a:moveTo>
                    <a:pt x="41148" y="2286"/>
                  </a:moveTo>
                  <a:lnTo>
                    <a:pt x="38862" y="2286"/>
                  </a:lnTo>
                  <a:lnTo>
                    <a:pt x="38862" y="6096"/>
                  </a:lnTo>
                  <a:lnTo>
                    <a:pt x="39624" y="6858"/>
                  </a:lnTo>
                  <a:lnTo>
                    <a:pt x="40386" y="6858"/>
                  </a:lnTo>
                  <a:lnTo>
                    <a:pt x="41148" y="6096"/>
                  </a:lnTo>
                  <a:lnTo>
                    <a:pt x="41148" y="2286"/>
                  </a:lnTo>
                  <a:close/>
                </a:path>
                <a:path w="46989" h="15875">
                  <a:moveTo>
                    <a:pt x="42672" y="11442"/>
                  </a:moveTo>
                  <a:lnTo>
                    <a:pt x="40386" y="9918"/>
                  </a:lnTo>
                  <a:lnTo>
                    <a:pt x="40386" y="12204"/>
                  </a:lnTo>
                  <a:lnTo>
                    <a:pt x="40386" y="13728"/>
                  </a:lnTo>
                  <a:lnTo>
                    <a:pt x="35814" y="13728"/>
                  </a:lnTo>
                  <a:lnTo>
                    <a:pt x="35814" y="12204"/>
                  </a:lnTo>
                  <a:lnTo>
                    <a:pt x="36576" y="11442"/>
                  </a:lnTo>
                  <a:lnTo>
                    <a:pt x="39624" y="11442"/>
                  </a:lnTo>
                  <a:lnTo>
                    <a:pt x="40386" y="12204"/>
                  </a:lnTo>
                  <a:lnTo>
                    <a:pt x="40386" y="9918"/>
                  </a:lnTo>
                  <a:lnTo>
                    <a:pt x="35814" y="9918"/>
                  </a:lnTo>
                  <a:lnTo>
                    <a:pt x="33528" y="11442"/>
                  </a:lnTo>
                  <a:lnTo>
                    <a:pt x="33528" y="14490"/>
                  </a:lnTo>
                  <a:lnTo>
                    <a:pt x="35814" y="15252"/>
                  </a:lnTo>
                  <a:lnTo>
                    <a:pt x="40386" y="15252"/>
                  </a:lnTo>
                  <a:lnTo>
                    <a:pt x="42672" y="14490"/>
                  </a:lnTo>
                  <a:lnTo>
                    <a:pt x="42672" y="11442"/>
                  </a:lnTo>
                  <a:close/>
                </a:path>
                <a:path w="46989" h="15875">
                  <a:moveTo>
                    <a:pt x="46482" y="3810"/>
                  </a:moveTo>
                  <a:lnTo>
                    <a:pt x="44958" y="3810"/>
                  </a:lnTo>
                  <a:lnTo>
                    <a:pt x="44196" y="4572"/>
                  </a:lnTo>
                  <a:lnTo>
                    <a:pt x="44196" y="6096"/>
                  </a:lnTo>
                  <a:lnTo>
                    <a:pt x="44958" y="6858"/>
                  </a:lnTo>
                  <a:lnTo>
                    <a:pt x="46482" y="6858"/>
                  </a:lnTo>
                  <a:lnTo>
                    <a:pt x="46482" y="381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695444" y="6550310"/>
              <a:ext cx="46323" cy="26511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858256" y="6635495"/>
              <a:ext cx="80772" cy="27432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4681982" y="6545579"/>
              <a:ext cx="1290320" cy="100330"/>
            </a:xfrm>
            <a:custGeom>
              <a:avLst/>
              <a:gdLst/>
              <a:ahLst/>
              <a:cxnLst/>
              <a:rect l="l" t="t" r="r" b="b"/>
              <a:pathLst>
                <a:path w="1290320" h="100329">
                  <a:moveTo>
                    <a:pt x="1290320" y="317"/>
                  </a:moveTo>
                  <a:lnTo>
                    <a:pt x="1289050" y="317"/>
                  </a:lnTo>
                  <a:lnTo>
                    <a:pt x="1289050" y="0"/>
                  </a:lnTo>
                  <a:lnTo>
                    <a:pt x="1286510" y="0"/>
                  </a:lnTo>
                  <a:lnTo>
                    <a:pt x="1286510" y="3429"/>
                  </a:lnTo>
                  <a:lnTo>
                    <a:pt x="1286510" y="96393"/>
                  </a:lnTo>
                  <a:lnTo>
                    <a:pt x="1283970" y="96393"/>
                  </a:lnTo>
                  <a:lnTo>
                    <a:pt x="1283970" y="96774"/>
                  </a:lnTo>
                  <a:lnTo>
                    <a:pt x="6350" y="96774"/>
                  </a:lnTo>
                  <a:lnTo>
                    <a:pt x="6350" y="96647"/>
                  </a:lnTo>
                  <a:lnTo>
                    <a:pt x="5080" y="96647"/>
                  </a:lnTo>
                  <a:lnTo>
                    <a:pt x="5080" y="3175"/>
                  </a:lnTo>
                  <a:lnTo>
                    <a:pt x="6350" y="3175"/>
                  </a:lnTo>
                  <a:lnTo>
                    <a:pt x="6350" y="3048"/>
                  </a:lnTo>
                  <a:lnTo>
                    <a:pt x="1283970" y="3048"/>
                  </a:lnTo>
                  <a:lnTo>
                    <a:pt x="1283970" y="3429"/>
                  </a:lnTo>
                  <a:lnTo>
                    <a:pt x="1286510" y="3429"/>
                  </a:lnTo>
                  <a:lnTo>
                    <a:pt x="1286510" y="0"/>
                  </a:lnTo>
                  <a:lnTo>
                    <a:pt x="1283970" y="0"/>
                  </a:lnTo>
                  <a:lnTo>
                    <a:pt x="6350" y="0"/>
                  </a:lnTo>
                  <a:lnTo>
                    <a:pt x="5080" y="0"/>
                  </a:lnTo>
                  <a:lnTo>
                    <a:pt x="1270" y="0"/>
                  </a:lnTo>
                  <a:lnTo>
                    <a:pt x="1270" y="635"/>
                  </a:lnTo>
                  <a:lnTo>
                    <a:pt x="0" y="635"/>
                  </a:lnTo>
                  <a:lnTo>
                    <a:pt x="0" y="99187"/>
                  </a:lnTo>
                  <a:lnTo>
                    <a:pt x="1270" y="99187"/>
                  </a:lnTo>
                  <a:lnTo>
                    <a:pt x="1270" y="99822"/>
                  </a:lnTo>
                  <a:lnTo>
                    <a:pt x="1289050" y="99822"/>
                  </a:lnTo>
                  <a:lnTo>
                    <a:pt x="1289050" y="99504"/>
                  </a:lnTo>
                  <a:lnTo>
                    <a:pt x="1290320" y="99504"/>
                  </a:lnTo>
                  <a:lnTo>
                    <a:pt x="1290320" y="317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687062" y="6548627"/>
              <a:ext cx="1281430" cy="93980"/>
            </a:xfrm>
            <a:custGeom>
              <a:avLst/>
              <a:gdLst/>
              <a:ahLst/>
              <a:cxnLst/>
              <a:rect l="l" t="t" r="r" b="b"/>
              <a:pathLst>
                <a:path w="1281429" h="93979">
                  <a:moveTo>
                    <a:pt x="0" y="92201"/>
                  </a:moveTo>
                  <a:lnTo>
                    <a:pt x="0" y="1523"/>
                  </a:lnTo>
                  <a:lnTo>
                    <a:pt x="0" y="761"/>
                  </a:lnTo>
                  <a:lnTo>
                    <a:pt x="761" y="0"/>
                  </a:lnTo>
                  <a:lnTo>
                    <a:pt x="2285" y="0"/>
                  </a:lnTo>
                  <a:lnTo>
                    <a:pt x="1277874" y="0"/>
                  </a:lnTo>
                  <a:lnTo>
                    <a:pt x="1279398" y="0"/>
                  </a:lnTo>
                  <a:lnTo>
                    <a:pt x="1280922" y="761"/>
                  </a:lnTo>
                  <a:lnTo>
                    <a:pt x="1280922" y="1523"/>
                  </a:lnTo>
                  <a:lnTo>
                    <a:pt x="1280922" y="92201"/>
                  </a:lnTo>
                  <a:lnTo>
                    <a:pt x="1280922" y="92963"/>
                  </a:lnTo>
                  <a:lnTo>
                    <a:pt x="1279398" y="93725"/>
                  </a:lnTo>
                  <a:lnTo>
                    <a:pt x="1277874" y="93725"/>
                  </a:lnTo>
                  <a:lnTo>
                    <a:pt x="2286" y="93725"/>
                  </a:lnTo>
                  <a:lnTo>
                    <a:pt x="762" y="93725"/>
                  </a:lnTo>
                  <a:lnTo>
                    <a:pt x="0" y="92963"/>
                  </a:lnTo>
                  <a:lnTo>
                    <a:pt x="0" y="92201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682490" y="6545579"/>
              <a:ext cx="1290320" cy="100330"/>
            </a:xfrm>
            <a:custGeom>
              <a:avLst/>
              <a:gdLst/>
              <a:ahLst/>
              <a:cxnLst/>
              <a:rect l="l" t="t" r="r" b="b"/>
              <a:pathLst>
                <a:path w="1290320" h="100329">
                  <a:moveTo>
                    <a:pt x="2286" y="99822"/>
                  </a:moveTo>
                  <a:lnTo>
                    <a:pt x="1287018" y="99821"/>
                  </a:lnTo>
                  <a:lnTo>
                    <a:pt x="1288542" y="99821"/>
                  </a:lnTo>
                  <a:lnTo>
                    <a:pt x="1290066" y="99059"/>
                  </a:lnTo>
                  <a:lnTo>
                    <a:pt x="1290066" y="98297"/>
                  </a:lnTo>
                  <a:lnTo>
                    <a:pt x="1290066" y="2285"/>
                  </a:lnTo>
                  <a:lnTo>
                    <a:pt x="1290066" y="761"/>
                  </a:lnTo>
                  <a:lnTo>
                    <a:pt x="1288542" y="0"/>
                  </a:lnTo>
                  <a:lnTo>
                    <a:pt x="1287018" y="0"/>
                  </a:lnTo>
                  <a:lnTo>
                    <a:pt x="2286" y="0"/>
                  </a:lnTo>
                  <a:lnTo>
                    <a:pt x="762" y="0"/>
                  </a:lnTo>
                  <a:lnTo>
                    <a:pt x="0" y="761"/>
                  </a:lnTo>
                  <a:lnTo>
                    <a:pt x="0" y="2285"/>
                  </a:lnTo>
                  <a:lnTo>
                    <a:pt x="0" y="98297"/>
                  </a:lnTo>
                  <a:lnTo>
                    <a:pt x="0" y="99060"/>
                  </a:lnTo>
                  <a:lnTo>
                    <a:pt x="762" y="99822"/>
                  </a:lnTo>
                  <a:lnTo>
                    <a:pt x="2286" y="99822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682109" y="6562343"/>
              <a:ext cx="1290827" cy="3809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5972048" y="6545579"/>
              <a:ext cx="289560" cy="100330"/>
            </a:xfrm>
            <a:custGeom>
              <a:avLst/>
              <a:gdLst/>
              <a:ahLst/>
              <a:cxnLst/>
              <a:rect l="l" t="t" r="r" b="b"/>
              <a:pathLst>
                <a:path w="289560" h="100329">
                  <a:moveTo>
                    <a:pt x="289560" y="190"/>
                  </a:moveTo>
                  <a:lnTo>
                    <a:pt x="288290" y="190"/>
                  </a:lnTo>
                  <a:lnTo>
                    <a:pt x="288290" y="0"/>
                  </a:lnTo>
                  <a:lnTo>
                    <a:pt x="285750" y="0"/>
                  </a:lnTo>
                  <a:lnTo>
                    <a:pt x="285750" y="3429"/>
                  </a:lnTo>
                  <a:lnTo>
                    <a:pt x="285750" y="96393"/>
                  </a:lnTo>
                  <a:lnTo>
                    <a:pt x="284480" y="96393"/>
                  </a:lnTo>
                  <a:lnTo>
                    <a:pt x="284480" y="96774"/>
                  </a:lnTo>
                  <a:lnTo>
                    <a:pt x="6350" y="96774"/>
                  </a:lnTo>
                  <a:lnTo>
                    <a:pt x="6350" y="96647"/>
                  </a:lnTo>
                  <a:lnTo>
                    <a:pt x="5080" y="96647"/>
                  </a:lnTo>
                  <a:lnTo>
                    <a:pt x="5080" y="3175"/>
                  </a:lnTo>
                  <a:lnTo>
                    <a:pt x="6350" y="3175"/>
                  </a:lnTo>
                  <a:lnTo>
                    <a:pt x="6350" y="3048"/>
                  </a:lnTo>
                  <a:lnTo>
                    <a:pt x="284480" y="3048"/>
                  </a:lnTo>
                  <a:lnTo>
                    <a:pt x="284480" y="3429"/>
                  </a:lnTo>
                  <a:lnTo>
                    <a:pt x="285750" y="3429"/>
                  </a:lnTo>
                  <a:lnTo>
                    <a:pt x="285750" y="0"/>
                  </a:lnTo>
                  <a:lnTo>
                    <a:pt x="284480" y="0"/>
                  </a:lnTo>
                  <a:lnTo>
                    <a:pt x="6350" y="0"/>
                  </a:lnTo>
                  <a:lnTo>
                    <a:pt x="5080" y="0"/>
                  </a:lnTo>
                  <a:lnTo>
                    <a:pt x="1270" y="0"/>
                  </a:lnTo>
                  <a:lnTo>
                    <a:pt x="1270" y="635"/>
                  </a:lnTo>
                  <a:lnTo>
                    <a:pt x="0" y="635"/>
                  </a:lnTo>
                  <a:lnTo>
                    <a:pt x="0" y="99187"/>
                  </a:lnTo>
                  <a:lnTo>
                    <a:pt x="1270" y="99187"/>
                  </a:lnTo>
                  <a:lnTo>
                    <a:pt x="1270" y="99822"/>
                  </a:lnTo>
                  <a:lnTo>
                    <a:pt x="288290" y="99822"/>
                  </a:lnTo>
                  <a:lnTo>
                    <a:pt x="288290" y="99631"/>
                  </a:lnTo>
                  <a:lnTo>
                    <a:pt x="289560" y="99631"/>
                  </a:lnTo>
                  <a:lnTo>
                    <a:pt x="289560" y="19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977128" y="6548627"/>
              <a:ext cx="280670" cy="93980"/>
            </a:xfrm>
            <a:custGeom>
              <a:avLst/>
              <a:gdLst/>
              <a:ahLst/>
              <a:cxnLst/>
              <a:rect l="l" t="t" r="r" b="b"/>
              <a:pathLst>
                <a:path w="280670" h="93979">
                  <a:moveTo>
                    <a:pt x="0" y="92201"/>
                  </a:moveTo>
                  <a:lnTo>
                    <a:pt x="0" y="1523"/>
                  </a:lnTo>
                  <a:lnTo>
                    <a:pt x="0" y="761"/>
                  </a:lnTo>
                  <a:lnTo>
                    <a:pt x="761" y="0"/>
                  </a:lnTo>
                  <a:lnTo>
                    <a:pt x="2285" y="0"/>
                  </a:lnTo>
                  <a:lnTo>
                    <a:pt x="278130" y="0"/>
                  </a:lnTo>
                  <a:lnTo>
                    <a:pt x="279654" y="0"/>
                  </a:lnTo>
                  <a:lnTo>
                    <a:pt x="280416" y="761"/>
                  </a:lnTo>
                  <a:lnTo>
                    <a:pt x="280416" y="1523"/>
                  </a:lnTo>
                  <a:lnTo>
                    <a:pt x="280416" y="92201"/>
                  </a:lnTo>
                  <a:lnTo>
                    <a:pt x="280416" y="92963"/>
                  </a:lnTo>
                  <a:lnTo>
                    <a:pt x="279654" y="93725"/>
                  </a:lnTo>
                  <a:lnTo>
                    <a:pt x="278130" y="93725"/>
                  </a:lnTo>
                  <a:lnTo>
                    <a:pt x="2286" y="93725"/>
                  </a:lnTo>
                  <a:lnTo>
                    <a:pt x="762" y="93725"/>
                  </a:lnTo>
                  <a:lnTo>
                    <a:pt x="0" y="92963"/>
                  </a:lnTo>
                  <a:lnTo>
                    <a:pt x="0" y="92201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972556" y="6545579"/>
              <a:ext cx="289560" cy="100330"/>
            </a:xfrm>
            <a:custGeom>
              <a:avLst/>
              <a:gdLst/>
              <a:ahLst/>
              <a:cxnLst/>
              <a:rect l="l" t="t" r="r" b="b"/>
              <a:pathLst>
                <a:path w="289560" h="100329">
                  <a:moveTo>
                    <a:pt x="2286" y="99822"/>
                  </a:moveTo>
                  <a:lnTo>
                    <a:pt x="287274" y="99821"/>
                  </a:lnTo>
                  <a:lnTo>
                    <a:pt x="288036" y="99821"/>
                  </a:lnTo>
                  <a:lnTo>
                    <a:pt x="289560" y="99059"/>
                  </a:lnTo>
                  <a:lnTo>
                    <a:pt x="289560" y="98297"/>
                  </a:lnTo>
                  <a:lnTo>
                    <a:pt x="289560" y="2285"/>
                  </a:lnTo>
                  <a:lnTo>
                    <a:pt x="289560" y="761"/>
                  </a:lnTo>
                  <a:lnTo>
                    <a:pt x="288036" y="0"/>
                  </a:lnTo>
                  <a:lnTo>
                    <a:pt x="287274" y="0"/>
                  </a:lnTo>
                  <a:lnTo>
                    <a:pt x="2286" y="0"/>
                  </a:lnTo>
                  <a:lnTo>
                    <a:pt x="762" y="0"/>
                  </a:lnTo>
                  <a:lnTo>
                    <a:pt x="0" y="761"/>
                  </a:lnTo>
                  <a:lnTo>
                    <a:pt x="0" y="2285"/>
                  </a:lnTo>
                  <a:lnTo>
                    <a:pt x="0" y="98297"/>
                  </a:lnTo>
                  <a:lnTo>
                    <a:pt x="0" y="99060"/>
                  </a:lnTo>
                  <a:lnTo>
                    <a:pt x="762" y="99822"/>
                  </a:lnTo>
                  <a:lnTo>
                    <a:pt x="2286" y="99822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192774" y="6556247"/>
              <a:ext cx="30480" cy="28193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711446" y="6565391"/>
              <a:ext cx="303275" cy="57150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4711446" y="6565391"/>
              <a:ext cx="303530" cy="57150"/>
            </a:xfrm>
            <a:custGeom>
              <a:avLst/>
              <a:gdLst/>
              <a:ahLst/>
              <a:cxnLst/>
              <a:rect l="l" t="t" r="r" b="b"/>
              <a:pathLst>
                <a:path w="303529" h="57150">
                  <a:moveTo>
                    <a:pt x="293370" y="0"/>
                  </a:moveTo>
                  <a:lnTo>
                    <a:pt x="9906" y="0"/>
                  </a:lnTo>
                  <a:lnTo>
                    <a:pt x="9906" y="4572"/>
                  </a:lnTo>
                  <a:lnTo>
                    <a:pt x="0" y="4572"/>
                  </a:lnTo>
                  <a:lnTo>
                    <a:pt x="0" y="53340"/>
                  </a:lnTo>
                  <a:lnTo>
                    <a:pt x="9906" y="53340"/>
                  </a:lnTo>
                  <a:lnTo>
                    <a:pt x="9906" y="57150"/>
                  </a:lnTo>
                  <a:lnTo>
                    <a:pt x="293370" y="57150"/>
                  </a:lnTo>
                  <a:lnTo>
                    <a:pt x="293370" y="53340"/>
                  </a:lnTo>
                  <a:lnTo>
                    <a:pt x="303276" y="53340"/>
                  </a:lnTo>
                  <a:lnTo>
                    <a:pt x="303276" y="4571"/>
                  </a:lnTo>
                  <a:lnTo>
                    <a:pt x="293370" y="4572"/>
                  </a:lnTo>
                  <a:lnTo>
                    <a:pt x="293370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715256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2003" y="19811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715256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765548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17525"/>
                  </a:moveTo>
                  <a:lnTo>
                    <a:pt x="44957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7525" y="19811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1241" y="19811"/>
                  </a:lnTo>
                  <a:lnTo>
                    <a:pt x="31241" y="17525"/>
                  </a:lnTo>
                  <a:lnTo>
                    <a:pt x="44957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765548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7" y="0"/>
                  </a:lnTo>
                  <a:lnTo>
                    <a:pt x="44957" y="17525"/>
                  </a:lnTo>
                  <a:lnTo>
                    <a:pt x="31241" y="17525"/>
                  </a:lnTo>
                  <a:lnTo>
                    <a:pt x="31241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815078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4477" y="17525"/>
                  </a:lnTo>
                  <a:lnTo>
                    <a:pt x="14477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811"/>
                  </a:lnTo>
                  <a:lnTo>
                    <a:pt x="32003" y="19811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815078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811"/>
                  </a:lnTo>
                  <a:lnTo>
                    <a:pt x="28193" y="19811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4477" y="19811"/>
                  </a:lnTo>
                  <a:lnTo>
                    <a:pt x="14477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865370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7525" y="19811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2003" y="19811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865370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915662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17525"/>
                  </a:moveTo>
                  <a:lnTo>
                    <a:pt x="44957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7525" y="19811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1241" y="19811"/>
                  </a:lnTo>
                  <a:lnTo>
                    <a:pt x="31241" y="17525"/>
                  </a:lnTo>
                  <a:lnTo>
                    <a:pt x="44957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915662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7" y="0"/>
                  </a:lnTo>
                  <a:lnTo>
                    <a:pt x="44957" y="17525"/>
                  </a:lnTo>
                  <a:lnTo>
                    <a:pt x="31241" y="17525"/>
                  </a:lnTo>
                  <a:lnTo>
                    <a:pt x="31241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965192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2003" y="19811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965192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715256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715256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765548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21336"/>
                  </a:move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765548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815078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815078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865370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4865370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4915662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21336"/>
                  </a:move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4915662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965192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965192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711446" y="6565391"/>
              <a:ext cx="303530" cy="57150"/>
            </a:xfrm>
            <a:custGeom>
              <a:avLst/>
              <a:gdLst/>
              <a:ahLst/>
              <a:cxnLst/>
              <a:rect l="l" t="t" r="r" b="b"/>
              <a:pathLst>
                <a:path w="303529" h="57150">
                  <a:moveTo>
                    <a:pt x="9905" y="0"/>
                  </a:moveTo>
                  <a:lnTo>
                    <a:pt x="9905" y="2286"/>
                  </a:lnTo>
                  <a:lnTo>
                    <a:pt x="9905" y="3810"/>
                  </a:lnTo>
                  <a:lnTo>
                    <a:pt x="8381" y="4572"/>
                  </a:lnTo>
                  <a:lnTo>
                    <a:pt x="6857" y="4572"/>
                  </a:lnTo>
                  <a:lnTo>
                    <a:pt x="6095" y="4572"/>
                  </a:lnTo>
                  <a:lnTo>
                    <a:pt x="3047" y="4572"/>
                  </a:lnTo>
                  <a:lnTo>
                    <a:pt x="0" y="6096"/>
                  </a:lnTo>
                  <a:lnTo>
                    <a:pt x="0" y="8382"/>
                  </a:lnTo>
                  <a:lnTo>
                    <a:pt x="0" y="49530"/>
                  </a:lnTo>
                  <a:lnTo>
                    <a:pt x="0" y="51816"/>
                  </a:lnTo>
                  <a:lnTo>
                    <a:pt x="2285" y="53340"/>
                  </a:lnTo>
                  <a:lnTo>
                    <a:pt x="5333" y="53340"/>
                  </a:lnTo>
                  <a:lnTo>
                    <a:pt x="6857" y="53340"/>
                  </a:lnTo>
                  <a:lnTo>
                    <a:pt x="8381" y="53340"/>
                  </a:lnTo>
                  <a:lnTo>
                    <a:pt x="9905" y="54102"/>
                  </a:lnTo>
                  <a:lnTo>
                    <a:pt x="9905" y="54864"/>
                  </a:lnTo>
                  <a:lnTo>
                    <a:pt x="9905" y="57150"/>
                  </a:lnTo>
                  <a:lnTo>
                    <a:pt x="293369" y="57149"/>
                  </a:lnTo>
                  <a:lnTo>
                    <a:pt x="293369" y="56387"/>
                  </a:lnTo>
                  <a:lnTo>
                    <a:pt x="293369" y="54101"/>
                  </a:lnTo>
                  <a:lnTo>
                    <a:pt x="294893" y="53339"/>
                  </a:lnTo>
                  <a:lnTo>
                    <a:pt x="297941" y="53339"/>
                  </a:lnTo>
                  <a:lnTo>
                    <a:pt x="300989" y="53339"/>
                  </a:lnTo>
                  <a:lnTo>
                    <a:pt x="303275" y="51815"/>
                  </a:lnTo>
                  <a:lnTo>
                    <a:pt x="303275" y="49529"/>
                  </a:lnTo>
                  <a:lnTo>
                    <a:pt x="303275" y="7619"/>
                  </a:lnTo>
                  <a:lnTo>
                    <a:pt x="303275" y="6095"/>
                  </a:lnTo>
                  <a:lnTo>
                    <a:pt x="300989" y="4571"/>
                  </a:lnTo>
                  <a:lnTo>
                    <a:pt x="297941" y="4571"/>
                  </a:lnTo>
                  <a:lnTo>
                    <a:pt x="296417" y="4571"/>
                  </a:lnTo>
                  <a:lnTo>
                    <a:pt x="294893" y="4571"/>
                  </a:lnTo>
                  <a:lnTo>
                    <a:pt x="293369" y="3809"/>
                  </a:lnTo>
                  <a:lnTo>
                    <a:pt x="293369" y="2285"/>
                  </a:lnTo>
                  <a:lnTo>
                    <a:pt x="293369" y="0"/>
                  </a:lnTo>
                </a:path>
              </a:pathLst>
            </a:custGeom>
            <a:ln w="3175">
              <a:solidFill>
                <a:srgbClr val="C9C1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8" name="object 11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007102" y="6565391"/>
              <a:ext cx="324612" cy="73914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5029200" y="6565391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292608" y="0"/>
                  </a:moveTo>
                  <a:lnTo>
                    <a:pt x="9906" y="0"/>
                  </a:lnTo>
                  <a:lnTo>
                    <a:pt x="9906" y="4572"/>
                  </a:lnTo>
                  <a:lnTo>
                    <a:pt x="0" y="4572"/>
                  </a:lnTo>
                  <a:lnTo>
                    <a:pt x="0" y="53340"/>
                  </a:lnTo>
                  <a:lnTo>
                    <a:pt x="9906" y="53340"/>
                  </a:lnTo>
                  <a:lnTo>
                    <a:pt x="9906" y="57150"/>
                  </a:lnTo>
                  <a:lnTo>
                    <a:pt x="292608" y="57150"/>
                  </a:lnTo>
                  <a:lnTo>
                    <a:pt x="292608" y="53340"/>
                  </a:lnTo>
                  <a:lnTo>
                    <a:pt x="302514" y="53340"/>
                  </a:lnTo>
                  <a:lnTo>
                    <a:pt x="302514" y="4571"/>
                  </a:lnTo>
                  <a:lnTo>
                    <a:pt x="292608" y="4572"/>
                  </a:lnTo>
                  <a:lnTo>
                    <a:pt x="292608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5033010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17525"/>
                  </a:moveTo>
                  <a:lnTo>
                    <a:pt x="44957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7525" y="19811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1241" y="19811"/>
                  </a:lnTo>
                  <a:lnTo>
                    <a:pt x="31241" y="17525"/>
                  </a:lnTo>
                  <a:lnTo>
                    <a:pt x="44957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5033010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7" y="0"/>
                  </a:lnTo>
                  <a:lnTo>
                    <a:pt x="44957" y="17525"/>
                  </a:lnTo>
                  <a:lnTo>
                    <a:pt x="31241" y="17525"/>
                  </a:lnTo>
                  <a:lnTo>
                    <a:pt x="31241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5082540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2003" y="19811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5082540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5132832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7525" y="19811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1241" y="19811"/>
                  </a:lnTo>
                  <a:lnTo>
                    <a:pt x="31241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5132832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1241" y="17525"/>
                  </a:lnTo>
                  <a:lnTo>
                    <a:pt x="31241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5183124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17525"/>
                  </a:moveTo>
                  <a:lnTo>
                    <a:pt x="44957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7525" y="19811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1241" y="19811"/>
                  </a:lnTo>
                  <a:lnTo>
                    <a:pt x="31241" y="17525"/>
                  </a:lnTo>
                  <a:lnTo>
                    <a:pt x="44957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5183124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7" y="0"/>
                  </a:lnTo>
                  <a:lnTo>
                    <a:pt x="44957" y="17525"/>
                  </a:lnTo>
                  <a:lnTo>
                    <a:pt x="31241" y="17525"/>
                  </a:lnTo>
                  <a:lnTo>
                    <a:pt x="31241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5232654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2003" y="19811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5232654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5282946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17525"/>
                  </a:moveTo>
                  <a:lnTo>
                    <a:pt x="44957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7525" y="19811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1241" y="19811"/>
                  </a:lnTo>
                  <a:lnTo>
                    <a:pt x="31241" y="17525"/>
                  </a:lnTo>
                  <a:lnTo>
                    <a:pt x="44957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5282946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7" y="0"/>
                  </a:lnTo>
                  <a:lnTo>
                    <a:pt x="44957" y="17525"/>
                  </a:lnTo>
                  <a:lnTo>
                    <a:pt x="31241" y="17525"/>
                  </a:lnTo>
                  <a:lnTo>
                    <a:pt x="31241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5033010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21336"/>
                  </a:move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033010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5082540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5082540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5132832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5132832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5183124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21336"/>
                  </a:move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5183124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5232654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5232654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5282946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21336"/>
                  </a:move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5282946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5029200" y="6565391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9905" y="0"/>
                  </a:moveTo>
                  <a:lnTo>
                    <a:pt x="9905" y="2286"/>
                  </a:lnTo>
                  <a:lnTo>
                    <a:pt x="9905" y="3810"/>
                  </a:lnTo>
                  <a:lnTo>
                    <a:pt x="8381" y="4572"/>
                  </a:lnTo>
                  <a:lnTo>
                    <a:pt x="6095" y="4572"/>
                  </a:lnTo>
                  <a:lnTo>
                    <a:pt x="5333" y="4572"/>
                  </a:lnTo>
                  <a:lnTo>
                    <a:pt x="2285" y="4572"/>
                  </a:lnTo>
                  <a:lnTo>
                    <a:pt x="0" y="6096"/>
                  </a:lnTo>
                  <a:lnTo>
                    <a:pt x="0" y="8382"/>
                  </a:lnTo>
                  <a:lnTo>
                    <a:pt x="0" y="49530"/>
                  </a:lnTo>
                  <a:lnTo>
                    <a:pt x="0" y="51816"/>
                  </a:lnTo>
                  <a:lnTo>
                    <a:pt x="2285" y="53340"/>
                  </a:lnTo>
                  <a:lnTo>
                    <a:pt x="5333" y="53340"/>
                  </a:lnTo>
                  <a:lnTo>
                    <a:pt x="6095" y="53340"/>
                  </a:lnTo>
                  <a:lnTo>
                    <a:pt x="8381" y="53340"/>
                  </a:lnTo>
                  <a:lnTo>
                    <a:pt x="9905" y="54102"/>
                  </a:lnTo>
                  <a:lnTo>
                    <a:pt x="9905" y="54864"/>
                  </a:lnTo>
                  <a:lnTo>
                    <a:pt x="9905" y="57150"/>
                  </a:lnTo>
                  <a:lnTo>
                    <a:pt x="292607" y="57149"/>
                  </a:lnTo>
                  <a:lnTo>
                    <a:pt x="292607" y="56387"/>
                  </a:lnTo>
                  <a:lnTo>
                    <a:pt x="292607" y="54101"/>
                  </a:lnTo>
                  <a:lnTo>
                    <a:pt x="294893" y="53339"/>
                  </a:lnTo>
                  <a:lnTo>
                    <a:pt x="297941" y="53339"/>
                  </a:lnTo>
                  <a:lnTo>
                    <a:pt x="300227" y="53339"/>
                  </a:lnTo>
                  <a:lnTo>
                    <a:pt x="302513" y="51815"/>
                  </a:lnTo>
                  <a:lnTo>
                    <a:pt x="302513" y="49529"/>
                  </a:lnTo>
                  <a:lnTo>
                    <a:pt x="302513" y="7619"/>
                  </a:lnTo>
                  <a:lnTo>
                    <a:pt x="302513" y="6095"/>
                  </a:lnTo>
                  <a:lnTo>
                    <a:pt x="300227" y="4571"/>
                  </a:lnTo>
                  <a:lnTo>
                    <a:pt x="297941" y="4571"/>
                  </a:lnTo>
                  <a:lnTo>
                    <a:pt x="296417" y="4571"/>
                  </a:lnTo>
                  <a:lnTo>
                    <a:pt x="294131" y="4571"/>
                  </a:lnTo>
                  <a:lnTo>
                    <a:pt x="292607" y="3809"/>
                  </a:lnTo>
                  <a:lnTo>
                    <a:pt x="292607" y="2285"/>
                  </a:lnTo>
                  <a:lnTo>
                    <a:pt x="292607" y="0"/>
                  </a:lnTo>
                </a:path>
              </a:pathLst>
            </a:custGeom>
            <a:ln w="3175">
              <a:solidFill>
                <a:srgbClr val="C9C1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" name="object 14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324856" y="6565391"/>
              <a:ext cx="324612" cy="73914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5346954" y="6565391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292608" y="0"/>
                  </a:moveTo>
                  <a:lnTo>
                    <a:pt x="9906" y="0"/>
                  </a:lnTo>
                  <a:lnTo>
                    <a:pt x="9906" y="4572"/>
                  </a:lnTo>
                  <a:lnTo>
                    <a:pt x="0" y="4572"/>
                  </a:lnTo>
                  <a:lnTo>
                    <a:pt x="0" y="53340"/>
                  </a:lnTo>
                  <a:lnTo>
                    <a:pt x="9906" y="53340"/>
                  </a:lnTo>
                  <a:lnTo>
                    <a:pt x="9906" y="57150"/>
                  </a:lnTo>
                  <a:lnTo>
                    <a:pt x="292608" y="57150"/>
                  </a:lnTo>
                  <a:lnTo>
                    <a:pt x="292608" y="53340"/>
                  </a:lnTo>
                  <a:lnTo>
                    <a:pt x="302514" y="53340"/>
                  </a:lnTo>
                  <a:lnTo>
                    <a:pt x="302514" y="4571"/>
                  </a:lnTo>
                  <a:lnTo>
                    <a:pt x="292608" y="4572"/>
                  </a:lnTo>
                  <a:lnTo>
                    <a:pt x="292608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5350002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2003" y="19811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5350002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5400294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7525" y="19811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1241" y="19811"/>
                  </a:lnTo>
                  <a:lnTo>
                    <a:pt x="31241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5400294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1241" y="17525"/>
                  </a:lnTo>
                  <a:lnTo>
                    <a:pt x="31241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5449824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4477" y="17525"/>
                  </a:lnTo>
                  <a:lnTo>
                    <a:pt x="14477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811"/>
                  </a:lnTo>
                  <a:lnTo>
                    <a:pt x="32003" y="19811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5449824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811"/>
                  </a:lnTo>
                  <a:lnTo>
                    <a:pt x="28193" y="19811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4477" y="19811"/>
                  </a:lnTo>
                  <a:lnTo>
                    <a:pt x="14477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5500116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2003" y="19811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5500116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5550408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17525"/>
                  </a:moveTo>
                  <a:lnTo>
                    <a:pt x="44957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7525" y="19811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1241" y="19811"/>
                  </a:lnTo>
                  <a:lnTo>
                    <a:pt x="31241" y="17525"/>
                  </a:lnTo>
                  <a:lnTo>
                    <a:pt x="44957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5550408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7" y="0"/>
                  </a:lnTo>
                  <a:lnTo>
                    <a:pt x="44957" y="17525"/>
                  </a:lnTo>
                  <a:lnTo>
                    <a:pt x="31241" y="17525"/>
                  </a:lnTo>
                  <a:lnTo>
                    <a:pt x="31241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5599938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4477" y="17525"/>
                  </a:lnTo>
                  <a:lnTo>
                    <a:pt x="14477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811"/>
                  </a:lnTo>
                  <a:lnTo>
                    <a:pt x="32003" y="19811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5599938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811"/>
                  </a:lnTo>
                  <a:lnTo>
                    <a:pt x="28193" y="19811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4477" y="19811"/>
                  </a:lnTo>
                  <a:lnTo>
                    <a:pt x="14477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5350002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5350002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5400294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5400294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5449824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5449824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5500116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5500116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5550408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21336"/>
                  </a:move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5550408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5599938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5599938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5346954" y="6565391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9905" y="0"/>
                  </a:moveTo>
                  <a:lnTo>
                    <a:pt x="9905" y="2286"/>
                  </a:lnTo>
                  <a:lnTo>
                    <a:pt x="9905" y="3810"/>
                  </a:lnTo>
                  <a:lnTo>
                    <a:pt x="8381" y="4572"/>
                  </a:lnTo>
                  <a:lnTo>
                    <a:pt x="6095" y="4572"/>
                  </a:lnTo>
                  <a:lnTo>
                    <a:pt x="5333" y="4572"/>
                  </a:lnTo>
                  <a:lnTo>
                    <a:pt x="2285" y="4572"/>
                  </a:lnTo>
                  <a:lnTo>
                    <a:pt x="0" y="6096"/>
                  </a:lnTo>
                  <a:lnTo>
                    <a:pt x="0" y="8382"/>
                  </a:lnTo>
                  <a:lnTo>
                    <a:pt x="0" y="49530"/>
                  </a:lnTo>
                  <a:lnTo>
                    <a:pt x="0" y="51816"/>
                  </a:lnTo>
                  <a:lnTo>
                    <a:pt x="2285" y="53340"/>
                  </a:lnTo>
                  <a:lnTo>
                    <a:pt x="4571" y="53340"/>
                  </a:lnTo>
                  <a:lnTo>
                    <a:pt x="6095" y="53340"/>
                  </a:lnTo>
                  <a:lnTo>
                    <a:pt x="8381" y="53340"/>
                  </a:lnTo>
                  <a:lnTo>
                    <a:pt x="9905" y="54102"/>
                  </a:lnTo>
                  <a:lnTo>
                    <a:pt x="9905" y="54864"/>
                  </a:lnTo>
                  <a:lnTo>
                    <a:pt x="9905" y="57150"/>
                  </a:lnTo>
                  <a:lnTo>
                    <a:pt x="292607" y="57149"/>
                  </a:lnTo>
                  <a:lnTo>
                    <a:pt x="292607" y="56387"/>
                  </a:lnTo>
                  <a:lnTo>
                    <a:pt x="292607" y="54101"/>
                  </a:lnTo>
                  <a:lnTo>
                    <a:pt x="294893" y="53339"/>
                  </a:lnTo>
                  <a:lnTo>
                    <a:pt x="297179" y="53339"/>
                  </a:lnTo>
                  <a:lnTo>
                    <a:pt x="300227" y="53339"/>
                  </a:lnTo>
                  <a:lnTo>
                    <a:pt x="302513" y="51815"/>
                  </a:lnTo>
                  <a:lnTo>
                    <a:pt x="302513" y="49529"/>
                  </a:lnTo>
                  <a:lnTo>
                    <a:pt x="302513" y="7619"/>
                  </a:lnTo>
                  <a:lnTo>
                    <a:pt x="302513" y="6095"/>
                  </a:lnTo>
                  <a:lnTo>
                    <a:pt x="300227" y="4571"/>
                  </a:lnTo>
                  <a:lnTo>
                    <a:pt x="297179" y="4571"/>
                  </a:lnTo>
                  <a:lnTo>
                    <a:pt x="295655" y="4571"/>
                  </a:lnTo>
                  <a:lnTo>
                    <a:pt x="294131" y="4571"/>
                  </a:lnTo>
                  <a:lnTo>
                    <a:pt x="292607" y="3809"/>
                  </a:lnTo>
                  <a:lnTo>
                    <a:pt x="292607" y="2285"/>
                  </a:lnTo>
                  <a:lnTo>
                    <a:pt x="292607" y="0"/>
                  </a:lnTo>
                </a:path>
              </a:pathLst>
            </a:custGeom>
            <a:ln w="3175">
              <a:solidFill>
                <a:srgbClr val="C9C1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2" name="object 17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644134" y="6565391"/>
              <a:ext cx="328421" cy="73914"/>
            </a:xfrm>
            <a:prstGeom prst="rect">
              <a:avLst/>
            </a:prstGeom>
          </p:spPr>
        </p:pic>
        <p:sp>
          <p:nvSpPr>
            <p:cNvPr id="173" name="object 173"/>
            <p:cNvSpPr/>
            <p:nvPr/>
          </p:nvSpPr>
          <p:spPr>
            <a:xfrm>
              <a:off x="5663946" y="6565391"/>
              <a:ext cx="308610" cy="57150"/>
            </a:xfrm>
            <a:custGeom>
              <a:avLst/>
              <a:gdLst/>
              <a:ahLst/>
              <a:cxnLst/>
              <a:rect l="l" t="t" r="r" b="b"/>
              <a:pathLst>
                <a:path w="308610" h="57150">
                  <a:moveTo>
                    <a:pt x="308610" y="0"/>
                  </a:moveTo>
                  <a:lnTo>
                    <a:pt x="10668" y="0"/>
                  </a:lnTo>
                  <a:lnTo>
                    <a:pt x="10668" y="4572"/>
                  </a:lnTo>
                  <a:lnTo>
                    <a:pt x="0" y="4572"/>
                  </a:lnTo>
                  <a:lnTo>
                    <a:pt x="0" y="53340"/>
                  </a:lnTo>
                  <a:lnTo>
                    <a:pt x="10668" y="53340"/>
                  </a:lnTo>
                  <a:lnTo>
                    <a:pt x="10668" y="57150"/>
                  </a:lnTo>
                  <a:lnTo>
                    <a:pt x="308610" y="57150"/>
                  </a:lnTo>
                  <a:lnTo>
                    <a:pt x="308610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5667756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17525"/>
                  </a:moveTo>
                  <a:lnTo>
                    <a:pt x="44957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7525" y="19811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1241" y="19811"/>
                  </a:lnTo>
                  <a:lnTo>
                    <a:pt x="31241" y="17525"/>
                  </a:lnTo>
                  <a:lnTo>
                    <a:pt x="44957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5667756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7" y="0"/>
                  </a:lnTo>
                  <a:lnTo>
                    <a:pt x="44957" y="17525"/>
                  </a:lnTo>
                  <a:lnTo>
                    <a:pt x="31241" y="17525"/>
                  </a:lnTo>
                  <a:lnTo>
                    <a:pt x="31241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5717286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4477" y="17525"/>
                  </a:lnTo>
                  <a:lnTo>
                    <a:pt x="14477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811"/>
                  </a:lnTo>
                  <a:lnTo>
                    <a:pt x="32003" y="19811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5717286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811"/>
                  </a:lnTo>
                  <a:lnTo>
                    <a:pt x="28193" y="19811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4477" y="19811"/>
                  </a:lnTo>
                  <a:lnTo>
                    <a:pt x="14477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5767578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2003" y="19811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5767578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5817870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17525"/>
                  </a:moveTo>
                  <a:lnTo>
                    <a:pt x="44957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7525" y="19811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1241" y="19811"/>
                  </a:lnTo>
                  <a:lnTo>
                    <a:pt x="31241" y="17525"/>
                  </a:lnTo>
                  <a:lnTo>
                    <a:pt x="44957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5817870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7" y="0"/>
                  </a:lnTo>
                  <a:lnTo>
                    <a:pt x="44957" y="17525"/>
                  </a:lnTo>
                  <a:lnTo>
                    <a:pt x="31241" y="17525"/>
                  </a:lnTo>
                  <a:lnTo>
                    <a:pt x="31241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5867400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811"/>
                  </a:lnTo>
                  <a:lnTo>
                    <a:pt x="32003" y="19811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5867400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811"/>
                  </a:lnTo>
                  <a:lnTo>
                    <a:pt x="28193" y="19811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5917692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7525" y="19811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1241" y="19811"/>
                  </a:lnTo>
                  <a:lnTo>
                    <a:pt x="31241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5917692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1241" y="17525"/>
                  </a:lnTo>
                  <a:lnTo>
                    <a:pt x="31241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5667756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21336"/>
                  </a:move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5667756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5717286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5717286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5767578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5767578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5817870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21336"/>
                  </a:move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5817870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5867400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5867400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5917692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5917692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5663946" y="6565391"/>
              <a:ext cx="304165" cy="57150"/>
            </a:xfrm>
            <a:custGeom>
              <a:avLst/>
              <a:gdLst/>
              <a:ahLst/>
              <a:cxnLst/>
              <a:rect l="l" t="t" r="r" b="b"/>
              <a:pathLst>
                <a:path w="304164" h="57150">
                  <a:moveTo>
                    <a:pt x="9905" y="0"/>
                  </a:moveTo>
                  <a:lnTo>
                    <a:pt x="9905" y="2286"/>
                  </a:lnTo>
                  <a:lnTo>
                    <a:pt x="9905" y="3810"/>
                  </a:lnTo>
                  <a:lnTo>
                    <a:pt x="8381" y="4572"/>
                  </a:lnTo>
                  <a:lnTo>
                    <a:pt x="6857" y="4572"/>
                  </a:lnTo>
                  <a:lnTo>
                    <a:pt x="6095" y="4572"/>
                  </a:lnTo>
                  <a:lnTo>
                    <a:pt x="2285" y="4572"/>
                  </a:lnTo>
                  <a:lnTo>
                    <a:pt x="0" y="6096"/>
                  </a:lnTo>
                  <a:lnTo>
                    <a:pt x="0" y="8382"/>
                  </a:lnTo>
                  <a:lnTo>
                    <a:pt x="0" y="49530"/>
                  </a:lnTo>
                  <a:lnTo>
                    <a:pt x="0" y="51816"/>
                  </a:lnTo>
                  <a:lnTo>
                    <a:pt x="2285" y="53340"/>
                  </a:lnTo>
                  <a:lnTo>
                    <a:pt x="5333" y="53340"/>
                  </a:lnTo>
                  <a:lnTo>
                    <a:pt x="6857" y="53340"/>
                  </a:lnTo>
                  <a:lnTo>
                    <a:pt x="8381" y="53340"/>
                  </a:lnTo>
                  <a:lnTo>
                    <a:pt x="9905" y="54102"/>
                  </a:lnTo>
                  <a:lnTo>
                    <a:pt x="9905" y="54864"/>
                  </a:lnTo>
                  <a:lnTo>
                    <a:pt x="9905" y="57150"/>
                  </a:lnTo>
                  <a:lnTo>
                    <a:pt x="304037" y="57149"/>
                  </a:lnTo>
                </a:path>
              </a:pathLst>
            </a:custGeom>
            <a:ln w="3175">
              <a:solidFill>
                <a:srgbClr val="C9C1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4753356" y="6548627"/>
              <a:ext cx="81280" cy="14604"/>
            </a:xfrm>
            <a:custGeom>
              <a:avLst/>
              <a:gdLst/>
              <a:ahLst/>
              <a:cxnLst/>
              <a:rect l="l" t="t" r="r" b="b"/>
              <a:pathLst>
                <a:path w="81279" h="14604">
                  <a:moveTo>
                    <a:pt x="80772" y="14477"/>
                  </a:moveTo>
                  <a:lnTo>
                    <a:pt x="80772" y="6857"/>
                  </a:lnTo>
                  <a:lnTo>
                    <a:pt x="45720" y="6857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0" y="14477"/>
                  </a:lnTo>
                  <a:lnTo>
                    <a:pt x="80772" y="14477"/>
                  </a:lnTo>
                  <a:close/>
                </a:path>
              </a:pathLst>
            </a:custGeom>
            <a:solidFill>
              <a:srgbClr val="AFC2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4818126" y="6559295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4816602" y="6558533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3048" y="1523"/>
                  </a:moveTo>
                  <a:lnTo>
                    <a:pt x="3048" y="761"/>
                  </a:lnTo>
                  <a:lnTo>
                    <a:pt x="2286" y="0"/>
                  </a:lnTo>
                  <a:lnTo>
                    <a:pt x="762" y="0"/>
                  </a:lnTo>
                  <a:lnTo>
                    <a:pt x="0" y="761"/>
                  </a:lnTo>
                  <a:lnTo>
                    <a:pt x="0" y="1523"/>
                  </a:lnTo>
                  <a:lnTo>
                    <a:pt x="762" y="2285"/>
                  </a:lnTo>
                  <a:lnTo>
                    <a:pt x="2286" y="2285"/>
                  </a:lnTo>
                  <a:lnTo>
                    <a:pt x="3048" y="15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4821936" y="6557771"/>
              <a:ext cx="3175" cy="1905"/>
            </a:xfrm>
            <a:custGeom>
              <a:avLst/>
              <a:gdLst/>
              <a:ahLst/>
              <a:cxnLst/>
              <a:rect l="l" t="t" r="r" b="b"/>
              <a:pathLst>
                <a:path w="3175" h="1904">
                  <a:moveTo>
                    <a:pt x="0" y="1524"/>
                  </a:moveTo>
                  <a:lnTo>
                    <a:pt x="0" y="762"/>
                  </a:lnTo>
                  <a:lnTo>
                    <a:pt x="1524" y="762"/>
                  </a:lnTo>
                  <a:lnTo>
                    <a:pt x="30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4823460" y="6557009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3048" y="2286"/>
                  </a:moveTo>
                  <a:lnTo>
                    <a:pt x="3048" y="0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762" y="2286"/>
                  </a:lnTo>
                  <a:lnTo>
                    <a:pt x="3048" y="22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4823460" y="6559295"/>
              <a:ext cx="3810" cy="2540"/>
            </a:xfrm>
            <a:custGeom>
              <a:avLst/>
              <a:gdLst/>
              <a:ahLst/>
              <a:cxnLst/>
              <a:rect l="l" t="t" r="r" b="b"/>
              <a:pathLst>
                <a:path w="3810" h="2540">
                  <a:moveTo>
                    <a:pt x="0" y="0"/>
                  </a:moveTo>
                  <a:lnTo>
                    <a:pt x="0" y="1524"/>
                  </a:lnTo>
                  <a:lnTo>
                    <a:pt x="1524" y="1523"/>
                  </a:lnTo>
                  <a:lnTo>
                    <a:pt x="3810" y="22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4825746" y="6558546"/>
              <a:ext cx="6985" cy="3810"/>
            </a:xfrm>
            <a:custGeom>
              <a:avLst/>
              <a:gdLst/>
              <a:ahLst/>
              <a:cxnLst/>
              <a:rect l="l" t="t" r="r" b="b"/>
              <a:pathLst>
                <a:path w="6985" h="3809">
                  <a:moveTo>
                    <a:pt x="3048" y="2273"/>
                  </a:moveTo>
                  <a:lnTo>
                    <a:pt x="2286" y="1511"/>
                  </a:lnTo>
                  <a:lnTo>
                    <a:pt x="762" y="1511"/>
                  </a:lnTo>
                  <a:lnTo>
                    <a:pt x="0" y="2273"/>
                  </a:lnTo>
                  <a:lnTo>
                    <a:pt x="0" y="3035"/>
                  </a:lnTo>
                  <a:lnTo>
                    <a:pt x="762" y="3797"/>
                  </a:lnTo>
                  <a:lnTo>
                    <a:pt x="2286" y="3797"/>
                  </a:lnTo>
                  <a:lnTo>
                    <a:pt x="3048" y="3035"/>
                  </a:lnTo>
                  <a:lnTo>
                    <a:pt x="3048" y="2273"/>
                  </a:lnTo>
                  <a:close/>
                </a:path>
                <a:path w="6985" h="3809">
                  <a:moveTo>
                    <a:pt x="6858" y="762"/>
                  </a:moveTo>
                  <a:lnTo>
                    <a:pt x="4572" y="0"/>
                  </a:lnTo>
                  <a:lnTo>
                    <a:pt x="4572" y="2286"/>
                  </a:lnTo>
                  <a:lnTo>
                    <a:pt x="6858" y="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4801362" y="6551675"/>
              <a:ext cx="11430" cy="10160"/>
            </a:xfrm>
            <a:custGeom>
              <a:avLst/>
              <a:gdLst/>
              <a:ahLst/>
              <a:cxnLst/>
              <a:rect l="l" t="t" r="r" b="b"/>
              <a:pathLst>
                <a:path w="11429" h="10159">
                  <a:moveTo>
                    <a:pt x="11430" y="6870"/>
                  </a:moveTo>
                  <a:lnTo>
                    <a:pt x="9144" y="6108"/>
                  </a:lnTo>
                  <a:lnTo>
                    <a:pt x="3048" y="6108"/>
                  </a:lnTo>
                  <a:lnTo>
                    <a:pt x="0" y="6870"/>
                  </a:lnTo>
                  <a:lnTo>
                    <a:pt x="0" y="9156"/>
                  </a:lnTo>
                  <a:lnTo>
                    <a:pt x="3048" y="9918"/>
                  </a:lnTo>
                  <a:lnTo>
                    <a:pt x="9144" y="9918"/>
                  </a:lnTo>
                  <a:lnTo>
                    <a:pt x="11430" y="9156"/>
                  </a:lnTo>
                  <a:lnTo>
                    <a:pt x="11430" y="7632"/>
                  </a:lnTo>
                  <a:lnTo>
                    <a:pt x="11430" y="6870"/>
                  </a:lnTo>
                  <a:close/>
                </a:path>
                <a:path w="11429" h="10159">
                  <a:moveTo>
                    <a:pt x="11430" y="0"/>
                  </a:moveTo>
                  <a:lnTo>
                    <a:pt x="1524" y="0"/>
                  </a:lnTo>
                  <a:lnTo>
                    <a:pt x="1524" y="1524"/>
                  </a:lnTo>
                  <a:lnTo>
                    <a:pt x="11430" y="1524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5040630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5040630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5045964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5044440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5077206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5075682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5106924" y="6550913"/>
              <a:ext cx="19050" cy="10160"/>
            </a:xfrm>
            <a:custGeom>
              <a:avLst/>
              <a:gdLst/>
              <a:ahLst/>
              <a:cxnLst/>
              <a:rect l="l" t="t" r="r" b="b"/>
              <a:pathLst>
                <a:path w="19050" h="10159">
                  <a:moveTo>
                    <a:pt x="0" y="0"/>
                  </a:moveTo>
                  <a:lnTo>
                    <a:pt x="19050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5108448" y="6550913"/>
              <a:ext cx="17780" cy="9525"/>
            </a:xfrm>
            <a:custGeom>
              <a:avLst/>
              <a:gdLst/>
              <a:ahLst/>
              <a:cxnLst/>
              <a:rect l="l" t="t" r="r" b="b"/>
              <a:pathLst>
                <a:path w="17779" h="9525">
                  <a:moveTo>
                    <a:pt x="0" y="0"/>
                  </a:moveTo>
                  <a:lnTo>
                    <a:pt x="17526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5136642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5136642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5142738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5141214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5173980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5172456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5203698" y="6550913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4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5205222" y="6550913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5233416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5233416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5239512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5237988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5270754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5269230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5300472" y="6550913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4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5301996" y="6550913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5361432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5361432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5366766" y="6550913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5366004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5398770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5397246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5428488" y="6550913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4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5430012" y="6550913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5458206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5458206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5463540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5462016" y="6550913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5494782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5493258" y="6550913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5524500" y="6550913"/>
              <a:ext cx="19050" cy="10160"/>
            </a:xfrm>
            <a:custGeom>
              <a:avLst/>
              <a:gdLst/>
              <a:ahLst/>
              <a:cxnLst/>
              <a:rect l="l" t="t" r="r" b="b"/>
              <a:pathLst>
                <a:path w="19050" h="10159">
                  <a:moveTo>
                    <a:pt x="0" y="0"/>
                  </a:moveTo>
                  <a:lnTo>
                    <a:pt x="19050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5526024" y="6550913"/>
              <a:ext cx="17780" cy="9525"/>
            </a:xfrm>
            <a:custGeom>
              <a:avLst/>
              <a:gdLst/>
              <a:ahLst/>
              <a:cxnLst/>
              <a:rect l="l" t="t" r="r" b="b"/>
              <a:pathLst>
                <a:path w="17779" h="9525">
                  <a:moveTo>
                    <a:pt x="0" y="0"/>
                  </a:moveTo>
                  <a:lnTo>
                    <a:pt x="17526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5554980" y="6550913"/>
              <a:ext cx="85090" cy="10795"/>
            </a:xfrm>
            <a:custGeom>
              <a:avLst/>
              <a:gdLst/>
              <a:ahLst/>
              <a:cxnLst/>
              <a:rect l="l" t="t" r="r" b="b"/>
              <a:pathLst>
                <a:path w="85089" h="10795">
                  <a:moveTo>
                    <a:pt x="84582" y="10667"/>
                  </a:moveTo>
                  <a:lnTo>
                    <a:pt x="84582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4582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5554980" y="6550913"/>
              <a:ext cx="85090" cy="10795"/>
            </a:xfrm>
            <a:custGeom>
              <a:avLst/>
              <a:gdLst/>
              <a:ahLst/>
              <a:cxnLst/>
              <a:rect l="l" t="t" r="r" b="b"/>
              <a:pathLst>
                <a:path w="85089" h="10795">
                  <a:moveTo>
                    <a:pt x="0" y="0"/>
                  </a:moveTo>
                  <a:lnTo>
                    <a:pt x="0" y="10667"/>
                  </a:lnTo>
                  <a:lnTo>
                    <a:pt x="84582" y="10667"/>
                  </a:lnTo>
                  <a:lnTo>
                    <a:pt x="84582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5560314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5558790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5591556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5590032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5621274" y="6550913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4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5622798" y="6550913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5682234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5682234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5688330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5686806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5719572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5718048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5749290" y="6550913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4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5750814" y="6550913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5779008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5779008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5785104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5783580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5816346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5814822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5846064" y="6550913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4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5847588" y="6550913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5875782" y="6550913"/>
              <a:ext cx="57150" cy="10795"/>
            </a:xfrm>
            <a:custGeom>
              <a:avLst/>
              <a:gdLst/>
              <a:ahLst/>
              <a:cxnLst/>
              <a:rect l="l" t="t" r="r" b="b"/>
              <a:pathLst>
                <a:path w="57150" h="10795">
                  <a:moveTo>
                    <a:pt x="57150" y="10667"/>
                  </a:moveTo>
                  <a:lnTo>
                    <a:pt x="57150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57150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5875782" y="6550913"/>
              <a:ext cx="57150" cy="10795"/>
            </a:xfrm>
            <a:custGeom>
              <a:avLst/>
              <a:gdLst/>
              <a:ahLst/>
              <a:cxnLst/>
              <a:rect l="l" t="t" r="r" b="b"/>
              <a:pathLst>
                <a:path w="57150" h="10795">
                  <a:moveTo>
                    <a:pt x="0" y="0"/>
                  </a:moveTo>
                  <a:lnTo>
                    <a:pt x="0" y="10667"/>
                  </a:lnTo>
                  <a:lnTo>
                    <a:pt x="57150" y="10667"/>
                  </a:lnTo>
                  <a:lnTo>
                    <a:pt x="5715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5881116" y="6550913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5880354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5912358" y="6550913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5911596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6041898" y="6572249"/>
              <a:ext cx="151130" cy="13970"/>
            </a:xfrm>
            <a:custGeom>
              <a:avLst/>
              <a:gdLst/>
              <a:ahLst/>
              <a:cxnLst/>
              <a:rect l="l" t="t" r="r" b="b"/>
              <a:pathLst>
                <a:path w="151129" h="13970">
                  <a:moveTo>
                    <a:pt x="150875" y="13716"/>
                  </a:moveTo>
                  <a:lnTo>
                    <a:pt x="150875" y="0"/>
                  </a:lnTo>
                  <a:lnTo>
                    <a:pt x="0" y="0"/>
                  </a:lnTo>
                  <a:lnTo>
                    <a:pt x="0" y="13716"/>
                  </a:lnTo>
                  <a:lnTo>
                    <a:pt x="150875" y="13716"/>
                  </a:lnTo>
                  <a:close/>
                </a:path>
              </a:pathLst>
            </a:custGeom>
            <a:solidFill>
              <a:srgbClr val="2E74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6017514" y="6591312"/>
              <a:ext cx="199390" cy="7620"/>
            </a:xfrm>
            <a:custGeom>
              <a:avLst/>
              <a:gdLst/>
              <a:ahLst/>
              <a:cxnLst/>
              <a:rect l="l" t="t" r="r" b="b"/>
              <a:pathLst>
                <a:path w="199389" h="7620">
                  <a:moveTo>
                    <a:pt x="11417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11417" y="7620"/>
                  </a:lnTo>
                  <a:lnTo>
                    <a:pt x="11417" y="0"/>
                  </a:lnTo>
                  <a:close/>
                </a:path>
                <a:path w="199389" h="7620">
                  <a:moveTo>
                    <a:pt x="27419" y="0"/>
                  </a:moveTo>
                  <a:lnTo>
                    <a:pt x="16002" y="0"/>
                  </a:lnTo>
                  <a:lnTo>
                    <a:pt x="16002" y="7620"/>
                  </a:lnTo>
                  <a:lnTo>
                    <a:pt x="27419" y="7620"/>
                  </a:lnTo>
                  <a:lnTo>
                    <a:pt x="27419" y="0"/>
                  </a:lnTo>
                  <a:close/>
                </a:path>
                <a:path w="199389" h="7620">
                  <a:moveTo>
                    <a:pt x="198882" y="0"/>
                  </a:moveTo>
                  <a:lnTo>
                    <a:pt x="188214" y="0"/>
                  </a:lnTo>
                  <a:lnTo>
                    <a:pt x="188214" y="7620"/>
                  </a:lnTo>
                  <a:lnTo>
                    <a:pt x="198882" y="7620"/>
                  </a:lnTo>
                  <a:lnTo>
                    <a:pt x="19888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6064758" y="6595110"/>
              <a:ext cx="136525" cy="0"/>
            </a:xfrm>
            <a:custGeom>
              <a:avLst/>
              <a:gdLst/>
              <a:ahLst/>
              <a:cxnLst/>
              <a:rect l="l" t="t" r="r" b="b"/>
              <a:pathLst>
                <a:path w="136525">
                  <a:moveTo>
                    <a:pt x="0" y="0"/>
                  </a:moveTo>
                  <a:lnTo>
                    <a:pt x="136397" y="0"/>
                  </a:lnTo>
                </a:path>
              </a:pathLst>
            </a:custGeom>
            <a:ln w="7620">
              <a:solidFill>
                <a:srgbClr val="40404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6048756" y="6569976"/>
              <a:ext cx="136525" cy="29209"/>
            </a:xfrm>
            <a:custGeom>
              <a:avLst/>
              <a:gdLst/>
              <a:ahLst/>
              <a:cxnLst/>
              <a:rect l="l" t="t" r="r" b="b"/>
              <a:pathLst>
                <a:path w="136525" h="29209">
                  <a:moveTo>
                    <a:pt x="11417" y="21336"/>
                  </a:moveTo>
                  <a:lnTo>
                    <a:pt x="0" y="21336"/>
                  </a:lnTo>
                  <a:lnTo>
                    <a:pt x="0" y="28956"/>
                  </a:lnTo>
                  <a:lnTo>
                    <a:pt x="11417" y="28956"/>
                  </a:lnTo>
                  <a:lnTo>
                    <a:pt x="11417" y="21336"/>
                  </a:lnTo>
                  <a:close/>
                </a:path>
                <a:path w="136525" h="29209">
                  <a:moveTo>
                    <a:pt x="11417" y="10668"/>
                  </a:moveTo>
                  <a:lnTo>
                    <a:pt x="0" y="10668"/>
                  </a:lnTo>
                  <a:lnTo>
                    <a:pt x="0" y="18288"/>
                  </a:lnTo>
                  <a:lnTo>
                    <a:pt x="11417" y="18288"/>
                  </a:lnTo>
                  <a:lnTo>
                    <a:pt x="11417" y="10668"/>
                  </a:lnTo>
                  <a:close/>
                </a:path>
                <a:path w="136525" h="29209">
                  <a:moveTo>
                    <a:pt x="11417" y="0"/>
                  </a:moveTo>
                  <a:lnTo>
                    <a:pt x="0" y="0"/>
                  </a:lnTo>
                  <a:lnTo>
                    <a:pt x="0" y="7607"/>
                  </a:lnTo>
                  <a:lnTo>
                    <a:pt x="11417" y="7607"/>
                  </a:lnTo>
                  <a:lnTo>
                    <a:pt x="11417" y="0"/>
                  </a:lnTo>
                  <a:close/>
                </a:path>
                <a:path w="136525" h="29209">
                  <a:moveTo>
                    <a:pt x="27419" y="10668"/>
                  </a:moveTo>
                  <a:lnTo>
                    <a:pt x="16002" y="10668"/>
                  </a:lnTo>
                  <a:lnTo>
                    <a:pt x="16002" y="18288"/>
                  </a:lnTo>
                  <a:lnTo>
                    <a:pt x="27419" y="18288"/>
                  </a:lnTo>
                  <a:lnTo>
                    <a:pt x="27419" y="10668"/>
                  </a:lnTo>
                  <a:close/>
                </a:path>
                <a:path w="136525" h="29209">
                  <a:moveTo>
                    <a:pt x="27419" y="0"/>
                  </a:moveTo>
                  <a:lnTo>
                    <a:pt x="16002" y="0"/>
                  </a:lnTo>
                  <a:lnTo>
                    <a:pt x="16002" y="7607"/>
                  </a:lnTo>
                  <a:lnTo>
                    <a:pt x="27419" y="7607"/>
                  </a:lnTo>
                  <a:lnTo>
                    <a:pt x="27419" y="0"/>
                  </a:lnTo>
                  <a:close/>
                </a:path>
                <a:path w="136525" h="29209">
                  <a:moveTo>
                    <a:pt x="42672" y="10668"/>
                  </a:moveTo>
                  <a:lnTo>
                    <a:pt x="31242" y="10668"/>
                  </a:lnTo>
                  <a:lnTo>
                    <a:pt x="31242" y="18288"/>
                  </a:lnTo>
                  <a:lnTo>
                    <a:pt x="42672" y="18288"/>
                  </a:lnTo>
                  <a:lnTo>
                    <a:pt x="42672" y="10668"/>
                  </a:lnTo>
                  <a:close/>
                </a:path>
                <a:path w="136525" h="29209">
                  <a:moveTo>
                    <a:pt x="42672" y="0"/>
                  </a:moveTo>
                  <a:lnTo>
                    <a:pt x="31242" y="0"/>
                  </a:lnTo>
                  <a:lnTo>
                    <a:pt x="31242" y="7607"/>
                  </a:lnTo>
                  <a:lnTo>
                    <a:pt x="42672" y="7607"/>
                  </a:lnTo>
                  <a:lnTo>
                    <a:pt x="42672" y="0"/>
                  </a:lnTo>
                  <a:close/>
                </a:path>
                <a:path w="136525" h="29209">
                  <a:moveTo>
                    <a:pt x="58661" y="10668"/>
                  </a:moveTo>
                  <a:lnTo>
                    <a:pt x="47244" y="10668"/>
                  </a:lnTo>
                  <a:lnTo>
                    <a:pt x="47244" y="18288"/>
                  </a:lnTo>
                  <a:lnTo>
                    <a:pt x="58661" y="18288"/>
                  </a:lnTo>
                  <a:lnTo>
                    <a:pt x="58661" y="10668"/>
                  </a:lnTo>
                  <a:close/>
                </a:path>
                <a:path w="136525" h="29209">
                  <a:moveTo>
                    <a:pt x="58661" y="0"/>
                  </a:moveTo>
                  <a:lnTo>
                    <a:pt x="47244" y="0"/>
                  </a:lnTo>
                  <a:lnTo>
                    <a:pt x="47244" y="7607"/>
                  </a:lnTo>
                  <a:lnTo>
                    <a:pt x="58661" y="7607"/>
                  </a:lnTo>
                  <a:lnTo>
                    <a:pt x="58661" y="0"/>
                  </a:lnTo>
                  <a:close/>
                </a:path>
                <a:path w="136525" h="29209">
                  <a:moveTo>
                    <a:pt x="73901" y="10668"/>
                  </a:moveTo>
                  <a:lnTo>
                    <a:pt x="62484" y="10668"/>
                  </a:lnTo>
                  <a:lnTo>
                    <a:pt x="62484" y="18288"/>
                  </a:lnTo>
                  <a:lnTo>
                    <a:pt x="73901" y="18288"/>
                  </a:lnTo>
                  <a:lnTo>
                    <a:pt x="73901" y="10668"/>
                  </a:lnTo>
                  <a:close/>
                </a:path>
                <a:path w="136525" h="29209">
                  <a:moveTo>
                    <a:pt x="73901" y="0"/>
                  </a:moveTo>
                  <a:lnTo>
                    <a:pt x="62484" y="0"/>
                  </a:lnTo>
                  <a:lnTo>
                    <a:pt x="62484" y="7607"/>
                  </a:lnTo>
                  <a:lnTo>
                    <a:pt x="73901" y="7607"/>
                  </a:lnTo>
                  <a:lnTo>
                    <a:pt x="73901" y="0"/>
                  </a:lnTo>
                  <a:close/>
                </a:path>
                <a:path w="136525" h="29209">
                  <a:moveTo>
                    <a:pt x="89903" y="10668"/>
                  </a:moveTo>
                  <a:lnTo>
                    <a:pt x="78486" y="10668"/>
                  </a:lnTo>
                  <a:lnTo>
                    <a:pt x="78486" y="18288"/>
                  </a:lnTo>
                  <a:lnTo>
                    <a:pt x="89903" y="18288"/>
                  </a:lnTo>
                  <a:lnTo>
                    <a:pt x="89903" y="10668"/>
                  </a:lnTo>
                  <a:close/>
                </a:path>
                <a:path w="136525" h="29209">
                  <a:moveTo>
                    <a:pt x="89903" y="0"/>
                  </a:moveTo>
                  <a:lnTo>
                    <a:pt x="78486" y="0"/>
                  </a:lnTo>
                  <a:lnTo>
                    <a:pt x="78486" y="7607"/>
                  </a:lnTo>
                  <a:lnTo>
                    <a:pt x="89903" y="7607"/>
                  </a:lnTo>
                  <a:lnTo>
                    <a:pt x="89903" y="0"/>
                  </a:lnTo>
                  <a:close/>
                </a:path>
                <a:path w="136525" h="29209">
                  <a:moveTo>
                    <a:pt x="105143" y="10668"/>
                  </a:moveTo>
                  <a:lnTo>
                    <a:pt x="93726" y="10668"/>
                  </a:lnTo>
                  <a:lnTo>
                    <a:pt x="93726" y="18288"/>
                  </a:lnTo>
                  <a:lnTo>
                    <a:pt x="105143" y="18288"/>
                  </a:lnTo>
                  <a:lnTo>
                    <a:pt x="105143" y="10668"/>
                  </a:lnTo>
                  <a:close/>
                </a:path>
                <a:path w="136525" h="29209">
                  <a:moveTo>
                    <a:pt x="105143" y="0"/>
                  </a:moveTo>
                  <a:lnTo>
                    <a:pt x="93726" y="0"/>
                  </a:lnTo>
                  <a:lnTo>
                    <a:pt x="93726" y="7607"/>
                  </a:lnTo>
                  <a:lnTo>
                    <a:pt x="105143" y="7607"/>
                  </a:lnTo>
                  <a:lnTo>
                    <a:pt x="105143" y="0"/>
                  </a:lnTo>
                  <a:close/>
                </a:path>
                <a:path w="136525" h="29209">
                  <a:moveTo>
                    <a:pt x="121145" y="10668"/>
                  </a:moveTo>
                  <a:lnTo>
                    <a:pt x="109728" y="10668"/>
                  </a:lnTo>
                  <a:lnTo>
                    <a:pt x="109728" y="18288"/>
                  </a:lnTo>
                  <a:lnTo>
                    <a:pt x="121145" y="18288"/>
                  </a:lnTo>
                  <a:lnTo>
                    <a:pt x="121145" y="10668"/>
                  </a:lnTo>
                  <a:close/>
                </a:path>
                <a:path w="136525" h="29209">
                  <a:moveTo>
                    <a:pt x="121145" y="0"/>
                  </a:moveTo>
                  <a:lnTo>
                    <a:pt x="109728" y="0"/>
                  </a:lnTo>
                  <a:lnTo>
                    <a:pt x="109728" y="7607"/>
                  </a:lnTo>
                  <a:lnTo>
                    <a:pt x="121145" y="7607"/>
                  </a:lnTo>
                  <a:lnTo>
                    <a:pt x="121145" y="0"/>
                  </a:lnTo>
                  <a:close/>
                </a:path>
                <a:path w="136525" h="29209">
                  <a:moveTo>
                    <a:pt x="136398" y="10668"/>
                  </a:moveTo>
                  <a:lnTo>
                    <a:pt x="124968" y="10668"/>
                  </a:lnTo>
                  <a:lnTo>
                    <a:pt x="124968" y="18288"/>
                  </a:lnTo>
                  <a:lnTo>
                    <a:pt x="136398" y="18288"/>
                  </a:lnTo>
                  <a:lnTo>
                    <a:pt x="136398" y="10668"/>
                  </a:lnTo>
                  <a:close/>
                </a:path>
                <a:path w="136525" h="29209">
                  <a:moveTo>
                    <a:pt x="136398" y="0"/>
                  </a:moveTo>
                  <a:lnTo>
                    <a:pt x="124968" y="0"/>
                  </a:lnTo>
                  <a:lnTo>
                    <a:pt x="124968" y="7607"/>
                  </a:lnTo>
                  <a:lnTo>
                    <a:pt x="136398" y="7607"/>
                  </a:lnTo>
                  <a:lnTo>
                    <a:pt x="13639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6017514" y="6591299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6033516" y="6591299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6205728" y="6591299"/>
              <a:ext cx="10795" cy="7620"/>
            </a:xfrm>
            <a:custGeom>
              <a:avLst/>
              <a:gdLst/>
              <a:ahLst/>
              <a:cxnLst/>
              <a:rect l="l" t="t" r="r" b="b"/>
              <a:pathLst>
                <a:path w="10795" h="7620">
                  <a:moveTo>
                    <a:pt x="0" y="0"/>
                  </a:moveTo>
                  <a:lnTo>
                    <a:pt x="0" y="7620"/>
                  </a:lnTo>
                  <a:lnTo>
                    <a:pt x="10668" y="7620"/>
                  </a:lnTo>
                  <a:lnTo>
                    <a:pt x="10668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6048756" y="6580631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6048756" y="6569963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29" y="7619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6048756" y="6591299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6173724" y="6580631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30" y="7620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6173724" y="6569963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30" y="7619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6158484" y="6580631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6158484" y="6569963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29" y="7619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6142482" y="6580631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6142482" y="6569963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29" y="7619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6127242" y="6580631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6127242" y="6569963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29" y="7619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6111240" y="6580631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6111240" y="6569963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29" y="7619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6096000" y="6580631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6096000" y="6569963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29" y="7619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6079998" y="6580631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30" y="7620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6079998" y="6569963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30" y="7619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6064758" y="6580631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6064758" y="6569963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29" y="7619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3" name="object 30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977128" y="6568439"/>
              <a:ext cx="30479" cy="16002"/>
            </a:xfrm>
            <a:prstGeom prst="rect">
              <a:avLst/>
            </a:prstGeom>
          </p:spPr>
        </p:pic>
        <p:pic>
          <p:nvPicPr>
            <p:cNvPr id="304" name="object 30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761738" y="6549389"/>
              <a:ext cx="222503" cy="22098"/>
            </a:xfrm>
            <a:prstGeom prst="rect">
              <a:avLst/>
            </a:prstGeom>
          </p:spPr>
        </p:pic>
        <p:sp>
          <p:nvSpPr>
            <p:cNvPr id="305" name="object 305"/>
            <p:cNvSpPr/>
            <p:nvPr/>
          </p:nvSpPr>
          <p:spPr>
            <a:xfrm>
              <a:off x="5980938" y="6568439"/>
              <a:ext cx="25400" cy="16510"/>
            </a:xfrm>
            <a:custGeom>
              <a:avLst/>
              <a:gdLst/>
              <a:ahLst/>
              <a:cxnLst/>
              <a:rect l="l" t="t" r="r" b="b"/>
              <a:pathLst>
                <a:path w="25400" h="16509">
                  <a:moveTo>
                    <a:pt x="21336" y="12953"/>
                  </a:moveTo>
                  <a:lnTo>
                    <a:pt x="25146" y="9905"/>
                  </a:lnTo>
                  <a:lnTo>
                    <a:pt x="25146" y="5333"/>
                  </a:lnTo>
                  <a:lnTo>
                    <a:pt x="20574" y="3047"/>
                  </a:lnTo>
                  <a:lnTo>
                    <a:pt x="16002" y="0"/>
                  </a:lnTo>
                  <a:lnTo>
                    <a:pt x="9144" y="0"/>
                  </a:lnTo>
                  <a:lnTo>
                    <a:pt x="4572" y="3047"/>
                  </a:lnTo>
                  <a:lnTo>
                    <a:pt x="0" y="6095"/>
                  </a:lnTo>
                  <a:lnTo>
                    <a:pt x="0" y="10667"/>
                  </a:lnTo>
                  <a:lnTo>
                    <a:pt x="4572" y="12953"/>
                  </a:lnTo>
                  <a:lnTo>
                    <a:pt x="9144" y="16001"/>
                  </a:lnTo>
                  <a:lnTo>
                    <a:pt x="16764" y="16001"/>
                  </a:lnTo>
                  <a:lnTo>
                    <a:pt x="21336" y="12953"/>
                  </a:lnTo>
                  <a:close/>
                </a:path>
              </a:pathLst>
            </a:custGeom>
            <a:ln w="3175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6" name="object 30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227826" y="6568439"/>
              <a:ext cx="30479" cy="16002"/>
            </a:xfrm>
            <a:prstGeom prst="rect">
              <a:avLst/>
            </a:prstGeom>
          </p:spPr>
        </p:pic>
        <p:sp>
          <p:nvSpPr>
            <p:cNvPr id="307" name="object 307"/>
            <p:cNvSpPr/>
            <p:nvPr/>
          </p:nvSpPr>
          <p:spPr>
            <a:xfrm>
              <a:off x="5989320" y="6573773"/>
              <a:ext cx="9525" cy="5715"/>
            </a:xfrm>
            <a:custGeom>
              <a:avLst/>
              <a:gdLst/>
              <a:ahLst/>
              <a:cxnLst/>
              <a:rect l="l" t="t" r="r" b="b"/>
              <a:pathLst>
                <a:path w="9525" h="5715">
                  <a:moveTo>
                    <a:pt x="9144" y="5333"/>
                  </a:moveTo>
                  <a:lnTo>
                    <a:pt x="0" y="0"/>
                  </a:lnTo>
                </a:path>
              </a:pathLst>
            </a:custGeom>
            <a:ln w="3937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5987034" y="6572249"/>
              <a:ext cx="13970" cy="8890"/>
            </a:xfrm>
            <a:custGeom>
              <a:avLst/>
              <a:gdLst/>
              <a:ahLst/>
              <a:cxnLst/>
              <a:rect l="l" t="t" r="r" b="b"/>
              <a:pathLst>
                <a:path w="13970" h="8890">
                  <a:moveTo>
                    <a:pt x="0" y="8381"/>
                  </a:moveTo>
                  <a:lnTo>
                    <a:pt x="13716" y="0"/>
                  </a:lnTo>
                </a:path>
              </a:pathLst>
            </a:custGeom>
            <a:ln w="3937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6227826" y="656843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5" h="16509">
                  <a:moveTo>
                    <a:pt x="21336" y="12953"/>
                  </a:moveTo>
                  <a:lnTo>
                    <a:pt x="25908" y="9905"/>
                  </a:lnTo>
                  <a:lnTo>
                    <a:pt x="25146" y="5333"/>
                  </a:lnTo>
                  <a:lnTo>
                    <a:pt x="20574" y="3047"/>
                  </a:lnTo>
                  <a:lnTo>
                    <a:pt x="16002" y="0"/>
                  </a:lnTo>
                  <a:lnTo>
                    <a:pt x="9144" y="0"/>
                  </a:lnTo>
                  <a:lnTo>
                    <a:pt x="4572" y="3047"/>
                  </a:lnTo>
                  <a:lnTo>
                    <a:pt x="0" y="6095"/>
                  </a:lnTo>
                  <a:lnTo>
                    <a:pt x="762" y="10667"/>
                  </a:lnTo>
                  <a:lnTo>
                    <a:pt x="4572" y="12953"/>
                  </a:lnTo>
                  <a:lnTo>
                    <a:pt x="9144" y="16001"/>
                  </a:lnTo>
                  <a:lnTo>
                    <a:pt x="16764" y="16001"/>
                  </a:lnTo>
                  <a:lnTo>
                    <a:pt x="21336" y="12953"/>
                  </a:lnTo>
                  <a:close/>
                </a:path>
              </a:pathLst>
            </a:custGeom>
            <a:ln w="3175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6236208" y="6573773"/>
              <a:ext cx="9525" cy="5715"/>
            </a:xfrm>
            <a:custGeom>
              <a:avLst/>
              <a:gdLst/>
              <a:ahLst/>
              <a:cxnLst/>
              <a:rect l="l" t="t" r="r" b="b"/>
              <a:pathLst>
                <a:path w="9525" h="5715">
                  <a:moveTo>
                    <a:pt x="9144" y="5333"/>
                  </a:moveTo>
                  <a:lnTo>
                    <a:pt x="0" y="0"/>
                  </a:lnTo>
                </a:path>
              </a:pathLst>
            </a:custGeom>
            <a:ln w="3937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6233922" y="6571487"/>
              <a:ext cx="13970" cy="9525"/>
            </a:xfrm>
            <a:custGeom>
              <a:avLst/>
              <a:gdLst/>
              <a:ahLst/>
              <a:cxnLst/>
              <a:rect l="l" t="t" r="r" b="b"/>
              <a:pathLst>
                <a:path w="13970" h="9525">
                  <a:moveTo>
                    <a:pt x="0" y="9144"/>
                  </a:moveTo>
                  <a:lnTo>
                    <a:pt x="13716" y="0"/>
                  </a:lnTo>
                </a:path>
              </a:pathLst>
            </a:custGeom>
            <a:ln w="3937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4760214" y="6553199"/>
              <a:ext cx="27940" cy="8890"/>
            </a:xfrm>
            <a:custGeom>
              <a:avLst/>
              <a:gdLst/>
              <a:ahLst/>
              <a:cxnLst/>
              <a:rect l="l" t="t" r="r" b="b"/>
              <a:pathLst>
                <a:path w="27939" h="8890">
                  <a:moveTo>
                    <a:pt x="27432" y="7619"/>
                  </a:moveTo>
                  <a:lnTo>
                    <a:pt x="27432" y="4571"/>
                  </a:lnTo>
                  <a:lnTo>
                    <a:pt x="25908" y="3809"/>
                  </a:lnTo>
                  <a:lnTo>
                    <a:pt x="25908" y="761"/>
                  </a:lnTo>
                  <a:lnTo>
                    <a:pt x="25146" y="0"/>
                  </a:lnTo>
                  <a:lnTo>
                    <a:pt x="2286" y="0"/>
                  </a:lnTo>
                  <a:lnTo>
                    <a:pt x="1524" y="761"/>
                  </a:lnTo>
                  <a:lnTo>
                    <a:pt x="1524" y="3809"/>
                  </a:lnTo>
                  <a:lnTo>
                    <a:pt x="0" y="4571"/>
                  </a:lnTo>
                  <a:lnTo>
                    <a:pt x="0" y="7619"/>
                  </a:lnTo>
                  <a:lnTo>
                    <a:pt x="762" y="8381"/>
                  </a:lnTo>
                  <a:lnTo>
                    <a:pt x="25908" y="8381"/>
                  </a:lnTo>
                  <a:lnTo>
                    <a:pt x="26670" y="8381"/>
                  </a:lnTo>
                  <a:lnTo>
                    <a:pt x="27432" y="7619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4760214" y="6553199"/>
              <a:ext cx="27940" cy="8890"/>
            </a:xfrm>
            <a:custGeom>
              <a:avLst/>
              <a:gdLst/>
              <a:ahLst/>
              <a:cxnLst/>
              <a:rect l="l" t="t" r="r" b="b"/>
              <a:pathLst>
                <a:path w="27939" h="8890">
                  <a:moveTo>
                    <a:pt x="25908" y="8381"/>
                  </a:moveTo>
                  <a:lnTo>
                    <a:pt x="1524" y="8381"/>
                  </a:lnTo>
                  <a:lnTo>
                    <a:pt x="762" y="8381"/>
                  </a:lnTo>
                  <a:lnTo>
                    <a:pt x="0" y="7619"/>
                  </a:lnTo>
                  <a:lnTo>
                    <a:pt x="0" y="6857"/>
                  </a:lnTo>
                  <a:lnTo>
                    <a:pt x="0" y="4571"/>
                  </a:lnTo>
                  <a:lnTo>
                    <a:pt x="1524" y="3809"/>
                  </a:lnTo>
                  <a:lnTo>
                    <a:pt x="1524" y="1523"/>
                  </a:lnTo>
                  <a:lnTo>
                    <a:pt x="1524" y="761"/>
                  </a:lnTo>
                  <a:lnTo>
                    <a:pt x="2286" y="0"/>
                  </a:lnTo>
                  <a:lnTo>
                    <a:pt x="3810" y="0"/>
                  </a:lnTo>
                  <a:lnTo>
                    <a:pt x="23622" y="0"/>
                  </a:lnTo>
                  <a:lnTo>
                    <a:pt x="25146" y="0"/>
                  </a:lnTo>
                  <a:lnTo>
                    <a:pt x="25908" y="761"/>
                  </a:lnTo>
                  <a:lnTo>
                    <a:pt x="25908" y="1523"/>
                  </a:lnTo>
                  <a:lnTo>
                    <a:pt x="25908" y="3809"/>
                  </a:lnTo>
                  <a:lnTo>
                    <a:pt x="27432" y="4571"/>
                  </a:lnTo>
                  <a:lnTo>
                    <a:pt x="27432" y="6857"/>
                  </a:lnTo>
                  <a:lnTo>
                    <a:pt x="27432" y="7619"/>
                  </a:lnTo>
                  <a:lnTo>
                    <a:pt x="26670" y="8381"/>
                  </a:lnTo>
                  <a:lnTo>
                    <a:pt x="25908" y="838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4760976" y="6553961"/>
              <a:ext cx="26034" cy="6985"/>
            </a:xfrm>
            <a:custGeom>
              <a:avLst/>
              <a:gdLst/>
              <a:ahLst/>
              <a:cxnLst/>
              <a:rect l="l" t="t" r="r" b="b"/>
              <a:pathLst>
                <a:path w="26035" h="6984">
                  <a:moveTo>
                    <a:pt x="25908" y="6857"/>
                  </a:moveTo>
                  <a:lnTo>
                    <a:pt x="25908" y="3809"/>
                  </a:lnTo>
                  <a:lnTo>
                    <a:pt x="25146" y="3809"/>
                  </a:lnTo>
                  <a:lnTo>
                    <a:pt x="24384" y="3047"/>
                  </a:lnTo>
                  <a:lnTo>
                    <a:pt x="24384" y="0"/>
                  </a:lnTo>
                  <a:lnTo>
                    <a:pt x="2286" y="0"/>
                  </a:lnTo>
                  <a:lnTo>
                    <a:pt x="2286" y="3047"/>
                  </a:lnTo>
                  <a:lnTo>
                    <a:pt x="1524" y="3047"/>
                  </a:lnTo>
                  <a:lnTo>
                    <a:pt x="0" y="4571"/>
                  </a:lnTo>
                  <a:lnTo>
                    <a:pt x="0" y="6857"/>
                  </a:lnTo>
                  <a:lnTo>
                    <a:pt x="25908" y="6857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4760976" y="6553961"/>
              <a:ext cx="26034" cy="6985"/>
            </a:xfrm>
            <a:custGeom>
              <a:avLst/>
              <a:gdLst/>
              <a:ahLst/>
              <a:cxnLst/>
              <a:rect l="l" t="t" r="r" b="b"/>
              <a:pathLst>
                <a:path w="26035" h="6984">
                  <a:moveTo>
                    <a:pt x="23622" y="6857"/>
                  </a:moveTo>
                  <a:lnTo>
                    <a:pt x="2286" y="6857"/>
                  </a:lnTo>
                  <a:lnTo>
                    <a:pt x="762" y="6857"/>
                  </a:lnTo>
                  <a:lnTo>
                    <a:pt x="0" y="6857"/>
                  </a:lnTo>
                  <a:lnTo>
                    <a:pt x="0" y="6095"/>
                  </a:lnTo>
                  <a:lnTo>
                    <a:pt x="0" y="4571"/>
                  </a:lnTo>
                  <a:lnTo>
                    <a:pt x="762" y="3809"/>
                  </a:lnTo>
                  <a:lnTo>
                    <a:pt x="1524" y="3047"/>
                  </a:lnTo>
                  <a:lnTo>
                    <a:pt x="2286" y="3047"/>
                  </a:lnTo>
                  <a:lnTo>
                    <a:pt x="2286" y="2285"/>
                  </a:lnTo>
                  <a:lnTo>
                    <a:pt x="2286" y="761"/>
                  </a:lnTo>
                  <a:lnTo>
                    <a:pt x="2286" y="0"/>
                  </a:lnTo>
                  <a:lnTo>
                    <a:pt x="3048" y="0"/>
                  </a:lnTo>
                  <a:lnTo>
                    <a:pt x="3810" y="0"/>
                  </a:lnTo>
                  <a:lnTo>
                    <a:pt x="22098" y="0"/>
                  </a:lnTo>
                  <a:lnTo>
                    <a:pt x="22860" y="0"/>
                  </a:lnTo>
                  <a:lnTo>
                    <a:pt x="24384" y="0"/>
                  </a:lnTo>
                  <a:lnTo>
                    <a:pt x="24384" y="761"/>
                  </a:lnTo>
                  <a:lnTo>
                    <a:pt x="24384" y="2285"/>
                  </a:lnTo>
                  <a:lnTo>
                    <a:pt x="24384" y="3047"/>
                  </a:lnTo>
                  <a:lnTo>
                    <a:pt x="25146" y="3809"/>
                  </a:lnTo>
                  <a:lnTo>
                    <a:pt x="25908" y="3809"/>
                  </a:lnTo>
                  <a:lnTo>
                    <a:pt x="25908" y="4571"/>
                  </a:lnTo>
                  <a:lnTo>
                    <a:pt x="25908" y="6095"/>
                  </a:lnTo>
                  <a:lnTo>
                    <a:pt x="25908" y="6857"/>
                  </a:lnTo>
                  <a:lnTo>
                    <a:pt x="25146" y="6857"/>
                  </a:lnTo>
                  <a:lnTo>
                    <a:pt x="23622" y="6857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4779264" y="6555485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4">
                  <a:moveTo>
                    <a:pt x="761" y="1524"/>
                  </a:moveTo>
                  <a:lnTo>
                    <a:pt x="761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761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4779264" y="6555485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4">
                  <a:moveTo>
                    <a:pt x="761" y="1524"/>
                  </a:moveTo>
                  <a:lnTo>
                    <a:pt x="761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761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4779264" y="65562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761"/>
                  </a:moveTo>
                  <a:lnTo>
                    <a:pt x="762" y="761"/>
                  </a:lnTo>
                  <a:lnTo>
                    <a:pt x="761" y="0"/>
                  </a:lnTo>
                  <a:lnTo>
                    <a:pt x="0" y="0"/>
                  </a:lnTo>
                  <a:lnTo>
                    <a:pt x="0" y="761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4776216" y="6555485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4776215" y="6555485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4776216" y="65562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761"/>
                  </a:moveTo>
                  <a:lnTo>
                    <a:pt x="762" y="761"/>
                  </a:lnTo>
                  <a:lnTo>
                    <a:pt x="761" y="0"/>
                  </a:lnTo>
                  <a:lnTo>
                    <a:pt x="0" y="0"/>
                  </a:lnTo>
                  <a:lnTo>
                    <a:pt x="0" y="761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4773168" y="6555485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4773168" y="6555485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4773168" y="65562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761"/>
                  </a:moveTo>
                  <a:lnTo>
                    <a:pt x="762" y="761"/>
                  </a:lnTo>
                  <a:lnTo>
                    <a:pt x="761" y="0"/>
                  </a:lnTo>
                  <a:lnTo>
                    <a:pt x="0" y="0"/>
                  </a:lnTo>
                  <a:lnTo>
                    <a:pt x="0" y="761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4770120" y="6555485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4770120" y="6555485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327"/>
            <p:cNvSpPr/>
            <p:nvPr/>
          </p:nvSpPr>
          <p:spPr>
            <a:xfrm>
              <a:off x="4770882" y="6556247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h="1270">
                  <a:moveTo>
                    <a:pt x="0" y="761"/>
                  </a:moveTo>
                  <a:lnTo>
                    <a:pt x="0" y="0"/>
                  </a:lnTo>
                  <a:lnTo>
                    <a:pt x="0" y="761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28"/>
            <p:cNvSpPr/>
            <p:nvPr/>
          </p:nvSpPr>
          <p:spPr>
            <a:xfrm>
              <a:off x="4767072" y="6555485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4767071" y="6555485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4767834" y="65562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762" y="761"/>
                  </a:moveTo>
                  <a:lnTo>
                    <a:pt x="761" y="0"/>
                  </a:lnTo>
                  <a:lnTo>
                    <a:pt x="0" y="0"/>
                  </a:lnTo>
                  <a:lnTo>
                    <a:pt x="0" y="761"/>
                  </a:lnTo>
                  <a:lnTo>
                    <a:pt x="762" y="761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1"/>
            <p:cNvSpPr/>
            <p:nvPr/>
          </p:nvSpPr>
          <p:spPr>
            <a:xfrm>
              <a:off x="4947666" y="6551675"/>
              <a:ext cx="10160" cy="1905"/>
            </a:xfrm>
            <a:custGeom>
              <a:avLst/>
              <a:gdLst/>
              <a:ahLst/>
              <a:cxnLst/>
              <a:rect l="l" t="t" r="r" b="b"/>
              <a:pathLst>
                <a:path w="10160" h="1904">
                  <a:moveTo>
                    <a:pt x="9906" y="1524"/>
                  </a:moveTo>
                  <a:lnTo>
                    <a:pt x="9906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9906" y="15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2" name="object 33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837938" y="6551675"/>
              <a:ext cx="83058" cy="23622"/>
            </a:xfrm>
            <a:prstGeom prst="rect">
              <a:avLst/>
            </a:prstGeom>
          </p:spPr>
        </p:pic>
        <p:pic>
          <p:nvPicPr>
            <p:cNvPr id="333" name="object 33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875276" y="6557009"/>
              <a:ext cx="72389" cy="18288"/>
            </a:xfrm>
            <a:prstGeom prst="rect">
              <a:avLst/>
            </a:prstGeom>
          </p:spPr>
        </p:pic>
        <p:pic>
          <p:nvPicPr>
            <p:cNvPr id="334" name="object 33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722114" y="6628637"/>
              <a:ext cx="10668" cy="6096"/>
            </a:xfrm>
            <a:prstGeom prst="rect">
              <a:avLst/>
            </a:prstGeom>
          </p:spPr>
        </p:pic>
        <p:pic>
          <p:nvPicPr>
            <p:cNvPr id="335" name="object 33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745736" y="6628637"/>
              <a:ext cx="10668" cy="6096"/>
            </a:xfrm>
            <a:prstGeom prst="rect">
              <a:avLst/>
            </a:prstGeom>
          </p:spPr>
        </p:pic>
        <p:pic>
          <p:nvPicPr>
            <p:cNvPr id="336" name="object 33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771644" y="6628637"/>
              <a:ext cx="35052" cy="6096"/>
            </a:xfrm>
            <a:prstGeom prst="rect">
              <a:avLst/>
            </a:prstGeom>
          </p:spPr>
        </p:pic>
        <p:pic>
          <p:nvPicPr>
            <p:cNvPr id="337" name="object 33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821936" y="6628637"/>
              <a:ext cx="10668" cy="6096"/>
            </a:xfrm>
            <a:prstGeom prst="rect">
              <a:avLst/>
            </a:prstGeom>
          </p:spPr>
        </p:pic>
        <p:pic>
          <p:nvPicPr>
            <p:cNvPr id="338" name="object 33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845558" y="6628637"/>
              <a:ext cx="10668" cy="6096"/>
            </a:xfrm>
            <a:prstGeom prst="rect">
              <a:avLst/>
            </a:prstGeom>
          </p:spPr>
        </p:pic>
        <p:pic>
          <p:nvPicPr>
            <p:cNvPr id="339" name="object 33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871466" y="6628637"/>
              <a:ext cx="10668" cy="6096"/>
            </a:xfrm>
            <a:prstGeom prst="rect">
              <a:avLst/>
            </a:prstGeom>
          </p:spPr>
        </p:pic>
        <p:pic>
          <p:nvPicPr>
            <p:cNvPr id="340" name="object 340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895088" y="6628637"/>
              <a:ext cx="10668" cy="6096"/>
            </a:xfrm>
            <a:prstGeom prst="rect">
              <a:avLst/>
            </a:prstGeom>
          </p:spPr>
        </p:pic>
        <p:pic>
          <p:nvPicPr>
            <p:cNvPr id="341" name="object 341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709160" y="6566153"/>
              <a:ext cx="1249679" cy="86105"/>
            </a:xfrm>
            <a:prstGeom prst="rect">
              <a:avLst/>
            </a:prstGeom>
          </p:spPr>
        </p:pic>
        <p:pic>
          <p:nvPicPr>
            <p:cNvPr id="342" name="object 34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920996" y="6628637"/>
              <a:ext cx="35051" cy="6096"/>
            </a:xfrm>
            <a:prstGeom prst="rect">
              <a:avLst/>
            </a:prstGeom>
          </p:spPr>
        </p:pic>
        <p:pic>
          <p:nvPicPr>
            <p:cNvPr id="343" name="object 343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970526" y="6628637"/>
              <a:ext cx="35052" cy="6096"/>
            </a:xfrm>
            <a:prstGeom prst="rect">
              <a:avLst/>
            </a:prstGeom>
          </p:spPr>
        </p:pic>
        <p:pic>
          <p:nvPicPr>
            <p:cNvPr id="344" name="object 344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039106" y="6628637"/>
              <a:ext cx="11430" cy="6096"/>
            </a:xfrm>
            <a:prstGeom prst="rect">
              <a:avLst/>
            </a:prstGeom>
          </p:spPr>
        </p:pic>
        <p:pic>
          <p:nvPicPr>
            <p:cNvPr id="345" name="object 345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062728" y="6628637"/>
              <a:ext cx="11430" cy="6096"/>
            </a:xfrm>
            <a:prstGeom prst="rect">
              <a:avLst/>
            </a:prstGeom>
          </p:spPr>
        </p:pic>
        <p:pic>
          <p:nvPicPr>
            <p:cNvPr id="346" name="object 346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089398" y="6628637"/>
              <a:ext cx="10668" cy="6096"/>
            </a:xfrm>
            <a:prstGeom prst="rect">
              <a:avLst/>
            </a:prstGeom>
          </p:spPr>
        </p:pic>
        <p:pic>
          <p:nvPicPr>
            <p:cNvPr id="347" name="object 347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113020" y="6628637"/>
              <a:ext cx="10668" cy="6096"/>
            </a:xfrm>
            <a:prstGeom prst="rect">
              <a:avLst/>
            </a:prstGeom>
          </p:spPr>
        </p:pic>
        <p:pic>
          <p:nvPicPr>
            <p:cNvPr id="348" name="object 348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138928" y="6628637"/>
              <a:ext cx="10668" cy="6096"/>
            </a:xfrm>
            <a:prstGeom prst="rect">
              <a:avLst/>
            </a:prstGeom>
          </p:spPr>
        </p:pic>
        <p:pic>
          <p:nvPicPr>
            <p:cNvPr id="349" name="object 349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162550" y="6628637"/>
              <a:ext cx="10668" cy="6096"/>
            </a:xfrm>
            <a:prstGeom prst="rect">
              <a:avLst/>
            </a:prstGeom>
          </p:spPr>
        </p:pic>
        <p:pic>
          <p:nvPicPr>
            <p:cNvPr id="350" name="object 35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188458" y="6628637"/>
              <a:ext cx="11430" cy="6096"/>
            </a:xfrm>
            <a:prstGeom prst="rect">
              <a:avLst/>
            </a:prstGeom>
          </p:spPr>
        </p:pic>
        <p:pic>
          <p:nvPicPr>
            <p:cNvPr id="351" name="object 35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212080" y="6628637"/>
              <a:ext cx="11430" cy="6096"/>
            </a:xfrm>
            <a:prstGeom prst="rect">
              <a:avLst/>
            </a:prstGeom>
          </p:spPr>
        </p:pic>
        <p:pic>
          <p:nvPicPr>
            <p:cNvPr id="352" name="object 352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5237988" y="6628637"/>
              <a:ext cx="11430" cy="6096"/>
            </a:xfrm>
            <a:prstGeom prst="rect">
              <a:avLst/>
            </a:prstGeom>
          </p:spPr>
        </p:pic>
        <p:pic>
          <p:nvPicPr>
            <p:cNvPr id="353" name="object 353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5261610" y="6628637"/>
              <a:ext cx="11430" cy="6096"/>
            </a:xfrm>
            <a:prstGeom prst="rect">
              <a:avLst/>
            </a:prstGeom>
          </p:spPr>
        </p:pic>
        <p:pic>
          <p:nvPicPr>
            <p:cNvPr id="354" name="object 354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5288280" y="6628637"/>
              <a:ext cx="10668" cy="6096"/>
            </a:xfrm>
            <a:prstGeom prst="rect">
              <a:avLst/>
            </a:prstGeom>
          </p:spPr>
        </p:pic>
        <p:pic>
          <p:nvPicPr>
            <p:cNvPr id="355" name="object 35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5311902" y="6628637"/>
              <a:ext cx="10668" cy="6096"/>
            </a:xfrm>
            <a:prstGeom prst="rect">
              <a:avLst/>
            </a:prstGeom>
          </p:spPr>
        </p:pic>
        <p:pic>
          <p:nvPicPr>
            <p:cNvPr id="356" name="object 356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5356860" y="6628637"/>
              <a:ext cx="10668" cy="6096"/>
            </a:xfrm>
            <a:prstGeom prst="rect">
              <a:avLst/>
            </a:prstGeom>
          </p:spPr>
        </p:pic>
        <p:pic>
          <p:nvPicPr>
            <p:cNvPr id="357" name="object 35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5380482" y="6628637"/>
              <a:ext cx="10668" cy="6096"/>
            </a:xfrm>
            <a:prstGeom prst="rect">
              <a:avLst/>
            </a:prstGeom>
          </p:spPr>
        </p:pic>
        <p:pic>
          <p:nvPicPr>
            <p:cNvPr id="358" name="object 358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5406390" y="6628637"/>
              <a:ext cx="10668" cy="6096"/>
            </a:xfrm>
            <a:prstGeom prst="rect">
              <a:avLst/>
            </a:prstGeom>
          </p:spPr>
        </p:pic>
        <p:pic>
          <p:nvPicPr>
            <p:cNvPr id="359" name="object 359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5430012" y="6628637"/>
              <a:ext cx="10668" cy="6096"/>
            </a:xfrm>
            <a:prstGeom prst="rect">
              <a:avLst/>
            </a:prstGeom>
          </p:spPr>
        </p:pic>
        <p:pic>
          <p:nvPicPr>
            <p:cNvPr id="360" name="object 360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5455920" y="6628637"/>
              <a:ext cx="11430" cy="6096"/>
            </a:xfrm>
            <a:prstGeom prst="rect">
              <a:avLst/>
            </a:prstGeom>
          </p:spPr>
        </p:pic>
        <p:pic>
          <p:nvPicPr>
            <p:cNvPr id="361" name="object 361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5479542" y="6628637"/>
              <a:ext cx="11430" cy="6096"/>
            </a:xfrm>
            <a:prstGeom prst="rect">
              <a:avLst/>
            </a:prstGeom>
          </p:spPr>
        </p:pic>
        <p:pic>
          <p:nvPicPr>
            <p:cNvPr id="362" name="object 362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5505450" y="6628637"/>
              <a:ext cx="11430" cy="6096"/>
            </a:xfrm>
            <a:prstGeom prst="rect">
              <a:avLst/>
            </a:prstGeom>
          </p:spPr>
        </p:pic>
        <p:pic>
          <p:nvPicPr>
            <p:cNvPr id="363" name="object 363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5529072" y="6628637"/>
              <a:ext cx="11430" cy="6096"/>
            </a:xfrm>
            <a:prstGeom prst="rect">
              <a:avLst/>
            </a:prstGeom>
          </p:spPr>
        </p:pic>
        <p:pic>
          <p:nvPicPr>
            <p:cNvPr id="364" name="object 364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5555742" y="6628637"/>
              <a:ext cx="10668" cy="6096"/>
            </a:xfrm>
            <a:prstGeom prst="rect">
              <a:avLst/>
            </a:prstGeom>
          </p:spPr>
        </p:pic>
        <p:pic>
          <p:nvPicPr>
            <p:cNvPr id="365" name="object 365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5579364" y="6628637"/>
              <a:ext cx="10668" cy="6096"/>
            </a:xfrm>
            <a:prstGeom prst="rect">
              <a:avLst/>
            </a:prstGeom>
          </p:spPr>
        </p:pic>
        <p:pic>
          <p:nvPicPr>
            <p:cNvPr id="366" name="object 366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5605272" y="6628637"/>
              <a:ext cx="10668" cy="6096"/>
            </a:xfrm>
            <a:prstGeom prst="rect">
              <a:avLst/>
            </a:prstGeom>
          </p:spPr>
        </p:pic>
        <p:pic>
          <p:nvPicPr>
            <p:cNvPr id="367" name="object 367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5628894" y="6628637"/>
              <a:ext cx="10668" cy="6096"/>
            </a:xfrm>
            <a:prstGeom prst="rect">
              <a:avLst/>
            </a:prstGeom>
          </p:spPr>
        </p:pic>
        <p:pic>
          <p:nvPicPr>
            <p:cNvPr id="368" name="object 368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673852" y="6628637"/>
              <a:ext cx="10668" cy="6096"/>
            </a:xfrm>
            <a:prstGeom prst="rect">
              <a:avLst/>
            </a:prstGeom>
          </p:spPr>
        </p:pic>
        <p:pic>
          <p:nvPicPr>
            <p:cNvPr id="369" name="object 369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5697474" y="6628637"/>
              <a:ext cx="10668" cy="6096"/>
            </a:xfrm>
            <a:prstGeom prst="rect">
              <a:avLst/>
            </a:prstGeom>
          </p:spPr>
        </p:pic>
        <p:pic>
          <p:nvPicPr>
            <p:cNvPr id="370" name="object 370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5723382" y="6628637"/>
              <a:ext cx="11430" cy="6096"/>
            </a:xfrm>
            <a:prstGeom prst="rect">
              <a:avLst/>
            </a:prstGeom>
          </p:spPr>
        </p:pic>
        <p:pic>
          <p:nvPicPr>
            <p:cNvPr id="371" name="object 371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5747004" y="6628637"/>
              <a:ext cx="11430" cy="6096"/>
            </a:xfrm>
            <a:prstGeom prst="rect">
              <a:avLst/>
            </a:prstGeom>
          </p:spPr>
        </p:pic>
        <p:pic>
          <p:nvPicPr>
            <p:cNvPr id="372" name="object 372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5772912" y="6628637"/>
              <a:ext cx="11430" cy="6096"/>
            </a:xfrm>
            <a:prstGeom prst="rect">
              <a:avLst/>
            </a:prstGeom>
          </p:spPr>
        </p:pic>
        <p:pic>
          <p:nvPicPr>
            <p:cNvPr id="373" name="object 373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5796534" y="6628637"/>
              <a:ext cx="11430" cy="6096"/>
            </a:xfrm>
            <a:prstGeom prst="rect">
              <a:avLst/>
            </a:prstGeom>
          </p:spPr>
        </p:pic>
        <p:pic>
          <p:nvPicPr>
            <p:cNvPr id="374" name="object 374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5823204" y="6628637"/>
              <a:ext cx="10668" cy="6096"/>
            </a:xfrm>
            <a:prstGeom prst="rect">
              <a:avLst/>
            </a:prstGeom>
          </p:spPr>
        </p:pic>
        <p:pic>
          <p:nvPicPr>
            <p:cNvPr id="375" name="object 375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5846826" y="6628637"/>
              <a:ext cx="10668" cy="6096"/>
            </a:xfrm>
            <a:prstGeom prst="rect">
              <a:avLst/>
            </a:prstGeom>
          </p:spPr>
        </p:pic>
        <p:pic>
          <p:nvPicPr>
            <p:cNvPr id="376" name="object 376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872734" y="6628637"/>
              <a:ext cx="10668" cy="6096"/>
            </a:xfrm>
            <a:prstGeom prst="rect">
              <a:avLst/>
            </a:prstGeom>
          </p:spPr>
        </p:pic>
        <p:pic>
          <p:nvPicPr>
            <p:cNvPr id="377" name="object 377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5896356" y="6628637"/>
              <a:ext cx="10668" cy="6096"/>
            </a:xfrm>
            <a:prstGeom prst="rect">
              <a:avLst/>
            </a:prstGeom>
          </p:spPr>
        </p:pic>
        <p:pic>
          <p:nvPicPr>
            <p:cNvPr id="378" name="object 378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5922264" y="6628637"/>
              <a:ext cx="11430" cy="6096"/>
            </a:xfrm>
            <a:prstGeom prst="rect">
              <a:avLst/>
            </a:prstGeom>
          </p:spPr>
        </p:pic>
        <p:pic>
          <p:nvPicPr>
            <p:cNvPr id="379" name="object 379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5945886" y="6628637"/>
              <a:ext cx="11430" cy="6096"/>
            </a:xfrm>
            <a:prstGeom prst="rect">
              <a:avLst/>
            </a:prstGeom>
          </p:spPr>
        </p:pic>
        <p:sp>
          <p:nvSpPr>
            <p:cNvPr id="380" name="object 380"/>
            <p:cNvSpPr/>
            <p:nvPr/>
          </p:nvSpPr>
          <p:spPr>
            <a:xfrm>
              <a:off x="4608576" y="6649211"/>
              <a:ext cx="1727835" cy="99060"/>
            </a:xfrm>
            <a:custGeom>
              <a:avLst/>
              <a:gdLst/>
              <a:ahLst/>
              <a:cxnLst/>
              <a:rect l="l" t="t" r="r" b="b"/>
              <a:pathLst>
                <a:path w="1727835" h="99059">
                  <a:moveTo>
                    <a:pt x="1727453" y="96774"/>
                  </a:moveTo>
                  <a:lnTo>
                    <a:pt x="1727453" y="3048"/>
                  </a:lnTo>
                  <a:lnTo>
                    <a:pt x="1719071" y="0"/>
                  </a:lnTo>
                  <a:lnTo>
                    <a:pt x="8381" y="0"/>
                  </a:lnTo>
                  <a:lnTo>
                    <a:pt x="0" y="3048"/>
                  </a:lnTo>
                  <a:lnTo>
                    <a:pt x="0" y="96774"/>
                  </a:lnTo>
                  <a:lnTo>
                    <a:pt x="8381" y="99060"/>
                  </a:lnTo>
                  <a:lnTo>
                    <a:pt x="13715" y="99060"/>
                  </a:lnTo>
                  <a:lnTo>
                    <a:pt x="13715" y="10668"/>
                  </a:lnTo>
                  <a:lnTo>
                    <a:pt x="17525" y="8382"/>
                  </a:lnTo>
                  <a:lnTo>
                    <a:pt x="44957" y="8382"/>
                  </a:lnTo>
                  <a:lnTo>
                    <a:pt x="48768" y="10668"/>
                  </a:lnTo>
                  <a:lnTo>
                    <a:pt x="48768" y="99060"/>
                  </a:lnTo>
                  <a:lnTo>
                    <a:pt x="1678686" y="99060"/>
                  </a:lnTo>
                  <a:lnTo>
                    <a:pt x="1678686" y="10668"/>
                  </a:lnTo>
                  <a:lnTo>
                    <a:pt x="1682495" y="8382"/>
                  </a:lnTo>
                  <a:lnTo>
                    <a:pt x="1709927" y="8382"/>
                  </a:lnTo>
                  <a:lnTo>
                    <a:pt x="1713738" y="10668"/>
                  </a:lnTo>
                  <a:lnTo>
                    <a:pt x="1713738" y="99060"/>
                  </a:lnTo>
                  <a:lnTo>
                    <a:pt x="1719071" y="99060"/>
                  </a:lnTo>
                  <a:lnTo>
                    <a:pt x="1727453" y="96774"/>
                  </a:lnTo>
                  <a:close/>
                </a:path>
                <a:path w="1727835" h="99059">
                  <a:moveTo>
                    <a:pt x="48768" y="46482"/>
                  </a:moveTo>
                  <a:lnTo>
                    <a:pt x="48768" y="16764"/>
                  </a:lnTo>
                  <a:lnTo>
                    <a:pt x="44957" y="19812"/>
                  </a:lnTo>
                  <a:lnTo>
                    <a:pt x="18287" y="19812"/>
                  </a:lnTo>
                  <a:lnTo>
                    <a:pt x="13715" y="16764"/>
                  </a:lnTo>
                  <a:lnTo>
                    <a:pt x="13715" y="46482"/>
                  </a:lnTo>
                  <a:lnTo>
                    <a:pt x="17525" y="44196"/>
                  </a:lnTo>
                  <a:lnTo>
                    <a:pt x="44957" y="44196"/>
                  </a:lnTo>
                  <a:lnTo>
                    <a:pt x="48768" y="46482"/>
                  </a:lnTo>
                  <a:close/>
                </a:path>
                <a:path w="1727835" h="99059">
                  <a:moveTo>
                    <a:pt x="48768" y="82296"/>
                  </a:moveTo>
                  <a:lnTo>
                    <a:pt x="48768" y="52578"/>
                  </a:lnTo>
                  <a:lnTo>
                    <a:pt x="44957" y="55626"/>
                  </a:lnTo>
                  <a:lnTo>
                    <a:pt x="18287" y="55626"/>
                  </a:lnTo>
                  <a:lnTo>
                    <a:pt x="13715" y="52578"/>
                  </a:lnTo>
                  <a:lnTo>
                    <a:pt x="13715" y="82296"/>
                  </a:lnTo>
                  <a:lnTo>
                    <a:pt x="17525" y="80010"/>
                  </a:lnTo>
                  <a:lnTo>
                    <a:pt x="44957" y="80010"/>
                  </a:lnTo>
                  <a:lnTo>
                    <a:pt x="48768" y="82296"/>
                  </a:lnTo>
                  <a:close/>
                </a:path>
                <a:path w="1727835" h="99059">
                  <a:moveTo>
                    <a:pt x="48768" y="99060"/>
                  </a:moveTo>
                  <a:lnTo>
                    <a:pt x="48768" y="88392"/>
                  </a:lnTo>
                  <a:lnTo>
                    <a:pt x="44957" y="91440"/>
                  </a:lnTo>
                  <a:lnTo>
                    <a:pt x="18287" y="91440"/>
                  </a:lnTo>
                  <a:lnTo>
                    <a:pt x="13715" y="88392"/>
                  </a:lnTo>
                  <a:lnTo>
                    <a:pt x="13715" y="99060"/>
                  </a:lnTo>
                  <a:lnTo>
                    <a:pt x="48768" y="99060"/>
                  </a:lnTo>
                  <a:close/>
                </a:path>
                <a:path w="1727835" h="99059">
                  <a:moveTo>
                    <a:pt x="1713738" y="46482"/>
                  </a:moveTo>
                  <a:lnTo>
                    <a:pt x="1713738" y="16764"/>
                  </a:lnTo>
                  <a:lnTo>
                    <a:pt x="1709927" y="19812"/>
                  </a:lnTo>
                  <a:lnTo>
                    <a:pt x="1682495" y="19812"/>
                  </a:lnTo>
                  <a:lnTo>
                    <a:pt x="1678686" y="16764"/>
                  </a:lnTo>
                  <a:lnTo>
                    <a:pt x="1678686" y="46482"/>
                  </a:lnTo>
                  <a:lnTo>
                    <a:pt x="1682495" y="44196"/>
                  </a:lnTo>
                  <a:lnTo>
                    <a:pt x="1709927" y="44196"/>
                  </a:lnTo>
                  <a:lnTo>
                    <a:pt x="1713738" y="46482"/>
                  </a:lnTo>
                  <a:close/>
                </a:path>
                <a:path w="1727835" h="99059">
                  <a:moveTo>
                    <a:pt x="1713738" y="82296"/>
                  </a:moveTo>
                  <a:lnTo>
                    <a:pt x="1713738" y="52578"/>
                  </a:lnTo>
                  <a:lnTo>
                    <a:pt x="1709927" y="55626"/>
                  </a:lnTo>
                  <a:lnTo>
                    <a:pt x="1682495" y="55626"/>
                  </a:lnTo>
                  <a:lnTo>
                    <a:pt x="1678686" y="52578"/>
                  </a:lnTo>
                  <a:lnTo>
                    <a:pt x="1678686" y="82296"/>
                  </a:lnTo>
                  <a:lnTo>
                    <a:pt x="1682495" y="80010"/>
                  </a:lnTo>
                  <a:lnTo>
                    <a:pt x="1709927" y="80010"/>
                  </a:lnTo>
                  <a:lnTo>
                    <a:pt x="1713738" y="82296"/>
                  </a:lnTo>
                  <a:close/>
                </a:path>
                <a:path w="1727835" h="99059">
                  <a:moveTo>
                    <a:pt x="1713738" y="99060"/>
                  </a:moveTo>
                  <a:lnTo>
                    <a:pt x="1713738" y="88392"/>
                  </a:lnTo>
                  <a:lnTo>
                    <a:pt x="1709927" y="91440"/>
                  </a:lnTo>
                  <a:lnTo>
                    <a:pt x="1682495" y="91440"/>
                  </a:lnTo>
                  <a:lnTo>
                    <a:pt x="1678686" y="88392"/>
                  </a:lnTo>
                  <a:lnTo>
                    <a:pt x="1678686" y="99060"/>
                  </a:lnTo>
                  <a:lnTo>
                    <a:pt x="1713738" y="9906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1" name="object 381"/>
            <p:cNvSpPr/>
            <p:nvPr/>
          </p:nvSpPr>
          <p:spPr>
            <a:xfrm>
              <a:off x="6287262" y="6729221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60" h="11429">
                  <a:moveTo>
                    <a:pt x="15239" y="11429"/>
                  </a:moveTo>
                  <a:lnTo>
                    <a:pt x="9143" y="11429"/>
                  </a:lnTo>
                  <a:lnTo>
                    <a:pt x="3809" y="11429"/>
                  </a:lnTo>
                  <a:lnTo>
                    <a:pt x="0" y="8381"/>
                  </a:lnTo>
                  <a:lnTo>
                    <a:pt x="0" y="5333"/>
                  </a:lnTo>
                  <a:lnTo>
                    <a:pt x="0" y="2285"/>
                  </a:lnTo>
                  <a:lnTo>
                    <a:pt x="3809" y="0"/>
                  </a:lnTo>
                  <a:lnTo>
                    <a:pt x="9143" y="0"/>
                  </a:lnTo>
                  <a:lnTo>
                    <a:pt x="25907" y="0"/>
                  </a:lnTo>
                  <a:lnTo>
                    <a:pt x="31241" y="0"/>
                  </a:lnTo>
                  <a:lnTo>
                    <a:pt x="35051" y="2285"/>
                  </a:lnTo>
                  <a:lnTo>
                    <a:pt x="35051" y="5333"/>
                  </a:lnTo>
                  <a:lnTo>
                    <a:pt x="35051" y="8381"/>
                  </a:lnTo>
                  <a:lnTo>
                    <a:pt x="31241" y="11429"/>
                  </a:lnTo>
                  <a:lnTo>
                    <a:pt x="25907" y="11429"/>
                  </a:lnTo>
                  <a:lnTo>
                    <a:pt x="15239" y="11429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2" name="object 382"/>
            <p:cNvSpPr/>
            <p:nvPr/>
          </p:nvSpPr>
          <p:spPr>
            <a:xfrm>
              <a:off x="6287262" y="6693407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60" h="11429">
                  <a:moveTo>
                    <a:pt x="15239" y="11430"/>
                  </a:moveTo>
                  <a:lnTo>
                    <a:pt x="9143" y="11430"/>
                  </a:lnTo>
                  <a:lnTo>
                    <a:pt x="3809" y="11430"/>
                  </a:lnTo>
                  <a:lnTo>
                    <a:pt x="0" y="8382"/>
                  </a:lnTo>
                  <a:lnTo>
                    <a:pt x="0" y="5334"/>
                  </a:lnTo>
                  <a:lnTo>
                    <a:pt x="0" y="2286"/>
                  </a:lnTo>
                  <a:lnTo>
                    <a:pt x="3809" y="0"/>
                  </a:lnTo>
                  <a:lnTo>
                    <a:pt x="9143" y="0"/>
                  </a:lnTo>
                  <a:lnTo>
                    <a:pt x="25907" y="0"/>
                  </a:lnTo>
                  <a:lnTo>
                    <a:pt x="31241" y="0"/>
                  </a:lnTo>
                  <a:lnTo>
                    <a:pt x="35051" y="2286"/>
                  </a:lnTo>
                  <a:lnTo>
                    <a:pt x="35051" y="5334"/>
                  </a:lnTo>
                  <a:lnTo>
                    <a:pt x="35051" y="8382"/>
                  </a:lnTo>
                  <a:lnTo>
                    <a:pt x="31241" y="11430"/>
                  </a:lnTo>
                  <a:lnTo>
                    <a:pt x="25907" y="11430"/>
                  </a:lnTo>
                  <a:lnTo>
                    <a:pt x="15239" y="1143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3" name="object 383"/>
            <p:cNvSpPr/>
            <p:nvPr/>
          </p:nvSpPr>
          <p:spPr>
            <a:xfrm>
              <a:off x="6287262" y="6657593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60" h="11429">
                  <a:moveTo>
                    <a:pt x="15239" y="11429"/>
                  </a:moveTo>
                  <a:lnTo>
                    <a:pt x="9143" y="11429"/>
                  </a:lnTo>
                  <a:lnTo>
                    <a:pt x="3809" y="11429"/>
                  </a:lnTo>
                  <a:lnTo>
                    <a:pt x="0" y="8381"/>
                  </a:lnTo>
                  <a:lnTo>
                    <a:pt x="0" y="5333"/>
                  </a:lnTo>
                  <a:lnTo>
                    <a:pt x="0" y="2285"/>
                  </a:lnTo>
                  <a:lnTo>
                    <a:pt x="3809" y="0"/>
                  </a:lnTo>
                  <a:lnTo>
                    <a:pt x="9143" y="0"/>
                  </a:lnTo>
                  <a:lnTo>
                    <a:pt x="25907" y="0"/>
                  </a:lnTo>
                  <a:lnTo>
                    <a:pt x="31241" y="0"/>
                  </a:lnTo>
                  <a:lnTo>
                    <a:pt x="35051" y="2285"/>
                  </a:lnTo>
                  <a:lnTo>
                    <a:pt x="35051" y="5333"/>
                  </a:lnTo>
                  <a:lnTo>
                    <a:pt x="35051" y="8381"/>
                  </a:lnTo>
                  <a:lnTo>
                    <a:pt x="31241" y="11429"/>
                  </a:lnTo>
                  <a:lnTo>
                    <a:pt x="25907" y="11429"/>
                  </a:lnTo>
                  <a:lnTo>
                    <a:pt x="15239" y="11429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4" name="object 384"/>
            <p:cNvSpPr/>
            <p:nvPr/>
          </p:nvSpPr>
          <p:spPr>
            <a:xfrm>
              <a:off x="4622292" y="6729221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60" h="11429">
                  <a:moveTo>
                    <a:pt x="16001" y="11430"/>
                  </a:moveTo>
                  <a:lnTo>
                    <a:pt x="9143" y="11430"/>
                  </a:lnTo>
                  <a:lnTo>
                    <a:pt x="4571" y="11430"/>
                  </a:lnTo>
                  <a:lnTo>
                    <a:pt x="0" y="8382"/>
                  </a:lnTo>
                  <a:lnTo>
                    <a:pt x="0" y="5334"/>
                  </a:lnTo>
                  <a:lnTo>
                    <a:pt x="0" y="2286"/>
                  </a:lnTo>
                  <a:lnTo>
                    <a:pt x="3809" y="0"/>
                  </a:lnTo>
                  <a:lnTo>
                    <a:pt x="9143" y="0"/>
                  </a:lnTo>
                  <a:lnTo>
                    <a:pt x="26669" y="0"/>
                  </a:lnTo>
                  <a:lnTo>
                    <a:pt x="31241" y="0"/>
                  </a:lnTo>
                  <a:lnTo>
                    <a:pt x="35051" y="2286"/>
                  </a:lnTo>
                  <a:lnTo>
                    <a:pt x="35051" y="5334"/>
                  </a:lnTo>
                  <a:lnTo>
                    <a:pt x="35051" y="8382"/>
                  </a:lnTo>
                  <a:lnTo>
                    <a:pt x="31241" y="11430"/>
                  </a:lnTo>
                  <a:lnTo>
                    <a:pt x="26669" y="11430"/>
                  </a:lnTo>
                  <a:lnTo>
                    <a:pt x="16001" y="1143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5" name="object 385"/>
            <p:cNvSpPr/>
            <p:nvPr/>
          </p:nvSpPr>
          <p:spPr>
            <a:xfrm>
              <a:off x="4622292" y="6693407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60" h="11429">
                  <a:moveTo>
                    <a:pt x="16001" y="11430"/>
                  </a:moveTo>
                  <a:lnTo>
                    <a:pt x="9143" y="11430"/>
                  </a:lnTo>
                  <a:lnTo>
                    <a:pt x="4571" y="11430"/>
                  </a:lnTo>
                  <a:lnTo>
                    <a:pt x="0" y="8382"/>
                  </a:lnTo>
                  <a:lnTo>
                    <a:pt x="0" y="5334"/>
                  </a:lnTo>
                  <a:lnTo>
                    <a:pt x="0" y="2286"/>
                  </a:lnTo>
                  <a:lnTo>
                    <a:pt x="3809" y="0"/>
                  </a:lnTo>
                  <a:lnTo>
                    <a:pt x="9143" y="0"/>
                  </a:lnTo>
                  <a:lnTo>
                    <a:pt x="26669" y="0"/>
                  </a:lnTo>
                  <a:lnTo>
                    <a:pt x="31241" y="0"/>
                  </a:lnTo>
                  <a:lnTo>
                    <a:pt x="35051" y="2286"/>
                  </a:lnTo>
                  <a:lnTo>
                    <a:pt x="35051" y="5334"/>
                  </a:lnTo>
                  <a:lnTo>
                    <a:pt x="35051" y="8382"/>
                  </a:lnTo>
                  <a:lnTo>
                    <a:pt x="31241" y="11430"/>
                  </a:lnTo>
                  <a:lnTo>
                    <a:pt x="26669" y="11430"/>
                  </a:lnTo>
                  <a:lnTo>
                    <a:pt x="16001" y="1143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4622292" y="6657593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60" h="11429">
                  <a:moveTo>
                    <a:pt x="16001" y="11430"/>
                  </a:moveTo>
                  <a:lnTo>
                    <a:pt x="9143" y="11430"/>
                  </a:lnTo>
                  <a:lnTo>
                    <a:pt x="4571" y="11430"/>
                  </a:lnTo>
                  <a:lnTo>
                    <a:pt x="0" y="8382"/>
                  </a:lnTo>
                  <a:lnTo>
                    <a:pt x="0" y="5334"/>
                  </a:lnTo>
                  <a:lnTo>
                    <a:pt x="0" y="2286"/>
                  </a:lnTo>
                  <a:lnTo>
                    <a:pt x="3809" y="0"/>
                  </a:lnTo>
                  <a:lnTo>
                    <a:pt x="9143" y="0"/>
                  </a:lnTo>
                  <a:lnTo>
                    <a:pt x="26669" y="0"/>
                  </a:lnTo>
                  <a:lnTo>
                    <a:pt x="31241" y="0"/>
                  </a:lnTo>
                  <a:lnTo>
                    <a:pt x="35051" y="2286"/>
                  </a:lnTo>
                  <a:lnTo>
                    <a:pt x="35051" y="5334"/>
                  </a:lnTo>
                  <a:lnTo>
                    <a:pt x="35051" y="8382"/>
                  </a:lnTo>
                  <a:lnTo>
                    <a:pt x="31241" y="11430"/>
                  </a:lnTo>
                  <a:lnTo>
                    <a:pt x="26669" y="11430"/>
                  </a:lnTo>
                  <a:lnTo>
                    <a:pt x="16001" y="1143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7" name="object 387"/>
            <p:cNvSpPr/>
            <p:nvPr/>
          </p:nvSpPr>
          <p:spPr>
            <a:xfrm>
              <a:off x="4608576" y="6649211"/>
              <a:ext cx="1727835" cy="99060"/>
            </a:xfrm>
            <a:custGeom>
              <a:avLst/>
              <a:gdLst/>
              <a:ahLst/>
              <a:cxnLst/>
              <a:rect l="l" t="t" r="r" b="b"/>
              <a:pathLst>
                <a:path w="1727835" h="99059">
                  <a:moveTo>
                    <a:pt x="18287" y="99059"/>
                  </a:moveTo>
                  <a:lnTo>
                    <a:pt x="1709165" y="99059"/>
                  </a:lnTo>
                  <a:lnTo>
                    <a:pt x="1719071" y="99059"/>
                  </a:lnTo>
                  <a:lnTo>
                    <a:pt x="1727454" y="96773"/>
                  </a:lnTo>
                  <a:lnTo>
                    <a:pt x="1727454" y="93725"/>
                  </a:lnTo>
                  <a:lnTo>
                    <a:pt x="1727454" y="6095"/>
                  </a:lnTo>
                  <a:lnTo>
                    <a:pt x="1727454" y="3047"/>
                  </a:lnTo>
                  <a:lnTo>
                    <a:pt x="1719071" y="0"/>
                  </a:lnTo>
                  <a:lnTo>
                    <a:pt x="1709165" y="0"/>
                  </a:lnTo>
                  <a:lnTo>
                    <a:pt x="18287" y="0"/>
                  </a:lnTo>
                  <a:lnTo>
                    <a:pt x="8381" y="0"/>
                  </a:lnTo>
                  <a:lnTo>
                    <a:pt x="0" y="3047"/>
                  </a:lnTo>
                  <a:lnTo>
                    <a:pt x="0" y="6095"/>
                  </a:lnTo>
                  <a:lnTo>
                    <a:pt x="0" y="93725"/>
                  </a:lnTo>
                  <a:lnTo>
                    <a:pt x="0" y="96773"/>
                  </a:lnTo>
                  <a:lnTo>
                    <a:pt x="8381" y="99059"/>
                  </a:lnTo>
                  <a:lnTo>
                    <a:pt x="18287" y="99059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8" name="object 388"/>
            <p:cNvSpPr/>
            <p:nvPr/>
          </p:nvSpPr>
          <p:spPr>
            <a:xfrm>
              <a:off x="4682490" y="6649211"/>
              <a:ext cx="1290320" cy="100330"/>
            </a:xfrm>
            <a:custGeom>
              <a:avLst/>
              <a:gdLst/>
              <a:ahLst/>
              <a:cxnLst/>
              <a:rect l="l" t="t" r="r" b="b"/>
              <a:pathLst>
                <a:path w="1290320" h="100329">
                  <a:moveTo>
                    <a:pt x="1290065" y="99822"/>
                  </a:moveTo>
                  <a:lnTo>
                    <a:pt x="1290065" y="0"/>
                  </a:lnTo>
                  <a:lnTo>
                    <a:pt x="0" y="0"/>
                  </a:lnTo>
                  <a:lnTo>
                    <a:pt x="0" y="99822"/>
                  </a:lnTo>
                  <a:lnTo>
                    <a:pt x="1290065" y="99822"/>
                  </a:lnTo>
                  <a:close/>
                </a:path>
              </a:pathLst>
            </a:custGeom>
            <a:solidFill>
              <a:srgbClr val="C1C5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9" name="object 389"/>
            <p:cNvSpPr/>
            <p:nvPr/>
          </p:nvSpPr>
          <p:spPr>
            <a:xfrm>
              <a:off x="6005322" y="6655320"/>
              <a:ext cx="46990" cy="16510"/>
            </a:xfrm>
            <a:custGeom>
              <a:avLst/>
              <a:gdLst/>
              <a:ahLst/>
              <a:cxnLst/>
              <a:rect l="l" t="t" r="r" b="b"/>
              <a:pathLst>
                <a:path w="46989" h="16509">
                  <a:moveTo>
                    <a:pt x="1524" y="4572"/>
                  </a:moveTo>
                  <a:lnTo>
                    <a:pt x="0" y="4572"/>
                  </a:lnTo>
                  <a:lnTo>
                    <a:pt x="0" y="6858"/>
                  </a:lnTo>
                  <a:lnTo>
                    <a:pt x="1524" y="6858"/>
                  </a:lnTo>
                  <a:lnTo>
                    <a:pt x="1524" y="4572"/>
                  </a:lnTo>
                  <a:close/>
                </a:path>
                <a:path w="46989" h="16509">
                  <a:moveTo>
                    <a:pt x="7620" y="3035"/>
                  </a:moveTo>
                  <a:lnTo>
                    <a:pt x="5334" y="3035"/>
                  </a:lnTo>
                  <a:lnTo>
                    <a:pt x="5334" y="6845"/>
                  </a:lnTo>
                  <a:lnTo>
                    <a:pt x="7620" y="6845"/>
                  </a:lnTo>
                  <a:lnTo>
                    <a:pt x="7620" y="3035"/>
                  </a:lnTo>
                  <a:close/>
                </a:path>
                <a:path w="46989" h="16509">
                  <a:moveTo>
                    <a:pt x="9906" y="10655"/>
                  </a:moveTo>
                  <a:lnTo>
                    <a:pt x="6096" y="10655"/>
                  </a:lnTo>
                  <a:lnTo>
                    <a:pt x="3810" y="11417"/>
                  </a:lnTo>
                  <a:lnTo>
                    <a:pt x="3810" y="15227"/>
                  </a:lnTo>
                  <a:lnTo>
                    <a:pt x="6096" y="15989"/>
                  </a:lnTo>
                  <a:lnTo>
                    <a:pt x="9906" y="15989"/>
                  </a:lnTo>
                  <a:lnTo>
                    <a:pt x="9906" y="14465"/>
                  </a:lnTo>
                  <a:lnTo>
                    <a:pt x="6858" y="14465"/>
                  </a:lnTo>
                  <a:lnTo>
                    <a:pt x="6096" y="13703"/>
                  </a:lnTo>
                  <a:lnTo>
                    <a:pt x="6096" y="12179"/>
                  </a:lnTo>
                  <a:lnTo>
                    <a:pt x="9906" y="12179"/>
                  </a:lnTo>
                  <a:lnTo>
                    <a:pt x="9906" y="10655"/>
                  </a:lnTo>
                  <a:close/>
                </a:path>
                <a:path w="46989" h="16509">
                  <a:moveTo>
                    <a:pt x="12954" y="762"/>
                  </a:moveTo>
                  <a:lnTo>
                    <a:pt x="12192" y="0"/>
                  </a:lnTo>
                  <a:lnTo>
                    <a:pt x="11430" y="0"/>
                  </a:lnTo>
                  <a:lnTo>
                    <a:pt x="10668" y="762"/>
                  </a:lnTo>
                  <a:lnTo>
                    <a:pt x="10668" y="8382"/>
                  </a:lnTo>
                  <a:lnTo>
                    <a:pt x="12954" y="8382"/>
                  </a:lnTo>
                  <a:lnTo>
                    <a:pt x="12954" y="762"/>
                  </a:lnTo>
                  <a:close/>
                </a:path>
                <a:path w="46989" h="16509">
                  <a:moveTo>
                    <a:pt x="15227" y="10655"/>
                  </a:moveTo>
                  <a:lnTo>
                    <a:pt x="12954" y="10655"/>
                  </a:lnTo>
                  <a:lnTo>
                    <a:pt x="12954" y="15989"/>
                  </a:lnTo>
                  <a:lnTo>
                    <a:pt x="15227" y="15989"/>
                  </a:lnTo>
                  <a:lnTo>
                    <a:pt x="15227" y="10655"/>
                  </a:lnTo>
                  <a:close/>
                </a:path>
                <a:path w="46989" h="16509">
                  <a:moveTo>
                    <a:pt x="18288" y="3035"/>
                  </a:moveTo>
                  <a:lnTo>
                    <a:pt x="16764" y="3035"/>
                  </a:lnTo>
                  <a:lnTo>
                    <a:pt x="16764" y="6845"/>
                  </a:lnTo>
                  <a:lnTo>
                    <a:pt x="18288" y="6845"/>
                  </a:lnTo>
                  <a:lnTo>
                    <a:pt x="18288" y="3035"/>
                  </a:lnTo>
                  <a:close/>
                </a:path>
                <a:path w="46989" h="16509">
                  <a:moveTo>
                    <a:pt x="23622" y="13703"/>
                  </a:moveTo>
                  <a:lnTo>
                    <a:pt x="22860" y="12941"/>
                  </a:lnTo>
                  <a:lnTo>
                    <a:pt x="20574" y="12941"/>
                  </a:lnTo>
                  <a:lnTo>
                    <a:pt x="20574" y="12179"/>
                  </a:lnTo>
                  <a:lnTo>
                    <a:pt x="19812" y="12179"/>
                  </a:lnTo>
                  <a:lnTo>
                    <a:pt x="20574" y="11417"/>
                  </a:lnTo>
                  <a:lnTo>
                    <a:pt x="22098" y="11417"/>
                  </a:lnTo>
                  <a:lnTo>
                    <a:pt x="22860" y="12179"/>
                  </a:lnTo>
                  <a:lnTo>
                    <a:pt x="22860" y="10655"/>
                  </a:lnTo>
                  <a:lnTo>
                    <a:pt x="19050" y="10655"/>
                  </a:lnTo>
                  <a:lnTo>
                    <a:pt x="17526" y="11417"/>
                  </a:lnTo>
                  <a:lnTo>
                    <a:pt x="17526" y="12941"/>
                  </a:lnTo>
                  <a:lnTo>
                    <a:pt x="19050" y="13703"/>
                  </a:lnTo>
                  <a:lnTo>
                    <a:pt x="19812" y="13703"/>
                  </a:lnTo>
                  <a:lnTo>
                    <a:pt x="21336" y="13703"/>
                  </a:lnTo>
                  <a:lnTo>
                    <a:pt x="21336" y="14465"/>
                  </a:lnTo>
                  <a:lnTo>
                    <a:pt x="17526" y="14465"/>
                  </a:lnTo>
                  <a:lnTo>
                    <a:pt x="17526" y="15989"/>
                  </a:lnTo>
                  <a:lnTo>
                    <a:pt x="21336" y="15989"/>
                  </a:lnTo>
                  <a:lnTo>
                    <a:pt x="23622" y="15227"/>
                  </a:lnTo>
                  <a:lnTo>
                    <a:pt x="23622" y="13703"/>
                  </a:lnTo>
                  <a:close/>
                </a:path>
                <a:path w="46989" h="16509">
                  <a:moveTo>
                    <a:pt x="24384" y="4572"/>
                  </a:moveTo>
                  <a:lnTo>
                    <a:pt x="22098" y="4572"/>
                  </a:lnTo>
                  <a:lnTo>
                    <a:pt x="22098" y="6858"/>
                  </a:lnTo>
                  <a:lnTo>
                    <a:pt x="24384" y="6858"/>
                  </a:lnTo>
                  <a:lnTo>
                    <a:pt x="24384" y="4572"/>
                  </a:lnTo>
                  <a:close/>
                </a:path>
                <a:path w="46989" h="16509">
                  <a:moveTo>
                    <a:pt x="29718" y="3035"/>
                  </a:moveTo>
                  <a:lnTo>
                    <a:pt x="27432" y="3035"/>
                  </a:lnTo>
                  <a:lnTo>
                    <a:pt x="27432" y="6845"/>
                  </a:lnTo>
                  <a:lnTo>
                    <a:pt x="29718" y="6845"/>
                  </a:lnTo>
                  <a:lnTo>
                    <a:pt x="29718" y="3035"/>
                  </a:lnTo>
                  <a:close/>
                </a:path>
                <a:path w="46989" h="16509">
                  <a:moveTo>
                    <a:pt x="31242" y="10655"/>
                  </a:moveTo>
                  <a:lnTo>
                    <a:pt x="27432" y="10655"/>
                  </a:lnTo>
                  <a:lnTo>
                    <a:pt x="25146" y="11417"/>
                  </a:lnTo>
                  <a:lnTo>
                    <a:pt x="25146" y="15227"/>
                  </a:lnTo>
                  <a:lnTo>
                    <a:pt x="27432" y="15989"/>
                  </a:lnTo>
                  <a:lnTo>
                    <a:pt x="31242" y="15989"/>
                  </a:lnTo>
                  <a:lnTo>
                    <a:pt x="31242" y="14465"/>
                  </a:lnTo>
                  <a:lnTo>
                    <a:pt x="28194" y="14465"/>
                  </a:lnTo>
                  <a:lnTo>
                    <a:pt x="27432" y="13703"/>
                  </a:lnTo>
                  <a:lnTo>
                    <a:pt x="27432" y="12179"/>
                  </a:lnTo>
                  <a:lnTo>
                    <a:pt x="31242" y="12179"/>
                  </a:lnTo>
                  <a:lnTo>
                    <a:pt x="31242" y="10655"/>
                  </a:lnTo>
                  <a:close/>
                </a:path>
                <a:path w="46989" h="16509">
                  <a:moveTo>
                    <a:pt x="35052" y="0"/>
                  </a:moveTo>
                  <a:lnTo>
                    <a:pt x="33528" y="0"/>
                  </a:lnTo>
                  <a:lnTo>
                    <a:pt x="33528" y="8382"/>
                  </a:lnTo>
                  <a:lnTo>
                    <a:pt x="35052" y="8382"/>
                  </a:lnTo>
                  <a:lnTo>
                    <a:pt x="35052" y="0"/>
                  </a:lnTo>
                  <a:close/>
                </a:path>
                <a:path w="46989" h="16509">
                  <a:moveTo>
                    <a:pt x="41148" y="3035"/>
                  </a:moveTo>
                  <a:lnTo>
                    <a:pt x="38862" y="3035"/>
                  </a:lnTo>
                  <a:lnTo>
                    <a:pt x="38862" y="6845"/>
                  </a:lnTo>
                  <a:lnTo>
                    <a:pt x="41148" y="6845"/>
                  </a:lnTo>
                  <a:lnTo>
                    <a:pt x="41148" y="3035"/>
                  </a:lnTo>
                  <a:close/>
                </a:path>
                <a:path w="46989" h="16509">
                  <a:moveTo>
                    <a:pt x="42672" y="11417"/>
                  </a:moveTo>
                  <a:lnTo>
                    <a:pt x="40386" y="10655"/>
                  </a:lnTo>
                  <a:lnTo>
                    <a:pt x="40386" y="12179"/>
                  </a:lnTo>
                  <a:lnTo>
                    <a:pt x="40386" y="13703"/>
                  </a:lnTo>
                  <a:lnTo>
                    <a:pt x="39624" y="14465"/>
                  </a:lnTo>
                  <a:lnTo>
                    <a:pt x="36576" y="14465"/>
                  </a:lnTo>
                  <a:lnTo>
                    <a:pt x="35814" y="13703"/>
                  </a:lnTo>
                  <a:lnTo>
                    <a:pt x="35814" y="12179"/>
                  </a:lnTo>
                  <a:lnTo>
                    <a:pt x="40386" y="12179"/>
                  </a:lnTo>
                  <a:lnTo>
                    <a:pt x="40386" y="10655"/>
                  </a:lnTo>
                  <a:lnTo>
                    <a:pt x="35814" y="10655"/>
                  </a:lnTo>
                  <a:lnTo>
                    <a:pt x="33528" y="11417"/>
                  </a:lnTo>
                  <a:lnTo>
                    <a:pt x="33528" y="14465"/>
                  </a:lnTo>
                  <a:lnTo>
                    <a:pt x="35814" y="15989"/>
                  </a:lnTo>
                  <a:lnTo>
                    <a:pt x="40386" y="15989"/>
                  </a:lnTo>
                  <a:lnTo>
                    <a:pt x="42672" y="14465"/>
                  </a:lnTo>
                  <a:lnTo>
                    <a:pt x="42672" y="11417"/>
                  </a:lnTo>
                  <a:close/>
                </a:path>
                <a:path w="46989" h="16509">
                  <a:moveTo>
                    <a:pt x="46482" y="4572"/>
                  </a:moveTo>
                  <a:lnTo>
                    <a:pt x="44196" y="4572"/>
                  </a:lnTo>
                  <a:lnTo>
                    <a:pt x="44196" y="6858"/>
                  </a:lnTo>
                  <a:lnTo>
                    <a:pt x="46482" y="6858"/>
                  </a:lnTo>
                  <a:lnTo>
                    <a:pt x="46482" y="457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0" name="object 390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4695444" y="6653942"/>
              <a:ext cx="46323" cy="25749"/>
            </a:xfrm>
            <a:prstGeom prst="rect">
              <a:avLst/>
            </a:prstGeom>
          </p:spPr>
        </p:pic>
        <p:pic>
          <p:nvPicPr>
            <p:cNvPr id="391" name="object 39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858256" y="6739127"/>
              <a:ext cx="80772" cy="27432"/>
            </a:xfrm>
            <a:prstGeom prst="rect">
              <a:avLst/>
            </a:prstGeom>
          </p:spPr>
        </p:pic>
        <p:sp>
          <p:nvSpPr>
            <p:cNvPr id="392" name="object 392"/>
            <p:cNvSpPr/>
            <p:nvPr/>
          </p:nvSpPr>
          <p:spPr>
            <a:xfrm>
              <a:off x="4681982" y="6649211"/>
              <a:ext cx="1290320" cy="100330"/>
            </a:xfrm>
            <a:custGeom>
              <a:avLst/>
              <a:gdLst/>
              <a:ahLst/>
              <a:cxnLst/>
              <a:rect l="l" t="t" r="r" b="b"/>
              <a:pathLst>
                <a:path w="1290320" h="100329">
                  <a:moveTo>
                    <a:pt x="1290320" y="317"/>
                  </a:moveTo>
                  <a:lnTo>
                    <a:pt x="1289050" y="317"/>
                  </a:lnTo>
                  <a:lnTo>
                    <a:pt x="1289050" y="0"/>
                  </a:lnTo>
                  <a:lnTo>
                    <a:pt x="1286510" y="0"/>
                  </a:lnTo>
                  <a:lnTo>
                    <a:pt x="1286510" y="3429"/>
                  </a:lnTo>
                  <a:lnTo>
                    <a:pt x="1286510" y="96393"/>
                  </a:lnTo>
                  <a:lnTo>
                    <a:pt x="1283970" y="96393"/>
                  </a:lnTo>
                  <a:lnTo>
                    <a:pt x="1283970" y="96774"/>
                  </a:lnTo>
                  <a:lnTo>
                    <a:pt x="6350" y="96774"/>
                  </a:lnTo>
                  <a:lnTo>
                    <a:pt x="6350" y="96647"/>
                  </a:lnTo>
                  <a:lnTo>
                    <a:pt x="5080" y="96647"/>
                  </a:lnTo>
                  <a:lnTo>
                    <a:pt x="5080" y="3175"/>
                  </a:lnTo>
                  <a:lnTo>
                    <a:pt x="6350" y="3175"/>
                  </a:lnTo>
                  <a:lnTo>
                    <a:pt x="6350" y="3048"/>
                  </a:lnTo>
                  <a:lnTo>
                    <a:pt x="1283970" y="3048"/>
                  </a:lnTo>
                  <a:lnTo>
                    <a:pt x="1283970" y="3429"/>
                  </a:lnTo>
                  <a:lnTo>
                    <a:pt x="1286510" y="3429"/>
                  </a:lnTo>
                  <a:lnTo>
                    <a:pt x="1286510" y="0"/>
                  </a:lnTo>
                  <a:lnTo>
                    <a:pt x="1283970" y="0"/>
                  </a:lnTo>
                  <a:lnTo>
                    <a:pt x="6350" y="0"/>
                  </a:lnTo>
                  <a:lnTo>
                    <a:pt x="5080" y="0"/>
                  </a:lnTo>
                  <a:lnTo>
                    <a:pt x="1270" y="0"/>
                  </a:lnTo>
                  <a:lnTo>
                    <a:pt x="1270" y="635"/>
                  </a:lnTo>
                  <a:lnTo>
                    <a:pt x="0" y="635"/>
                  </a:lnTo>
                  <a:lnTo>
                    <a:pt x="0" y="99187"/>
                  </a:lnTo>
                  <a:lnTo>
                    <a:pt x="1270" y="99187"/>
                  </a:lnTo>
                  <a:lnTo>
                    <a:pt x="1270" y="99822"/>
                  </a:lnTo>
                  <a:lnTo>
                    <a:pt x="1289050" y="99822"/>
                  </a:lnTo>
                  <a:lnTo>
                    <a:pt x="1289050" y="99504"/>
                  </a:lnTo>
                  <a:lnTo>
                    <a:pt x="1290320" y="99504"/>
                  </a:lnTo>
                  <a:lnTo>
                    <a:pt x="1290320" y="317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3" name="object 393"/>
            <p:cNvSpPr/>
            <p:nvPr/>
          </p:nvSpPr>
          <p:spPr>
            <a:xfrm>
              <a:off x="4687062" y="6652259"/>
              <a:ext cx="1281430" cy="93980"/>
            </a:xfrm>
            <a:custGeom>
              <a:avLst/>
              <a:gdLst/>
              <a:ahLst/>
              <a:cxnLst/>
              <a:rect l="l" t="t" r="r" b="b"/>
              <a:pathLst>
                <a:path w="1281429" h="93979">
                  <a:moveTo>
                    <a:pt x="0" y="92201"/>
                  </a:moveTo>
                  <a:lnTo>
                    <a:pt x="0" y="1523"/>
                  </a:lnTo>
                  <a:lnTo>
                    <a:pt x="0" y="761"/>
                  </a:lnTo>
                  <a:lnTo>
                    <a:pt x="761" y="0"/>
                  </a:lnTo>
                  <a:lnTo>
                    <a:pt x="2285" y="0"/>
                  </a:lnTo>
                  <a:lnTo>
                    <a:pt x="1277874" y="0"/>
                  </a:lnTo>
                  <a:lnTo>
                    <a:pt x="1279398" y="0"/>
                  </a:lnTo>
                  <a:lnTo>
                    <a:pt x="1280922" y="761"/>
                  </a:lnTo>
                  <a:lnTo>
                    <a:pt x="1280922" y="1523"/>
                  </a:lnTo>
                  <a:lnTo>
                    <a:pt x="1280922" y="92201"/>
                  </a:lnTo>
                  <a:lnTo>
                    <a:pt x="1280922" y="92963"/>
                  </a:lnTo>
                  <a:lnTo>
                    <a:pt x="1279398" y="93725"/>
                  </a:lnTo>
                  <a:lnTo>
                    <a:pt x="1277874" y="93725"/>
                  </a:lnTo>
                  <a:lnTo>
                    <a:pt x="2286" y="93725"/>
                  </a:lnTo>
                  <a:lnTo>
                    <a:pt x="762" y="93725"/>
                  </a:lnTo>
                  <a:lnTo>
                    <a:pt x="0" y="92963"/>
                  </a:lnTo>
                  <a:lnTo>
                    <a:pt x="0" y="92201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4" name="object 394"/>
            <p:cNvSpPr/>
            <p:nvPr/>
          </p:nvSpPr>
          <p:spPr>
            <a:xfrm>
              <a:off x="4682490" y="6649211"/>
              <a:ext cx="1290320" cy="100330"/>
            </a:xfrm>
            <a:custGeom>
              <a:avLst/>
              <a:gdLst/>
              <a:ahLst/>
              <a:cxnLst/>
              <a:rect l="l" t="t" r="r" b="b"/>
              <a:pathLst>
                <a:path w="1290320" h="100329">
                  <a:moveTo>
                    <a:pt x="2286" y="99822"/>
                  </a:moveTo>
                  <a:lnTo>
                    <a:pt x="1287018" y="99821"/>
                  </a:lnTo>
                  <a:lnTo>
                    <a:pt x="1288542" y="99821"/>
                  </a:lnTo>
                  <a:lnTo>
                    <a:pt x="1290066" y="99059"/>
                  </a:lnTo>
                  <a:lnTo>
                    <a:pt x="1290066" y="97535"/>
                  </a:lnTo>
                  <a:lnTo>
                    <a:pt x="1290066" y="1523"/>
                  </a:lnTo>
                  <a:lnTo>
                    <a:pt x="1290066" y="761"/>
                  </a:lnTo>
                  <a:lnTo>
                    <a:pt x="1288542" y="0"/>
                  </a:lnTo>
                  <a:lnTo>
                    <a:pt x="1287018" y="0"/>
                  </a:lnTo>
                  <a:lnTo>
                    <a:pt x="2286" y="0"/>
                  </a:lnTo>
                  <a:lnTo>
                    <a:pt x="762" y="0"/>
                  </a:lnTo>
                  <a:lnTo>
                    <a:pt x="0" y="761"/>
                  </a:lnTo>
                  <a:lnTo>
                    <a:pt x="0" y="1523"/>
                  </a:lnTo>
                  <a:lnTo>
                    <a:pt x="0" y="97536"/>
                  </a:lnTo>
                  <a:lnTo>
                    <a:pt x="0" y="99060"/>
                  </a:lnTo>
                  <a:lnTo>
                    <a:pt x="762" y="99822"/>
                  </a:lnTo>
                  <a:lnTo>
                    <a:pt x="2286" y="99822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5" name="object 395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4682109" y="6665975"/>
              <a:ext cx="1290827" cy="3047"/>
            </a:xfrm>
            <a:prstGeom prst="rect">
              <a:avLst/>
            </a:prstGeom>
          </p:spPr>
        </p:pic>
        <p:sp>
          <p:nvSpPr>
            <p:cNvPr id="396" name="object 396"/>
            <p:cNvSpPr/>
            <p:nvPr/>
          </p:nvSpPr>
          <p:spPr>
            <a:xfrm>
              <a:off x="5972048" y="6649211"/>
              <a:ext cx="289560" cy="100330"/>
            </a:xfrm>
            <a:custGeom>
              <a:avLst/>
              <a:gdLst/>
              <a:ahLst/>
              <a:cxnLst/>
              <a:rect l="l" t="t" r="r" b="b"/>
              <a:pathLst>
                <a:path w="289560" h="100329">
                  <a:moveTo>
                    <a:pt x="289560" y="190"/>
                  </a:moveTo>
                  <a:lnTo>
                    <a:pt x="288290" y="190"/>
                  </a:lnTo>
                  <a:lnTo>
                    <a:pt x="288290" y="0"/>
                  </a:lnTo>
                  <a:lnTo>
                    <a:pt x="285750" y="0"/>
                  </a:lnTo>
                  <a:lnTo>
                    <a:pt x="285750" y="3429"/>
                  </a:lnTo>
                  <a:lnTo>
                    <a:pt x="285750" y="96393"/>
                  </a:lnTo>
                  <a:lnTo>
                    <a:pt x="284480" y="96393"/>
                  </a:lnTo>
                  <a:lnTo>
                    <a:pt x="284480" y="96774"/>
                  </a:lnTo>
                  <a:lnTo>
                    <a:pt x="6350" y="96774"/>
                  </a:lnTo>
                  <a:lnTo>
                    <a:pt x="6350" y="96647"/>
                  </a:lnTo>
                  <a:lnTo>
                    <a:pt x="5080" y="96647"/>
                  </a:lnTo>
                  <a:lnTo>
                    <a:pt x="5080" y="3175"/>
                  </a:lnTo>
                  <a:lnTo>
                    <a:pt x="6350" y="3175"/>
                  </a:lnTo>
                  <a:lnTo>
                    <a:pt x="6350" y="3048"/>
                  </a:lnTo>
                  <a:lnTo>
                    <a:pt x="284480" y="3048"/>
                  </a:lnTo>
                  <a:lnTo>
                    <a:pt x="284480" y="3429"/>
                  </a:lnTo>
                  <a:lnTo>
                    <a:pt x="285750" y="3429"/>
                  </a:lnTo>
                  <a:lnTo>
                    <a:pt x="285750" y="0"/>
                  </a:lnTo>
                  <a:lnTo>
                    <a:pt x="284480" y="0"/>
                  </a:lnTo>
                  <a:lnTo>
                    <a:pt x="6350" y="0"/>
                  </a:lnTo>
                  <a:lnTo>
                    <a:pt x="5080" y="0"/>
                  </a:lnTo>
                  <a:lnTo>
                    <a:pt x="1270" y="0"/>
                  </a:lnTo>
                  <a:lnTo>
                    <a:pt x="1270" y="635"/>
                  </a:lnTo>
                  <a:lnTo>
                    <a:pt x="0" y="635"/>
                  </a:lnTo>
                  <a:lnTo>
                    <a:pt x="0" y="99187"/>
                  </a:lnTo>
                  <a:lnTo>
                    <a:pt x="1270" y="99187"/>
                  </a:lnTo>
                  <a:lnTo>
                    <a:pt x="1270" y="99822"/>
                  </a:lnTo>
                  <a:lnTo>
                    <a:pt x="288290" y="99822"/>
                  </a:lnTo>
                  <a:lnTo>
                    <a:pt x="288290" y="99631"/>
                  </a:lnTo>
                  <a:lnTo>
                    <a:pt x="289560" y="99631"/>
                  </a:lnTo>
                  <a:lnTo>
                    <a:pt x="289560" y="19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7" name="object 397"/>
            <p:cNvSpPr/>
            <p:nvPr/>
          </p:nvSpPr>
          <p:spPr>
            <a:xfrm>
              <a:off x="5977128" y="6652259"/>
              <a:ext cx="280670" cy="93980"/>
            </a:xfrm>
            <a:custGeom>
              <a:avLst/>
              <a:gdLst/>
              <a:ahLst/>
              <a:cxnLst/>
              <a:rect l="l" t="t" r="r" b="b"/>
              <a:pathLst>
                <a:path w="280670" h="93979">
                  <a:moveTo>
                    <a:pt x="0" y="92201"/>
                  </a:moveTo>
                  <a:lnTo>
                    <a:pt x="0" y="1523"/>
                  </a:lnTo>
                  <a:lnTo>
                    <a:pt x="0" y="761"/>
                  </a:lnTo>
                  <a:lnTo>
                    <a:pt x="761" y="0"/>
                  </a:lnTo>
                  <a:lnTo>
                    <a:pt x="2285" y="0"/>
                  </a:lnTo>
                  <a:lnTo>
                    <a:pt x="278130" y="0"/>
                  </a:lnTo>
                  <a:lnTo>
                    <a:pt x="279654" y="0"/>
                  </a:lnTo>
                  <a:lnTo>
                    <a:pt x="280416" y="761"/>
                  </a:lnTo>
                  <a:lnTo>
                    <a:pt x="280416" y="1523"/>
                  </a:lnTo>
                  <a:lnTo>
                    <a:pt x="280416" y="92201"/>
                  </a:lnTo>
                  <a:lnTo>
                    <a:pt x="280416" y="92963"/>
                  </a:lnTo>
                  <a:lnTo>
                    <a:pt x="279654" y="93725"/>
                  </a:lnTo>
                  <a:lnTo>
                    <a:pt x="278130" y="93725"/>
                  </a:lnTo>
                  <a:lnTo>
                    <a:pt x="2286" y="93725"/>
                  </a:lnTo>
                  <a:lnTo>
                    <a:pt x="762" y="93725"/>
                  </a:lnTo>
                  <a:lnTo>
                    <a:pt x="0" y="92963"/>
                  </a:lnTo>
                  <a:lnTo>
                    <a:pt x="0" y="92201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8" name="object 398"/>
            <p:cNvSpPr/>
            <p:nvPr/>
          </p:nvSpPr>
          <p:spPr>
            <a:xfrm>
              <a:off x="5972556" y="6649211"/>
              <a:ext cx="289560" cy="100330"/>
            </a:xfrm>
            <a:custGeom>
              <a:avLst/>
              <a:gdLst/>
              <a:ahLst/>
              <a:cxnLst/>
              <a:rect l="l" t="t" r="r" b="b"/>
              <a:pathLst>
                <a:path w="289560" h="100329">
                  <a:moveTo>
                    <a:pt x="2286" y="99822"/>
                  </a:moveTo>
                  <a:lnTo>
                    <a:pt x="287274" y="99821"/>
                  </a:lnTo>
                  <a:lnTo>
                    <a:pt x="288036" y="99821"/>
                  </a:lnTo>
                  <a:lnTo>
                    <a:pt x="289560" y="99059"/>
                  </a:lnTo>
                  <a:lnTo>
                    <a:pt x="289560" y="97535"/>
                  </a:lnTo>
                  <a:lnTo>
                    <a:pt x="289560" y="1523"/>
                  </a:lnTo>
                  <a:lnTo>
                    <a:pt x="289560" y="761"/>
                  </a:lnTo>
                  <a:lnTo>
                    <a:pt x="288036" y="0"/>
                  </a:lnTo>
                  <a:lnTo>
                    <a:pt x="287274" y="0"/>
                  </a:lnTo>
                  <a:lnTo>
                    <a:pt x="2286" y="0"/>
                  </a:lnTo>
                  <a:lnTo>
                    <a:pt x="762" y="0"/>
                  </a:lnTo>
                  <a:lnTo>
                    <a:pt x="0" y="761"/>
                  </a:lnTo>
                  <a:lnTo>
                    <a:pt x="0" y="1523"/>
                  </a:lnTo>
                  <a:lnTo>
                    <a:pt x="0" y="97536"/>
                  </a:lnTo>
                  <a:lnTo>
                    <a:pt x="0" y="99060"/>
                  </a:lnTo>
                  <a:lnTo>
                    <a:pt x="762" y="99822"/>
                  </a:lnTo>
                  <a:lnTo>
                    <a:pt x="2286" y="99822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9" name="object 399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6192774" y="6659117"/>
              <a:ext cx="30480" cy="28955"/>
            </a:xfrm>
            <a:prstGeom prst="rect">
              <a:avLst/>
            </a:prstGeom>
          </p:spPr>
        </p:pic>
        <p:pic>
          <p:nvPicPr>
            <p:cNvPr id="400" name="object 400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4711446" y="6669023"/>
              <a:ext cx="303275" cy="57150"/>
            </a:xfrm>
            <a:prstGeom prst="rect">
              <a:avLst/>
            </a:prstGeom>
          </p:spPr>
        </p:pic>
        <p:sp>
          <p:nvSpPr>
            <p:cNvPr id="401" name="object 401"/>
            <p:cNvSpPr/>
            <p:nvPr/>
          </p:nvSpPr>
          <p:spPr>
            <a:xfrm>
              <a:off x="4711446" y="6669023"/>
              <a:ext cx="303530" cy="57150"/>
            </a:xfrm>
            <a:custGeom>
              <a:avLst/>
              <a:gdLst/>
              <a:ahLst/>
              <a:cxnLst/>
              <a:rect l="l" t="t" r="r" b="b"/>
              <a:pathLst>
                <a:path w="303529" h="57150">
                  <a:moveTo>
                    <a:pt x="293370" y="0"/>
                  </a:moveTo>
                  <a:lnTo>
                    <a:pt x="9906" y="0"/>
                  </a:lnTo>
                  <a:lnTo>
                    <a:pt x="9906" y="4572"/>
                  </a:lnTo>
                  <a:lnTo>
                    <a:pt x="0" y="4572"/>
                  </a:lnTo>
                  <a:lnTo>
                    <a:pt x="0" y="52578"/>
                  </a:lnTo>
                  <a:lnTo>
                    <a:pt x="9906" y="52578"/>
                  </a:lnTo>
                  <a:lnTo>
                    <a:pt x="9906" y="57150"/>
                  </a:lnTo>
                  <a:lnTo>
                    <a:pt x="293370" y="57150"/>
                  </a:lnTo>
                  <a:lnTo>
                    <a:pt x="293370" y="52577"/>
                  </a:lnTo>
                  <a:lnTo>
                    <a:pt x="303276" y="52577"/>
                  </a:lnTo>
                  <a:lnTo>
                    <a:pt x="303276" y="4571"/>
                  </a:lnTo>
                  <a:lnTo>
                    <a:pt x="293370" y="4572"/>
                  </a:lnTo>
                  <a:lnTo>
                    <a:pt x="293370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2" name="object 402"/>
            <p:cNvSpPr/>
            <p:nvPr/>
          </p:nvSpPr>
          <p:spPr>
            <a:xfrm>
              <a:off x="4715256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049"/>
                  </a:lnTo>
                  <a:lnTo>
                    <a:pt x="18287" y="19049"/>
                  </a:lnTo>
                  <a:lnTo>
                    <a:pt x="18287" y="21335"/>
                  </a:lnTo>
                  <a:lnTo>
                    <a:pt x="27431" y="21335"/>
                  </a:lnTo>
                  <a:lnTo>
                    <a:pt x="27431" y="19049"/>
                  </a:lnTo>
                  <a:lnTo>
                    <a:pt x="32003" y="19049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3" name="object 403"/>
            <p:cNvSpPr/>
            <p:nvPr/>
          </p:nvSpPr>
          <p:spPr>
            <a:xfrm>
              <a:off x="4715256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049"/>
                  </a:lnTo>
                  <a:lnTo>
                    <a:pt x="27431" y="19049"/>
                  </a:lnTo>
                  <a:lnTo>
                    <a:pt x="27431" y="21335"/>
                  </a:lnTo>
                  <a:lnTo>
                    <a:pt x="18287" y="21335"/>
                  </a:lnTo>
                  <a:lnTo>
                    <a:pt x="18287" y="19049"/>
                  </a:lnTo>
                  <a:lnTo>
                    <a:pt x="13715" y="19049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4" name="object 404"/>
            <p:cNvSpPr/>
            <p:nvPr/>
          </p:nvSpPr>
          <p:spPr>
            <a:xfrm>
              <a:off x="4765548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17525"/>
                  </a:moveTo>
                  <a:lnTo>
                    <a:pt x="44957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049"/>
                  </a:lnTo>
                  <a:lnTo>
                    <a:pt x="17525" y="19049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049"/>
                  </a:lnTo>
                  <a:lnTo>
                    <a:pt x="31241" y="19049"/>
                  </a:lnTo>
                  <a:lnTo>
                    <a:pt x="31241" y="17525"/>
                  </a:lnTo>
                  <a:lnTo>
                    <a:pt x="44957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5" name="object 405"/>
            <p:cNvSpPr/>
            <p:nvPr/>
          </p:nvSpPr>
          <p:spPr>
            <a:xfrm>
              <a:off x="4765548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7" y="0"/>
                  </a:lnTo>
                  <a:lnTo>
                    <a:pt x="44957" y="17525"/>
                  </a:lnTo>
                  <a:lnTo>
                    <a:pt x="31241" y="17525"/>
                  </a:lnTo>
                  <a:lnTo>
                    <a:pt x="31241" y="19049"/>
                  </a:lnTo>
                  <a:lnTo>
                    <a:pt x="27431" y="19049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049"/>
                  </a:lnTo>
                  <a:lnTo>
                    <a:pt x="13715" y="19049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6" name="object 406"/>
            <p:cNvSpPr/>
            <p:nvPr/>
          </p:nvSpPr>
          <p:spPr>
            <a:xfrm>
              <a:off x="4815078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4477" y="17525"/>
                  </a:lnTo>
                  <a:lnTo>
                    <a:pt x="14477" y="19049"/>
                  </a:lnTo>
                  <a:lnTo>
                    <a:pt x="18287" y="19049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049"/>
                  </a:lnTo>
                  <a:lnTo>
                    <a:pt x="32003" y="19049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7" name="object 407"/>
            <p:cNvSpPr/>
            <p:nvPr/>
          </p:nvSpPr>
          <p:spPr>
            <a:xfrm>
              <a:off x="4815078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049"/>
                  </a:lnTo>
                  <a:lnTo>
                    <a:pt x="28193" y="19049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049"/>
                  </a:lnTo>
                  <a:lnTo>
                    <a:pt x="14477" y="19049"/>
                  </a:lnTo>
                  <a:lnTo>
                    <a:pt x="14477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8" name="object 408"/>
            <p:cNvSpPr/>
            <p:nvPr/>
          </p:nvSpPr>
          <p:spPr>
            <a:xfrm>
              <a:off x="4865370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049"/>
                  </a:lnTo>
                  <a:lnTo>
                    <a:pt x="17525" y="19049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049"/>
                  </a:lnTo>
                  <a:lnTo>
                    <a:pt x="32003" y="19049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9" name="object 409"/>
            <p:cNvSpPr/>
            <p:nvPr/>
          </p:nvSpPr>
          <p:spPr>
            <a:xfrm>
              <a:off x="4865370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049"/>
                  </a:lnTo>
                  <a:lnTo>
                    <a:pt x="27431" y="19049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049"/>
                  </a:lnTo>
                  <a:lnTo>
                    <a:pt x="13715" y="19049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0" name="object 410"/>
            <p:cNvSpPr/>
            <p:nvPr/>
          </p:nvSpPr>
          <p:spPr>
            <a:xfrm>
              <a:off x="4915662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17525"/>
                  </a:moveTo>
                  <a:lnTo>
                    <a:pt x="44957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049"/>
                  </a:lnTo>
                  <a:lnTo>
                    <a:pt x="17525" y="19049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049"/>
                  </a:lnTo>
                  <a:lnTo>
                    <a:pt x="31241" y="19049"/>
                  </a:lnTo>
                  <a:lnTo>
                    <a:pt x="31241" y="17525"/>
                  </a:lnTo>
                  <a:lnTo>
                    <a:pt x="44957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1" name="object 411"/>
            <p:cNvSpPr/>
            <p:nvPr/>
          </p:nvSpPr>
          <p:spPr>
            <a:xfrm>
              <a:off x="4915662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7" y="0"/>
                  </a:lnTo>
                  <a:lnTo>
                    <a:pt x="44957" y="17525"/>
                  </a:lnTo>
                  <a:lnTo>
                    <a:pt x="31241" y="17525"/>
                  </a:lnTo>
                  <a:lnTo>
                    <a:pt x="31241" y="19049"/>
                  </a:lnTo>
                  <a:lnTo>
                    <a:pt x="27431" y="19049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049"/>
                  </a:lnTo>
                  <a:lnTo>
                    <a:pt x="13715" y="19049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2" name="object 412"/>
            <p:cNvSpPr/>
            <p:nvPr/>
          </p:nvSpPr>
          <p:spPr>
            <a:xfrm>
              <a:off x="4965192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049"/>
                  </a:lnTo>
                  <a:lnTo>
                    <a:pt x="18287" y="19049"/>
                  </a:lnTo>
                  <a:lnTo>
                    <a:pt x="18287" y="21335"/>
                  </a:lnTo>
                  <a:lnTo>
                    <a:pt x="27431" y="21335"/>
                  </a:lnTo>
                  <a:lnTo>
                    <a:pt x="27431" y="19049"/>
                  </a:lnTo>
                  <a:lnTo>
                    <a:pt x="32003" y="19049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3" name="object 413"/>
            <p:cNvSpPr/>
            <p:nvPr/>
          </p:nvSpPr>
          <p:spPr>
            <a:xfrm>
              <a:off x="4965192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049"/>
                  </a:lnTo>
                  <a:lnTo>
                    <a:pt x="27431" y="19049"/>
                  </a:lnTo>
                  <a:lnTo>
                    <a:pt x="27431" y="21335"/>
                  </a:lnTo>
                  <a:lnTo>
                    <a:pt x="18287" y="21335"/>
                  </a:lnTo>
                  <a:lnTo>
                    <a:pt x="18287" y="19049"/>
                  </a:lnTo>
                  <a:lnTo>
                    <a:pt x="13715" y="19049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4" name="object 414"/>
            <p:cNvSpPr/>
            <p:nvPr/>
          </p:nvSpPr>
          <p:spPr>
            <a:xfrm>
              <a:off x="4715256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5"/>
                  </a:move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3715" y="2285"/>
                  </a:lnTo>
                  <a:lnTo>
                    <a:pt x="13715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5" name="object 415"/>
            <p:cNvSpPr/>
            <p:nvPr/>
          </p:nvSpPr>
          <p:spPr>
            <a:xfrm>
              <a:off x="4715256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3715" y="2285"/>
                  </a:lnTo>
                  <a:lnTo>
                    <a:pt x="13715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6" name="object 416"/>
            <p:cNvSpPr/>
            <p:nvPr/>
          </p:nvSpPr>
          <p:spPr>
            <a:xfrm>
              <a:off x="4765548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21335"/>
                  </a:moveTo>
                  <a:lnTo>
                    <a:pt x="44957" y="3809"/>
                  </a:lnTo>
                  <a:lnTo>
                    <a:pt x="31241" y="3809"/>
                  </a:lnTo>
                  <a:lnTo>
                    <a:pt x="31241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2285"/>
                  </a:lnTo>
                  <a:lnTo>
                    <a:pt x="13715" y="2285"/>
                  </a:lnTo>
                  <a:lnTo>
                    <a:pt x="13715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4957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7" name="object 417"/>
            <p:cNvSpPr/>
            <p:nvPr/>
          </p:nvSpPr>
          <p:spPr>
            <a:xfrm>
              <a:off x="4765548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4957" y="21335"/>
                  </a:lnTo>
                  <a:lnTo>
                    <a:pt x="44957" y="3809"/>
                  </a:lnTo>
                  <a:lnTo>
                    <a:pt x="31241" y="3809"/>
                  </a:lnTo>
                  <a:lnTo>
                    <a:pt x="31241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2285"/>
                  </a:lnTo>
                  <a:lnTo>
                    <a:pt x="13715" y="2285"/>
                  </a:lnTo>
                  <a:lnTo>
                    <a:pt x="13715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8" name="object 418"/>
            <p:cNvSpPr/>
            <p:nvPr/>
          </p:nvSpPr>
          <p:spPr>
            <a:xfrm>
              <a:off x="4815078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5"/>
                  </a:move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8193" y="2285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4477" y="2285"/>
                  </a:lnTo>
                  <a:lnTo>
                    <a:pt x="14477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9" name="object 419"/>
            <p:cNvSpPr/>
            <p:nvPr/>
          </p:nvSpPr>
          <p:spPr>
            <a:xfrm>
              <a:off x="4815078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8193" y="2285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4477" y="2285"/>
                  </a:lnTo>
                  <a:lnTo>
                    <a:pt x="14477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0" name="object 420"/>
            <p:cNvSpPr/>
            <p:nvPr/>
          </p:nvSpPr>
          <p:spPr>
            <a:xfrm>
              <a:off x="4865370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5"/>
                  </a:move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2285"/>
                  </a:lnTo>
                  <a:lnTo>
                    <a:pt x="13715" y="2285"/>
                  </a:lnTo>
                  <a:lnTo>
                    <a:pt x="13715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1" name="object 421"/>
            <p:cNvSpPr/>
            <p:nvPr/>
          </p:nvSpPr>
          <p:spPr>
            <a:xfrm>
              <a:off x="4865370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2285"/>
                  </a:lnTo>
                  <a:lnTo>
                    <a:pt x="13715" y="2285"/>
                  </a:lnTo>
                  <a:lnTo>
                    <a:pt x="13715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2" name="object 422"/>
            <p:cNvSpPr/>
            <p:nvPr/>
          </p:nvSpPr>
          <p:spPr>
            <a:xfrm>
              <a:off x="4915662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21335"/>
                  </a:moveTo>
                  <a:lnTo>
                    <a:pt x="44957" y="3809"/>
                  </a:lnTo>
                  <a:lnTo>
                    <a:pt x="31241" y="3809"/>
                  </a:lnTo>
                  <a:lnTo>
                    <a:pt x="31241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2285"/>
                  </a:lnTo>
                  <a:lnTo>
                    <a:pt x="13715" y="2285"/>
                  </a:lnTo>
                  <a:lnTo>
                    <a:pt x="13715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4957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3" name="object 423"/>
            <p:cNvSpPr/>
            <p:nvPr/>
          </p:nvSpPr>
          <p:spPr>
            <a:xfrm>
              <a:off x="4915662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4957" y="21335"/>
                  </a:lnTo>
                  <a:lnTo>
                    <a:pt x="44957" y="3809"/>
                  </a:lnTo>
                  <a:lnTo>
                    <a:pt x="31241" y="3809"/>
                  </a:lnTo>
                  <a:lnTo>
                    <a:pt x="31241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2285"/>
                  </a:lnTo>
                  <a:lnTo>
                    <a:pt x="13715" y="2285"/>
                  </a:lnTo>
                  <a:lnTo>
                    <a:pt x="13715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4" name="object 424"/>
            <p:cNvSpPr/>
            <p:nvPr/>
          </p:nvSpPr>
          <p:spPr>
            <a:xfrm>
              <a:off x="4965192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5"/>
                  </a:move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3715" y="2285"/>
                  </a:lnTo>
                  <a:lnTo>
                    <a:pt x="13715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5" name="object 425"/>
            <p:cNvSpPr/>
            <p:nvPr/>
          </p:nvSpPr>
          <p:spPr>
            <a:xfrm>
              <a:off x="4965192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3715" y="2285"/>
                  </a:lnTo>
                  <a:lnTo>
                    <a:pt x="13715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6" name="object 426"/>
            <p:cNvSpPr/>
            <p:nvPr/>
          </p:nvSpPr>
          <p:spPr>
            <a:xfrm>
              <a:off x="4711446" y="6669023"/>
              <a:ext cx="303530" cy="57150"/>
            </a:xfrm>
            <a:custGeom>
              <a:avLst/>
              <a:gdLst/>
              <a:ahLst/>
              <a:cxnLst/>
              <a:rect l="l" t="t" r="r" b="b"/>
              <a:pathLst>
                <a:path w="303529" h="57150">
                  <a:moveTo>
                    <a:pt x="9905" y="0"/>
                  </a:moveTo>
                  <a:lnTo>
                    <a:pt x="9905" y="2286"/>
                  </a:lnTo>
                  <a:lnTo>
                    <a:pt x="9905" y="3810"/>
                  </a:lnTo>
                  <a:lnTo>
                    <a:pt x="8381" y="4572"/>
                  </a:lnTo>
                  <a:lnTo>
                    <a:pt x="6857" y="4572"/>
                  </a:lnTo>
                  <a:lnTo>
                    <a:pt x="6095" y="4572"/>
                  </a:lnTo>
                  <a:lnTo>
                    <a:pt x="3047" y="4572"/>
                  </a:lnTo>
                  <a:lnTo>
                    <a:pt x="0" y="6096"/>
                  </a:lnTo>
                  <a:lnTo>
                    <a:pt x="0" y="8382"/>
                  </a:lnTo>
                  <a:lnTo>
                    <a:pt x="0" y="49530"/>
                  </a:lnTo>
                  <a:lnTo>
                    <a:pt x="0" y="51053"/>
                  </a:lnTo>
                  <a:lnTo>
                    <a:pt x="2285" y="52577"/>
                  </a:lnTo>
                  <a:lnTo>
                    <a:pt x="5333" y="52577"/>
                  </a:lnTo>
                  <a:lnTo>
                    <a:pt x="6857" y="52577"/>
                  </a:lnTo>
                  <a:lnTo>
                    <a:pt x="8381" y="52577"/>
                  </a:lnTo>
                  <a:lnTo>
                    <a:pt x="9905" y="54102"/>
                  </a:lnTo>
                  <a:lnTo>
                    <a:pt x="9905" y="54864"/>
                  </a:lnTo>
                  <a:lnTo>
                    <a:pt x="9905" y="57150"/>
                  </a:lnTo>
                  <a:lnTo>
                    <a:pt x="293369" y="57149"/>
                  </a:lnTo>
                  <a:lnTo>
                    <a:pt x="293369" y="55625"/>
                  </a:lnTo>
                  <a:lnTo>
                    <a:pt x="293369" y="54101"/>
                  </a:lnTo>
                  <a:lnTo>
                    <a:pt x="294893" y="52577"/>
                  </a:lnTo>
                  <a:lnTo>
                    <a:pt x="297941" y="52577"/>
                  </a:lnTo>
                  <a:lnTo>
                    <a:pt x="300989" y="52577"/>
                  </a:lnTo>
                  <a:lnTo>
                    <a:pt x="303275" y="51053"/>
                  </a:lnTo>
                  <a:lnTo>
                    <a:pt x="303275" y="49529"/>
                  </a:lnTo>
                  <a:lnTo>
                    <a:pt x="303275" y="7619"/>
                  </a:lnTo>
                  <a:lnTo>
                    <a:pt x="303275" y="6095"/>
                  </a:lnTo>
                  <a:lnTo>
                    <a:pt x="300989" y="4571"/>
                  </a:lnTo>
                  <a:lnTo>
                    <a:pt x="297941" y="4571"/>
                  </a:lnTo>
                  <a:lnTo>
                    <a:pt x="296417" y="4571"/>
                  </a:lnTo>
                  <a:lnTo>
                    <a:pt x="294893" y="4571"/>
                  </a:lnTo>
                  <a:lnTo>
                    <a:pt x="293369" y="3809"/>
                  </a:lnTo>
                  <a:lnTo>
                    <a:pt x="293369" y="2285"/>
                  </a:lnTo>
                  <a:lnTo>
                    <a:pt x="293369" y="0"/>
                  </a:lnTo>
                </a:path>
              </a:pathLst>
            </a:custGeom>
            <a:ln w="3175">
              <a:solidFill>
                <a:srgbClr val="C9C1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7" name="object 427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5007102" y="6669023"/>
              <a:ext cx="324612" cy="73914"/>
            </a:xfrm>
            <a:prstGeom prst="rect">
              <a:avLst/>
            </a:prstGeom>
          </p:spPr>
        </p:pic>
        <p:sp>
          <p:nvSpPr>
            <p:cNvPr id="428" name="object 428"/>
            <p:cNvSpPr/>
            <p:nvPr/>
          </p:nvSpPr>
          <p:spPr>
            <a:xfrm>
              <a:off x="5029200" y="6669023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292608" y="0"/>
                  </a:moveTo>
                  <a:lnTo>
                    <a:pt x="9906" y="0"/>
                  </a:lnTo>
                  <a:lnTo>
                    <a:pt x="9906" y="4572"/>
                  </a:lnTo>
                  <a:lnTo>
                    <a:pt x="0" y="4572"/>
                  </a:lnTo>
                  <a:lnTo>
                    <a:pt x="0" y="52578"/>
                  </a:lnTo>
                  <a:lnTo>
                    <a:pt x="9906" y="52578"/>
                  </a:lnTo>
                  <a:lnTo>
                    <a:pt x="9906" y="57150"/>
                  </a:lnTo>
                  <a:lnTo>
                    <a:pt x="292608" y="57150"/>
                  </a:lnTo>
                  <a:lnTo>
                    <a:pt x="292608" y="52577"/>
                  </a:lnTo>
                  <a:lnTo>
                    <a:pt x="302514" y="52577"/>
                  </a:lnTo>
                  <a:lnTo>
                    <a:pt x="302514" y="4571"/>
                  </a:lnTo>
                  <a:lnTo>
                    <a:pt x="292608" y="4572"/>
                  </a:lnTo>
                  <a:lnTo>
                    <a:pt x="292608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9" name="object 429"/>
            <p:cNvSpPr/>
            <p:nvPr/>
          </p:nvSpPr>
          <p:spPr>
            <a:xfrm>
              <a:off x="5033010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17525"/>
                  </a:moveTo>
                  <a:lnTo>
                    <a:pt x="44957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049"/>
                  </a:lnTo>
                  <a:lnTo>
                    <a:pt x="17525" y="19049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049"/>
                  </a:lnTo>
                  <a:lnTo>
                    <a:pt x="31241" y="19049"/>
                  </a:lnTo>
                  <a:lnTo>
                    <a:pt x="31241" y="17525"/>
                  </a:lnTo>
                  <a:lnTo>
                    <a:pt x="44957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0" name="object 430"/>
            <p:cNvSpPr/>
            <p:nvPr/>
          </p:nvSpPr>
          <p:spPr>
            <a:xfrm>
              <a:off x="5033010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7" y="0"/>
                  </a:lnTo>
                  <a:lnTo>
                    <a:pt x="44957" y="17525"/>
                  </a:lnTo>
                  <a:lnTo>
                    <a:pt x="31241" y="17525"/>
                  </a:lnTo>
                  <a:lnTo>
                    <a:pt x="31241" y="19049"/>
                  </a:lnTo>
                  <a:lnTo>
                    <a:pt x="27431" y="19049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049"/>
                  </a:lnTo>
                  <a:lnTo>
                    <a:pt x="13715" y="19049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1" name="object 431"/>
            <p:cNvSpPr/>
            <p:nvPr/>
          </p:nvSpPr>
          <p:spPr>
            <a:xfrm>
              <a:off x="5082540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049"/>
                  </a:lnTo>
                  <a:lnTo>
                    <a:pt x="18287" y="19049"/>
                  </a:lnTo>
                  <a:lnTo>
                    <a:pt x="18287" y="21335"/>
                  </a:lnTo>
                  <a:lnTo>
                    <a:pt x="27431" y="21335"/>
                  </a:lnTo>
                  <a:lnTo>
                    <a:pt x="27431" y="19049"/>
                  </a:lnTo>
                  <a:lnTo>
                    <a:pt x="32003" y="19049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2" name="object 432"/>
            <p:cNvSpPr/>
            <p:nvPr/>
          </p:nvSpPr>
          <p:spPr>
            <a:xfrm>
              <a:off x="5082540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049"/>
                  </a:lnTo>
                  <a:lnTo>
                    <a:pt x="27431" y="19049"/>
                  </a:lnTo>
                  <a:lnTo>
                    <a:pt x="27431" y="21335"/>
                  </a:lnTo>
                  <a:lnTo>
                    <a:pt x="18287" y="21335"/>
                  </a:lnTo>
                  <a:lnTo>
                    <a:pt x="18287" y="19049"/>
                  </a:lnTo>
                  <a:lnTo>
                    <a:pt x="13715" y="19049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3" name="object 433"/>
            <p:cNvSpPr/>
            <p:nvPr/>
          </p:nvSpPr>
          <p:spPr>
            <a:xfrm>
              <a:off x="5132832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049"/>
                  </a:lnTo>
                  <a:lnTo>
                    <a:pt x="17525" y="19049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049"/>
                  </a:lnTo>
                  <a:lnTo>
                    <a:pt x="31241" y="19049"/>
                  </a:lnTo>
                  <a:lnTo>
                    <a:pt x="31241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4" name="object 434"/>
            <p:cNvSpPr/>
            <p:nvPr/>
          </p:nvSpPr>
          <p:spPr>
            <a:xfrm>
              <a:off x="5132832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1241" y="17525"/>
                  </a:lnTo>
                  <a:lnTo>
                    <a:pt x="31241" y="19049"/>
                  </a:lnTo>
                  <a:lnTo>
                    <a:pt x="27431" y="19049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049"/>
                  </a:lnTo>
                  <a:lnTo>
                    <a:pt x="13715" y="19049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5" name="object 435"/>
            <p:cNvSpPr/>
            <p:nvPr/>
          </p:nvSpPr>
          <p:spPr>
            <a:xfrm>
              <a:off x="5183124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17525"/>
                  </a:moveTo>
                  <a:lnTo>
                    <a:pt x="44957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049"/>
                  </a:lnTo>
                  <a:lnTo>
                    <a:pt x="17525" y="19049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049"/>
                  </a:lnTo>
                  <a:lnTo>
                    <a:pt x="31241" y="19049"/>
                  </a:lnTo>
                  <a:lnTo>
                    <a:pt x="31241" y="17525"/>
                  </a:lnTo>
                  <a:lnTo>
                    <a:pt x="44957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6" name="object 436"/>
            <p:cNvSpPr/>
            <p:nvPr/>
          </p:nvSpPr>
          <p:spPr>
            <a:xfrm>
              <a:off x="5183124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7" y="0"/>
                  </a:lnTo>
                  <a:lnTo>
                    <a:pt x="44957" y="17525"/>
                  </a:lnTo>
                  <a:lnTo>
                    <a:pt x="31241" y="17525"/>
                  </a:lnTo>
                  <a:lnTo>
                    <a:pt x="31241" y="19049"/>
                  </a:lnTo>
                  <a:lnTo>
                    <a:pt x="27431" y="19049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049"/>
                  </a:lnTo>
                  <a:lnTo>
                    <a:pt x="13715" y="19049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7" name="object 437"/>
            <p:cNvSpPr/>
            <p:nvPr/>
          </p:nvSpPr>
          <p:spPr>
            <a:xfrm>
              <a:off x="5232654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049"/>
                  </a:lnTo>
                  <a:lnTo>
                    <a:pt x="18287" y="19049"/>
                  </a:lnTo>
                  <a:lnTo>
                    <a:pt x="18287" y="21335"/>
                  </a:lnTo>
                  <a:lnTo>
                    <a:pt x="27431" y="21335"/>
                  </a:lnTo>
                  <a:lnTo>
                    <a:pt x="27431" y="19049"/>
                  </a:lnTo>
                  <a:lnTo>
                    <a:pt x="32003" y="19049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8" name="object 438"/>
            <p:cNvSpPr/>
            <p:nvPr/>
          </p:nvSpPr>
          <p:spPr>
            <a:xfrm>
              <a:off x="5232654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049"/>
                  </a:lnTo>
                  <a:lnTo>
                    <a:pt x="27431" y="19049"/>
                  </a:lnTo>
                  <a:lnTo>
                    <a:pt x="27431" y="21335"/>
                  </a:lnTo>
                  <a:lnTo>
                    <a:pt x="18287" y="21335"/>
                  </a:lnTo>
                  <a:lnTo>
                    <a:pt x="18287" y="19049"/>
                  </a:lnTo>
                  <a:lnTo>
                    <a:pt x="13715" y="19049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9" name="object 439"/>
            <p:cNvSpPr/>
            <p:nvPr/>
          </p:nvSpPr>
          <p:spPr>
            <a:xfrm>
              <a:off x="5282946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17525"/>
                  </a:moveTo>
                  <a:lnTo>
                    <a:pt x="44957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049"/>
                  </a:lnTo>
                  <a:lnTo>
                    <a:pt x="17525" y="19049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049"/>
                  </a:lnTo>
                  <a:lnTo>
                    <a:pt x="31241" y="19049"/>
                  </a:lnTo>
                  <a:lnTo>
                    <a:pt x="31241" y="17525"/>
                  </a:lnTo>
                  <a:lnTo>
                    <a:pt x="44957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0" name="object 440"/>
            <p:cNvSpPr/>
            <p:nvPr/>
          </p:nvSpPr>
          <p:spPr>
            <a:xfrm>
              <a:off x="5282946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7" y="0"/>
                  </a:lnTo>
                  <a:lnTo>
                    <a:pt x="44957" y="17525"/>
                  </a:lnTo>
                  <a:lnTo>
                    <a:pt x="31241" y="17525"/>
                  </a:lnTo>
                  <a:lnTo>
                    <a:pt x="31241" y="19049"/>
                  </a:lnTo>
                  <a:lnTo>
                    <a:pt x="27431" y="19049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049"/>
                  </a:lnTo>
                  <a:lnTo>
                    <a:pt x="13715" y="19049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1" name="object 441"/>
            <p:cNvSpPr/>
            <p:nvPr/>
          </p:nvSpPr>
          <p:spPr>
            <a:xfrm>
              <a:off x="5033010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21335"/>
                  </a:moveTo>
                  <a:lnTo>
                    <a:pt x="44957" y="3809"/>
                  </a:lnTo>
                  <a:lnTo>
                    <a:pt x="31241" y="3809"/>
                  </a:lnTo>
                  <a:lnTo>
                    <a:pt x="31241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2285"/>
                  </a:lnTo>
                  <a:lnTo>
                    <a:pt x="13715" y="2285"/>
                  </a:lnTo>
                  <a:lnTo>
                    <a:pt x="13715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4957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2" name="object 442"/>
            <p:cNvSpPr/>
            <p:nvPr/>
          </p:nvSpPr>
          <p:spPr>
            <a:xfrm>
              <a:off x="5033010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4957" y="21335"/>
                  </a:lnTo>
                  <a:lnTo>
                    <a:pt x="44957" y="3809"/>
                  </a:lnTo>
                  <a:lnTo>
                    <a:pt x="31241" y="3809"/>
                  </a:lnTo>
                  <a:lnTo>
                    <a:pt x="31241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2285"/>
                  </a:lnTo>
                  <a:lnTo>
                    <a:pt x="13715" y="2285"/>
                  </a:lnTo>
                  <a:lnTo>
                    <a:pt x="13715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3" name="object 443"/>
            <p:cNvSpPr/>
            <p:nvPr/>
          </p:nvSpPr>
          <p:spPr>
            <a:xfrm>
              <a:off x="5082540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5"/>
                  </a:move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3715" y="2285"/>
                  </a:lnTo>
                  <a:lnTo>
                    <a:pt x="13715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4" name="object 444"/>
            <p:cNvSpPr/>
            <p:nvPr/>
          </p:nvSpPr>
          <p:spPr>
            <a:xfrm>
              <a:off x="5082540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3715" y="2285"/>
                  </a:lnTo>
                  <a:lnTo>
                    <a:pt x="13715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5" name="object 445"/>
            <p:cNvSpPr/>
            <p:nvPr/>
          </p:nvSpPr>
          <p:spPr>
            <a:xfrm>
              <a:off x="5132832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5"/>
                  </a:moveTo>
                  <a:lnTo>
                    <a:pt x="45719" y="3809"/>
                  </a:lnTo>
                  <a:lnTo>
                    <a:pt x="31241" y="3809"/>
                  </a:lnTo>
                  <a:lnTo>
                    <a:pt x="31241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2285"/>
                  </a:lnTo>
                  <a:lnTo>
                    <a:pt x="13715" y="2285"/>
                  </a:lnTo>
                  <a:lnTo>
                    <a:pt x="13715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6" name="object 446"/>
            <p:cNvSpPr/>
            <p:nvPr/>
          </p:nvSpPr>
          <p:spPr>
            <a:xfrm>
              <a:off x="5132832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lnTo>
                    <a:pt x="45719" y="3809"/>
                  </a:lnTo>
                  <a:lnTo>
                    <a:pt x="31241" y="3809"/>
                  </a:lnTo>
                  <a:lnTo>
                    <a:pt x="31241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2285"/>
                  </a:lnTo>
                  <a:lnTo>
                    <a:pt x="13715" y="2285"/>
                  </a:lnTo>
                  <a:lnTo>
                    <a:pt x="13715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7" name="object 447"/>
            <p:cNvSpPr/>
            <p:nvPr/>
          </p:nvSpPr>
          <p:spPr>
            <a:xfrm>
              <a:off x="5183124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21335"/>
                  </a:moveTo>
                  <a:lnTo>
                    <a:pt x="44957" y="3809"/>
                  </a:lnTo>
                  <a:lnTo>
                    <a:pt x="31241" y="3809"/>
                  </a:lnTo>
                  <a:lnTo>
                    <a:pt x="31241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2285"/>
                  </a:lnTo>
                  <a:lnTo>
                    <a:pt x="13715" y="2285"/>
                  </a:lnTo>
                  <a:lnTo>
                    <a:pt x="13715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4957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8" name="object 448"/>
            <p:cNvSpPr/>
            <p:nvPr/>
          </p:nvSpPr>
          <p:spPr>
            <a:xfrm>
              <a:off x="5183124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4957" y="21335"/>
                  </a:lnTo>
                  <a:lnTo>
                    <a:pt x="44957" y="3809"/>
                  </a:lnTo>
                  <a:lnTo>
                    <a:pt x="31241" y="3809"/>
                  </a:lnTo>
                  <a:lnTo>
                    <a:pt x="31241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2285"/>
                  </a:lnTo>
                  <a:lnTo>
                    <a:pt x="13715" y="2285"/>
                  </a:lnTo>
                  <a:lnTo>
                    <a:pt x="13715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9" name="object 449"/>
            <p:cNvSpPr/>
            <p:nvPr/>
          </p:nvSpPr>
          <p:spPr>
            <a:xfrm>
              <a:off x="5232654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5"/>
                  </a:move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3715" y="2285"/>
                  </a:lnTo>
                  <a:lnTo>
                    <a:pt x="13715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0" name="object 450"/>
            <p:cNvSpPr/>
            <p:nvPr/>
          </p:nvSpPr>
          <p:spPr>
            <a:xfrm>
              <a:off x="5232654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3715" y="2285"/>
                  </a:lnTo>
                  <a:lnTo>
                    <a:pt x="13715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1" name="object 451"/>
            <p:cNvSpPr/>
            <p:nvPr/>
          </p:nvSpPr>
          <p:spPr>
            <a:xfrm>
              <a:off x="5282946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21335"/>
                  </a:moveTo>
                  <a:lnTo>
                    <a:pt x="44957" y="3809"/>
                  </a:lnTo>
                  <a:lnTo>
                    <a:pt x="31241" y="3809"/>
                  </a:lnTo>
                  <a:lnTo>
                    <a:pt x="31241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2285"/>
                  </a:lnTo>
                  <a:lnTo>
                    <a:pt x="13715" y="2285"/>
                  </a:lnTo>
                  <a:lnTo>
                    <a:pt x="13715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4957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2" name="object 452"/>
            <p:cNvSpPr/>
            <p:nvPr/>
          </p:nvSpPr>
          <p:spPr>
            <a:xfrm>
              <a:off x="5282946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4957" y="21335"/>
                  </a:lnTo>
                  <a:lnTo>
                    <a:pt x="44957" y="3809"/>
                  </a:lnTo>
                  <a:lnTo>
                    <a:pt x="31241" y="3809"/>
                  </a:lnTo>
                  <a:lnTo>
                    <a:pt x="31241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2285"/>
                  </a:lnTo>
                  <a:lnTo>
                    <a:pt x="13715" y="2285"/>
                  </a:lnTo>
                  <a:lnTo>
                    <a:pt x="13715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3" name="object 453"/>
            <p:cNvSpPr/>
            <p:nvPr/>
          </p:nvSpPr>
          <p:spPr>
            <a:xfrm>
              <a:off x="5029200" y="6669023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9905" y="0"/>
                  </a:moveTo>
                  <a:lnTo>
                    <a:pt x="9905" y="2286"/>
                  </a:lnTo>
                  <a:lnTo>
                    <a:pt x="9905" y="3810"/>
                  </a:lnTo>
                  <a:lnTo>
                    <a:pt x="8381" y="4572"/>
                  </a:lnTo>
                  <a:lnTo>
                    <a:pt x="6095" y="4572"/>
                  </a:lnTo>
                  <a:lnTo>
                    <a:pt x="5333" y="4572"/>
                  </a:lnTo>
                  <a:lnTo>
                    <a:pt x="2285" y="4572"/>
                  </a:lnTo>
                  <a:lnTo>
                    <a:pt x="0" y="6096"/>
                  </a:lnTo>
                  <a:lnTo>
                    <a:pt x="0" y="8382"/>
                  </a:lnTo>
                  <a:lnTo>
                    <a:pt x="0" y="49530"/>
                  </a:lnTo>
                  <a:lnTo>
                    <a:pt x="0" y="51053"/>
                  </a:lnTo>
                  <a:lnTo>
                    <a:pt x="2285" y="52577"/>
                  </a:lnTo>
                  <a:lnTo>
                    <a:pt x="5333" y="52577"/>
                  </a:lnTo>
                  <a:lnTo>
                    <a:pt x="6095" y="52577"/>
                  </a:lnTo>
                  <a:lnTo>
                    <a:pt x="8381" y="52577"/>
                  </a:lnTo>
                  <a:lnTo>
                    <a:pt x="9905" y="54102"/>
                  </a:lnTo>
                  <a:lnTo>
                    <a:pt x="9905" y="54864"/>
                  </a:lnTo>
                  <a:lnTo>
                    <a:pt x="9905" y="57150"/>
                  </a:lnTo>
                  <a:lnTo>
                    <a:pt x="292607" y="57149"/>
                  </a:lnTo>
                  <a:lnTo>
                    <a:pt x="292607" y="55625"/>
                  </a:lnTo>
                  <a:lnTo>
                    <a:pt x="292607" y="54101"/>
                  </a:lnTo>
                  <a:lnTo>
                    <a:pt x="294893" y="52577"/>
                  </a:lnTo>
                  <a:lnTo>
                    <a:pt x="297941" y="52577"/>
                  </a:lnTo>
                  <a:lnTo>
                    <a:pt x="300227" y="52577"/>
                  </a:lnTo>
                  <a:lnTo>
                    <a:pt x="302513" y="51053"/>
                  </a:lnTo>
                  <a:lnTo>
                    <a:pt x="302513" y="49529"/>
                  </a:lnTo>
                  <a:lnTo>
                    <a:pt x="302513" y="7619"/>
                  </a:lnTo>
                  <a:lnTo>
                    <a:pt x="302513" y="6095"/>
                  </a:lnTo>
                  <a:lnTo>
                    <a:pt x="300227" y="4571"/>
                  </a:lnTo>
                  <a:lnTo>
                    <a:pt x="297941" y="4571"/>
                  </a:lnTo>
                  <a:lnTo>
                    <a:pt x="296417" y="4571"/>
                  </a:lnTo>
                  <a:lnTo>
                    <a:pt x="294131" y="4571"/>
                  </a:lnTo>
                  <a:lnTo>
                    <a:pt x="292607" y="3809"/>
                  </a:lnTo>
                  <a:lnTo>
                    <a:pt x="292607" y="2285"/>
                  </a:lnTo>
                  <a:lnTo>
                    <a:pt x="292607" y="0"/>
                  </a:lnTo>
                </a:path>
              </a:pathLst>
            </a:custGeom>
            <a:ln w="3175">
              <a:solidFill>
                <a:srgbClr val="C9C1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4" name="object 454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5324856" y="6669023"/>
              <a:ext cx="324612" cy="73914"/>
            </a:xfrm>
            <a:prstGeom prst="rect">
              <a:avLst/>
            </a:prstGeom>
          </p:spPr>
        </p:pic>
        <p:sp>
          <p:nvSpPr>
            <p:cNvPr id="455" name="object 455"/>
            <p:cNvSpPr/>
            <p:nvPr/>
          </p:nvSpPr>
          <p:spPr>
            <a:xfrm>
              <a:off x="5346954" y="6669023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292608" y="0"/>
                  </a:moveTo>
                  <a:lnTo>
                    <a:pt x="9906" y="0"/>
                  </a:lnTo>
                  <a:lnTo>
                    <a:pt x="9906" y="4572"/>
                  </a:lnTo>
                  <a:lnTo>
                    <a:pt x="0" y="4572"/>
                  </a:lnTo>
                  <a:lnTo>
                    <a:pt x="0" y="52578"/>
                  </a:lnTo>
                  <a:lnTo>
                    <a:pt x="9906" y="52578"/>
                  </a:lnTo>
                  <a:lnTo>
                    <a:pt x="9906" y="57150"/>
                  </a:lnTo>
                  <a:lnTo>
                    <a:pt x="292608" y="57150"/>
                  </a:lnTo>
                  <a:lnTo>
                    <a:pt x="292608" y="52577"/>
                  </a:lnTo>
                  <a:lnTo>
                    <a:pt x="302514" y="52577"/>
                  </a:lnTo>
                  <a:lnTo>
                    <a:pt x="302514" y="4571"/>
                  </a:lnTo>
                  <a:lnTo>
                    <a:pt x="292608" y="4572"/>
                  </a:lnTo>
                  <a:lnTo>
                    <a:pt x="292608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6" name="object 456"/>
            <p:cNvSpPr/>
            <p:nvPr/>
          </p:nvSpPr>
          <p:spPr>
            <a:xfrm>
              <a:off x="5350002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049"/>
                  </a:lnTo>
                  <a:lnTo>
                    <a:pt x="18287" y="19049"/>
                  </a:lnTo>
                  <a:lnTo>
                    <a:pt x="18287" y="21335"/>
                  </a:lnTo>
                  <a:lnTo>
                    <a:pt x="27431" y="21335"/>
                  </a:lnTo>
                  <a:lnTo>
                    <a:pt x="27431" y="19049"/>
                  </a:lnTo>
                  <a:lnTo>
                    <a:pt x="32003" y="19049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7" name="object 457"/>
            <p:cNvSpPr/>
            <p:nvPr/>
          </p:nvSpPr>
          <p:spPr>
            <a:xfrm>
              <a:off x="5350002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049"/>
                  </a:lnTo>
                  <a:lnTo>
                    <a:pt x="27431" y="19049"/>
                  </a:lnTo>
                  <a:lnTo>
                    <a:pt x="27431" y="21335"/>
                  </a:lnTo>
                  <a:lnTo>
                    <a:pt x="18287" y="21335"/>
                  </a:lnTo>
                  <a:lnTo>
                    <a:pt x="18287" y="19049"/>
                  </a:lnTo>
                  <a:lnTo>
                    <a:pt x="13715" y="19049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8" name="object 458"/>
            <p:cNvSpPr/>
            <p:nvPr/>
          </p:nvSpPr>
          <p:spPr>
            <a:xfrm>
              <a:off x="5400294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049"/>
                  </a:lnTo>
                  <a:lnTo>
                    <a:pt x="17525" y="19049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049"/>
                  </a:lnTo>
                  <a:lnTo>
                    <a:pt x="31241" y="19049"/>
                  </a:lnTo>
                  <a:lnTo>
                    <a:pt x="31241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9" name="object 459"/>
            <p:cNvSpPr/>
            <p:nvPr/>
          </p:nvSpPr>
          <p:spPr>
            <a:xfrm>
              <a:off x="5400294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1241" y="17525"/>
                  </a:lnTo>
                  <a:lnTo>
                    <a:pt x="31241" y="19049"/>
                  </a:lnTo>
                  <a:lnTo>
                    <a:pt x="27431" y="19049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049"/>
                  </a:lnTo>
                  <a:lnTo>
                    <a:pt x="13715" y="19049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0" name="object 460"/>
            <p:cNvSpPr/>
            <p:nvPr/>
          </p:nvSpPr>
          <p:spPr>
            <a:xfrm>
              <a:off x="5449824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4477" y="17525"/>
                  </a:lnTo>
                  <a:lnTo>
                    <a:pt x="14477" y="19049"/>
                  </a:lnTo>
                  <a:lnTo>
                    <a:pt x="18287" y="19049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049"/>
                  </a:lnTo>
                  <a:lnTo>
                    <a:pt x="32003" y="19049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1" name="object 461"/>
            <p:cNvSpPr/>
            <p:nvPr/>
          </p:nvSpPr>
          <p:spPr>
            <a:xfrm>
              <a:off x="5449824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049"/>
                  </a:lnTo>
                  <a:lnTo>
                    <a:pt x="28193" y="19049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049"/>
                  </a:lnTo>
                  <a:lnTo>
                    <a:pt x="14477" y="19049"/>
                  </a:lnTo>
                  <a:lnTo>
                    <a:pt x="14477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2" name="object 462"/>
            <p:cNvSpPr/>
            <p:nvPr/>
          </p:nvSpPr>
          <p:spPr>
            <a:xfrm>
              <a:off x="5500116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049"/>
                  </a:lnTo>
                  <a:lnTo>
                    <a:pt x="18287" y="19049"/>
                  </a:lnTo>
                  <a:lnTo>
                    <a:pt x="18287" y="21335"/>
                  </a:lnTo>
                  <a:lnTo>
                    <a:pt x="27431" y="21335"/>
                  </a:lnTo>
                  <a:lnTo>
                    <a:pt x="27431" y="19049"/>
                  </a:lnTo>
                  <a:lnTo>
                    <a:pt x="32003" y="19049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3" name="object 463"/>
            <p:cNvSpPr/>
            <p:nvPr/>
          </p:nvSpPr>
          <p:spPr>
            <a:xfrm>
              <a:off x="5500116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049"/>
                  </a:lnTo>
                  <a:lnTo>
                    <a:pt x="27431" y="19049"/>
                  </a:lnTo>
                  <a:lnTo>
                    <a:pt x="27431" y="21335"/>
                  </a:lnTo>
                  <a:lnTo>
                    <a:pt x="18287" y="21335"/>
                  </a:lnTo>
                  <a:lnTo>
                    <a:pt x="18287" y="19049"/>
                  </a:lnTo>
                  <a:lnTo>
                    <a:pt x="13715" y="19049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4" name="object 464"/>
            <p:cNvSpPr/>
            <p:nvPr/>
          </p:nvSpPr>
          <p:spPr>
            <a:xfrm>
              <a:off x="5550408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17525"/>
                  </a:moveTo>
                  <a:lnTo>
                    <a:pt x="44957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049"/>
                  </a:lnTo>
                  <a:lnTo>
                    <a:pt x="17525" y="19049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049"/>
                  </a:lnTo>
                  <a:lnTo>
                    <a:pt x="31241" y="19049"/>
                  </a:lnTo>
                  <a:lnTo>
                    <a:pt x="31241" y="17525"/>
                  </a:lnTo>
                  <a:lnTo>
                    <a:pt x="44957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5" name="object 465"/>
            <p:cNvSpPr/>
            <p:nvPr/>
          </p:nvSpPr>
          <p:spPr>
            <a:xfrm>
              <a:off x="5550408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7" y="0"/>
                  </a:lnTo>
                  <a:lnTo>
                    <a:pt x="44957" y="17525"/>
                  </a:lnTo>
                  <a:lnTo>
                    <a:pt x="31241" y="17525"/>
                  </a:lnTo>
                  <a:lnTo>
                    <a:pt x="31241" y="19049"/>
                  </a:lnTo>
                  <a:lnTo>
                    <a:pt x="27431" y="19049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049"/>
                  </a:lnTo>
                  <a:lnTo>
                    <a:pt x="13715" y="19049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6" name="object 466"/>
            <p:cNvSpPr/>
            <p:nvPr/>
          </p:nvSpPr>
          <p:spPr>
            <a:xfrm>
              <a:off x="5599938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4477" y="17525"/>
                  </a:lnTo>
                  <a:lnTo>
                    <a:pt x="14477" y="19049"/>
                  </a:lnTo>
                  <a:lnTo>
                    <a:pt x="18287" y="19049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049"/>
                  </a:lnTo>
                  <a:lnTo>
                    <a:pt x="32003" y="19049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7" name="object 467"/>
            <p:cNvSpPr/>
            <p:nvPr/>
          </p:nvSpPr>
          <p:spPr>
            <a:xfrm>
              <a:off x="5599938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049"/>
                  </a:lnTo>
                  <a:lnTo>
                    <a:pt x="28193" y="19049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049"/>
                  </a:lnTo>
                  <a:lnTo>
                    <a:pt x="14477" y="19049"/>
                  </a:lnTo>
                  <a:lnTo>
                    <a:pt x="14477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8" name="object 468"/>
            <p:cNvSpPr/>
            <p:nvPr/>
          </p:nvSpPr>
          <p:spPr>
            <a:xfrm>
              <a:off x="5350002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5"/>
                  </a:move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3715" y="2285"/>
                  </a:lnTo>
                  <a:lnTo>
                    <a:pt x="13715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9" name="object 469"/>
            <p:cNvSpPr/>
            <p:nvPr/>
          </p:nvSpPr>
          <p:spPr>
            <a:xfrm>
              <a:off x="5350002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3715" y="2285"/>
                  </a:lnTo>
                  <a:lnTo>
                    <a:pt x="13715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0" name="object 470"/>
            <p:cNvSpPr/>
            <p:nvPr/>
          </p:nvSpPr>
          <p:spPr>
            <a:xfrm>
              <a:off x="5400294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5"/>
                  </a:moveTo>
                  <a:lnTo>
                    <a:pt x="45719" y="3809"/>
                  </a:lnTo>
                  <a:lnTo>
                    <a:pt x="31241" y="3809"/>
                  </a:lnTo>
                  <a:lnTo>
                    <a:pt x="31241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2285"/>
                  </a:lnTo>
                  <a:lnTo>
                    <a:pt x="13715" y="2285"/>
                  </a:lnTo>
                  <a:lnTo>
                    <a:pt x="13715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1" name="object 471"/>
            <p:cNvSpPr/>
            <p:nvPr/>
          </p:nvSpPr>
          <p:spPr>
            <a:xfrm>
              <a:off x="5400294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lnTo>
                    <a:pt x="45719" y="3809"/>
                  </a:lnTo>
                  <a:lnTo>
                    <a:pt x="31241" y="3809"/>
                  </a:lnTo>
                  <a:lnTo>
                    <a:pt x="31241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2285"/>
                  </a:lnTo>
                  <a:lnTo>
                    <a:pt x="13715" y="2285"/>
                  </a:lnTo>
                  <a:lnTo>
                    <a:pt x="13715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2" name="object 472"/>
            <p:cNvSpPr/>
            <p:nvPr/>
          </p:nvSpPr>
          <p:spPr>
            <a:xfrm>
              <a:off x="5449824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5"/>
                  </a:move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8193" y="2285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4477" y="2285"/>
                  </a:lnTo>
                  <a:lnTo>
                    <a:pt x="14477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3" name="object 473"/>
            <p:cNvSpPr/>
            <p:nvPr/>
          </p:nvSpPr>
          <p:spPr>
            <a:xfrm>
              <a:off x="5449824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8193" y="2285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4477" y="2285"/>
                  </a:lnTo>
                  <a:lnTo>
                    <a:pt x="14477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4" name="object 474"/>
            <p:cNvSpPr/>
            <p:nvPr/>
          </p:nvSpPr>
          <p:spPr>
            <a:xfrm>
              <a:off x="5500116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5"/>
                  </a:move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3715" y="2285"/>
                  </a:lnTo>
                  <a:lnTo>
                    <a:pt x="13715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5" name="object 475"/>
            <p:cNvSpPr/>
            <p:nvPr/>
          </p:nvSpPr>
          <p:spPr>
            <a:xfrm>
              <a:off x="5500116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3715" y="2285"/>
                  </a:lnTo>
                  <a:lnTo>
                    <a:pt x="13715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6" name="object 476"/>
            <p:cNvSpPr/>
            <p:nvPr/>
          </p:nvSpPr>
          <p:spPr>
            <a:xfrm>
              <a:off x="5550408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21335"/>
                  </a:moveTo>
                  <a:lnTo>
                    <a:pt x="44957" y="3809"/>
                  </a:lnTo>
                  <a:lnTo>
                    <a:pt x="31241" y="3809"/>
                  </a:lnTo>
                  <a:lnTo>
                    <a:pt x="31241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2285"/>
                  </a:lnTo>
                  <a:lnTo>
                    <a:pt x="13715" y="2285"/>
                  </a:lnTo>
                  <a:lnTo>
                    <a:pt x="13715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4957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7" name="object 477"/>
            <p:cNvSpPr/>
            <p:nvPr/>
          </p:nvSpPr>
          <p:spPr>
            <a:xfrm>
              <a:off x="5550408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4957" y="21335"/>
                  </a:lnTo>
                  <a:lnTo>
                    <a:pt x="44957" y="3809"/>
                  </a:lnTo>
                  <a:lnTo>
                    <a:pt x="31241" y="3809"/>
                  </a:lnTo>
                  <a:lnTo>
                    <a:pt x="31241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2285"/>
                  </a:lnTo>
                  <a:lnTo>
                    <a:pt x="13715" y="2285"/>
                  </a:lnTo>
                  <a:lnTo>
                    <a:pt x="13715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8" name="object 478"/>
            <p:cNvSpPr/>
            <p:nvPr/>
          </p:nvSpPr>
          <p:spPr>
            <a:xfrm>
              <a:off x="5599938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5"/>
                  </a:move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8193" y="2285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4477" y="2285"/>
                  </a:lnTo>
                  <a:lnTo>
                    <a:pt x="14477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9" name="object 479"/>
            <p:cNvSpPr/>
            <p:nvPr/>
          </p:nvSpPr>
          <p:spPr>
            <a:xfrm>
              <a:off x="5599938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8193" y="2285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4477" y="2285"/>
                  </a:lnTo>
                  <a:lnTo>
                    <a:pt x="14477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0" name="object 480"/>
            <p:cNvSpPr/>
            <p:nvPr/>
          </p:nvSpPr>
          <p:spPr>
            <a:xfrm>
              <a:off x="5346954" y="6669023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9905" y="0"/>
                  </a:moveTo>
                  <a:lnTo>
                    <a:pt x="9905" y="2286"/>
                  </a:lnTo>
                  <a:lnTo>
                    <a:pt x="9905" y="3810"/>
                  </a:lnTo>
                  <a:lnTo>
                    <a:pt x="8381" y="4572"/>
                  </a:lnTo>
                  <a:lnTo>
                    <a:pt x="6095" y="4572"/>
                  </a:lnTo>
                  <a:lnTo>
                    <a:pt x="5333" y="4572"/>
                  </a:lnTo>
                  <a:lnTo>
                    <a:pt x="2285" y="4572"/>
                  </a:lnTo>
                  <a:lnTo>
                    <a:pt x="0" y="6096"/>
                  </a:lnTo>
                  <a:lnTo>
                    <a:pt x="0" y="8382"/>
                  </a:lnTo>
                  <a:lnTo>
                    <a:pt x="0" y="49530"/>
                  </a:lnTo>
                  <a:lnTo>
                    <a:pt x="0" y="51053"/>
                  </a:lnTo>
                  <a:lnTo>
                    <a:pt x="2285" y="52577"/>
                  </a:lnTo>
                  <a:lnTo>
                    <a:pt x="4571" y="52577"/>
                  </a:lnTo>
                  <a:lnTo>
                    <a:pt x="6095" y="52577"/>
                  </a:lnTo>
                  <a:lnTo>
                    <a:pt x="8381" y="52577"/>
                  </a:lnTo>
                  <a:lnTo>
                    <a:pt x="9905" y="54102"/>
                  </a:lnTo>
                  <a:lnTo>
                    <a:pt x="9905" y="54864"/>
                  </a:lnTo>
                  <a:lnTo>
                    <a:pt x="9905" y="57150"/>
                  </a:lnTo>
                  <a:lnTo>
                    <a:pt x="292607" y="57149"/>
                  </a:lnTo>
                  <a:lnTo>
                    <a:pt x="292607" y="55625"/>
                  </a:lnTo>
                  <a:lnTo>
                    <a:pt x="292607" y="54101"/>
                  </a:lnTo>
                  <a:lnTo>
                    <a:pt x="294893" y="52577"/>
                  </a:lnTo>
                  <a:lnTo>
                    <a:pt x="297179" y="52577"/>
                  </a:lnTo>
                  <a:lnTo>
                    <a:pt x="300227" y="52577"/>
                  </a:lnTo>
                  <a:lnTo>
                    <a:pt x="302513" y="51053"/>
                  </a:lnTo>
                  <a:lnTo>
                    <a:pt x="302513" y="49529"/>
                  </a:lnTo>
                  <a:lnTo>
                    <a:pt x="302513" y="7619"/>
                  </a:lnTo>
                  <a:lnTo>
                    <a:pt x="302513" y="6095"/>
                  </a:lnTo>
                  <a:lnTo>
                    <a:pt x="300227" y="4571"/>
                  </a:lnTo>
                  <a:lnTo>
                    <a:pt x="297179" y="4571"/>
                  </a:lnTo>
                  <a:lnTo>
                    <a:pt x="295655" y="4571"/>
                  </a:lnTo>
                  <a:lnTo>
                    <a:pt x="294131" y="4571"/>
                  </a:lnTo>
                  <a:lnTo>
                    <a:pt x="292607" y="3809"/>
                  </a:lnTo>
                  <a:lnTo>
                    <a:pt x="292607" y="2285"/>
                  </a:lnTo>
                  <a:lnTo>
                    <a:pt x="292607" y="0"/>
                  </a:lnTo>
                </a:path>
              </a:pathLst>
            </a:custGeom>
            <a:ln w="3175">
              <a:solidFill>
                <a:srgbClr val="C9C1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1" name="object 481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5644134" y="6669023"/>
              <a:ext cx="328421" cy="73914"/>
            </a:xfrm>
            <a:prstGeom prst="rect">
              <a:avLst/>
            </a:prstGeom>
          </p:spPr>
        </p:pic>
        <p:sp>
          <p:nvSpPr>
            <p:cNvPr id="482" name="object 482"/>
            <p:cNvSpPr/>
            <p:nvPr/>
          </p:nvSpPr>
          <p:spPr>
            <a:xfrm>
              <a:off x="5663946" y="6669023"/>
              <a:ext cx="308610" cy="57150"/>
            </a:xfrm>
            <a:custGeom>
              <a:avLst/>
              <a:gdLst/>
              <a:ahLst/>
              <a:cxnLst/>
              <a:rect l="l" t="t" r="r" b="b"/>
              <a:pathLst>
                <a:path w="308610" h="57150">
                  <a:moveTo>
                    <a:pt x="308610" y="0"/>
                  </a:moveTo>
                  <a:lnTo>
                    <a:pt x="10668" y="0"/>
                  </a:lnTo>
                  <a:lnTo>
                    <a:pt x="10668" y="4572"/>
                  </a:lnTo>
                  <a:lnTo>
                    <a:pt x="0" y="4572"/>
                  </a:lnTo>
                  <a:lnTo>
                    <a:pt x="0" y="52578"/>
                  </a:lnTo>
                  <a:lnTo>
                    <a:pt x="10668" y="52578"/>
                  </a:lnTo>
                  <a:lnTo>
                    <a:pt x="10668" y="57150"/>
                  </a:lnTo>
                  <a:lnTo>
                    <a:pt x="308610" y="57150"/>
                  </a:lnTo>
                  <a:lnTo>
                    <a:pt x="308610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3" name="object 483"/>
            <p:cNvSpPr/>
            <p:nvPr/>
          </p:nvSpPr>
          <p:spPr>
            <a:xfrm>
              <a:off x="5667756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17525"/>
                  </a:moveTo>
                  <a:lnTo>
                    <a:pt x="44957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049"/>
                  </a:lnTo>
                  <a:lnTo>
                    <a:pt x="17525" y="19049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049"/>
                  </a:lnTo>
                  <a:lnTo>
                    <a:pt x="31241" y="19049"/>
                  </a:lnTo>
                  <a:lnTo>
                    <a:pt x="31241" y="17525"/>
                  </a:lnTo>
                  <a:lnTo>
                    <a:pt x="44957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4" name="object 484"/>
            <p:cNvSpPr/>
            <p:nvPr/>
          </p:nvSpPr>
          <p:spPr>
            <a:xfrm>
              <a:off x="5667756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7" y="0"/>
                  </a:lnTo>
                  <a:lnTo>
                    <a:pt x="44957" y="17525"/>
                  </a:lnTo>
                  <a:lnTo>
                    <a:pt x="31241" y="17525"/>
                  </a:lnTo>
                  <a:lnTo>
                    <a:pt x="31241" y="19049"/>
                  </a:lnTo>
                  <a:lnTo>
                    <a:pt x="27431" y="19049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049"/>
                  </a:lnTo>
                  <a:lnTo>
                    <a:pt x="13715" y="19049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5" name="object 485"/>
            <p:cNvSpPr/>
            <p:nvPr/>
          </p:nvSpPr>
          <p:spPr>
            <a:xfrm>
              <a:off x="5717286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4477" y="17525"/>
                  </a:lnTo>
                  <a:lnTo>
                    <a:pt x="14477" y="19049"/>
                  </a:lnTo>
                  <a:lnTo>
                    <a:pt x="18287" y="19049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049"/>
                  </a:lnTo>
                  <a:lnTo>
                    <a:pt x="32003" y="19049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6" name="object 486"/>
            <p:cNvSpPr/>
            <p:nvPr/>
          </p:nvSpPr>
          <p:spPr>
            <a:xfrm>
              <a:off x="5717286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049"/>
                  </a:lnTo>
                  <a:lnTo>
                    <a:pt x="28193" y="19049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049"/>
                  </a:lnTo>
                  <a:lnTo>
                    <a:pt x="14477" y="19049"/>
                  </a:lnTo>
                  <a:lnTo>
                    <a:pt x="14477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7" name="object 487"/>
            <p:cNvSpPr/>
            <p:nvPr/>
          </p:nvSpPr>
          <p:spPr>
            <a:xfrm>
              <a:off x="5767578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049"/>
                  </a:lnTo>
                  <a:lnTo>
                    <a:pt x="18287" y="19049"/>
                  </a:lnTo>
                  <a:lnTo>
                    <a:pt x="18287" y="21335"/>
                  </a:lnTo>
                  <a:lnTo>
                    <a:pt x="27431" y="21335"/>
                  </a:lnTo>
                  <a:lnTo>
                    <a:pt x="27431" y="19049"/>
                  </a:lnTo>
                  <a:lnTo>
                    <a:pt x="32003" y="19049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8" name="object 488"/>
            <p:cNvSpPr/>
            <p:nvPr/>
          </p:nvSpPr>
          <p:spPr>
            <a:xfrm>
              <a:off x="5767578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049"/>
                  </a:lnTo>
                  <a:lnTo>
                    <a:pt x="27431" y="19049"/>
                  </a:lnTo>
                  <a:lnTo>
                    <a:pt x="27431" y="21335"/>
                  </a:lnTo>
                  <a:lnTo>
                    <a:pt x="18287" y="21335"/>
                  </a:lnTo>
                  <a:lnTo>
                    <a:pt x="18287" y="19049"/>
                  </a:lnTo>
                  <a:lnTo>
                    <a:pt x="13715" y="19049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9" name="object 489"/>
            <p:cNvSpPr/>
            <p:nvPr/>
          </p:nvSpPr>
          <p:spPr>
            <a:xfrm>
              <a:off x="5817870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17525"/>
                  </a:moveTo>
                  <a:lnTo>
                    <a:pt x="44957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049"/>
                  </a:lnTo>
                  <a:lnTo>
                    <a:pt x="17525" y="19049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049"/>
                  </a:lnTo>
                  <a:lnTo>
                    <a:pt x="31241" y="19049"/>
                  </a:lnTo>
                  <a:lnTo>
                    <a:pt x="31241" y="17525"/>
                  </a:lnTo>
                  <a:lnTo>
                    <a:pt x="44957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0" name="object 490"/>
            <p:cNvSpPr/>
            <p:nvPr/>
          </p:nvSpPr>
          <p:spPr>
            <a:xfrm>
              <a:off x="5817870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7" y="0"/>
                  </a:lnTo>
                  <a:lnTo>
                    <a:pt x="44957" y="17525"/>
                  </a:lnTo>
                  <a:lnTo>
                    <a:pt x="31241" y="17525"/>
                  </a:lnTo>
                  <a:lnTo>
                    <a:pt x="31241" y="19049"/>
                  </a:lnTo>
                  <a:lnTo>
                    <a:pt x="27431" y="19049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049"/>
                  </a:lnTo>
                  <a:lnTo>
                    <a:pt x="13715" y="19049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1" name="object 491"/>
            <p:cNvSpPr/>
            <p:nvPr/>
          </p:nvSpPr>
          <p:spPr>
            <a:xfrm>
              <a:off x="5867400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049"/>
                  </a:lnTo>
                  <a:lnTo>
                    <a:pt x="18287" y="19049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049"/>
                  </a:lnTo>
                  <a:lnTo>
                    <a:pt x="32003" y="19049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2" name="object 492"/>
            <p:cNvSpPr/>
            <p:nvPr/>
          </p:nvSpPr>
          <p:spPr>
            <a:xfrm>
              <a:off x="5867400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049"/>
                  </a:lnTo>
                  <a:lnTo>
                    <a:pt x="28193" y="19049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049"/>
                  </a:lnTo>
                  <a:lnTo>
                    <a:pt x="13715" y="19049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3" name="object 493"/>
            <p:cNvSpPr/>
            <p:nvPr/>
          </p:nvSpPr>
          <p:spPr>
            <a:xfrm>
              <a:off x="5917692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049"/>
                  </a:lnTo>
                  <a:lnTo>
                    <a:pt x="17525" y="19049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049"/>
                  </a:lnTo>
                  <a:lnTo>
                    <a:pt x="31241" y="19049"/>
                  </a:lnTo>
                  <a:lnTo>
                    <a:pt x="31241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4" name="object 494"/>
            <p:cNvSpPr/>
            <p:nvPr/>
          </p:nvSpPr>
          <p:spPr>
            <a:xfrm>
              <a:off x="5917692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1241" y="17525"/>
                  </a:lnTo>
                  <a:lnTo>
                    <a:pt x="31241" y="19049"/>
                  </a:lnTo>
                  <a:lnTo>
                    <a:pt x="27431" y="19049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049"/>
                  </a:lnTo>
                  <a:lnTo>
                    <a:pt x="13715" y="19049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5" name="object 495"/>
            <p:cNvSpPr/>
            <p:nvPr/>
          </p:nvSpPr>
          <p:spPr>
            <a:xfrm>
              <a:off x="5667756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21335"/>
                  </a:moveTo>
                  <a:lnTo>
                    <a:pt x="44957" y="3809"/>
                  </a:lnTo>
                  <a:lnTo>
                    <a:pt x="31241" y="3809"/>
                  </a:lnTo>
                  <a:lnTo>
                    <a:pt x="31241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2285"/>
                  </a:lnTo>
                  <a:lnTo>
                    <a:pt x="13715" y="2285"/>
                  </a:lnTo>
                  <a:lnTo>
                    <a:pt x="13715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4957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6" name="object 496"/>
            <p:cNvSpPr/>
            <p:nvPr/>
          </p:nvSpPr>
          <p:spPr>
            <a:xfrm>
              <a:off x="5667756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4957" y="21335"/>
                  </a:lnTo>
                  <a:lnTo>
                    <a:pt x="44957" y="3809"/>
                  </a:lnTo>
                  <a:lnTo>
                    <a:pt x="31241" y="3809"/>
                  </a:lnTo>
                  <a:lnTo>
                    <a:pt x="31241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2285"/>
                  </a:lnTo>
                  <a:lnTo>
                    <a:pt x="13715" y="2285"/>
                  </a:lnTo>
                  <a:lnTo>
                    <a:pt x="13715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7" name="object 497"/>
            <p:cNvSpPr/>
            <p:nvPr/>
          </p:nvSpPr>
          <p:spPr>
            <a:xfrm>
              <a:off x="5717286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5"/>
                  </a:move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8193" y="2285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4477" y="2285"/>
                  </a:lnTo>
                  <a:lnTo>
                    <a:pt x="14477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8" name="object 498"/>
            <p:cNvSpPr/>
            <p:nvPr/>
          </p:nvSpPr>
          <p:spPr>
            <a:xfrm>
              <a:off x="5717286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8193" y="2285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4477" y="2285"/>
                  </a:lnTo>
                  <a:lnTo>
                    <a:pt x="14477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9" name="object 499"/>
            <p:cNvSpPr/>
            <p:nvPr/>
          </p:nvSpPr>
          <p:spPr>
            <a:xfrm>
              <a:off x="5767578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5"/>
                  </a:move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3715" y="2285"/>
                  </a:lnTo>
                  <a:lnTo>
                    <a:pt x="13715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0" name="object 500"/>
            <p:cNvSpPr/>
            <p:nvPr/>
          </p:nvSpPr>
          <p:spPr>
            <a:xfrm>
              <a:off x="5767578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3715" y="2285"/>
                  </a:lnTo>
                  <a:lnTo>
                    <a:pt x="13715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1" name="object 501"/>
            <p:cNvSpPr/>
            <p:nvPr/>
          </p:nvSpPr>
          <p:spPr>
            <a:xfrm>
              <a:off x="5817870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21335"/>
                  </a:moveTo>
                  <a:lnTo>
                    <a:pt x="44957" y="3809"/>
                  </a:lnTo>
                  <a:lnTo>
                    <a:pt x="31241" y="3809"/>
                  </a:lnTo>
                  <a:lnTo>
                    <a:pt x="31241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2285"/>
                  </a:lnTo>
                  <a:lnTo>
                    <a:pt x="13715" y="2285"/>
                  </a:lnTo>
                  <a:lnTo>
                    <a:pt x="13715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4957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2" name="object 502"/>
            <p:cNvSpPr/>
            <p:nvPr/>
          </p:nvSpPr>
          <p:spPr>
            <a:xfrm>
              <a:off x="5817870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4957" y="21335"/>
                  </a:lnTo>
                  <a:lnTo>
                    <a:pt x="44957" y="3809"/>
                  </a:lnTo>
                  <a:lnTo>
                    <a:pt x="31241" y="3809"/>
                  </a:lnTo>
                  <a:lnTo>
                    <a:pt x="31241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2285"/>
                  </a:lnTo>
                  <a:lnTo>
                    <a:pt x="13715" y="2285"/>
                  </a:lnTo>
                  <a:lnTo>
                    <a:pt x="13715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3" name="object 503"/>
            <p:cNvSpPr/>
            <p:nvPr/>
          </p:nvSpPr>
          <p:spPr>
            <a:xfrm>
              <a:off x="5867400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5"/>
                  </a:move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8193" y="2285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3715" y="2285"/>
                  </a:lnTo>
                  <a:lnTo>
                    <a:pt x="13715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4" name="object 504"/>
            <p:cNvSpPr/>
            <p:nvPr/>
          </p:nvSpPr>
          <p:spPr>
            <a:xfrm>
              <a:off x="5867400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8193" y="2285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3715" y="2285"/>
                  </a:lnTo>
                  <a:lnTo>
                    <a:pt x="13715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5" name="object 505"/>
            <p:cNvSpPr/>
            <p:nvPr/>
          </p:nvSpPr>
          <p:spPr>
            <a:xfrm>
              <a:off x="5917692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5"/>
                  </a:moveTo>
                  <a:lnTo>
                    <a:pt x="45719" y="3809"/>
                  </a:lnTo>
                  <a:lnTo>
                    <a:pt x="31241" y="3809"/>
                  </a:lnTo>
                  <a:lnTo>
                    <a:pt x="31241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2285"/>
                  </a:lnTo>
                  <a:lnTo>
                    <a:pt x="13715" y="2285"/>
                  </a:lnTo>
                  <a:lnTo>
                    <a:pt x="13715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6" name="object 506"/>
            <p:cNvSpPr/>
            <p:nvPr/>
          </p:nvSpPr>
          <p:spPr>
            <a:xfrm>
              <a:off x="5917692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lnTo>
                    <a:pt x="45719" y="3809"/>
                  </a:lnTo>
                  <a:lnTo>
                    <a:pt x="31241" y="3809"/>
                  </a:lnTo>
                  <a:lnTo>
                    <a:pt x="31241" y="2285"/>
                  </a:lnTo>
                  <a:lnTo>
                    <a:pt x="27431" y="2285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2285"/>
                  </a:lnTo>
                  <a:lnTo>
                    <a:pt x="13715" y="2285"/>
                  </a:lnTo>
                  <a:lnTo>
                    <a:pt x="13715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7" name="object 507"/>
            <p:cNvSpPr/>
            <p:nvPr/>
          </p:nvSpPr>
          <p:spPr>
            <a:xfrm>
              <a:off x="5663946" y="6669023"/>
              <a:ext cx="304165" cy="57150"/>
            </a:xfrm>
            <a:custGeom>
              <a:avLst/>
              <a:gdLst/>
              <a:ahLst/>
              <a:cxnLst/>
              <a:rect l="l" t="t" r="r" b="b"/>
              <a:pathLst>
                <a:path w="304164" h="57150">
                  <a:moveTo>
                    <a:pt x="9905" y="0"/>
                  </a:moveTo>
                  <a:lnTo>
                    <a:pt x="9905" y="2286"/>
                  </a:lnTo>
                  <a:lnTo>
                    <a:pt x="9905" y="3810"/>
                  </a:lnTo>
                  <a:lnTo>
                    <a:pt x="8381" y="4572"/>
                  </a:lnTo>
                  <a:lnTo>
                    <a:pt x="6857" y="4572"/>
                  </a:lnTo>
                  <a:lnTo>
                    <a:pt x="6095" y="4572"/>
                  </a:lnTo>
                  <a:lnTo>
                    <a:pt x="2285" y="4572"/>
                  </a:lnTo>
                  <a:lnTo>
                    <a:pt x="0" y="6096"/>
                  </a:lnTo>
                  <a:lnTo>
                    <a:pt x="0" y="8382"/>
                  </a:lnTo>
                  <a:lnTo>
                    <a:pt x="0" y="49530"/>
                  </a:lnTo>
                  <a:lnTo>
                    <a:pt x="0" y="51053"/>
                  </a:lnTo>
                  <a:lnTo>
                    <a:pt x="2285" y="52577"/>
                  </a:lnTo>
                  <a:lnTo>
                    <a:pt x="5333" y="52577"/>
                  </a:lnTo>
                  <a:lnTo>
                    <a:pt x="6857" y="52577"/>
                  </a:lnTo>
                  <a:lnTo>
                    <a:pt x="8381" y="52577"/>
                  </a:lnTo>
                  <a:lnTo>
                    <a:pt x="9905" y="54102"/>
                  </a:lnTo>
                  <a:lnTo>
                    <a:pt x="9905" y="54864"/>
                  </a:lnTo>
                  <a:lnTo>
                    <a:pt x="9905" y="57150"/>
                  </a:lnTo>
                  <a:lnTo>
                    <a:pt x="304037" y="57149"/>
                  </a:lnTo>
                </a:path>
              </a:pathLst>
            </a:custGeom>
            <a:ln w="3175">
              <a:solidFill>
                <a:srgbClr val="C9C1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8" name="object 508"/>
            <p:cNvSpPr/>
            <p:nvPr/>
          </p:nvSpPr>
          <p:spPr>
            <a:xfrm>
              <a:off x="4753356" y="6652259"/>
              <a:ext cx="81280" cy="14604"/>
            </a:xfrm>
            <a:custGeom>
              <a:avLst/>
              <a:gdLst/>
              <a:ahLst/>
              <a:cxnLst/>
              <a:rect l="l" t="t" r="r" b="b"/>
              <a:pathLst>
                <a:path w="81279" h="14604">
                  <a:moveTo>
                    <a:pt x="80772" y="14477"/>
                  </a:moveTo>
                  <a:lnTo>
                    <a:pt x="80772" y="6857"/>
                  </a:lnTo>
                  <a:lnTo>
                    <a:pt x="45720" y="6857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0" y="14477"/>
                  </a:lnTo>
                  <a:lnTo>
                    <a:pt x="80772" y="14477"/>
                  </a:lnTo>
                  <a:close/>
                </a:path>
              </a:pathLst>
            </a:custGeom>
            <a:solidFill>
              <a:srgbClr val="AFC2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9" name="object 509"/>
            <p:cNvSpPr/>
            <p:nvPr/>
          </p:nvSpPr>
          <p:spPr>
            <a:xfrm>
              <a:off x="4818126" y="6662927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0" name="object 510"/>
            <p:cNvSpPr/>
            <p:nvPr/>
          </p:nvSpPr>
          <p:spPr>
            <a:xfrm>
              <a:off x="4817364" y="6662165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1" name="object 511"/>
            <p:cNvSpPr/>
            <p:nvPr/>
          </p:nvSpPr>
          <p:spPr>
            <a:xfrm>
              <a:off x="4821936" y="6661403"/>
              <a:ext cx="3175" cy="1905"/>
            </a:xfrm>
            <a:custGeom>
              <a:avLst/>
              <a:gdLst/>
              <a:ahLst/>
              <a:cxnLst/>
              <a:rect l="l" t="t" r="r" b="b"/>
              <a:pathLst>
                <a:path w="3175" h="1904">
                  <a:moveTo>
                    <a:pt x="0" y="1524"/>
                  </a:moveTo>
                  <a:lnTo>
                    <a:pt x="0" y="762"/>
                  </a:lnTo>
                  <a:lnTo>
                    <a:pt x="1523" y="0"/>
                  </a:lnTo>
                  <a:lnTo>
                    <a:pt x="30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2" name="object 512"/>
            <p:cNvSpPr/>
            <p:nvPr/>
          </p:nvSpPr>
          <p:spPr>
            <a:xfrm>
              <a:off x="4823460" y="6660641"/>
              <a:ext cx="3175" cy="1905"/>
            </a:xfrm>
            <a:custGeom>
              <a:avLst/>
              <a:gdLst/>
              <a:ahLst/>
              <a:cxnLst/>
              <a:rect l="l" t="t" r="r" b="b"/>
              <a:pathLst>
                <a:path w="3175" h="1904">
                  <a:moveTo>
                    <a:pt x="3048" y="1523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1523"/>
                  </a:lnTo>
                  <a:lnTo>
                    <a:pt x="3048" y="15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3" name="object 513"/>
            <p:cNvSpPr/>
            <p:nvPr/>
          </p:nvSpPr>
          <p:spPr>
            <a:xfrm>
              <a:off x="4823460" y="6662927"/>
              <a:ext cx="3810" cy="1905"/>
            </a:xfrm>
            <a:custGeom>
              <a:avLst/>
              <a:gdLst/>
              <a:ahLst/>
              <a:cxnLst/>
              <a:rect l="l" t="t" r="r" b="b"/>
              <a:pathLst>
                <a:path w="3810" h="1904">
                  <a:moveTo>
                    <a:pt x="0" y="0"/>
                  </a:moveTo>
                  <a:lnTo>
                    <a:pt x="0" y="762"/>
                  </a:lnTo>
                  <a:lnTo>
                    <a:pt x="1524" y="1523"/>
                  </a:lnTo>
                  <a:lnTo>
                    <a:pt x="3810" y="152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4" name="object 514"/>
            <p:cNvSpPr/>
            <p:nvPr/>
          </p:nvSpPr>
          <p:spPr>
            <a:xfrm>
              <a:off x="4825746" y="6662165"/>
              <a:ext cx="6985" cy="3810"/>
            </a:xfrm>
            <a:custGeom>
              <a:avLst/>
              <a:gdLst/>
              <a:ahLst/>
              <a:cxnLst/>
              <a:rect l="l" t="t" r="r" b="b"/>
              <a:pathLst>
                <a:path w="6985" h="3809">
                  <a:moveTo>
                    <a:pt x="3048" y="2286"/>
                  </a:moveTo>
                  <a:lnTo>
                    <a:pt x="2286" y="1524"/>
                  </a:lnTo>
                  <a:lnTo>
                    <a:pt x="762" y="1524"/>
                  </a:lnTo>
                  <a:lnTo>
                    <a:pt x="0" y="2286"/>
                  </a:lnTo>
                  <a:lnTo>
                    <a:pt x="0" y="3048"/>
                  </a:lnTo>
                  <a:lnTo>
                    <a:pt x="762" y="3810"/>
                  </a:lnTo>
                  <a:lnTo>
                    <a:pt x="2286" y="3810"/>
                  </a:lnTo>
                  <a:lnTo>
                    <a:pt x="3048" y="3048"/>
                  </a:lnTo>
                  <a:lnTo>
                    <a:pt x="3048" y="2286"/>
                  </a:lnTo>
                  <a:close/>
                </a:path>
                <a:path w="6985" h="3809">
                  <a:moveTo>
                    <a:pt x="6858" y="762"/>
                  </a:moveTo>
                  <a:lnTo>
                    <a:pt x="4572" y="0"/>
                  </a:lnTo>
                  <a:lnTo>
                    <a:pt x="4572" y="1524"/>
                  </a:lnTo>
                  <a:lnTo>
                    <a:pt x="6858" y="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5" name="object 515"/>
            <p:cNvSpPr/>
            <p:nvPr/>
          </p:nvSpPr>
          <p:spPr>
            <a:xfrm>
              <a:off x="4801362" y="6655320"/>
              <a:ext cx="11430" cy="10160"/>
            </a:xfrm>
            <a:custGeom>
              <a:avLst/>
              <a:gdLst/>
              <a:ahLst/>
              <a:cxnLst/>
              <a:rect l="l" t="t" r="r" b="b"/>
              <a:pathLst>
                <a:path w="11429" h="10159">
                  <a:moveTo>
                    <a:pt x="11430" y="6845"/>
                  </a:moveTo>
                  <a:lnTo>
                    <a:pt x="9144" y="5321"/>
                  </a:lnTo>
                  <a:lnTo>
                    <a:pt x="3048" y="5321"/>
                  </a:lnTo>
                  <a:lnTo>
                    <a:pt x="0" y="6845"/>
                  </a:lnTo>
                  <a:lnTo>
                    <a:pt x="0" y="9131"/>
                  </a:lnTo>
                  <a:lnTo>
                    <a:pt x="3048" y="9893"/>
                  </a:lnTo>
                  <a:lnTo>
                    <a:pt x="9144" y="9893"/>
                  </a:lnTo>
                  <a:lnTo>
                    <a:pt x="11430" y="9131"/>
                  </a:lnTo>
                  <a:lnTo>
                    <a:pt x="11430" y="7607"/>
                  </a:lnTo>
                  <a:lnTo>
                    <a:pt x="11430" y="6845"/>
                  </a:lnTo>
                  <a:close/>
                </a:path>
                <a:path w="11429" h="10159">
                  <a:moveTo>
                    <a:pt x="11430" y="0"/>
                  </a:moveTo>
                  <a:lnTo>
                    <a:pt x="1524" y="0"/>
                  </a:lnTo>
                  <a:lnTo>
                    <a:pt x="1524" y="762"/>
                  </a:lnTo>
                  <a:lnTo>
                    <a:pt x="11430" y="762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6" name="object 516"/>
            <p:cNvSpPr/>
            <p:nvPr/>
          </p:nvSpPr>
          <p:spPr>
            <a:xfrm>
              <a:off x="5040630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7" name="object 517"/>
            <p:cNvSpPr/>
            <p:nvPr/>
          </p:nvSpPr>
          <p:spPr>
            <a:xfrm>
              <a:off x="5040630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8" name="object 518"/>
            <p:cNvSpPr/>
            <p:nvPr/>
          </p:nvSpPr>
          <p:spPr>
            <a:xfrm>
              <a:off x="5045964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9" name="object 519"/>
            <p:cNvSpPr/>
            <p:nvPr/>
          </p:nvSpPr>
          <p:spPr>
            <a:xfrm>
              <a:off x="5044440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0" name="object 520"/>
            <p:cNvSpPr/>
            <p:nvPr/>
          </p:nvSpPr>
          <p:spPr>
            <a:xfrm>
              <a:off x="5077206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1" name="object 521"/>
            <p:cNvSpPr/>
            <p:nvPr/>
          </p:nvSpPr>
          <p:spPr>
            <a:xfrm>
              <a:off x="5075682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2" name="object 522"/>
            <p:cNvSpPr/>
            <p:nvPr/>
          </p:nvSpPr>
          <p:spPr>
            <a:xfrm>
              <a:off x="5106924" y="6654545"/>
              <a:ext cx="19050" cy="10160"/>
            </a:xfrm>
            <a:custGeom>
              <a:avLst/>
              <a:gdLst/>
              <a:ahLst/>
              <a:cxnLst/>
              <a:rect l="l" t="t" r="r" b="b"/>
              <a:pathLst>
                <a:path w="19050" h="10159">
                  <a:moveTo>
                    <a:pt x="0" y="0"/>
                  </a:moveTo>
                  <a:lnTo>
                    <a:pt x="19050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3" name="object 523"/>
            <p:cNvSpPr/>
            <p:nvPr/>
          </p:nvSpPr>
          <p:spPr>
            <a:xfrm>
              <a:off x="5108448" y="6654545"/>
              <a:ext cx="17780" cy="9525"/>
            </a:xfrm>
            <a:custGeom>
              <a:avLst/>
              <a:gdLst/>
              <a:ahLst/>
              <a:cxnLst/>
              <a:rect l="l" t="t" r="r" b="b"/>
              <a:pathLst>
                <a:path w="17779" h="9525">
                  <a:moveTo>
                    <a:pt x="0" y="0"/>
                  </a:moveTo>
                  <a:lnTo>
                    <a:pt x="17526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4" name="object 524"/>
            <p:cNvSpPr/>
            <p:nvPr/>
          </p:nvSpPr>
          <p:spPr>
            <a:xfrm>
              <a:off x="5136642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5" name="object 525"/>
            <p:cNvSpPr/>
            <p:nvPr/>
          </p:nvSpPr>
          <p:spPr>
            <a:xfrm>
              <a:off x="5136642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6" name="object 526"/>
            <p:cNvSpPr/>
            <p:nvPr/>
          </p:nvSpPr>
          <p:spPr>
            <a:xfrm>
              <a:off x="5142738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7" name="object 527"/>
            <p:cNvSpPr/>
            <p:nvPr/>
          </p:nvSpPr>
          <p:spPr>
            <a:xfrm>
              <a:off x="5141214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8" name="object 528"/>
            <p:cNvSpPr/>
            <p:nvPr/>
          </p:nvSpPr>
          <p:spPr>
            <a:xfrm>
              <a:off x="5173980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9" name="object 529"/>
            <p:cNvSpPr/>
            <p:nvPr/>
          </p:nvSpPr>
          <p:spPr>
            <a:xfrm>
              <a:off x="5172456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0" name="object 530"/>
            <p:cNvSpPr/>
            <p:nvPr/>
          </p:nvSpPr>
          <p:spPr>
            <a:xfrm>
              <a:off x="5203698" y="6654545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4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1" name="object 531"/>
            <p:cNvSpPr/>
            <p:nvPr/>
          </p:nvSpPr>
          <p:spPr>
            <a:xfrm>
              <a:off x="5205222" y="6654545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2" name="object 532"/>
            <p:cNvSpPr/>
            <p:nvPr/>
          </p:nvSpPr>
          <p:spPr>
            <a:xfrm>
              <a:off x="5233416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3" name="object 533"/>
            <p:cNvSpPr/>
            <p:nvPr/>
          </p:nvSpPr>
          <p:spPr>
            <a:xfrm>
              <a:off x="5233416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4" name="object 534"/>
            <p:cNvSpPr/>
            <p:nvPr/>
          </p:nvSpPr>
          <p:spPr>
            <a:xfrm>
              <a:off x="5239512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5" name="object 535"/>
            <p:cNvSpPr/>
            <p:nvPr/>
          </p:nvSpPr>
          <p:spPr>
            <a:xfrm>
              <a:off x="5237988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6" name="object 536"/>
            <p:cNvSpPr/>
            <p:nvPr/>
          </p:nvSpPr>
          <p:spPr>
            <a:xfrm>
              <a:off x="5270754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7" name="object 537"/>
            <p:cNvSpPr/>
            <p:nvPr/>
          </p:nvSpPr>
          <p:spPr>
            <a:xfrm>
              <a:off x="5269230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8" name="object 538"/>
            <p:cNvSpPr/>
            <p:nvPr/>
          </p:nvSpPr>
          <p:spPr>
            <a:xfrm>
              <a:off x="5300472" y="6654545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4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9" name="object 539"/>
            <p:cNvSpPr/>
            <p:nvPr/>
          </p:nvSpPr>
          <p:spPr>
            <a:xfrm>
              <a:off x="5301996" y="6654545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0" name="object 540"/>
            <p:cNvSpPr/>
            <p:nvPr/>
          </p:nvSpPr>
          <p:spPr>
            <a:xfrm>
              <a:off x="5361432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1" name="object 541"/>
            <p:cNvSpPr/>
            <p:nvPr/>
          </p:nvSpPr>
          <p:spPr>
            <a:xfrm>
              <a:off x="5361432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2" name="object 542"/>
            <p:cNvSpPr/>
            <p:nvPr/>
          </p:nvSpPr>
          <p:spPr>
            <a:xfrm>
              <a:off x="5366766" y="6654545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3" name="object 543"/>
            <p:cNvSpPr/>
            <p:nvPr/>
          </p:nvSpPr>
          <p:spPr>
            <a:xfrm>
              <a:off x="5366004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4" name="object 544"/>
            <p:cNvSpPr/>
            <p:nvPr/>
          </p:nvSpPr>
          <p:spPr>
            <a:xfrm>
              <a:off x="5398770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5" name="object 545"/>
            <p:cNvSpPr/>
            <p:nvPr/>
          </p:nvSpPr>
          <p:spPr>
            <a:xfrm>
              <a:off x="5397246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6" name="object 546"/>
            <p:cNvSpPr/>
            <p:nvPr/>
          </p:nvSpPr>
          <p:spPr>
            <a:xfrm>
              <a:off x="5428488" y="6654545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4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7" name="object 547"/>
            <p:cNvSpPr/>
            <p:nvPr/>
          </p:nvSpPr>
          <p:spPr>
            <a:xfrm>
              <a:off x="5430012" y="6654545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8" name="object 548"/>
            <p:cNvSpPr/>
            <p:nvPr/>
          </p:nvSpPr>
          <p:spPr>
            <a:xfrm>
              <a:off x="5458206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9" name="object 549"/>
            <p:cNvSpPr/>
            <p:nvPr/>
          </p:nvSpPr>
          <p:spPr>
            <a:xfrm>
              <a:off x="5458206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0" name="object 550"/>
            <p:cNvSpPr/>
            <p:nvPr/>
          </p:nvSpPr>
          <p:spPr>
            <a:xfrm>
              <a:off x="5463540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1" name="object 551"/>
            <p:cNvSpPr/>
            <p:nvPr/>
          </p:nvSpPr>
          <p:spPr>
            <a:xfrm>
              <a:off x="5462016" y="6654545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2" name="object 552"/>
            <p:cNvSpPr/>
            <p:nvPr/>
          </p:nvSpPr>
          <p:spPr>
            <a:xfrm>
              <a:off x="5494782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3" name="object 553"/>
            <p:cNvSpPr/>
            <p:nvPr/>
          </p:nvSpPr>
          <p:spPr>
            <a:xfrm>
              <a:off x="5493258" y="6654545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4" name="object 554"/>
            <p:cNvSpPr/>
            <p:nvPr/>
          </p:nvSpPr>
          <p:spPr>
            <a:xfrm>
              <a:off x="5524500" y="6654545"/>
              <a:ext cx="19050" cy="10160"/>
            </a:xfrm>
            <a:custGeom>
              <a:avLst/>
              <a:gdLst/>
              <a:ahLst/>
              <a:cxnLst/>
              <a:rect l="l" t="t" r="r" b="b"/>
              <a:pathLst>
                <a:path w="19050" h="10159">
                  <a:moveTo>
                    <a:pt x="0" y="0"/>
                  </a:moveTo>
                  <a:lnTo>
                    <a:pt x="19050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5" name="object 555"/>
            <p:cNvSpPr/>
            <p:nvPr/>
          </p:nvSpPr>
          <p:spPr>
            <a:xfrm>
              <a:off x="5526024" y="6654545"/>
              <a:ext cx="17780" cy="9525"/>
            </a:xfrm>
            <a:custGeom>
              <a:avLst/>
              <a:gdLst/>
              <a:ahLst/>
              <a:cxnLst/>
              <a:rect l="l" t="t" r="r" b="b"/>
              <a:pathLst>
                <a:path w="17779" h="9525">
                  <a:moveTo>
                    <a:pt x="0" y="0"/>
                  </a:moveTo>
                  <a:lnTo>
                    <a:pt x="17526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6" name="object 556"/>
            <p:cNvSpPr/>
            <p:nvPr/>
          </p:nvSpPr>
          <p:spPr>
            <a:xfrm>
              <a:off x="5554980" y="6654545"/>
              <a:ext cx="85090" cy="10795"/>
            </a:xfrm>
            <a:custGeom>
              <a:avLst/>
              <a:gdLst/>
              <a:ahLst/>
              <a:cxnLst/>
              <a:rect l="l" t="t" r="r" b="b"/>
              <a:pathLst>
                <a:path w="85089" h="10795">
                  <a:moveTo>
                    <a:pt x="84582" y="10667"/>
                  </a:moveTo>
                  <a:lnTo>
                    <a:pt x="84582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4582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7" name="object 557"/>
            <p:cNvSpPr/>
            <p:nvPr/>
          </p:nvSpPr>
          <p:spPr>
            <a:xfrm>
              <a:off x="5554980" y="6654545"/>
              <a:ext cx="85090" cy="10795"/>
            </a:xfrm>
            <a:custGeom>
              <a:avLst/>
              <a:gdLst/>
              <a:ahLst/>
              <a:cxnLst/>
              <a:rect l="l" t="t" r="r" b="b"/>
              <a:pathLst>
                <a:path w="85089" h="10795">
                  <a:moveTo>
                    <a:pt x="0" y="0"/>
                  </a:moveTo>
                  <a:lnTo>
                    <a:pt x="0" y="10667"/>
                  </a:lnTo>
                  <a:lnTo>
                    <a:pt x="84582" y="10667"/>
                  </a:lnTo>
                  <a:lnTo>
                    <a:pt x="84582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8" name="object 558"/>
            <p:cNvSpPr/>
            <p:nvPr/>
          </p:nvSpPr>
          <p:spPr>
            <a:xfrm>
              <a:off x="5560314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9" name="object 559"/>
            <p:cNvSpPr/>
            <p:nvPr/>
          </p:nvSpPr>
          <p:spPr>
            <a:xfrm>
              <a:off x="5558790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0" name="object 560"/>
            <p:cNvSpPr/>
            <p:nvPr/>
          </p:nvSpPr>
          <p:spPr>
            <a:xfrm>
              <a:off x="5591556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1" name="object 561"/>
            <p:cNvSpPr/>
            <p:nvPr/>
          </p:nvSpPr>
          <p:spPr>
            <a:xfrm>
              <a:off x="5590032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2" name="object 562"/>
            <p:cNvSpPr/>
            <p:nvPr/>
          </p:nvSpPr>
          <p:spPr>
            <a:xfrm>
              <a:off x="5621274" y="6654545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4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3" name="object 563"/>
            <p:cNvSpPr/>
            <p:nvPr/>
          </p:nvSpPr>
          <p:spPr>
            <a:xfrm>
              <a:off x="5622798" y="6654545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4" name="object 564"/>
            <p:cNvSpPr/>
            <p:nvPr/>
          </p:nvSpPr>
          <p:spPr>
            <a:xfrm>
              <a:off x="5682234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5" name="object 565"/>
            <p:cNvSpPr/>
            <p:nvPr/>
          </p:nvSpPr>
          <p:spPr>
            <a:xfrm>
              <a:off x="5682234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6" name="object 566"/>
            <p:cNvSpPr/>
            <p:nvPr/>
          </p:nvSpPr>
          <p:spPr>
            <a:xfrm>
              <a:off x="5688330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7" name="object 567"/>
            <p:cNvSpPr/>
            <p:nvPr/>
          </p:nvSpPr>
          <p:spPr>
            <a:xfrm>
              <a:off x="5686806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8" name="object 568"/>
            <p:cNvSpPr/>
            <p:nvPr/>
          </p:nvSpPr>
          <p:spPr>
            <a:xfrm>
              <a:off x="5719572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9" name="object 569"/>
            <p:cNvSpPr/>
            <p:nvPr/>
          </p:nvSpPr>
          <p:spPr>
            <a:xfrm>
              <a:off x="5718048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0" name="object 570"/>
            <p:cNvSpPr/>
            <p:nvPr/>
          </p:nvSpPr>
          <p:spPr>
            <a:xfrm>
              <a:off x="5749290" y="6654545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4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1" name="object 571"/>
            <p:cNvSpPr/>
            <p:nvPr/>
          </p:nvSpPr>
          <p:spPr>
            <a:xfrm>
              <a:off x="5750814" y="6654545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2" name="object 572"/>
            <p:cNvSpPr/>
            <p:nvPr/>
          </p:nvSpPr>
          <p:spPr>
            <a:xfrm>
              <a:off x="5779008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3" name="object 573"/>
            <p:cNvSpPr/>
            <p:nvPr/>
          </p:nvSpPr>
          <p:spPr>
            <a:xfrm>
              <a:off x="5779008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4" name="object 574"/>
            <p:cNvSpPr/>
            <p:nvPr/>
          </p:nvSpPr>
          <p:spPr>
            <a:xfrm>
              <a:off x="5785104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5" name="object 575"/>
            <p:cNvSpPr/>
            <p:nvPr/>
          </p:nvSpPr>
          <p:spPr>
            <a:xfrm>
              <a:off x="5783580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6" name="object 576"/>
            <p:cNvSpPr/>
            <p:nvPr/>
          </p:nvSpPr>
          <p:spPr>
            <a:xfrm>
              <a:off x="5816346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7" name="object 577"/>
            <p:cNvSpPr/>
            <p:nvPr/>
          </p:nvSpPr>
          <p:spPr>
            <a:xfrm>
              <a:off x="5814822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8" name="object 578"/>
            <p:cNvSpPr/>
            <p:nvPr/>
          </p:nvSpPr>
          <p:spPr>
            <a:xfrm>
              <a:off x="5846064" y="6654545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4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9" name="object 579"/>
            <p:cNvSpPr/>
            <p:nvPr/>
          </p:nvSpPr>
          <p:spPr>
            <a:xfrm>
              <a:off x="5847588" y="6654545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0" name="object 580"/>
            <p:cNvSpPr/>
            <p:nvPr/>
          </p:nvSpPr>
          <p:spPr>
            <a:xfrm>
              <a:off x="5875782" y="6654545"/>
              <a:ext cx="57150" cy="10795"/>
            </a:xfrm>
            <a:custGeom>
              <a:avLst/>
              <a:gdLst/>
              <a:ahLst/>
              <a:cxnLst/>
              <a:rect l="l" t="t" r="r" b="b"/>
              <a:pathLst>
                <a:path w="57150" h="10795">
                  <a:moveTo>
                    <a:pt x="57150" y="10667"/>
                  </a:moveTo>
                  <a:lnTo>
                    <a:pt x="57150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57150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1" name="object 581"/>
            <p:cNvSpPr/>
            <p:nvPr/>
          </p:nvSpPr>
          <p:spPr>
            <a:xfrm>
              <a:off x="5875782" y="6654545"/>
              <a:ext cx="57150" cy="10795"/>
            </a:xfrm>
            <a:custGeom>
              <a:avLst/>
              <a:gdLst/>
              <a:ahLst/>
              <a:cxnLst/>
              <a:rect l="l" t="t" r="r" b="b"/>
              <a:pathLst>
                <a:path w="57150" h="10795">
                  <a:moveTo>
                    <a:pt x="0" y="0"/>
                  </a:moveTo>
                  <a:lnTo>
                    <a:pt x="0" y="10667"/>
                  </a:lnTo>
                  <a:lnTo>
                    <a:pt x="57150" y="10667"/>
                  </a:lnTo>
                  <a:lnTo>
                    <a:pt x="5715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2" name="object 582"/>
            <p:cNvSpPr/>
            <p:nvPr/>
          </p:nvSpPr>
          <p:spPr>
            <a:xfrm>
              <a:off x="5881116" y="6654545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3" name="object 583"/>
            <p:cNvSpPr/>
            <p:nvPr/>
          </p:nvSpPr>
          <p:spPr>
            <a:xfrm>
              <a:off x="5880354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4" name="object 584"/>
            <p:cNvSpPr/>
            <p:nvPr/>
          </p:nvSpPr>
          <p:spPr>
            <a:xfrm>
              <a:off x="5912358" y="6654545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5" name="object 585"/>
            <p:cNvSpPr/>
            <p:nvPr/>
          </p:nvSpPr>
          <p:spPr>
            <a:xfrm>
              <a:off x="5911596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6" name="object 586"/>
            <p:cNvSpPr/>
            <p:nvPr/>
          </p:nvSpPr>
          <p:spPr>
            <a:xfrm>
              <a:off x="6041898" y="6675119"/>
              <a:ext cx="151130" cy="14604"/>
            </a:xfrm>
            <a:custGeom>
              <a:avLst/>
              <a:gdLst/>
              <a:ahLst/>
              <a:cxnLst/>
              <a:rect l="l" t="t" r="r" b="b"/>
              <a:pathLst>
                <a:path w="151129" h="14604">
                  <a:moveTo>
                    <a:pt x="150875" y="14477"/>
                  </a:moveTo>
                  <a:lnTo>
                    <a:pt x="150875" y="0"/>
                  </a:lnTo>
                  <a:lnTo>
                    <a:pt x="0" y="0"/>
                  </a:lnTo>
                  <a:lnTo>
                    <a:pt x="0" y="14477"/>
                  </a:lnTo>
                  <a:lnTo>
                    <a:pt x="150875" y="14477"/>
                  </a:lnTo>
                  <a:close/>
                </a:path>
              </a:pathLst>
            </a:custGeom>
            <a:solidFill>
              <a:srgbClr val="2E74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7" name="object 587"/>
            <p:cNvSpPr/>
            <p:nvPr/>
          </p:nvSpPr>
          <p:spPr>
            <a:xfrm>
              <a:off x="6017514" y="6694944"/>
              <a:ext cx="199390" cy="6985"/>
            </a:xfrm>
            <a:custGeom>
              <a:avLst/>
              <a:gdLst/>
              <a:ahLst/>
              <a:cxnLst/>
              <a:rect l="l" t="t" r="r" b="b"/>
              <a:pathLst>
                <a:path w="199389" h="6984">
                  <a:moveTo>
                    <a:pt x="11417" y="0"/>
                  </a:moveTo>
                  <a:lnTo>
                    <a:pt x="0" y="0"/>
                  </a:lnTo>
                  <a:lnTo>
                    <a:pt x="0" y="6858"/>
                  </a:lnTo>
                  <a:lnTo>
                    <a:pt x="11417" y="6858"/>
                  </a:lnTo>
                  <a:lnTo>
                    <a:pt x="11417" y="0"/>
                  </a:lnTo>
                  <a:close/>
                </a:path>
                <a:path w="199389" h="6984">
                  <a:moveTo>
                    <a:pt x="27419" y="0"/>
                  </a:moveTo>
                  <a:lnTo>
                    <a:pt x="16002" y="0"/>
                  </a:lnTo>
                  <a:lnTo>
                    <a:pt x="16002" y="6858"/>
                  </a:lnTo>
                  <a:lnTo>
                    <a:pt x="27419" y="6858"/>
                  </a:lnTo>
                  <a:lnTo>
                    <a:pt x="27419" y="0"/>
                  </a:lnTo>
                  <a:close/>
                </a:path>
                <a:path w="199389" h="6984">
                  <a:moveTo>
                    <a:pt x="198882" y="0"/>
                  </a:moveTo>
                  <a:lnTo>
                    <a:pt x="188214" y="0"/>
                  </a:lnTo>
                  <a:lnTo>
                    <a:pt x="188214" y="6858"/>
                  </a:lnTo>
                  <a:lnTo>
                    <a:pt x="198882" y="6858"/>
                  </a:lnTo>
                  <a:lnTo>
                    <a:pt x="19888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8" name="object 588"/>
            <p:cNvSpPr/>
            <p:nvPr/>
          </p:nvSpPr>
          <p:spPr>
            <a:xfrm>
              <a:off x="6064758" y="6698361"/>
              <a:ext cx="136525" cy="0"/>
            </a:xfrm>
            <a:custGeom>
              <a:avLst/>
              <a:gdLst/>
              <a:ahLst/>
              <a:cxnLst/>
              <a:rect l="l" t="t" r="r" b="b"/>
              <a:pathLst>
                <a:path w="136525">
                  <a:moveTo>
                    <a:pt x="0" y="0"/>
                  </a:moveTo>
                  <a:lnTo>
                    <a:pt x="136397" y="0"/>
                  </a:lnTo>
                </a:path>
              </a:pathLst>
            </a:custGeom>
            <a:ln w="6858">
              <a:solidFill>
                <a:srgbClr val="40404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9" name="object 589"/>
            <p:cNvSpPr/>
            <p:nvPr/>
          </p:nvSpPr>
          <p:spPr>
            <a:xfrm>
              <a:off x="6048756" y="6673608"/>
              <a:ext cx="136525" cy="28575"/>
            </a:xfrm>
            <a:custGeom>
              <a:avLst/>
              <a:gdLst/>
              <a:ahLst/>
              <a:cxnLst/>
              <a:rect l="l" t="t" r="r" b="b"/>
              <a:pathLst>
                <a:path w="136525" h="28575">
                  <a:moveTo>
                    <a:pt x="11417" y="21336"/>
                  </a:moveTo>
                  <a:lnTo>
                    <a:pt x="0" y="21336"/>
                  </a:lnTo>
                  <a:lnTo>
                    <a:pt x="0" y="28194"/>
                  </a:lnTo>
                  <a:lnTo>
                    <a:pt x="11417" y="28194"/>
                  </a:lnTo>
                  <a:lnTo>
                    <a:pt x="11417" y="21336"/>
                  </a:lnTo>
                  <a:close/>
                </a:path>
                <a:path w="136525" h="28575">
                  <a:moveTo>
                    <a:pt x="11417" y="10668"/>
                  </a:moveTo>
                  <a:lnTo>
                    <a:pt x="0" y="10668"/>
                  </a:lnTo>
                  <a:lnTo>
                    <a:pt x="0" y="17526"/>
                  </a:lnTo>
                  <a:lnTo>
                    <a:pt x="11417" y="17526"/>
                  </a:lnTo>
                  <a:lnTo>
                    <a:pt x="11417" y="10668"/>
                  </a:lnTo>
                  <a:close/>
                </a:path>
                <a:path w="136525" h="28575">
                  <a:moveTo>
                    <a:pt x="11417" y="0"/>
                  </a:moveTo>
                  <a:lnTo>
                    <a:pt x="0" y="0"/>
                  </a:lnTo>
                  <a:lnTo>
                    <a:pt x="0" y="6845"/>
                  </a:lnTo>
                  <a:lnTo>
                    <a:pt x="11417" y="6845"/>
                  </a:lnTo>
                  <a:lnTo>
                    <a:pt x="11417" y="0"/>
                  </a:lnTo>
                  <a:close/>
                </a:path>
                <a:path w="136525" h="28575">
                  <a:moveTo>
                    <a:pt x="27419" y="10668"/>
                  </a:moveTo>
                  <a:lnTo>
                    <a:pt x="16002" y="10668"/>
                  </a:lnTo>
                  <a:lnTo>
                    <a:pt x="16002" y="17526"/>
                  </a:lnTo>
                  <a:lnTo>
                    <a:pt x="27419" y="17526"/>
                  </a:lnTo>
                  <a:lnTo>
                    <a:pt x="27419" y="10668"/>
                  </a:lnTo>
                  <a:close/>
                </a:path>
                <a:path w="136525" h="28575">
                  <a:moveTo>
                    <a:pt x="27419" y="0"/>
                  </a:moveTo>
                  <a:lnTo>
                    <a:pt x="16002" y="0"/>
                  </a:lnTo>
                  <a:lnTo>
                    <a:pt x="16002" y="6845"/>
                  </a:lnTo>
                  <a:lnTo>
                    <a:pt x="27419" y="6845"/>
                  </a:lnTo>
                  <a:lnTo>
                    <a:pt x="27419" y="0"/>
                  </a:lnTo>
                  <a:close/>
                </a:path>
                <a:path w="136525" h="28575">
                  <a:moveTo>
                    <a:pt x="42672" y="10668"/>
                  </a:moveTo>
                  <a:lnTo>
                    <a:pt x="31242" y="10668"/>
                  </a:lnTo>
                  <a:lnTo>
                    <a:pt x="31242" y="17526"/>
                  </a:lnTo>
                  <a:lnTo>
                    <a:pt x="42672" y="17526"/>
                  </a:lnTo>
                  <a:lnTo>
                    <a:pt x="42672" y="10668"/>
                  </a:lnTo>
                  <a:close/>
                </a:path>
                <a:path w="136525" h="28575">
                  <a:moveTo>
                    <a:pt x="42672" y="0"/>
                  </a:moveTo>
                  <a:lnTo>
                    <a:pt x="31242" y="0"/>
                  </a:lnTo>
                  <a:lnTo>
                    <a:pt x="31242" y="6845"/>
                  </a:lnTo>
                  <a:lnTo>
                    <a:pt x="42672" y="6845"/>
                  </a:lnTo>
                  <a:lnTo>
                    <a:pt x="42672" y="0"/>
                  </a:lnTo>
                  <a:close/>
                </a:path>
                <a:path w="136525" h="28575">
                  <a:moveTo>
                    <a:pt x="58661" y="10668"/>
                  </a:moveTo>
                  <a:lnTo>
                    <a:pt x="47244" y="10668"/>
                  </a:lnTo>
                  <a:lnTo>
                    <a:pt x="47244" y="17526"/>
                  </a:lnTo>
                  <a:lnTo>
                    <a:pt x="58661" y="17526"/>
                  </a:lnTo>
                  <a:lnTo>
                    <a:pt x="58661" y="10668"/>
                  </a:lnTo>
                  <a:close/>
                </a:path>
                <a:path w="136525" h="28575">
                  <a:moveTo>
                    <a:pt x="58661" y="0"/>
                  </a:moveTo>
                  <a:lnTo>
                    <a:pt x="47244" y="0"/>
                  </a:lnTo>
                  <a:lnTo>
                    <a:pt x="47244" y="6845"/>
                  </a:lnTo>
                  <a:lnTo>
                    <a:pt x="58661" y="6845"/>
                  </a:lnTo>
                  <a:lnTo>
                    <a:pt x="58661" y="0"/>
                  </a:lnTo>
                  <a:close/>
                </a:path>
                <a:path w="136525" h="28575">
                  <a:moveTo>
                    <a:pt x="73901" y="10668"/>
                  </a:moveTo>
                  <a:lnTo>
                    <a:pt x="62484" y="10668"/>
                  </a:lnTo>
                  <a:lnTo>
                    <a:pt x="62484" y="17526"/>
                  </a:lnTo>
                  <a:lnTo>
                    <a:pt x="73901" y="17526"/>
                  </a:lnTo>
                  <a:lnTo>
                    <a:pt x="73901" y="10668"/>
                  </a:lnTo>
                  <a:close/>
                </a:path>
                <a:path w="136525" h="28575">
                  <a:moveTo>
                    <a:pt x="73901" y="0"/>
                  </a:moveTo>
                  <a:lnTo>
                    <a:pt x="62484" y="0"/>
                  </a:lnTo>
                  <a:lnTo>
                    <a:pt x="62484" y="6845"/>
                  </a:lnTo>
                  <a:lnTo>
                    <a:pt x="73901" y="6845"/>
                  </a:lnTo>
                  <a:lnTo>
                    <a:pt x="73901" y="0"/>
                  </a:lnTo>
                  <a:close/>
                </a:path>
                <a:path w="136525" h="28575">
                  <a:moveTo>
                    <a:pt x="89903" y="10668"/>
                  </a:moveTo>
                  <a:lnTo>
                    <a:pt x="78486" y="10668"/>
                  </a:lnTo>
                  <a:lnTo>
                    <a:pt x="78486" y="17526"/>
                  </a:lnTo>
                  <a:lnTo>
                    <a:pt x="89903" y="17526"/>
                  </a:lnTo>
                  <a:lnTo>
                    <a:pt x="89903" y="10668"/>
                  </a:lnTo>
                  <a:close/>
                </a:path>
                <a:path w="136525" h="28575">
                  <a:moveTo>
                    <a:pt x="89903" y="0"/>
                  </a:moveTo>
                  <a:lnTo>
                    <a:pt x="78486" y="0"/>
                  </a:lnTo>
                  <a:lnTo>
                    <a:pt x="78486" y="6845"/>
                  </a:lnTo>
                  <a:lnTo>
                    <a:pt x="89903" y="6845"/>
                  </a:lnTo>
                  <a:lnTo>
                    <a:pt x="89903" y="0"/>
                  </a:lnTo>
                  <a:close/>
                </a:path>
                <a:path w="136525" h="28575">
                  <a:moveTo>
                    <a:pt x="105143" y="10668"/>
                  </a:moveTo>
                  <a:lnTo>
                    <a:pt x="93726" y="10668"/>
                  </a:lnTo>
                  <a:lnTo>
                    <a:pt x="93726" y="17526"/>
                  </a:lnTo>
                  <a:lnTo>
                    <a:pt x="105143" y="17526"/>
                  </a:lnTo>
                  <a:lnTo>
                    <a:pt x="105143" y="10668"/>
                  </a:lnTo>
                  <a:close/>
                </a:path>
                <a:path w="136525" h="28575">
                  <a:moveTo>
                    <a:pt x="105143" y="0"/>
                  </a:moveTo>
                  <a:lnTo>
                    <a:pt x="93726" y="0"/>
                  </a:lnTo>
                  <a:lnTo>
                    <a:pt x="93726" y="6845"/>
                  </a:lnTo>
                  <a:lnTo>
                    <a:pt x="105143" y="6845"/>
                  </a:lnTo>
                  <a:lnTo>
                    <a:pt x="105143" y="0"/>
                  </a:lnTo>
                  <a:close/>
                </a:path>
                <a:path w="136525" h="28575">
                  <a:moveTo>
                    <a:pt x="121145" y="10668"/>
                  </a:moveTo>
                  <a:lnTo>
                    <a:pt x="109728" y="10668"/>
                  </a:lnTo>
                  <a:lnTo>
                    <a:pt x="109728" y="17526"/>
                  </a:lnTo>
                  <a:lnTo>
                    <a:pt x="121145" y="17526"/>
                  </a:lnTo>
                  <a:lnTo>
                    <a:pt x="121145" y="10668"/>
                  </a:lnTo>
                  <a:close/>
                </a:path>
                <a:path w="136525" h="28575">
                  <a:moveTo>
                    <a:pt x="121145" y="0"/>
                  </a:moveTo>
                  <a:lnTo>
                    <a:pt x="109728" y="0"/>
                  </a:lnTo>
                  <a:lnTo>
                    <a:pt x="109728" y="6845"/>
                  </a:lnTo>
                  <a:lnTo>
                    <a:pt x="121145" y="6845"/>
                  </a:lnTo>
                  <a:lnTo>
                    <a:pt x="121145" y="0"/>
                  </a:lnTo>
                  <a:close/>
                </a:path>
                <a:path w="136525" h="28575">
                  <a:moveTo>
                    <a:pt x="136398" y="10668"/>
                  </a:moveTo>
                  <a:lnTo>
                    <a:pt x="124968" y="10668"/>
                  </a:lnTo>
                  <a:lnTo>
                    <a:pt x="124968" y="17526"/>
                  </a:lnTo>
                  <a:lnTo>
                    <a:pt x="136398" y="17526"/>
                  </a:lnTo>
                  <a:lnTo>
                    <a:pt x="136398" y="10668"/>
                  </a:lnTo>
                  <a:close/>
                </a:path>
                <a:path w="136525" h="28575">
                  <a:moveTo>
                    <a:pt x="136398" y="0"/>
                  </a:moveTo>
                  <a:lnTo>
                    <a:pt x="124968" y="0"/>
                  </a:lnTo>
                  <a:lnTo>
                    <a:pt x="124968" y="6845"/>
                  </a:lnTo>
                  <a:lnTo>
                    <a:pt x="136398" y="6845"/>
                  </a:lnTo>
                  <a:lnTo>
                    <a:pt x="13639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0" name="object 590"/>
            <p:cNvSpPr/>
            <p:nvPr/>
          </p:nvSpPr>
          <p:spPr>
            <a:xfrm>
              <a:off x="6017514" y="6694931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29" y="6858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1" name="object 591"/>
            <p:cNvSpPr/>
            <p:nvPr/>
          </p:nvSpPr>
          <p:spPr>
            <a:xfrm>
              <a:off x="6033516" y="6694931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29" y="6858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2" name="object 592"/>
            <p:cNvSpPr/>
            <p:nvPr/>
          </p:nvSpPr>
          <p:spPr>
            <a:xfrm>
              <a:off x="6205728" y="6694931"/>
              <a:ext cx="10795" cy="6985"/>
            </a:xfrm>
            <a:custGeom>
              <a:avLst/>
              <a:gdLst/>
              <a:ahLst/>
              <a:cxnLst/>
              <a:rect l="l" t="t" r="r" b="b"/>
              <a:pathLst>
                <a:path w="10795" h="6984">
                  <a:moveTo>
                    <a:pt x="0" y="0"/>
                  </a:moveTo>
                  <a:lnTo>
                    <a:pt x="0" y="6858"/>
                  </a:lnTo>
                  <a:lnTo>
                    <a:pt x="10668" y="6858"/>
                  </a:lnTo>
                  <a:lnTo>
                    <a:pt x="10668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3" name="object 593"/>
            <p:cNvSpPr/>
            <p:nvPr/>
          </p:nvSpPr>
          <p:spPr>
            <a:xfrm>
              <a:off x="6048756" y="6684263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29" y="6858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4" name="object 594"/>
            <p:cNvSpPr/>
            <p:nvPr/>
          </p:nvSpPr>
          <p:spPr>
            <a:xfrm>
              <a:off x="6048756" y="6673595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7"/>
                  </a:lnTo>
                  <a:lnTo>
                    <a:pt x="11429" y="6857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5" name="object 595"/>
            <p:cNvSpPr/>
            <p:nvPr/>
          </p:nvSpPr>
          <p:spPr>
            <a:xfrm>
              <a:off x="6048756" y="6694931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29" y="6858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6" name="object 596"/>
            <p:cNvSpPr/>
            <p:nvPr/>
          </p:nvSpPr>
          <p:spPr>
            <a:xfrm>
              <a:off x="6173724" y="6684263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30" y="6858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7" name="object 597"/>
            <p:cNvSpPr/>
            <p:nvPr/>
          </p:nvSpPr>
          <p:spPr>
            <a:xfrm>
              <a:off x="6173724" y="6673595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7"/>
                  </a:lnTo>
                  <a:lnTo>
                    <a:pt x="11430" y="6857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8" name="object 598"/>
            <p:cNvSpPr/>
            <p:nvPr/>
          </p:nvSpPr>
          <p:spPr>
            <a:xfrm>
              <a:off x="6158484" y="6684263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29" y="6858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9" name="object 599"/>
            <p:cNvSpPr/>
            <p:nvPr/>
          </p:nvSpPr>
          <p:spPr>
            <a:xfrm>
              <a:off x="6158484" y="6673595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7"/>
                  </a:lnTo>
                  <a:lnTo>
                    <a:pt x="11429" y="6857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0" name="object 600"/>
            <p:cNvSpPr/>
            <p:nvPr/>
          </p:nvSpPr>
          <p:spPr>
            <a:xfrm>
              <a:off x="6142482" y="6684263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29" y="6858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1" name="object 601"/>
            <p:cNvSpPr/>
            <p:nvPr/>
          </p:nvSpPr>
          <p:spPr>
            <a:xfrm>
              <a:off x="6142482" y="6673595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7"/>
                  </a:lnTo>
                  <a:lnTo>
                    <a:pt x="11429" y="6857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2" name="object 602"/>
            <p:cNvSpPr/>
            <p:nvPr/>
          </p:nvSpPr>
          <p:spPr>
            <a:xfrm>
              <a:off x="6127242" y="6684263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29" y="6858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3" name="object 603"/>
            <p:cNvSpPr/>
            <p:nvPr/>
          </p:nvSpPr>
          <p:spPr>
            <a:xfrm>
              <a:off x="6127242" y="6673595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7"/>
                  </a:lnTo>
                  <a:lnTo>
                    <a:pt x="11429" y="6857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4" name="object 604"/>
            <p:cNvSpPr/>
            <p:nvPr/>
          </p:nvSpPr>
          <p:spPr>
            <a:xfrm>
              <a:off x="6111240" y="6684263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29" y="6858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5" name="object 605"/>
            <p:cNvSpPr/>
            <p:nvPr/>
          </p:nvSpPr>
          <p:spPr>
            <a:xfrm>
              <a:off x="6111240" y="6673595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7"/>
                  </a:lnTo>
                  <a:lnTo>
                    <a:pt x="11429" y="6857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6" name="object 606"/>
            <p:cNvSpPr/>
            <p:nvPr/>
          </p:nvSpPr>
          <p:spPr>
            <a:xfrm>
              <a:off x="6096000" y="6684263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29" y="6858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7" name="object 607"/>
            <p:cNvSpPr/>
            <p:nvPr/>
          </p:nvSpPr>
          <p:spPr>
            <a:xfrm>
              <a:off x="6096000" y="6673595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7"/>
                  </a:lnTo>
                  <a:lnTo>
                    <a:pt x="11429" y="6857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8" name="object 608"/>
            <p:cNvSpPr/>
            <p:nvPr/>
          </p:nvSpPr>
          <p:spPr>
            <a:xfrm>
              <a:off x="6079998" y="6684263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30" y="6858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9" name="object 609"/>
            <p:cNvSpPr/>
            <p:nvPr/>
          </p:nvSpPr>
          <p:spPr>
            <a:xfrm>
              <a:off x="6079998" y="6673595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7"/>
                  </a:lnTo>
                  <a:lnTo>
                    <a:pt x="11430" y="6857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0" name="object 610"/>
            <p:cNvSpPr/>
            <p:nvPr/>
          </p:nvSpPr>
          <p:spPr>
            <a:xfrm>
              <a:off x="6064758" y="6684263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29" y="6858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1" name="object 611"/>
            <p:cNvSpPr/>
            <p:nvPr/>
          </p:nvSpPr>
          <p:spPr>
            <a:xfrm>
              <a:off x="6064758" y="6673595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7"/>
                  </a:lnTo>
                  <a:lnTo>
                    <a:pt x="11429" y="6857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2" name="object 612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5977128" y="6672071"/>
              <a:ext cx="30479" cy="16002"/>
            </a:xfrm>
            <a:prstGeom prst="rect">
              <a:avLst/>
            </a:prstGeom>
          </p:spPr>
        </p:pic>
        <p:pic>
          <p:nvPicPr>
            <p:cNvPr id="613" name="object 613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4761738" y="6652259"/>
              <a:ext cx="222503" cy="22860"/>
            </a:xfrm>
            <a:prstGeom prst="rect">
              <a:avLst/>
            </a:prstGeom>
          </p:spPr>
        </p:pic>
        <p:sp>
          <p:nvSpPr>
            <p:cNvPr id="614" name="object 614"/>
            <p:cNvSpPr/>
            <p:nvPr/>
          </p:nvSpPr>
          <p:spPr>
            <a:xfrm>
              <a:off x="5980938" y="6672071"/>
              <a:ext cx="25400" cy="16510"/>
            </a:xfrm>
            <a:custGeom>
              <a:avLst/>
              <a:gdLst/>
              <a:ahLst/>
              <a:cxnLst/>
              <a:rect l="l" t="t" r="r" b="b"/>
              <a:pathLst>
                <a:path w="25400" h="16509">
                  <a:moveTo>
                    <a:pt x="21336" y="12953"/>
                  </a:moveTo>
                  <a:lnTo>
                    <a:pt x="25146" y="9905"/>
                  </a:lnTo>
                  <a:lnTo>
                    <a:pt x="25146" y="5333"/>
                  </a:lnTo>
                  <a:lnTo>
                    <a:pt x="20574" y="2285"/>
                  </a:lnTo>
                  <a:lnTo>
                    <a:pt x="16002" y="0"/>
                  </a:lnTo>
                  <a:lnTo>
                    <a:pt x="9144" y="0"/>
                  </a:lnTo>
                  <a:lnTo>
                    <a:pt x="4572" y="3047"/>
                  </a:lnTo>
                  <a:lnTo>
                    <a:pt x="0" y="5333"/>
                  </a:lnTo>
                  <a:lnTo>
                    <a:pt x="0" y="9905"/>
                  </a:lnTo>
                  <a:lnTo>
                    <a:pt x="4572" y="12953"/>
                  </a:lnTo>
                  <a:lnTo>
                    <a:pt x="9144" y="16001"/>
                  </a:lnTo>
                  <a:lnTo>
                    <a:pt x="16764" y="16001"/>
                  </a:lnTo>
                  <a:lnTo>
                    <a:pt x="21336" y="12953"/>
                  </a:lnTo>
                  <a:close/>
                </a:path>
              </a:pathLst>
            </a:custGeom>
            <a:ln w="3175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5" name="object 615"/>
            <p:cNvSpPr/>
            <p:nvPr/>
          </p:nvSpPr>
          <p:spPr>
            <a:xfrm>
              <a:off x="5989320" y="6676643"/>
              <a:ext cx="9525" cy="6350"/>
            </a:xfrm>
            <a:custGeom>
              <a:avLst/>
              <a:gdLst/>
              <a:ahLst/>
              <a:cxnLst/>
              <a:rect l="l" t="t" r="r" b="b"/>
              <a:pathLst>
                <a:path w="9525" h="6350">
                  <a:moveTo>
                    <a:pt x="9144" y="6096"/>
                  </a:moveTo>
                  <a:lnTo>
                    <a:pt x="0" y="0"/>
                  </a:lnTo>
                </a:path>
              </a:pathLst>
            </a:custGeom>
            <a:ln w="3937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6" name="object 616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6227826" y="6672071"/>
              <a:ext cx="30479" cy="16002"/>
            </a:xfrm>
            <a:prstGeom prst="rect">
              <a:avLst/>
            </a:prstGeom>
          </p:spPr>
        </p:pic>
        <p:sp>
          <p:nvSpPr>
            <p:cNvPr id="617" name="object 617"/>
            <p:cNvSpPr/>
            <p:nvPr/>
          </p:nvSpPr>
          <p:spPr>
            <a:xfrm>
              <a:off x="5987034" y="6675119"/>
              <a:ext cx="13970" cy="9525"/>
            </a:xfrm>
            <a:custGeom>
              <a:avLst/>
              <a:gdLst/>
              <a:ahLst/>
              <a:cxnLst/>
              <a:rect l="l" t="t" r="r" b="b"/>
              <a:pathLst>
                <a:path w="13970" h="9525">
                  <a:moveTo>
                    <a:pt x="0" y="9144"/>
                  </a:moveTo>
                  <a:lnTo>
                    <a:pt x="13716" y="0"/>
                  </a:lnTo>
                </a:path>
              </a:pathLst>
            </a:custGeom>
            <a:ln w="3937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8" name="object 618"/>
            <p:cNvSpPr/>
            <p:nvPr/>
          </p:nvSpPr>
          <p:spPr>
            <a:xfrm>
              <a:off x="6227826" y="6672071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5" h="16509">
                  <a:moveTo>
                    <a:pt x="21336" y="12953"/>
                  </a:moveTo>
                  <a:lnTo>
                    <a:pt x="25908" y="9905"/>
                  </a:lnTo>
                  <a:lnTo>
                    <a:pt x="25146" y="5333"/>
                  </a:lnTo>
                  <a:lnTo>
                    <a:pt x="20574" y="2285"/>
                  </a:lnTo>
                  <a:lnTo>
                    <a:pt x="16002" y="0"/>
                  </a:lnTo>
                  <a:lnTo>
                    <a:pt x="9144" y="0"/>
                  </a:lnTo>
                  <a:lnTo>
                    <a:pt x="4572" y="3047"/>
                  </a:lnTo>
                  <a:lnTo>
                    <a:pt x="0" y="5333"/>
                  </a:lnTo>
                  <a:lnTo>
                    <a:pt x="762" y="9905"/>
                  </a:lnTo>
                  <a:lnTo>
                    <a:pt x="4572" y="12953"/>
                  </a:lnTo>
                  <a:lnTo>
                    <a:pt x="9144" y="16001"/>
                  </a:lnTo>
                  <a:lnTo>
                    <a:pt x="16764" y="15239"/>
                  </a:lnTo>
                  <a:lnTo>
                    <a:pt x="21336" y="12953"/>
                  </a:lnTo>
                  <a:close/>
                </a:path>
              </a:pathLst>
            </a:custGeom>
            <a:ln w="3175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9" name="object 619"/>
            <p:cNvSpPr/>
            <p:nvPr/>
          </p:nvSpPr>
          <p:spPr>
            <a:xfrm>
              <a:off x="6236208" y="6676643"/>
              <a:ext cx="9525" cy="6350"/>
            </a:xfrm>
            <a:custGeom>
              <a:avLst/>
              <a:gdLst/>
              <a:ahLst/>
              <a:cxnLst/>
              <a:rect l="l" t="t" r="r" b="b"/>
              <a:pathLst>
                <a:path w="9525" h="6350">
                  <a:moveTo>
                    <a:pt x="9144" y="6096"/>
                  </a:moveTo>
                  <a:lnTo>
                    <a:pt x="0" y="0"/>
                  </a:lnTo>
                </a:path>
              </a:pathLst>
            </a:custGeom>
            <a:ln w="3937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0" name="object 620"/>
            <p:cNvSpPr/>
            <p:nvPr/>
          </p:nvSpPr>
          <p:spPr>
            <a:xfrm>
              <a:off x="6233922" y="6675119"/>
              <a:ext cx="13970" cy="9525"/>
            </a:xfrm>
            <a:custGeom>
              <a:avLst/>
              <a:gdLst/>
              <a:ahLst/>
              <a:cxnLst/>
              <a:rect l="l" t="t" r="r" b="b"/>
              <a:pathLst>
                <a:path w="13970" h="9525">
                  <a:moveTo>
                    <a:pt x="0" y="9144"/>
                  </a:moveTo>
                  <a:lnTo>
                    <a:pt x="13716" y="0"/>
                  </a:lnTo>
                </a:path>
              </a:pathLst>
            </a:custGeom>
            <a:ln w="3937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1" name="object 621"/>
            <p:cNvSpPr/>
            <p:nvPr/>
          </p:nvSpPr>
          <p:spPr>
            <a:xfrm>
              <a:off x="4760214" y="6656831"/>
              <a:ext cx="27940" cy="8890"/>
            </a:xfrm>
            <a:custGeom>
              <a:avLst/>
              <a:gdLst/>
              <a:ahLst/>
              <a:cxnLst/>
              <a:rect l="l" t="t" r="r" b="b"/>
              <a:pathLst>
                <a:path w="27939" h="8890">
                  <a:moveTo>
                    <a:pt x="27432" y="7619"/>
                  </a:moveTo>
                  <a:lnTo>
                    <a:pt x="27432" y="4571"/>
                  </a:lnTo>
                  <a:lnTo>
                    <a:pt x="25908" y="3809"/>
                  </a:lnTo>
                  <a:lnTo>
                    <a:pt x="25908" y="761"/>
                  </a:lnTo>
                  <a:lnTo>
                    <a:pt x="25146" y="0"/>
                  </a:lnTo>
                  <a:lnTo>
                    <a:pt x="2286" y="0"/>
                  </a:lnTo>
                  <a:lnTo>
                    <a:pt x="1524" y="761"/>
                  </a:lnTo>
                  <a:lnTo>
                    <a:pt x="1524" y="3809"/>
                  </a:lnTo>
                  <a:lnTo>
                    <a:pt x="0" y="4571"/>
                  </a:lnTo>
                  <a:lnTo>
                    <a:pt x="0" y="7619"/>
                  </a:lnTo>
                  <a:lnTo>
                    <a:pt x="762" y="8381"/>
                  </a:lnTo>
                  <a:lnTo>
                    <a:pt x="26670" y="8381"/>
                  </a:lnTo>
                  <a:lnTo>
                    <a:pt x="27432" y="7619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2" name="object 622"/>
            <p:cNvSpPr/>
            <p:nvPr/>
          </p:nvSpPr>
          <p:spPr>
            <a:xfrm>
              <a:off x="4760214" y="6656831"/>
              <a:ext cx="27940" cy="8890"/>
            </a:xfrm>
            <a:custGeom>
              <a:avLst/>
              <a:gdLst/>
              <a:ahLst/>
              <a:cxnLst/>
              <a:rect l="l" t="t" r="r" b="b"/>
              <a:pathLst>
                <a:path w="27939" h="8890">
                  <a:moveTo>
                    <a:pt x="25908" y="8381"/>
                  </a:moveTo>
                  <a:lnTo>
                    <a:pt x="1524" y="8381"/>
                  </a:lnTo>
                  <a:lnTo>
                    <a:pt x="762" y="8381"/>
                  </a:lnTo>
                  <a:lnTo>
                    <a:pt x="0" y="7619"/>
                  </a:lnTo>
                  <a:lnTo>
                    <a:pt x="0" y="6857"/>
                  </a:lnTo>
                  <a:lnTo>
                    <a:pt x="0" y="5333"/>
                  </a:lnTo>
                  <a:lnTo>
                    <a:pt x="0" y="4571"/>
                  </a:lnTo>
                  <a:lnTo>
                    <a:pt x="1524" y="3809"/>
                  </a:lnTo>
                  <a:lnTo>
                    <a:pt x="1524" y="761"/>
                  </a:lnTo>
                  <a:lnTo>
                    <a:pt x="2286" y="0"/>
                  </a:lnTo>
                  <a:lnTo>
                    <a:pt x="3810" y="0"/>
                  </a:lnTo>
                  <a:lnTo>
                    <a:pt x="23622" y="0"/>
                  </a:lnTo>
                  <a:lnTo>
                    <a:pt x="25146" y="0"/>
                  </a:lnTo>
                  <a:lnTo>
                    <a:pt x="25908" y="761"/>
                  </a:lnTo>
                  <a:lnTo>
                    <a:pt x="25908" y="3809"/>
                  </a:lnTo>
                  <a:lnTo>
                    <a:pt x="27432" y="4571"/>
                  </a:lnTo>
                  <a:lnTo>
                    <a:pt x="27432" y="5333"/>
                  </a:lnTo>
                  <a:lnTo>
                    <a:pt x="27432" y="6857"/>
                  </a:lnTo>
                  <a:lnTo>
                    <a:pt x="27432" y="7619"/>
                  </a:lnTo>
                  <a:lnTo>
                    <a:pt x="26670" y="8381"/>
                  </a:lnTo>
                  <a:lnTo>
                    <a:pt x="25908" y="838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3" name="object 623"/>
            <p:cNvSpPr/>
            <p:nvPr/>
          </p:nvSpPr>
          <p:spPr>
            <a:xfrm>
              <a:off x="4760976" y="6656831"/>
              <a:ext cx="26034" cy="7620"/>
            </a:xfrm>
            <a:custGeom>
              <a:avLst/>
              <a:gdLst/>
              <a:ahLst/>
              <a:cxnLst/>
              <a:rect l="l" t="t" r="r" b="b"/>
              <a:pathLst>
                <a:path w="26035" h="7620">
                  <a:moveTo>
                    <a:pt x="25908" y="6858"/>
                  </a:moveTo>
                  <a:lnTo>
                    <a:pt x="25908" y="4572"/>
                  </a:lnTo>
                  <a:lnTo>
                    <a:pt x="25146" y="4572"/>
                  </a:lnTo>
                  <a:lnTo>
                    <a:pt x="24384" y="3810"/>
                  </a:lnTo>
                  <a:lnTo>
                    <a:pt x="24384" y="762"/>
                  </a:lnTo>
                  <a:lnTo>
                    <a:pt x="22860" y="0"/>
                  </a:lnTo>
                  <a:lnTo>
                    <a:pt x="3048" y="0"/>
                  </a:lnTo>
                  <a:lnTo>
                    <a:pt x="2286" y="762"/>
                  </a:lnTo>
                  <a:lnTo>
                    <a:pt x="2286" y="3048"/>
                  </a:lnTo>
                  <a:lnTo>
                    <a:pt x="762" y="4572"/>
                  </a:lnTo>
                  <a:lnTo>
                    <a:pt x="0" y="4572"/>
                  </a:lnTo>
                  <a:lnTo>
                    <a:pt x="0" y="6858"/>
                  </a:lnTo>
                  <a:lnTo>
                    <a:pt x="762" y="7620"/>
                  </a:lnTo>
                  <a:lnTo>
                    <a:pt x="25146" y="7620"/>
                  </a:lnTo>
                  <a:lnTo>
                    <a:pt x="25908" y="6858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4" name="object 624"/>
            <p:cNvSpPr/>
            <p:nvPr/>
          </p:nvSpPr>
          <p:spPr>
            <a:xfrm>
              <a:off x="4760976" y="6656831"/>
              <a:ext cx="26034" cy="7620"/>
            </a:xfrm>
            <a:custGeom>
              <a:avLst/>
              <a:gdLst/>
              <a:ahLst/>
              <a:cxnLst/>
              <a:rect l="l" t="t" r="r" b="b"/>
              <a:pathLst>
                <a:path w="26035" h="7620">
                  <a:moveTo>
                    <a:pt x="23622" y="7620"/>
                  </a:moveTo>
                  <a:lnTo>
                    <a:pt x="2286" y="7620"/>
                  </a:lnTo>
                  <a:lnTo>
                    <a:pt x="762" y="7620"/>
                  </a:lnTo>
                  <a:lnTo>
                    <a:pt x="0" y="6858"/>
                  </a:lnTo>
                  <a:lnTo>
                    <a:pt x="0" y="5334"/>
                  </a:lnTo>
                  <a:lnTo>
                    <a:pt x="0" y="4572"/>
                  </a:lnTo>
                  <a:lnTo>
                    <a:pt x="762" y="4572"/>
                  </a:lnTo>
                  <a:lnTo>
                    <a:pt x="2286" y="3048"/>
                  </a:lnTo>
                  <a:lnTo>
                    <a:pt x="2286" y="1524"/>
                  </a:lnTo>
                  <a:lnTo>
                    <a:pt x="2286" y="762"/>
                  </a:lnTo>
                  <a:lnTo>
                    <a:pt x="3048" y="0"/>
                  </a:lnTo>
                  <a:lnTo>
                    <a:pt x="3810" y="0"/>
                  </a:lnTo>
                  <a:lnTo>
                    <a:pt x="22098" y="0"/>
                  </a:lnTo>
                  <a:lnTo>
                    <a:pt x="22860" y="0"/>
                  </a:lnTo>
                  <a:lnTo>
                    <a:pt x="24384" y="762"/>
                  </a:lnTo>
                  <a:lnTo>
                    <a:pt x="24384" y="1524"/>
                  </a:lnTo>
                  <a:lnTo>
                    <a:pt x="24384" y="3810"/>
                  </a:lnTo>
                  <a:lnTo>
                    <a:pt x="25146" y="4572"/>
                  </a:lnTo>
                  <a:lnTo>
                    <a:pt x="25908" y="4572"/>
                  </a:lnTo>
                  <a:lnTo>
                    <a:pt x="25908" y="5334"/>
                  </a:lnTo>
                  <a:lnTo>
                    <a:pt x="25908" y="6858"/>
                  </a:lnTo>
                  <a:lnTo>
                    <a:pt x="25146" y="7620"/>
                  </a:lnTo>
                  <a:lnTo>
                    <a:pt x="23622" y="762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5" name="object 625"/>
            <p:cNvSpPr/>
            <p:nvPr/>
          </p:nvSpPr>
          <p:spPr>
            <a:xfrm>
              <a:off x="4779264" y="6659117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4">
                  <a:moveTo>
                    <a:pt x="761" y="1524"/>
                  </a:moveTo>
                  <a:lnTo>
                    <a:pt x="761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761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6" name="object 626"/>
            <p:cNvSpPr/>
            <p:nvPr/>
          </p:nvSpPr>
          <p:spPr>
            <a:xfrm>
              <a:off x="4779264" y="6659117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4">
                  <a:moveTo>
                    <a:pt x="761" y="1524"/>
                  </a:moveTo>
                  <a:lnTo>
                    <a:pt x="761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761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7" name="object 627"/>
            <p:cNvSpPr/>
            <p:nvPr/>
          </p:nvSpPr>
          <p:spPr>
            <a:xfrm>
              <a:off x="4779264" y="6659879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0"/>
                  </a:moveTo>
                  <a:lnTo>
                    <a:pt x="0" y="762"/>
                  </a:lnTo>
                  <a:lnTo>
                    <a:pt x="762" y="761"/>
                  </a:ln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8" name="object 628"/>
            <p:cNvSpPr/>
            <p:nvPr/>
          </p:nvSpPr>
          <p:spPr>
            <a:xfrm>
              <a:off x="4776216" y="6659117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9" name="object 629"/>
            <p:cNvSpPr/>
            <p:nvPr/>
          </p:nvSpPr>
          <p:spPr>
            <a:xfrm>
              <a:off x="4776215" y="6659117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0" name="object 630"/>
            <p:cNvSpPr/>
            <p:nvPr/>
          </p:nvSpPr>
          <p:spPr>
            <a:xfrm>
              <a:off x="4776216" y="6659879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0"/>
                  </a:moveTo>
                  <a:lnTo>
                    <a:pt x="0" y="762"/>
                  </a:lnTo>
                  <a:lnTo>
                    <a:pt x="762" y="761"/>
                  </a:ln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1" name="object 631"/>
            <p:cNvSpPr/>
            <p:nvPr/>
          </p:nvSpPr>
          <p:spPr>
            <a:xfrm>
              <a:off x="4773168" y="6659117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2" name="object 632"/>
            <p:cNvSpPr/>
            <p:nvPr/>
          </p:nvSpPr>
          <p:spPr>
            <a:xfrm>
              <a:off x="4773168" y="6659117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3" name="object 633"/>
            <p:cNvSpPr/>
            <p:nvPr/>
          </p:nvSpPr>
          <p:spPr>
            <a:xfrm>
              <a:off x="4773168" y="6659879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762" y="761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762" y="761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4" name="object 634"/>
            <p:cNvSpPr/>
            <p:nvPr/>
          </p:nvSpPr>
          <p:spPr>
            <a:xfrm>
              <a:off x="4770120" y="6659117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5" name="object 635"/>
            <p:cNvSpPr/>
            <p:nvPr/>
          </p:nvSpPr>
          <p:spPr>
            <a:xfrm>
              <a:off x="4770120" y="6659117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6" name="object 636"/>
            <p:cNvSpPr/>
            <p:nvPr/>
          </p:nvSpPr>
          <p:spPr>
            <a:xfrm>
              <a:off x="4770882" y="6659879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h="1270">
                  <a:moveTo>
                    <a:pt x="0" y="762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7" name="object 637"/>
            <p:cNvSpPr/>
            <p:nvPr/>
          </p:nvSpPr>
          <p:spPr>
            <a:xfrm>
              <a:off x="4767072" y="6659117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8" name="object 638"/>
            <p:cNvSpPr/>
            <p:nvPr/>
          </p:nvSpPr>
          <p:spPr>
            <a:xfrm>
              <a:off x="4767071" y="6659117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9" name="object 639"/>
            <p:cNvSpPr/>
            <p:nvPr/>
          </p:nvSpPr>
          <p:spPr>
            <a:xfrm>
              <a:off x="4767834" y="6659879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0" name="object 640"/>
            <p:cNvSpPr/>
            <p:nvPr/>
          </p:nvSpPr>
          <p:spPr>
            <a:xfrm>
              <a:off x="4947666" y="6655307"/>
              <a:ext cx="10160" cy="1270"/>
            </a:xfrm>
            <a:custGeom>
              <a:avLst/>
              <a:gdLst/>
              <a:ahLst/>
              <a:cxnLst/>
              <a:rect l="l" t="t" r="r" b="b"/>
              <a:pathLst>
                <a:path w="10160" h="1270">
                  <a:moveTo>
                    <a:pt x="9906" y="762"/>
                  </a:moveTo>
                  <a:lnTo>
                    <a:pt x="9906" y="0"/>
                  </a:lnTo>
                  <a:lnTo>
                    <a:pt x="0" y="0"/>
                  </a:lnTo>
                  <a:lnTo>
                    <a:pt x="0" y="762"/>
                  </a:lnTo>
                  <a:lnTo>
                    <a:pt x="9906" y="76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1" name="object 641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4837938" y="6655307"/>
              <a:ext cx="83819" cy="23622"/>
            </a:xfrm>
            <a:prstGeom prst="rect">
              <a:avLst/>
            </a:prstGeom>
          </p:spPr>
        </p:pic>
        <p:pic>
          <p:nvPicPr>
            <p:cNvPr id="642" name="object 642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4875276" y="6660641"/>
              <a:ext cx="72389" cy="18288"/>
            </a:xfrm>
            <a:prstGeom prst="rect">
              <a:avLst/>
            </a:prstGeom>
          </p:spPr>
        </p:pic>
        <p:pic>
          <p:nvPicPr>
            <p:cNvPr id="643" name="object 643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4722114" y="6732269"/>
              <a:ext cx="10668" cy="6096"/>
            </a:xfrm>
            <a:prstGeom prst="rect">
              <a:avLst/>
            </a:prstGeom>
          </p:spPr>
        </p:pic>
        <p:pic>
          <p:nvPicPr>
            <p:cNvPr id="644" name="object 644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4745736" y="6732269"/>
              <a:ext cx="10668" cy="6096"/>
            </a:xfrm>
            <a:prstGeom prst="rect">
              <a:avLst/>
            </a:prstGeom>
          </p:spPr>
        </p:pic>
        <p:pic>
          <p:nvPicPr>
            <p:cNvPr id="645" name="object 645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4771644" y="6732269"/>
              <a:ext cx="35052" cy="6096"/>
            </a:xfrm>
            <a:prstGeom prst="rect">
              <a:avLst/>
            </a:prstGeom>
          </p:spPr>
        </p:pic>
        <p:pic>
          <p:nvPicPr>
            <p:cNvPr id="646" name="object 646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821936" y="6732269"/>
              <a:ext cx="10668" cy="6096"/>
            </a:xfrm>
            <a:prstGeom prst="rect">
              <a:avLst/>
            </a:prstGeom>
          </p:spPr>
        </p:pic>
        <p:pic>
          <p:nvPicPr>
            <p:cNvPr id="647" name="object 64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845558" y="6732269"/>
              <a:ext cx="10668" cy="6096"/>
            </a:xfrm>
            <a:prstGeom prst="rect">
              <a:avLst/>
            </a:prstGeom>
          </p:spPr>
        </p:pic>
        <p:pic>
          <p:nvPicPr>
            <p:cNvPr id="648" name="object 648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4871466" y="6732269"/>
              <a:ext cx="10668" cy="6096"/>
            </a:xfrm>
            <a:prstGeom prst="rect">
              <a:avLst/>
            </a:prstGeom>
          </p:spPr>
        </p:pic>
        <p:pic>
          <p:nvPicPr>
            <p:cNvPr id="649" name="object 649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4709160" y="6669785"/>
              <a:ext cx="1249679" cy="85343"/>
            </a:xfrm>
            <a:prstGeom prst="rect">
              <a:avLst/>
            </a:prstGeom>
          </p:spPr>
        </p:pic>
        <p:pic>
          <p:nvPicPr>
            <p:cNvPr id="650" name="object 650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4895088" y="6732269"/>
              <a:ext cx="10668" cy="6096"/>
            </a:xfrm>
            <a:prstGeom prst="rect">
              <a:avLst/>
            </a:prstGeom>
          </p:spPr>
        </p:pic>
        <p:pic>
          <p:nvPicPr>
            <p:cNvPr id="651" name="object 651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4920996" y="6732269"/>
              <a:ext cx="35051" cy="6096"/>
            </a:xfrm>
            <a:prstGeom prst="rect">
              <a:avLst/>
            </a:prstGeom>
          </p:spPr>
        </p:pic>
        <p:pic>
          <p:nvPicPr>
            <p:cNvPr id="652" name="object 652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4970526" y="6732269"/>
              <a:ext cx="35052" cy="6096"/>
            </a:xfrm>
            <a:prstGeom prst="rect">
              <a:avLst/>
            </a:prstGeom>
          </p:spPr>
        </p:pic>
        <p:pic>
          <p:nvPicPr>
            <p:cNvPr id="653" name="object 653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039106" y="6732269"/>
              <a:ext cx="11430" cy="6096"/>
            </a:xfrm>
            <a:prstGeom prst="rect">
              <a:avLst/>
            </a:prstGeom>
          </p:spPr>
        </p:pic>
        <p:pic>
          <p:nvPicPr>
            <p:cNvPr id="654" name="object 654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5062728" y="6732269"/>
              <a:ext cx="11430" cy="6096"/>
            </a:xfrm>
            <a:prstGeom prst="rect">
              <a:avLst/>
            </a:prstGeom>
          </p:spPr>
        </p:pic>
        <p:pic>
          <p:nvPicPr>
            <p:cNvPr id="655" name="object 655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5089398" y="6732269"/>
              <a:ext cx="10668" cy="6096"/>
            </a:xfrm>
            <a:prstGeom prst="rect">
              <a:avLst/>
            </a:prstGeom>
          </p:spPr>
        </p:pic>
        <p:pic>
          <p:nvPicPr>
            <p:cNvPr id="656" name="object 656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5113020" y="6732269"/>
              <a:ext cx="10668" cy="6096"/>
            </a:xfrm>
            <a:prstGeom prst="rect">
              <a:avLst/>
            </a:prstGeom>
          </p:spPr>
        </p:pic>
        <p:pic>
          <p:nvPicPr>
            <p:cNvPr id="657" name="object 657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5138928" y="6732269"/>
              <a:ext cx="10668" cy="6096"/>
            </a:xfrm>
            <a:prstGeom prst="rect">
              <a:avLst/>
            </a:prstGeom>
          </p:spPr>
        </p:pic>
        <p:pic>
          <p:nvPicPr>
            <p:cNvPr id="658" name="object 658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5162550" y="6732269"/>
              <a:ext cx="10668" cy="6096"/>
            </a:xfrm>
            <a:prstGeom prst="rect">
              <a:avLst/>
            </a:prstGeom>
          </p:spPr>
        </p:pic>
        <p:pic>
          <p:nvPicPr>
            <p:cNvPr id="659" name="object 659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5188458" y="6732269"/>
              <a:ext cx="11430" cy="6096"/>
            </a:xfrm>
            <a:prstGeom prst="rect">
              <a:avLst/>
            </a:prstGeom>
          </p:spPr>
        </p:pic>
        <p:pic>
          <p:nvPicPr>
            <p:cNvPr id="660" name="object 660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5212080" y="6732269"/>
              <a:ext cx="11430" cy="6096"/>
            </a:xfrm>
            <a:prstGeom prst="rect">
              <a:avLst/>
            </a:prstGeom>
          </p:spPr>
        </p:pic>
        <p:pic>
          <p:nvPicPr>
            <p:cNvPr id="661" name="object 661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5237988" y="6732269"/>
              <a:ext cx="11430" cy="6096"/>
            </a:xfrm>
            <a:prstGeom prst="rect">
              <a:avLst/>
            </a:prstGeom>
          </p:spPr>
        </p:pic>
        <p:pic>
          <p:nvPicPr>
            <p:cNvPr id="662" name="object 662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5261610" y="6732269"/>
              <a:ext cx="11430" cy="6096"/>
            </a:xfrm>
            <a:prstGeom prst="rect">
              <a:avLst/>
            </a:prstGeom>
          </p:spPr>
        </p:pic>
        <p:pic>
          <p:nvPicPr>
            <p:cNvPr id="663" name="object 663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5288280" y="6732269"/>
              <a:ext cx="10668" cy="6096"/>
            </a:xfrm>
            <a:prstGeom prst="rect">
              <a:avLst/>
            </a:prstGeom>
          </p:spPr>
        </p:pic>
        <p:pic>
          <p:nvPicPr>
            <p:cNvPr id="664" name="object 664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5311902" y="6732269"/>
              <a:ext cx="10668" cy="6096"/>
            </a:xfrm>
            <a:prstGeom prst="rect">
              <a:avLst/>
            </a:prstGeom>
          </p:spPr>
        </p:pic>
        <p:pic>
          <p:nvPicPr>
            <p:cNvPr id="665" name="object 665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5356860" y="6732269"/>
              <a:ext cx="10668" cy="6096"/>
            </a:xfrm>
            <a:prstGeom prst="rect">
              <a:avLst/>
            </a:prstGeom>
          </p:spPr>
        </p:pic>
        <p:pic>
          <p:nvPicPr>
            <p:cNvPr id="666" name="object 666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5380482" y="6732269"/>
              <a:ext cx="10668" cy="6096"/>
            </a:xfrm>
            <a:prstGeom prst="rect">
              <a:avLst/>
            </a:prstGeom>
          </p:spPr>
        </p:pic>
        <p:pic>
          <p:nvPicPr>
            <p:cNvPr id="667" name="object 667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5406390" y="6732269"/>
              <a:ext cx="10668" cy="6096"/>
            </a:xfrm>
            <a:prstGeom prst="rect">
              <a:avLst/>
            </a:prstGeom>
          </p:spPr>
        </p:pic>
        <p:pic>
          <p:nvPicPr>
            <p:cNvPr id="668" name="object 668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5430012" y="6732269"/>
              <a:ext cx="10668" cy="6096"/>
            </a:xfrm>
            <a:prstGeom prst="rect">
              <a:avLst/>
            </a:prstGeom>
          </p:spPr>
        </p:pic>
        <p:pic>
          <p:nvPicPr>
            <p:cNvPr id="669" name="object 669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5455920" y="6732269"/>
              <a:ext cx="11430" cy="6096"/>
            </a:xfrm>
            <a:prstGeom prst="rect">
              <a:avLst/>
            </a:prstGeom>
          </p:spPr>
        </p:pic>
        <p:pic>
          <p:nvPicPr>
            <p:cNvPr id="670" name="object 670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5479542" y="6732269"/>
              <a:ext cx="11430" cy="6096"/>
            </a:xfrm>
            <a:prstGeom prst="rect">
              <a:avLst/>
            </a:prstGeom>
          </p:spPr>
        </p:pic>
        <p:pic>
          <p:nvPicPr>
            <p:cNvPr id="671" name="object 671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5505450" y="6732269"/>
              <a:ext cx="11430" cy="6096"/>
            </a:xfrm>
            <a:prstGeom prst="rect">
              <a:avLst/>
            </a:prstGeom>
          </p:spPr>
        </p:pic>
        <p:pic>
          <p:nvPicPr>
            <p:cNvPr id="672" name="object 672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5529072" y="6732269"/>
              <a:ext cx="11430" cy="6096"/>
            </a:xfrm>
            <a:prstGeom prst="rect">
              <a:avLst/>
            </a:prstGeom>
          </p:spPr>
        </p:pic>
        <p:pic>
          <p:nvPicPr>
            <p:cNvPr id="673" name="object 673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5555742" y="6732269"/>
              <a:ext cx="10668" cy="6096"/>
            </a:xfrm>
            <a:prstGeom prst="rect">
              <a:avLst/>
            </a:prstGeom>
          </p:spPr>
        </p:pic>
        <p:pic>
          <p:nvPicPr>
            <p:cNvPr id="674" name="object 674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5579364" y="6732269"/>
              <a:ext cx="10668" cy="6096"/>
            </a:xfrm>
            <a:prstGeom prst="rect">
              <a:avLst/>
            </a:prstGeom>
          </p:spPr>
        </p:pic>
        <p:pic>
          <p:nvPicPr>
            <p:cNvPr id="675" name="object 675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5605272" y="6732269"/>
              <a:ext cx="10668" cy="6096"/>
            </a:xfrm>
            <a:prstGeom prst="rect">
              <a:avLst/>
            </a:prstGeom>
          </p:spPr>
        </p:pic>
        <p:pic>
          <p:nvPicPr>
            <p:cNvPr id="676" name="object 676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5628894" y="6732269"/>
              <a:ext cx="10668" cy="6096"/>
            </a:xfrm>
            <a:prstGeom prst="rect">
              <a:avLst/>
            </a:prstGeom>
          </p:spPr>
        </p:pic>
        <p:pic>
          <p:nvPicPr>
            <p:cNvPr id="677" name="object 677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5673852" y="6732269"/>
              <a:ext cx="10668" cy="6096"/>
            </a:xfrm>
            <a:prstGeom prst="rect">
              <a:avLst/>
            </a:prstGeom>
          </p:spPr>
        </p:pic>
        <p:pic>
          <p:nvPicPr>
            <p:cNvPr id="678" name="object 678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5697474" y="6732269"/>
              <a:ext cx="10668" cy="6096"/>
            </a:xfrm>
            <a:prstGeom prst="rect">
              <a:avLst/>
            </a:prstGeom>
          </p:spPr>
        </p:pic>
        <p:pic>
          <p:nvPicPr>
            <p:cNvPr id="679" name="object 679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5723382" y="6732269"/>
              <a:ext cx="11430" cy="6096"/>
            </a:xfrm>
            <a:prstGeom prst="rect">
              <a:avLst/>
            </a:prstGeom>
          </p:spPr>
        </p:pic>
        <p:pic>
          <p:nvPicPr>
            <p:cNvPr id="680" name="object 680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5747004" y="6732269"/>
              <a:ext cx="11430" cy="6096"/>
            </a:xfrm>
            <a:prstGeom prst="rect">
              <a:avLst/>
            </a:prstGeom>
          </p:spPr>
        </p:pic>
        <p:pic>
          <p:nvPicPr>
            <p:cNvPr id="681" name="object 681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5772912" y="6732269"/>
              <a:ext cx="11430" cy="6096"/>
            </a:xfrm>
            <a:prstGeom prst="rect">
              <a:avLst/>
            </a:prstGeom>
          </p:spPr>
        </p:pic>
        <p:pic>
          <p:nvPicPr>
            <p:cNvPr id="682" name="object 682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5796534" y="6732269"/>
              <a:ext cx="11430" cy="6096"/>
            </a:xfrm>
            <a:prstGeom prst="rect">
              <a:avLst/>
            </a:prstGeom>
          </p:spPr>
        </p:pic>
        <p:pic>
          <p:nvPicPr>
            <p:cNvPr id="683" name="object 683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5823204" y="6732269"/>
              <a:ext cx="10668" cy="6096"/>
            </a:xfrm>
            <a:prstGeom prst="rect">
              <a:avLst/>
            </a:prstGeom>
          </p:spPr>
        </p:pic>
        <p:pic>
          <p:nvPicPr>
            <p:cNvPr id="684" name="object 684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5846826" y="6732269"/>
              <a:ext cx="10668" cy="6096"/>
            </a:xfrm>
            <a:prstGeom prst="rect">
              <a:avLst/>
            </a:prstGeom>
          </p:spPr>
        </p:pic>
        <p:pic>
          <p:nvPicPr>
            <p:cNvPr id="685" name="object 685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5872734" y="6732269"/>
              <a:ext cx="10668" cy="6096"/>
            </a:xfrm>
            <a:prstGeom prst="rect">
              <a:avLst/>
            </a:prstGeom>
          </p:spPr>
        </p:pic>
        <p:pic>
          <p:nvPicPr>
            <p:cNvPr id="686" name="object 686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5896356" y="6732269"/>
              <a:ext cx="10668" cy="6096"/>
            </a:xfrm>
            <a:prstGeom prst="rect">
              <a:avLst/>
            </a:prstGeom>
          </p:spPr>
        </p:pic>
        <p:pic>
          <p:nvPicPr>
            <p:cNvPr id="687" name="object 687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5922264" y="6732269"/>
              <a:ext cx="11430" cy="6096"/>
            </a:xfrm>
            <a:prstGeom prst="rect">
              <a:avLst/>
            </a:prstGeom>
          </p:spPr>
        </p:pic>
        <p:pic>
          <p:nvPicPr>
            <p:cNvPr id="688" name="object 688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5945886" y="6732269"/>
              <a:ext cx="11430" cy="6096"/>
            </a:xfrm>
            <a:prstGeom prst="rect">
              <a:avLst/>
            </a:prstGeom>
          </p:spPr>
        </p:pic>
        <p:pic>
          <p:nvPicPr>
            <p:cNvPr id="689" name="object 689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7645146" y="6395465"/>
              <a:ext cx="364235" cy="283463"/>
            </a:xfrm>
            <a:prstGeom prst="rect">
              <a:avLst/>
            </a:prstGeom>
          </p:spPr>
        </p:pic>
        <p:pic>
          <p:nvPicPr>
            <p:cNvPr id="690" name="object 690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8021574" y="6398513"/>
              <a:ext cx="92201" cy="43434"/>
            </a:xfrm>
            <a:prstGeom prst="rect">
              <a:avLst/>
            </a:prstGeom>
          </p:spPr>
        </p:pic>
        <p:pic>
          <p:nvPicPr>
            <p:cNvPr id="691" name="object 691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7641336" y="6480047"/>
              <a:ext cx="42671" cy="260604"/>
            </a:xfrm>
            <a:prstGeom prst="rect">
              <a:avLst/>
            </a:prstGeom>
          </p:spPr>
        </p:pic>
        <p:pic>
          <p:nvPicPr>
            <p:cNvPr id="692" name="object 692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7711440" y="6476999"/>
              <a:ext cx="402336" cy="141731"/>
            </a:xfrm>
            <a:prstGeom prst="rect">
              <a:avLst/>
            </a:prstGeom>
          </p:spPr>
        </p:pic>
        <p:sp>
          <p:nvSpPr>
            <p:cNvPr id="693" name="object 693"/>
            <p:cNvSpPr/>
            <p:nvPr/>
          </p:nvSpPr>
          <p:spPr>
            <a:xfrm>
              <a:off x="7008114" y="6546341"/>
              <a:ext cx="1728470" cy="99060"/>
            </a:xfrm>
            <a:custGeom>
              <a:avLst/>
              <a:gdLst/>
              <a:ahLst/>
              <a:cxnLst/>
              <a:rect l="l" t="t" r="r" b="b"/>
              <a:pathLst>
                <a:path w="1728470" h="99059">
                  <a:moveTo>
                    <a:pt x="1728216" y="96011"/>
                  </a:moveTo>
                  <a:lnTo>
                    <a:pt x="1728216" y="2285"/>
                  </a:lnTo>
                  <a:lnTo>
                    <a:pt x="1719834" y="0"/>
                  </a:lnTo>
                  <a:lnTo>
                    <a:pt x="8382" y="0"/>
                  </a:lnTo>
                  <a:lnTo>
                    <a:pt x="0" y="2285"/>
                  </a:lnTo>
                  <a:lnTo>
                    <a:pt x="0" y="96011"/>
                  </a:lnTo>
                  <a:lnTo>
                    <a:pt x="8382" y="99059"/>
                  </a:lnTo>
                  <a:lnTo>
                    <a:pt x="14478" y="99059"/>
                  </a:lnTo>
                  <a:lnTo>
                    <a:pt x="14478" y="10667"/>
                  </a:lnTo>
                  <a:lnTo>
                    <a:pt x="18288" y="7619"/>
                  </a:lnTo>
                  <a:lnTo>
                    <a:pt x="45720" y="7619"/>
                  </a:lnTo>
                  <a:lnTo>
                    <a:pt x="49530" y="9905"/>
                  </a:lnTo>
                  <a:lnTo>
                    <a:pt x="49530" y="99059"/>
                  </a:lnTo>
                  <a:lnTo>
                    <a:pt x="1678686" y="99059"/>
                  </a:lnTo>
                  <a:lnTo>
                    <a:pt x="1678686" y="10667"/>
                  </a:lnTo>
                  <a:lnTo>
                    <a:pt x="1683258" y="7619"/>
                  </a:lnTo>
                  <a:lnTo>
                    <a:pt x="1709928" y="7619"/>
                  </a:lnTo>
                  <a:lnTo>
                    <a:pt x="1713738" y="9905"/>
                  </a:lnTo>
                  <a:lnTo>
                    <a:pt x="1713738" y="99059"/>
                  </a:lnTo>
                  <a:lnTo>
                    <a:pt x="1719834" y="99059"/>
                  </a:lnTo>
                  <a:lnTo>
                    <a:pt x="1728216" y="96011"/>
                  </a:lnTo>
                  <a:close/>
                </a:path>
                <a:path w="1728470" h="99059">
                  <a:moveTo>
                    <a:pt x="49530" y="45719"/>
                  </a:moveTo>
                  <a:lnTo>
                    <a:pt x="49530" y="16763"/>
                  </a:lnTo>
                  <a:lnTo>
                    <a:pt x="45720" y="19049"/>
                  </a:lnTo>
                  <a:lnTo>
                    <a:pt x="18288" y="19049"/>
                  </a:lnTo>
                  <a:lnTo>
                    <a:pt x="14478" y="16763"/>
                  </a:lnTo>
                  <a:lnTo>
                    <a:pt x="14478" y="46481"/>
                  </a:lnTo>
                  <a:lnTo>
                    <a:pt x="18288" y="43433"/>
                  </a:lnTo>
                  <a:lnTo>
                    <a:pt x="45720" y="43433"/>
                  </a:lnTo>
                  <a:lnTo>
                    <a:pt x="49530" y="45719"/>
                  </a:lnTo>
                  <a:close/>
                </a:path>
                <a:path w="1728470" h="99059">
                  <a:moveTo>
                    <a:pt x="49530" y="81533"/>
                  </a:moveTo>
                  <a:lnTo>
                    <a:pt x="49530" y="52577"/>
                  </a:lnTo>
                  <a:lnTo>
                    <a:pt x="45720" y="54863"/>
                  </a:lnTo>
                  <a:lnTo>
                    <a:pt x="18288" y="54863"/>
                  </a:lnTo>
                  <a:lnTo>
                    <a:pt x="14478" y="52577"/>
                  </a:lnTo>
                  <a:lnTo>
                    <a:pt x="14478" y="81533"/>
                  </a:lnTo>
                  <a:lnTo>
                    <a:pt x="18288" y="79247"/>
                  </a:lnTo>
                  <a:lnTo>
                    <a:pt x="45720" y="79247"/>
                  </a:lnTo>
                  <a:lnTo>
                    <a:pt x="49530" y="81533"/>
                  </a:lnTo>
                  <a:close/>
                </a:path>
                <a:path w="1728470" h="99059">
                  <a:moveTo>
                    <a:pt x="49530" y="99059"/>
                  </a:moveTo>
                  <a:lnTo>
                    <a:pt x="49530" y="88391"/>
                  </a:lnTo>
                  <a:lnTo>
                    <a:pt x="45720" y="90677"/>
                  </a:lnTo>
                  <a:lnTo>
                    <a:pt x="18288" y="90677"/>
                  </a:lnTo>
                  <a:lnTo>
                    <a:pt x="14478" y="88391"/>
                  </a:lnTo>
                  <a:lnTo>
                    <a:pt x="14478" y="99059"/>
                  </a:lnTo>
                  <a:lnTo>
                    <a:pt x="49530" y="99059"/>
                  </a:lnTo>
                  <a:close/>
                </a:path>
                <a:path w="1728470" h="99059">
                  <a:moveTo>
                    <a:pt x="1713738" y="45719"/>
                  </a:moveTo>
                  <a:lnTo>
                    <a:pt x="1713738" y="16763"/>
                  </a:lnTo>
                  <a:lnTo>
                    <a:pt x="1709928" y="19049"/>
                  </a:lnTo>
                  <a:lnTo>
                    <a:pt x="1683258" y="19049"/>
                  </a:lnTo>
                  <a:lnTo>
                    <a:pt x="1678686" y="16763"/>
                  </a:lnTo>
                  <a:lnTo>
                    <a:pt x="1678686" y="46481"/>
                  </a:lnTo>
                  <a:lnTo>
                    <a:pt x="1683258" y="43433"/>
                  </a:lnTo>
                  <a:lnTo>
                    <a:pt x="1709928" y="43433"/>
                  </a:lnTo>
                  <a:lnTo>
                    <a:pt x="1713738" y="45719"/>
                  </a:lnTo>
                  <a:close/>
                </a:path>
                <a:path w="1728470" h="99059">
                  <a:moveTo>
                    <a:pt x="1713738" y="81533"/>
                  </a:moveTo>
                  <a:lnTo>
                    <a:pt x="1713738" y="52577"/>
                  </a:lnTo>
                  <a:lnTo>
                    <a:pt x="1709928" y="54863"/>
                  </a:lnTo>
                  <a:lnTo>
                    <a:pt x="1683258" y="54863"/>
                  </a:lnTo>
                  <a:lnTo>
                    <a:pt x="1678686" y="52577"/>
                  </a:lnTo>
                  <a:lnTo>
                    <a:pt x="1678686" y="81533"/>
                  </a:lnTo>
                  <a:lnTo>
                    <a:pt x="1683258" y="79247"/>
                  </a:lnTo>
                  <a:lnTo>
                    <a:pt x="1709928" y="79247"/>
                  </a:lnTo>
                  <a:lnTo>
                    <a:pt x="1713738" y="81533"/>
                  </a:lnTo>
                  <a:close/>
                </a:path>
                <a:path w="1728470" h="99059">
                  <a:moveTo>
                    <a:pt x="1713738" y="99059"/>
                  </a:moveTo>
                  <a:lnTo>
                    <a:pt x="1713738" y="88391"/>
                  </a:lnTo>
                  <a:lnTo>
                    <a:pt x="1709928" y="90677"/>
                  </a:lnTo>
                  <a:lnTo>
                    <a:pt x="1683258" y="90677"/>
                  </a:lnTo>
                  <a:lnTo>
                    <a:pt x="1678686" y="88391"/>
                  </a:lnTo>
                  <a:lnTo>
                    <a:pt x="1678686" y="99059"/>
                  </a:lnTo>
                  <a:lnTo>
                    <a:pt x="1713738" y="9905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4" name="object 694"/>
            <p:cNvSpPr/>
            <p:nvPr/>
          </p:nvSpPr>
          <p:spPr>
            <a:xfrm>
              <a:off x="8686800" y="6625589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59" h="11429">
                  <a:moveTo>
                    <a:pt x="16001" y="11429"/>
                  </a:moveTo>
                  <a:lnTo>
                    <a:pt x="9143" y="11429"/>
                  </a:lnTo>
                  <a:lnTo>
                    <a:pt x="4571" y="11429"/>
                  </a:lnTo>
                  <a:lnTo>
                    <a:pt x="0" y="9143"/>
                  </a:lnTo>
                  <a:lnTo>
                    <a:pt x="0" y="6095"/>
                  </a:lnTo>
                  <a:lnTo>
                    <a:pt x="0" y="2285"/>
                  </a:lnTo>
                  <a:lnTo>
                    <a:pt x="4571" y="0"/>
                  </a:lnTo>
                  <a:lnTo>
                    <a:pt x="9143" y="0"/>
                  </a:lnTo>
                  <a:lnTo>
                    <a:pt x="26669" y="0"/>
                  </a:lnTo>
                  <a:lnTo>
                    <a:pt x="31241" y="0"/>
                  </a:lnTo>
                  <a:lnTo>
                    <a:pt x="35051" y="2285"/>
                  </a:lnTo>
                  <a:lnTo>
                    <a:pt x="35051" y="6095"/>
                  </a:lnTo>
                  <a:lnTo>
                    <a:pt x="35051" y="9143"/>
                  </a:lnTo>
                  <a:lnTo>
                    <a:pt x="31241" y="11429"/>
                  </a:lnTo>
                  <a:lnTo>
                    <a:pt x="26669" y="11429"/>
                  </a:lnTo>
                  <a:lnTo>
                    <a:pt x="16001" y="11429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5" name="object 695"/>
            <p:cNvSpPr/>
            <p:nvPr/>
          </p:nvSpPr>
          <p:spPr>
            <a:xfrm>
              <a:off x="8686800" y="6589775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59" h="11429">
                  <a:moveTo>
                    <a:pt x="16001" y="11430"/>
                  </a:moveTo>
                  <a:lnTo>
                    <a:pt x="9143" y="11430"/>
                  </a:lnTo>
                  <a:lnTo>
                    <a:pt x="4571" y="11430"/>
                  </a:lnTo>
                  <a:lnTo>
                    <a:pt x="0" y="9144"/>
                  </a:lnTo>
                  <a:lnTo>
                    <a:pt x="0" y="6096"/>
                  </a:lnTo>
                  <a:lnTo>
                    <a:pt x="0" y="3048"/>
                  </a:lnTo>
                  <a:lnTo>
                    <a:pt x="4571" y="0"/>
                  </a:lnTo>
                  <a:lnTo>
                    <a:pt x="9143" y="0"/>
                  </a:lnTo>
                  <a:lnTo>
                    <a:pt x="26669" y="0"/>
                  </a:lnTo>
                  <a:lnTo>
                    <a:pt x="31241" y="0"/>
                  </a:lnTo>
                  <a:lnTo>
                    <a:pt x="35051" y="2286"/>
                  </a:lnTo>
                  <a:lnTo>
                    <a:pt x="35051" y="6096"/>
                  </a:lnTo>
                  <a:lnTo>
                    <a:pt x="35051" y="9144"/>
                  </a:lnTo>
                  <a:lnTo>
                    <a:pt x="31241" y="11430"/>
                  </a:lnTo>
                  <a:lnTo>
                    <a:pt x="26669" y="11430"/>
                  </a:lnTo>
                  <a:lnTo>
                    <a:pt x="16001" y="1143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6" name="object 696"/>
            <p:cNvSpPr/>
            <p:nvPr/>
          </p:nvSpPr>
          <p:spPr>
            <a:xfrm>
              <a:off x="8686800" y="6553961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59" h="11429">
                  <a:moveTo>
                    <a:pt x="16001" y="11429"/>
                  </a:moveTo>
                  <a:lnTo>
                    <a:pt x="9143" y="11429"/>
                  </a:lnTo>
                  <a:lnTo>
                    <a:pt x="4571" y="11429"/>
                  </a:lnTo>
                  <a:lnTo>
                    <a:pt x="0" y="9143"/>
                  </a:lnTo>
                  <a:lnTo>
                    <a:pt x="0" y="6095"/>
                  </a:lnTo>
                  <a:lnTo>
                    <a:pt x="0" y="3047"/>
                  </a:lnTo>
                  <a:lnTo>
                    <a:pt x="4571" y="0"/>
                  </a:lnTo>
                  <a:lnTo>
                    <a:pt x="9143" y="0"/>
                  </a:lnTo>
                  <a:lnTo>
                    <a:pt x="26669" y="0"/>
                  </a:lnTo>
                  <a:lnTo>
                    <a:pt x="31241" y="0"/>
                  </a:lnTo>
                  <a:lnTo>
                    <a:pt x="35051" y="2285"/>
                  </a:lnTo>
                  <a:lnTo>
                    <a:pt x="35051" y="6095"/>
                  </a:lnTo>
                  <a:lnTo>
                    <a:pt x="35051" y="9143"/>
                  </a:lnTo>
                  <a:lnTo>
                    <a:pt x="31241" y="11429"/>
                  </a:lnTo>
                  <a:lnTo>
                    <a:pt x="26669" y="11429"/>
                  </a:lnTo>
                  <a:lnTo>
                    <a:pt x="16001" y="11429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7" name="object 697"/>
            <p:cNvSpPr/>
            <p:nvPr/>
          </p:nvSpPr>
          <p:spPr>
            <a:xfrm>
              <a:off x="7022592" y="6625589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59" h="11429">
                  <a:moveTo>
                    <a:pt x="15240" y="11430"/>
                  </a:moveTo>
                  <a:lnTo>
                    <a:pt x="9144" y="11430"/>
                  </a:lnTo>
                  <a:lnTo>
                    <a:pt x="3810" y="11430"/>
                  </a:lnTo>
                  <a:lnTo>
                    <a:pt x="0" y="9144"/>
                  </a:lnTo>
                  <a:lnTo>
                    <a:pt x="0" y="6096"/>
                  </a:lnTo>
                  <a:lnTo>
                    <a:pt x="0" y="2286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25908" y="0"/>
                  </a:lnTo>
                  <a:lnTo>
                    <a:pt x="31242" y="0"/>
                  </a:lnTo>
                  <a:lnTo>
                    <a:pt x="35052" y="2286"/>
                  </a:lnTo>
                  <a:lnTo>
                    <a:pt x="35052" y="6096"/>
                  </a:lnTo>
                  <a:lnTo>
                    <a:pt x="35052" y="9144"/>
                  </a:lnTo>
                  <a:lnTo>
                    <a:pt x="31242" y="11430"/>
                  </a:lnTo>
                  <a:lnTo>
                    <a:pt x="25908" y="11430"/>
                  </a:lnTo>
                  <a:lnTo>
                    <a:pt x="15240" y="1143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8" name="object 698"/>
            <p:cNvSpPr/>
            <p:nvPr/>
          </p:nvSpPr>
          <p:spPr>
            <a:xfrm>
              <a:off x="7022592" y="6589775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59" h="11429">
                  <a:moveTo>
                    <a:pt x="15240" y="11429"/>
                  </a:moveTo>
                  <a:lnTo>
                    <a:pt x="9144" y="11429"/>
                  </a:lnTo>
                  <a:lnTo>
                    <a:pt x="3810" y="11429"/>
                  </a:lnTo>
                  <a:lnTo>
                    <a:pt x="0" y="9143"/>
                  </a:lnTo>
                  <a:lnTo>
                    <a:pt x="0" y="6095"/>
                  </a:lnTo>
                  <a:lnTo>
                    <a:pt x="0" y="3047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25908" y="0"/>
                  </a:lnTo>
                  <a:lnTo>
                    <a:pt x="31242" y="0"/>
                  </a:lnTo>
                  <a:lnTo>
                    <a:pt x="35052" y="2285"/>
                  </a:lnTo>
                  <a:lnTo>
                    <a:pt x="35052" y="6095"/>
                  </a:lnTo>
                  <a:lnTo>
                    <a:pt x="35052" y="9143"/>
                  </a:lnTo>
                  <a:lnTo>
                    <a:pt x="31242" y="11429"/>
                  </a:lnTo>
                  <a:lnTo>
                    <a:pt x="25908" y="11429"/>
                  </a:lnTo>
                  <a:lnTo>
                    <a:pt x="15240" y="11429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9" name="object 699"/>
            <p:cNvSpPr/>
            <p:nvPr/>
          </p:nvSpPr>
          <p:spPr>
            <a:xfrm>
              <a:off x="7022592" y="6553961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59" h="11429">
                  <a:moveTo>
                    <a:pt x="15240" y="11430"/>
                  </a:moveTo>
                  <a:lnTo>
                    <a:pt x="9144" y="11430"/>
                  </a:lnTo>
                  <a:lnTo>
                    <a:pt x="3810" y="11430"/>
                  </a:lnTo>
                  <a:lnTo>
                    <a:pt x="0" y="9144"/>
                  </a:lnTo>
                  <a:lnTo>
                    <a:pt x="0" y="6096"/>
                  </a:lnTo>
                  <a:lnTo>
                    <a:pt x="0" y="3048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25908" y="0"/>
                  </a:lnTo>
                  <a:lnTo>
                    <a:pt x="31242" y="0"/>
                  </a:lnTo>
                  <a:lnTo>
                    <a:pt x="35052" y="2286"/>
                  </a:lnTo>
                  <a:lnTo>
                    <a:pt x="35052" y="6096"/>
                  </a:lnTo>
                  <a:lnTo>
                    <a:pt x="35052" y="9144"/>
                  </a:lnTo>
                  <a:lnTo>
                    <a:pt x="31242" y="11430"/>
                  </a:lnTo>
                  <a:lnTo>
                    <a:pt x="25908" y="11430"/>
                  </a:lnTo>
                  <a:lnTo>
                    <a:pt x="15240" y="1143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0" name="object 700"/>
            <p:cNvSpPr/>
            <p:nvPr/>
          </p:nvSpPr>
          <p:spPr>
            <a:xfrm>
              <a:off x="7008114" y="6546341"/>
              <a:ext cx="1728470" cy="99060"/>
            </a:xfrm>
            <a:custGeom>
              <a:avLst/>
              <a:gdLst/>
              <a:ahLst/>
              <a:cxnLst/>
              <a:rect l="l" t="t" r="r" b="b"/>
              <a:pathLst>
                <a:path w="1728470" h="99059">
                  <a:moveTo>
                    <a:pt x="18288" y="99060"/>
                  </a:moveTo>
                  <a:lnTo>
                    <a:pt x="1709928" y="99060"/>
                  </a:lnTo>
                  <a:lnTo>
                    <a:pt x="1719834" y="99060"/>
                  </a:lnTo>
                  <a:lnTo>
                    <a:pt x="1728216" y="96012"/>
                  </a:lnTo>
                  <a:lnTo>
                    <a:pt x="1728216" y="92964"/>
                  </a:lnTo>
                  <a:lnTo>
                    <a:pt x="1728216" y="5334"/>
                  </a:lnTo>
                  <a:lnTo>
                    <a:pt x="1728216" y="2286"/>
                  </a:lnTo>
                  <a:lnTo>
                    <a:pt x="1719834" y="0"/>
                  </a:lnTo>
                  <a:lnTo>
                    <a:pt x="1709928" y="0"/>
                  </a:lnTo>
                  <a:lnTo>
                    <a:pt x="18288" y="0"/>
                  </a:lnTo>
                  <a:lnTo>
                    <a:pt x="8382" y="0"/>
                  </a:lnTo>
                  <a:lnTo>
                    <a:pt x="0" y="2286"/>
                  </a:lnTo>
                  <a:lnTo>
                    <a:pt x="0" y="5334"/>
                  </a:lnTo>
                  <a:lnTo>
                    <a:pt x="0" y="92964"/>
                  </a:lnTo>
                  <a:lnTo>
                    <a:pt x="0" y="96012"/>
                  </a:lnTo>
                  <a:lnTo>
                    <a:pt x="8382" y="99060"/>
                  </a:lnTo>
                  <a:lnTo>
                    <a:pt x="18288" y="9906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1" name="object 701"/>
            <p:cNvSpPr/>
            <p:nvPr/>
          </p:nvSpPr>
          <p:spPr>
            <a:xfrm>
              <a:off x="7082028" y="6545579"/>
              <a:ext cx="1290320" cy="100330"/>
            </a:xfrm>
            <a:custGeom>
              <a:avLst/>
              <a:gdLst/>
              <a:ahLst/>
              <a:cxnLst/>
              <a:rect l="l" t="t" r="r" b="b"/>
              <a:pathLst>
                <a:path w="1290320" h="100329">
                  <a:moveTo>
                    <a:pt x="1290066" y="99822"/>
                  </a:moveTo>
                  <a:lnTo>
                    <a:pt x="1290066" y="0"/>
                  </a:lnTo>
                  <a:lnTo>
                    <a:pt x="0" y="0"/>
                  </a:lnTo>
                  <a:lnTo>
                    <a:pt x="0" y="99822"/>
                  </a:lnTo>
                  <a:lnTo>
                    <a:pt x="1290066" y="99822"/>
                  </a:lnTo>
                  <a:close/>
                </a:path>
              </a:pathLst>
            </a:custGeom>
            <a:solidFill>
              <a:srgbClr val="C1C5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2" name="object 702"/>
            <p:cNvSpPr/>
            <p:nvPr/>
          </p:nvSpPr>
          <p:spPr>
            <a:xfrm>
              <a:off x="8404860" y="6552437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2286" y="4572"/>
                  </a:moveTo>
                  <a:lnTo>
                    <a:pt x="1524" y="3810"/>
                  </a:lnTo>
                  <a:lnTo>
                    <a:pt x="762" y="3810"/>
                  </a:lnTo>
                  <a:lnTo>
                    <a:pt x="0" y="4572"/>
                  </a:lnTo>
                  <a:lnTo>
                    <a:pt x="0" y="6096"/>
                  </a:lnTo>
                  <a:lnTo>
                    <a:pt x="762" y="6858"/>
                  </a:lnTo>
                  <a:lnTo>
                    <a:pt x="1524" y="6858"/>
                  </a:lnTo>
                  <a:lnTo>
                    <a:pt x="2286" y="6096"/>
                  </a:lnTo>
                  <a:lnTo>
                    <a:pt x="2286" y="4572"/>
                  </a:lnTo>
                  <a:close/>
                </a:path>
                <a:path w="47625" h="15875">
                  <a:moveTo>
                    <a:pt x="7620" y="2286"/>
                  </a:moveTo>
                  <a:lnTo>
                    <a:pt x="6096" y="2286"/>
                  </a:lnTo>
                  <a:lnTo>
                    <a:pt x="6096" y="6858"/>
                  </a:lnTo>
                  <a:lnTo>
                    <a:pt x="7620" y="6858"/>
                  </a:lnTo>
                  <a:lnTo>
                    <a:pt x="7620" y="2286"/>
                  </a:lnTo>
                  <a:close/>
                </a:path>
                <a:path w="47625" h="15875">
                  <a:moveTo>
                    <a:pt x="10668" y="9918"/>
                  </a:moveTo>
                  <a:lnTo>
                    <a:pt x="6096" y="9918"/>
                  </a:lnTo>
                  <a:lnTo>
                    <a:pt x="4572" y="11442"/>
                  </a:lnTo>
                  <a:lnTo>
                    <a:pt x="4572" y="14490"/>
                  </a:lnTo>
                  <a:lnTo>
                    <a:pt x="6096" y="15252"/>
                  </a:lnTo>
                  <a:lnTo>
                    <a:pt x="6858" y="15252"/>
                  </a:lnTo>
                  <a:lnTo>
                    <a:pt x="10668" y="15252"/>
                  </a:lnTo>
                  <a:lnTo>
                    <a:pt x="10668" y="13728"/>
                  </a:lnTo>
                  <a:lnTo>
                    <a:pt x="6858" y="13728"/>
                  </a:lnTo>
                  <a:lnTo>
                    <a:pt x="6858" y="12204"/>
                  </a:lnTo>
                  <a:lnTo>
                    <a:pt x="7620" y="11442"/>
                  </a:lnTo>
                  <a:lnTo>
                    <a:pt x="10668" y="11442"/>
                  </a:lnTo>
                  <a:lnTo>
                    <a:pt x="10668" y="9918"/>
                  </a:lnTo>
                  <a:close/>
                </a:path>
                <a:path w="47625" h="15875">
                  <a:moveTo>
                    <a:pt x="13716" y="0"/>
                  </a:moveTo>
                  <a:lnTo>
                    <a:pt x="11430" y="0"/>
                  </a:lnTo>
                  <a:lnTo>
                    <a:pt x="11430" y="7620"/>
                  </a:lnTo>
                  <a:lnTo>
                    <a:pt x="13716" y="7620"/>
                  </a:lnTo>
                  <a:lnTo>
                    <a:pt x="13716" y="0"/>
                  </a:lnTo>
                  <a:close/>
                </a:path>
                <a:path w="47625" h="15875">
                  <a:moveTo>
                    <a:pt x="15240" y="9906"/>
                  </a:moveTo>
                  <a:lnTo>
                    <a:pt x="13716" y="9906"/>
                  </a:lnTo>
                  <a:lnTo>
                    <a:pt x="13716" y="15240"/>
                  </a:lnTo>
                  <a:lnTo>
                    <a:pt x="15240" y="15240"/>
                  </a:lnTo>
                  <a:lnTo>
                    <a:pt x="15240" y="9906"/>
                  </a:lnTo>
                  <a:close/>
                </a:path>
                <a:path w="47625" h="15875">
                  <a:moveTo>
                    <a:pt x="19050" y="2286"/>
                  </a:moveTo>
                  <a:lnTo>
                    <a:pt x="16764" y="2286"/>
                  </a:lnTo>
                  <a:lnTo>
                    <a:pt x="16764" y="6096"/>
                  </a:lnTo>
                  <a:lnTo>
                    <a:pt x="17526" y="6858"/>
                  </a:lnTo>
                  <a:lnTo>
                    <a:pt x="18288" y="6858"/>
                  </a:lnTo>
                  <a:lnTo>
                    <a:pt x="19050" y="6096"/>
                  </a:lnTo>
                  <a:lnTo>
                    <a:pt x="19050" y="2286"/>
                  </a:lnTo>
                  <a:close/>
                </a:path>
                <a:path w="47625" h="15875">
                  <a:moveTo>
                    <a:pt x="23622" y="12966"/>
                  </a:moveTo>
                  <a:lnTo>
                    <a:pt x="22860" y="12204"/>
                  </a:lnTo>
                  <a:lnTo>
                    <a:pt x="20574" y="12204"/>
                  </a:lnTo>
                  <a:lnTo>
                    <a:pt x="20574" y="11442"/>
                  </a:lnTo>
                  <a:lnTo>
                    <a:pt x="22860" y="11442"/>
                  </a:lnTo>
                  <a:lnTo>
                    <a:pt x="22860" y="9918"/>
                  </a:lnTo>
                  <a:lnTo>
                    <a:pt x="19050" y="9918"/>
                  </a:lnTo>
                  <a:lnTo>
                    <a:pt x="18288" y="10680"/>
                  </a:lnTo>
                  <a:lnTo>
                    <a:pt x="18288" y="12204"/>
                  </a:lnTo>
                  <a:lnTo>
                    <a:pt x="19050" y="12966"/>
                  </a:lnTo>
                  <a:lnTo>
                    <a:pt x="20574" y="12966"/>
                  </a:lnTo>
                  <a:lnTo>
                    <a:pt x="21336" y="12966"/>
                  </a:lnTo>
                  <a:lnTo>
                    <a:pt x="21336" y="14490"/>
                  </a:lnTo>
                  <a:lnTo>
                    <a:pt x="19050" y="14490"/>
                  </a:lnTo>
                  <a:lnTo>
                    <a:pt x="18288" y="13728"/>
                  </a:lnTo>
                  <a:lnTo>
                    <a:pt x="18288" y="15252"/>
                  </a:lnTo>
                  <a:lnTo>
                    <a:pt x="21336" y="15252"/>
                  </a:lnTo>
                  <a:lnTo>
                    <a:pt x="23622" y="15252"/>
                  </a:lnTo>
                  <a:lnTo>
                    <a:pt x="23622" y="12966"/>
                  </a:lnTo>
                  <a:close/>
                </a:path>
                <a:path w="47625" h="15875">
                  <a:moveTo>
                    <a:pt x="24384" y="3810"/>
                  </a:moveTo>
                  <a:lnTo>
                    <a:pt x="22860" y="3810"/>
                  </a:lnTo>
                  <a:lnTo>
                    <a:pt x="22860" y="6858"/>
                  </a:lnTo>
                  <a:lnTo>
                    <a:pt x="24384" y="6858"/>
                  </a:lnTo>
                  <a:lnTo>
                    <a:pt x="24384" y="3810"/>
                  </a:lnTo>
                  <a:close/>
                </a:path>
                <a:path w="47625" h="15875">
                  <a:moveTo>
                    <a:pt x="30480" y="2286"/>
                  </a:moveTo>
                  <a:lnTo>
                    <a:pt x="28194" y="2286"/>
                  </a:lnTo>
                  <a:lnTo>
                    <a:pt x="28194" y="6096"/>
                  </a:lnTo>
                  <a:lnTo>
                    <a:pt x="28956" y="6858"/>
                  </a:lnTo>
                  <a:lnTo>
                    <a:pt x="29718" y="6858"/>
                  </a:lnTo>
                  <a:lnTo>
                    <a:pt x="30480" y="6096"/>
                  </a:lnTo>
                  <a:lnTo>
                    <a:pt x="30480" y="2286"/>
                  </a:lnTo>
                  <a:close/>
                </a:path>
                <a:path w="47625" h="15875">
                  <a:moveTo>
                    <a:pt x="32004" y="9918"/>
                  </a:moveTo>
                  <a:lnTo>
                    <a:pt x="27432" y="9918"/>
                  </a:lnTo>
                  <a:lnTo>
                    <a:pt x="25908" y="11442"/>
                  </a:lnTo>
                  <a:lnTo>
                    <a:pt x="25908" y="14490"/>
                  </a:lnTo>
                  <a:lnTo>
                    <a:pt x="28194" y="15252"/>
                  </a:lnTo>
                  <a:lnTo>
                    <a:pt x="32004" y="15252"/>
                  </a:lnTo>
                  <a:lnTo>
                    <a:pt x="32004" y="13728"/>
                  </a:lnTo>
                  <a:lnTo>
                    <a:pt x="28194" y="13728"/>
                  </a:lnTo>
                  <a:lnTo>
                    <a:pt x="28194" y="12204"/>
                  </a:lnTo>
                  <a:lnTo>
                    <a:pt x="28956" y="11442"/>
                  </a:lnTo>
                  <a:lnTo>
                    <a:pt x="32004" y="11442"/>
                  </a:lnTo>
                  <a:lnTo>
                    <a:pt x="32004" y="9918"/>
                  </a:lnTo>
                  <a:close/>
                </a:path>
                <a:path w="47625" h="15875">
                  <a:moveTo>
                    <a:pt x="35814" y="0"/>
                  </a:moveTo>
                  <a:lnTo>
                    <a:pt x="33528" y="0"/>
                  </a:lnTo>
                  <a:lnTo>
                    <a:pt x="33528" y="7620"/>
                  </a:lnTo>
                  <a:lnTo>
                    <a:pt x="35814" y="7620"/>
                  </a:lnTo>
                  <a:lnTo>
                    <a:pt x="35814" y="0"/>
                  </a:lnTo>
                  <a:close/>
                </a:path>
                <a:path w="47625" h="15875">
                  <a:moveTo>
                    <a:pt x="41148" y="2286"/>
                  </a:moveTo>
                  <a:lnTo>
                    <a:pt x="39624" y="2286"/>
                  </a:lnTo>
                  <a:lnTo>
                    <a:pt x="39624" y="6858"/>
                  </a:lnTo>
                  <a:lnTo>
                    <a:pt x="41148" y="6858"/>
                  </a:lnTo>
                  <a:lnTo>
                    <a:pt x="41148" y="2286"/>
                  </a:lnTo>
                  <a:close/>
                </a:path>
                <a:path w="47625" h="15875">
                  <a:moveTo>
                    <a:pt x="42672" y="11442"/>
                  </a:moveTo>
                  <a:lnTo>
                    <a:pt x="41148" y="9918"/>
                  </a:lnTo>
                  <a:lnTo>
                    <a:pt x="40386" y="9918"/>
                  </a:lnTo>
                  <a:lnTo>
                    <a:pt x="40386" y="12204"/>
                  </a:lnTo>
                  <a:lnTo>
                    <a:pt x="40386" y="13728"/>
                  </a:lnTo>
                  <a:lnTo>
                    <a:pt x="36576" y="13728"/>
                  </a:lnTo>
                  <a:lnTo>
                    <a:pt x="36576" y="12204"/>
                  </a:lnTo>
                  <a:lnTo>
                    <a:pt x="37338" y="11442"/>
                  </a:lnTo>
                  <a:lnTo>
                    <a:pt x="39624" y="11442"/>
                  </a:lnTo>
                  <a:lnTo>
                    <a:pt x="40386" y="12204"/>
                  </a:lnTo>
                  <a:lnTo>
                    <a:pt x="40386" y="9918"/>
                  </a:lnTo>
                  <a:lnTo>
                    <a:pt x="35814" y="9918"/>
                  </a:lnTo>
                  <a:lnTo>
                    <a:pt x="34290" y="11442"/>
                  </a:lnTo>
                  <a:lnTo>
                    <a:pt x="34290" y="14490"/>
                  </a:lnTo>
                  <a:lnTo>
                    <a:pt x="35814" y="15252"/>
                  </a:lnTo>
                  <a:lnTo>
                    <a:pt x="36576" y="15252"/>
                  </a:lnTo>
                  <a:lnTo>
                    <a:pt x="40386" y="15252"/>
                  </a:lnTo>
                  <a:lnTo>
                    <a:pt x="41148" y="15252"/>
                  </a:lnTo>
                  <a:lnTo>
                    <a:pt x="42672" y="14490"/>
                  </a:lnTo>
                  <a:lnTo>
                    <a:pt x="42672" y="11442"/>
                  </a:lnTo>
                  <a:close/>
                </a:path>
                <a:path w="47625" h="15875">
                  <a:moveTo>
                    <a:pt x="45720" y="14478"/>
                  </a:moveTo>
                  <a:lnTo>
                    <a:pt x="44945" y="14478"/>
                  </a:lnTo>
                  <a:lnTo>
                    <a:pt x="44945" y="15240"/>
                  </a:lnTo>
                  <a:lnTo>
                    <a:pt x="45720" y="15240"/>
                  </a:lnTo>
                  <a:lnTo>
                    <a:pt x="45720" y="14478"/>
                  </a:lnTo>
                  <a:close/>
                </a:path>
                <a:path w="47625" h="15875">
                  <a:moveTo>
                    <a:pt x="47244" y="4572"/>
                  </a:moveTo>
                  <a:lnTo>
                    <a:pt x="46482" y="3810"/>
                  </a:lnTo>
                  <a:lnTo>
                    <a:pt x="45720" y="3810"/>
                  </a:lnTo>
                  <a:lnTo>
                    <a:pt x="44958" y="4572"/>
                  </a:lnTo>
                  <a:lnTo>
                    <a:pt x="44958" y="6096"/>
                  </a:lnTo>
                  <a:lnTo>
                    <a:pt x="45720" y="6858"/>
                  </a:lnTo>
                  <a:lnTo>
                    <a:pt x="46482" y="6858"/>
                  </a:lnTo>
                  <a:lnTo>
                    <a:pt x="47244" y="6096"/>
                  </a:lnTo>
                  <a:lnTo>
                    <a:pt x="47244" y="457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3" name="object 703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7094982" y="6550310"/>
              <a:ext cx="47085" cy="26511"/>
            </a:xfrm>
            <a:prstGeom prst="rect">
              <a:avLst/>
            </a:prstGeom>
          </p:spPr>
        </p:pic>
        <p:pic>
          <p:nvPicPr>
            <p:cNvPr id="704" name="object 704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8258556" y="6635495"/>
              <a:ext cx="80772" cy="27432"/>
            </a:xfrm>
            <a:prstGeom prst="rect">
              <a:avLst/>
            </a:prstGeom>
          </p:spPr>
        </p:pic>
        <p:sp>
          <p:nvSpPr>
            <p:cNvPr id="705" name="object 705"/>
            <p:cNvSpPr/>
            <p:nvPr/>
          </p:nvSpPr>
          <p:spPr>
            <a:xfrm>
              <a:off x="7081520" y="6545579"/>
              <a:ext cx="1290320" cy="100330"/>
            </a:xfrm>
            <a:custGeom>
              <a:avLst/>
              <a:gdLst/>
              <a:ahLst/>
              <a:cxnLst/>
              <a:rect l="l" t="t" r="r" b="b"/>
              <a:pathLst>
                <a:path w="1290320" h="100329">
                  <a:moveTo>
                    <a:pt x="1290320" y="0"/>
                  </a:moveTo>
                  <a:lnTo>
                    <a:pt x="1286510" y="0"/>
                  </a:lnTo>
                  <a:lnTo>
                    <a:pt x="1286510" y="3683"/>
                  </a:lnTo>
                  <a:lnTo>
                    <a:pt x="1286510" y="96139"/>
                  </a:lnTo>
                  <a:lnTo>
                    <a:pt x="1285240" y="96139"/>
                  </a:lnTo>
                  <a:lnTo>
                    <a:pt x="1285240" y="96774"/>
                  </a:lnTo>
                  <a:lnTo>
                    <a:pt x="6350" y="96774"/>
                  </a:lnTo>
                  <a:lnTo>
                    <a:pt x="6350" y="96329"/>
                  </a:lnTo>
                  <a:lnTo>
                    <a:pt x="5080" y="96329"/>
                  </a:lnTo>
                  <a:lnTo>
                    <a:pt x="5080" y="3492"/>
                  </a:lnTo>
                  <a:lnTo>
                    <a:pt x="6350" y="3492"/>
                  </a:lnTo>
                  <a:lnTo>
                    <a:pt x="6350" y="3048"/>
                  </a:lnTo>
                  <a:lnTo>
                    <a:pt x="1285240" y="3048"/>
                  </a:lnTo>
                  <a:lnTo>
                    <a:pt x="1285240" y="3683"/>
                  </a:lnTo>
                  <a:lnTo>
                    <a:pt x="1286510" y="3683"/>
                  </a:lnTo>
                  <a:lnTo>
                    <a:pt x="1286510" y="0"/>
                  </a:lnTo>
                  <a:lnTo>
                    <a:pt x="1285240" y="0"/>
                  </a:lnTo>
                  <a:lnTo>
                    <a:pt x="6350" y="0"/>
                  </a:lnTo>
                  <a:lnTo>
                    <a:pt x="5080" y="0"/>
                  </a:lnTo>
                  <a:lnTo>
                    <a:pt x="2540" y="0"/>
                  </a:lnTo>
                  <a:lnTo>
                    <a:pt x="2540" y="381"/>
                  </a:lnTo>
                  <a:lnTo>
                    <a:pt x="0" y="381"/>
                  </a:lnTo>
                  <a:lnTo>
                    <a:pt x="0" y="99441"/>
                  </a:lnTo>
                  <a:lnTo>
                    <a:pt x="2540" y="99441"/>
                  </a:lnTo>
                  <a:lnTo>
                    <a:pt x="2540" y="99822"/>
                  </a:lnTo>
                  <a:lnTo>
                    <a:pt x="1290320" y="99822"/>
                  </a:lnTo>
                  <a:lnTo>
                    <a:pt x="1290320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6" name="object 706"/>
            <p:cNvSpPr/>
            <p:nvPr/>
          </p:nvSpPr>
          <p:spPr>
            <a:xfrm>
              <a:off x="7086600" y="6548627"/>
              <a:ext cx="1281430" cy="93980"/>
            </a:xfrm>
            <a:custGeom>
              <a:avLst/>
              <a:gdLst/>
              <a:ahLst/>
              <a:cxnLst/>
              <a:rect l="l" t="t" r="r" b="b"/>
              <a:pathLst>
                <a:path w="1281429" h="93979">
                  <a:moveTo>
                    <a:pt x="0" y="92201"/>
                  </a:moveTo>
                  <a:lnTo>
                    <a:pt x="0" y="1523"/>
                  </a:lnTo>
                  <a:lnTo>
                    <a:pt x="0" y="761"/>
                  </a:lnTo>
                  <a:lnTo>
                    <a:pt x="1523" y="0"/>
                  </a:lnTo>
                  <a:lnTo>
                    <a:pt x="3047" y="0"/>
                  </a:lnTo>
                  <a:lnTo>
                    <a:pt x="1278636" y="0"/>
                  </a:lnTo>
                  <a:lnTo>
                    <a:pt x="1280160" y="0"/>
                  </a:lnTo>
                  <a:lnTo>
                    <a:pt x="1280922" y="761"/>
                  </a:lnTo>
                  <a:lnTo>
                    <a:pt x="1280922" y="1523"/>
                  </a:lnTo>
                  <a:lnTo>
                    <a:pt x="1280922" y="92201"/>
                  </a:lnTo>
                  <a:lnTo>
                    <a:pt x="1280922" y="92963"/>
                  </a:lnTo>
                  <a:lnTo>
                    <a:pt x="1280160" y="93725"/>
                  </a:lnTo>
                  <a:lnTo>
                    <a:pt x="1278636" y="93725"/>
                  </a:lnTo>
                  <a:lnTo>
                    <a:pt x="3048" y="93725"/>
                  </a:lnTo>
                  <a:lnTo>
                    <a:pt x="1524" y="93725"/>
                  </a:lnTo>
                  <a:lnTo>
                    <a:pt x="0" y="92963"/>
                  </a:lnTo>
                  <a:lnTo>
                    <a:pt x="0" y="92201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7" name="object 707"/>
            <p:cNvSpPr/>
            <p:nvPr/>
          </p:nvSpPr>
          <p:spPr>
            <a:xfrm>
              <a:off x="7082028" y="6545579"/>
              <a:ext cx="1290320" cy="100330"/>
            </a:xfrm>
            <a:custGeom>
              <a:avLst/>
              <a:gdLst/>
              <a:ahLst/>
              <a:cxnLst/>
              <a:rect l="l" t="t" r="r" b="b"/>
              <a:pathLst>
                <a:path w="1290320" h="100329">
                  <a:moveTo>
                    <a:pt x="3048" y="99822"/>
                  </a:moveTo>
                  <a:lnTo>
                    <a:pt x="1287780" y="99821"/>
                  </a:lnTo>
                  <a:lnTo>
                    <a:pt x="1289304" y="99821"/>
                  </a:lnTo>
                  <a:lnTo>
                    <a:pt x="1290066" y="99059"/>
                  </a:lnTo>
                  <a:lnTo>
                    <a:pt x="1290066" y="98297"/>
                  </a:lnTo>
                  <a:lnTo>
                    <a:pt x="1290066" y="2285"/>
                  </a:lnTo>
                  <a:lnTo>
                    <a:pt x="1290066" y="761"/>
                  </a:lnTo>
                  <a:lnTo>
                    <a:pt x="1289304" y="0"/>
                  </a:lnTo>
                  <a:lnTo>
                    <a:pt x="1287780" y="0"/>
                  </a:lnTo>
                  <a:lnTo>
                    <a:pt x="3048" y="0"/>
                  </a:lnTo>
                  <a:lnTo>
                    <a:pt x="1524" y="0"/>
                  </a:lnTo>
                  <a:lnTo>
                    <a:pt x="0" y="761"/>
                  </a:lnTo>
                  <a:lnTo>
                    <a:pt x="0" y="2285"/>
                  </a:lnTo>
                  <a:lnTo>
                    <a:pt x="0" y="98297"/>
                  </a:lnTo>
                  <a:lnTo>
                    <a:pt x="0" y="99060"/>
                  </a:lnTo>
                  <a:lnTo>
                    <a:pt x="1524" y="99822"/>
                  </a:lnTo>
                  <a:lnTo>
                    <a:pt x="3048" y="99822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8" name="object 708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7081647" y="6562343"/>
              <a:ext cx="1290827" cy="3809"/>
            </a:xfrm>
            <a:prstGeom prst="rect">
              <a:avLst/>
            </a:prstGeom>
          </p:spPr>
        </p:pic>
        <p:sp>
          <p:nvSpPr>
            <p:cNvPr id="709" name="object 709"/>
            <p:cNvSpPr/>
            <p:nvPr/>
          </p:nvSpPr>
          <p:spPr>
            <a:xfrm>
              <a:off x="8371586" y="6545579"/>
              <a:ext cx="290830" cy="100330"/>
            </a:xfrm>
            <a:custGeom>
              <a:avLst/>
              <a:gdLst/>
              <a:ahLst/>
              <a:cxnLst/>
              <a:rect l="l" t="t" r="r" b="b"/>
              <a:pathLst>
                <a:path w="290829" h="100329">
                  <a:moveTo>
                    <a:pt x="290830" y="444"/>
                  </a:moveTo>
                  <a:lnTo>
                    <a:pt x="289560" y="444"/>
                  </a:lnTo>
                  <a:lnTo>
                    <a:pt x="289560" y="0"/>
                  </a:lnTo>
                  <a:lnTo>
                    <a:pt x="285750" y="0"/>
                  </a:lnTo>
                  <a:lnTo>
                    <a:pt x="285750" y="3238"/>
                  </a:lnTo>
                  <a:lnTo>
                    <a:pt x="285750" y="96583"/>
                  </a:lnTo>
                  <a:lnTo>
                    <a:pt x="284480" y="96583"/>
                  </a:lnTo>
                  <a:lnTo>
                    <a:pt x="284480" y="96774"/>
                  </a:lnTo>
                  <a:lnTo>
                    <a:pt x="6350" y="96774"/>
                  </a:lnTo>
                  <a:lnTo>
                    <a:pt x="6350" y="96329"/>
                  </a:lnTo>
                  <a:lnTo>
                    <a:pt x="5080" y="96329"/>
                  </a:lnTo>
                  <a:lnTo>
                    <a:pt x="5080" y="3492"/>
                  </a:lnTo>
                  <a:lnTo>
                    <a:pt x="6350" y="3492"/>
                  </a:lnTo>
                  <a:lnTo>
                    <a:pt x="6350" y="3048"/>
                  </a:lnTo>
                  <a:lnTo>
                    <a:pt x="284480" y="3048"/>
                  </a:lnTo>
                  <a:lnTo>
                    <a:pt x="284480" y="3238"/>
                  </a:lnTo>
                  <a:lnTo>
                    <a:pt x="285750" y="3238"/>
                  </a:lnTo>
                  <a:lnTo>
                    <a:pt x="285750" y="0"/>
                  </a:lnTo>
                  <a:lnTo>
                    <a:pt x="284480" y="0"/>
                  </a:lnTo>
                  <a:lnTo>
                    <a:pt x="6350" y="0"/>
                  </a:lnTo>
                  <a:lnTo>
                    <a:pt x="5080" y="0"/>
                  </a:lnTo>
                  <a:lnTo>
                    <a:pt x="2540" y="0"/>
                  </a:lnTo>
                  <a:lnTo>
                    <a:pt x="2540" y="381"/>
                  </a:lnTo>
                  <a:lnTo>
                    <a:pt x="0" y="381"/>
                  </a:lnTo>
                  <a:lnTo>
                    <a:pt x="0" y="99441"/>
                  </a:lnTo>
                  <a:lnTo>
                    <a:pt x="2540" y="99441"/>
                  </a:lnTo>
                  <a:lnTo>
                    <a:pt x="2540" y="99822"/>
                  </a:lnTo>
                  <a:lnTo>
                    <a:pt x="289560" y="99822"/>
                  </a:lnTo>
                  <a:lnTo>
                    <a:pt x="289560" y="99377"/>
                  </a:lnTo>
                  <a:lnTo>
                    <a:pt x="290830" y="99377"/>
                  </a:lnTo>
                  <a:lnTo>
                    <a:pt x="290830" y="444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0" name="object 710"/>
            <p:cNvSpPr/>
            <p:nvPr/>
          </p:nvSpPr>
          <p:spPr>
            <a:xfrm>
              <a:off x="8376666" y="6548627"/>
              <a:ext cx="281305" cy="93980"/>
            </a:xfrm>
            <a:custGeom>
              <a:avLst/>
              <a:gdLst/>
              <a:ahLst/>
              <a:cxnLst/>
              <a:rect l="l" t="t" r="r" b="b"/>
              <a:pathLst>
                <a:path w="281304" h="93979">
                  <a:moveTo>
                    <a:pt x="0" y="92201"/>
                  </a:moveTo>
                  <a:lnTo>
                    <a:pt x="0" y="1523"/>
                  </a:lnTo>
                  <a:lnTo>
                    <a:pt x="0" y="761"/>
                  </a:lnTo>
                  <a:lnTo>
                    <a:pt x="1523" y="0"/>
                  </a:lnTo>
                  <a:lnTo>
                    <a:pt x="3047" y="0"/>
                  </a:lnTo>
                  <a:lnTo>
                    <a:pt x="278130" y="0"/>
                  </a:lnTo>
                  <a:lnTo>
                    <a:pt x="279654" y="0"/>
                  </a:lnTo>
                  <a:lnTo>
                    <a:pt x="281178" y="761"/>
                  </a:lnTo>
                  <a:lnTo>
                    <a:pt x="281178" y="1523"/>
                  </a:lnTo>
                  <a:lnTo>
                    <a:pt x="281178" y="92201"/>
                  </a:lnTo>
                  <a:lnTo>
                    <a:pt x="281178" y="92963"/>
                  </a:lnTo>
                  <a:lnTo>
                    <a:pt x="279654" y="93725"/>
                  </a:lnTo>
                  <a:lnTo>
                    <a:pt x="278130" y="93725"/>
                  </a:lnTo>
                  <a:lnTo>
                    <a:pt x="3048" y="93725"/>
                  </a:lnTo>
                  <a:lnTo>
                    <a:pt x="1524" y="93725"/>
                  </a:lnTo>
                  <a:lnTo>
                    <a:pt x="0" y="92963"/>
                  </a:lnTo>
                  <a:lnTo>
                    <a:pt x="0" y="92201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1" name="object 711"/>
            <p:cNvSpPr/>
            <p:nvPr/>
          </p:nvSpPr>
          <p:spPr>
            <a:xfrm>
              <a:off x="8372094" y="6545579"/>
              <a:ext cx="290830" cy="100330"/>
            </a:xfrm>
            <a:custGeom>
              <a:avLst/>
              <a:gdLst/>
              <a:ahLst/>
              <a:cxnLst/>
              <a:rect l="l" t="t" r="r" b="b"/>
              <a:pathLst>
                <a:path w="290829" h="100329">
                  <a:moveTo>
                    <a:pt x="3048" y="99822"/>
                  </a:moveTo>
                  <a:lnTo>
                    <a:pt x="287274" y="99821"/>
                  </a:lnTo>
                  <a:lnTo>
                    <a:pt x="288798" y="99821"/>
                  </a:lnTo>
                  <a:lnTo>
                    <a:pt x="290322" y="99059"/>
                  </a:lnTo>
                  <a:lnTo>
                    <a:pt x="290322" y="98297"/>
                  </a:lnTo>
                  <a:lnTo>
                    <a:pt x="290322" y="2285"/>
                  </a:lnTo>
                  <a:lnTo>
                    <a:pt x="290322" y="761"/>
                  </a:lnTo>
                  <a:lnTo>
                    <a:pt x="288798" y="0"/>
                  </a:lnTo>
                  <a:lnTo>
                    <a:pt x="287274" y="0"/>
                  </a:lnTo>
                  <a:lnTo>
                    <a:pt x="3048" y="0"/>
                  </a:lnTo>
                  <a:lnTo>
                    <a:pt x="1524" y="0"/>
                  </a:lnTo>
                  <a:lnTo>
                    <a:pt x="0" y="761"/>
                  </a:lnTo>
                  <a:lnTo>
                    <a:pt x="0" y="2285"/>
                  </a:lnTo>
                  <a:lnTo>
                    <a:pt x="0" y="98297"/>
                  </a:lnTo>
                  <a:lnTo>
                    <a:pt x="0" y="99060"/>
                  </a:lnTo>
                  <a:lnTo>
                    <a:pt x="1524" y="99822"/>
                  </a:lnTo>
                  <a:lnTo>
                    <a:pt x="3048" y="99822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2" name="object 712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8592312" y="6556247"/>
              <a:ext cx="36576" cy="28193"/>
            </a:xfrm>
            <a:prstGeom prst="rect">
              <a:avLst/>
            </a:prstGeom>
          </p:spPr>
        </p:pic>
        <p:pic>
          <p:nvPicPr>
            <p:cNvPr id="713" name="object 713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7111746" y="6565391"/>
              <a:ext cx="302513" cy="57150"/>
            </a:xfrm>
            <a:prstGeom prst="rect">
              <a:avLst/>
            </a:prstGeom>
          </p:spPr>
        </p:pic>
        <p:sp>
          <p:nvSpPr>
            <p:cNvPr id="714" name="object 714"/>
            <p:cNvSpPr/>
            <p:nvPr/>
          </p:nvSpPr>
          <p:spPr>
            <a:xfrm>
              <a:off x="7111746" y="6565391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292607" y="0"/>
                  </a:moveTo>
                  <a:lnTo>
                    <a:pt x="9905" y="0"/>
                  </a:lnTo>
                  <a:lnTo>
                    <a:pt x="9905" y="4572"/>
                  </a:lnTo>
                  <a:lnTo>
                    <a:pt x="0" y="4572"/>
                  </a:lnTo>
                  <a:lnTo>
                    <a:pt x="0" y="53340"/>
                  </a:lnTo>
                  <a:lnTo>
                    <a:pt x="9905" y="53340"/>
                  </a:lnTo>
                  <a:lnTo>
                    <a:pt x="9905" y="57150"/>
                  </a:lnTo>
                  <a:lnTo>
                    <a:pt x="292607" y="57150"/>
                  </a:lnTo>
                  <a:lnTo>
                    <a:pt x="292607" y="53340"/>
                  </a:lnTo>
                  <a:lnTo>
                    <a:pt x="302513" y="53340"/>
                  </a:lnTo>
                  <a:lnTo>
                    <a:pt x="302513" y="4571"/>
                  </a:lnTo>
                  <a:lnTo>
                    <a:pt x="292607" y="4572"/>
                  </a:lnTo>
                  <a:lnTo>
                    <a:pt x="292607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5" name="object 715"/>
            <p:cNvSpPr/>
            <p:nvPr/>
          </p:nvSpPr>
          <p:spPr>
            <a:xfrm>
              <a:off x="7115556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7525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1242" y="19811"/>
                  </a:lnTo>
                  <a:lnTo>
                    <a:pt x="31242" y="17525"/>
                  </a:lnTo>
                  <a:lnTo>
                    <a:pt x="44958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6" name="object 716"/>
            <p:cNvSpPr/>
            <p:nvPr/>
          </p:nvSpPr>
          <p:spPr>
            <a:xfrm>
              <a:off x="7115556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7525"/>
                  </a:lnTo>
                  <a:lnTo>
                    <a:pt x="31242" y="17525"/>
                  </a:lnTo>
                  <a:lnTo>
                    <a:pt x="31242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7" name="object 717"/>
            <p:cNvSpPr/>
            <p:nvPr/>
          </p:nvSpPr>
          <p:spPr>
            <a:xfrm>
              <a:off x="7165086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8288" y="19811"/>
                  </a:lnTo>
                  <a:lnTo>
                    <a:pt x="18288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2004" y="19811"/>
                  </a:lnTo>
                  <a:lnTo>
                    <a:pt x="32004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8" name="object 718"/>
            <p:cNvSpPr/>
            <p:nvPr/>
          </p:nvSpPr>
          <p:spPr>
            <a:xfrm>
              <a:off x="7165086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2004" y="17525"/>
                  </a:lnTo>
                  <a:lnTo>
                    <a:pt x="32004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8288" y="21335"/>
                  </a:lnTo>
                  <a:lnTo>
                    <a:pt x="18288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9" name="object 719"/>
            <p:cNvSpPr/>
            <p:nvPr/>
          </p:nvSpPr>
          <p:spPr>
            <a:xfrm>
              <a:off x="7215378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1242" y="19811"/>
                  </a:lnTo>
                  <a:lnTo>
                    <a:pt x="31242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0" name="object 720"/>
            <p:cNvSpPr/>
            <p:nvPr/>
          </p:nvSpPr>
          <p:spPr>
            <a:xfrm>
              <a:off x="7215378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1242" y="17525"/>
                  </a:lnTo>
                  <a:lnTo>
                    <a:pt x="31242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1" name="object 721"/>
            <p:cNvSpPr/>
            <p:nvPr/>
          </p:nvSpPr>
          <p:spPr>
            <a:xfrm>
              <a:off x="7265670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7525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1242" y="19811"/>
                  </a:lnTo>
                  <a:lnTo>
                    <a:pt x="31242" y="17525"/>
                  </a:lnTo>
                  <a:lnTo>
                    <a:pt x="44958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2" name="object 722"/>
            <p:cNvSpPr/>
            <p:nvPr/>
          </p:nvSpPr>
          <p:spPr>
            <a:xfrm>
              <a:off x="7265670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7525"/>
                  </a:lnTo>
                  <a:lnTo>
                    <a:pt x="31242" y="17525"/>
                  </a:lnTo>
                  <a:lnTo>
                    <a:pt x="31242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3" name="object 723"/>
            <p:cNvSpPr/>
            <p:nvPr/>
          </p:nvSpPr>
          <p:spPr>
            <a:xfrm>
              <a:off x="7315200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8288" y="19811"/>
                  </a:lnTo>
                  <a:lnTo>
                    <a:pt x="18288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2004" y="19811"/>
                  </a:lnTo>
                  <a:lnTo>
                    <a:pt x="32004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4" name="object 724"/>
            <p:cNvSpPr/>
            <p:nvPr/>
          </p:nvSpPr>
          <p:spPr>
            <a:xfrm>
              <a:off x="7315200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2004" y="17525"/>
                  </a:lnTo>
                  <a:lnTo>
                    <a:pt x="32004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8288" y="21335"/>
                  </a:lnTo>
                  <a:lnTo>
                    <a:pt x="18288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5" name="object 725"/>
            <p:cNvSpPr/>
            <p:nvPr/>
          </p:nvSpPr>
          <p:spPr>
            <a:xfrm>
              <a:off x="7365492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7525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1242" y="19811"/>
                  </a:lnTo>
                  <a:lnTo>
                    <a:pt x="31242" y="17525"/>
                  </a:lnTo>
                  <a:lnTo>
                    <a:pt x="44958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6" name="object 726"/>
            <p:cNvSpPr/>
            <p:nvPr/>
          </p:nvSpPr>
          <p:spPr>
            <a:xfrm>
              <a:off x="7365492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7525"/>
                  </a:lnTo>
                  <a:lnTo>
                    <a:pt x="31242" y="17525"/>
                  </a:lnTo>
                  <a:lnTo>
                    <a:pt x="31242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7" name="object 727"/>
            <p:cNvSpPr/>
            <p:nvPr/>
          </p:nvSpPr>
          <p:spPr>
            <a:xfrm>
              <a:off x="7115556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6"/>
                  </a:move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8" name="object 728"/>
            <p:cNvSpPr/>
            <p:nvPr/>
          </p:nvSpPr>
          <p:spPr>
            <a:xfrm>
              <a:off x="7115556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9" name="object 729"/>
            <p:cNvSpPr/>
            <p:nvPr/>
          </p:nvSpPr>
          <p:spPr>
            <a:xfrm>
              <a:off x="7165086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0" name="object 730"/>
            <p:cNvSpPr/>
            <p:nvPr/>
          </p:nvSpPr>
          <p:spPr>
            <a:xfrm>
              <a:off x="7165086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1" name="object 731"/>
            <p:cNvSpPr/>
            <p:nvPr/>
          </p:nvSpPr>
          <p:spPr>
            <a:xfrm>
              <a:off x="7215378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2" name="object 732"/>
            <p:cNvSpPr/>
            <p:nvPr/>
          </p:nvSpPr>
          <p:spPr>
            <a:xfrm>
              <a:off x="7215378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3" name="object 733"/>
            <p:cNvSpPr/>
            <p:nvPr/>
          </p:nvSpPr>
          <p:spPr>
            <a:xfrm>
              <a:off x="7265670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6"/>
                  </a:move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4" name="object 734"/>
            <p:cNvSpPr/>
            <p:nvPr/>
          </p:nvSpPr>
          <p:spPr>
            <a:xfrm>
              <a:off x="7265670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5" name="object 735"/>
            <p:cNvSpPr/>
            <p:nvPr/>
          </p:nvSpPr>
          <p:spPr>
            <a:xfrm>
              <a:off x="7315200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6" name="object 736"/>
            <p:cNvSpPr/>
            <p:nvPr/>
          </p:nvSpPr>
          <p:spPr>
            <a:xfrm>
              <a:off x="7315200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7" name="object 737"/>
            <p:cNvSpPr/>
            <p:nvPr/>
          </p:nvSpPr>
          <p:spPr>
            <a:xfrm>
              <a:off x="7365492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6"/>
                  </a:move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8" name="object 738"/>
            <p:cNvSpPr/>
            <p:nvPr/>
          </p:nvSpPr>
          <p:spPr>
            <a:xfrm>
              <a:off x="7365492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9" name="object 739"/>
            <p:cNvSpPr/>
            <p:nvPr/>
          </p:nvSpPr>
          <p:spPr>
            <a:xfrm>
              <a:off x="7111746" y="6565391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9905" y="0"/>
                  </a:moveTo>
                  <a:lnTo>
                    <a:pt x="9905" y="2286"/>
                  </a:lnTo>
                  <a:lnTo>
                    <a:pt x="9905" y="3810"/>
                  </a:lnTo>
                  <a:lnTo>
                    <a:pt x="8381" y="4572"/>
                  </a:lnTo>
                  <a:lnTo>
                    <a:pt x="6095" y="4572"/>
                  </a:lnTo>
                  <a:lnTo>
                    <a:pt x="5333" y="4572"/>
                  </a:lnTo>
                  <a:lnTo>
                    <a:pt x="2285" y="4572"/>
                  </a:lnTo>
                  <a:lnTo>
                    <a:pt x="0" y="6096"/>
                  </a:lnTo>
                  <a:lnTo>
                    <a:pt x="0" y="8382"/>
                  </a:lnTo>
                  <a:lnTo>
                    <a:pt x="0" y="49530"/>
                  </a:lnTo>
                  <a:lnTo>
                    <a:pt x="0" y="51816"/>
                  </a:lnTo>
                  <a:lnTo>
                    <a:pt x="2285" y="53340"/>
                  </a:lnTo>
                  <a:lnTo>
                    <a:pt x="4571" y="53340"/>
                  </a:lnTo>
                  <a:lnTo>
                    <a:pt x="6095" y="53340"/>
                  </a:lnTo>
                  <a:lnTo>
                    <a:pt x="8381" y="53340"/>
                  </a:lnTo>
                  <a:lnTo>
                    <a:pt x="9905" y="54102"/>
                  </a:lnTo>
                  <a:lnTo>
                    <a:pt x="9905" y="54864"/>
                  </a:lnTo>
                  <a:lnTo>
                    <a:pt x="9905" y="57150"/>
                  </a:lnTo>
                  <a:lnTo>
                    <a:pt x="292607" y="57149"/>
                  </a:lnTo>
                  <a:lnTo>
                    <a:pt x="292607" y="56387"/>
                  </a:lnTo>
                  <a:lnTo>
                    <a:pt x="292607" y="54101"/>
                  </a:lnTo>
                  <a:lnTo>
                    <a:pt x="294893" y="53339"/>
                  </a:lnTo>
                  <a:lnTo>
                    <a:pt x="297941" y="53339"/>
                  </a:lnTo>
                  <a:lnTo>
                    <a:pt x="300227" y="53339"/>
                  </a:lnTo>
                  <a:lnTo>
                    <a:pt x="302513" y="51815"/>
                  </a:lnTo>
                  <a:lnTo>
                    <a:pt x="302513" y="49529"/>
                  </a:lnTo>
                  <a:lnTo>
                    <a:pt x="302513" y="7619"/>
                  </a:lnTo>
                  <a:lnTo>
                    <a:pt x="302513" y="6095"/>
                  </a:lnTo>
                  <a:lnTo>
                    <a:pt x="300227" y="4571"/>
                  </a:lnTo>
                  <a:lnTo>
                    <a:pt x="297941" y="4571"/>
                  </a:lnTo>
                  <a:lnTo>
                    <a:pt x="296417" y="4571"/>
                  </a:lnTo>
                  <a:lnTo>
                    <a:pt x="294131" y="4571"/>
                  </a:lnTo>
                  <a:lnTo>
                    <a:pt x="292607" y="3809"/>
                  </a:lnTo>
                  <a:lnTo>
                    <a:pt x="292607" y="2285"/>
                  </a:lnTo>
                  <a:lnTo>
                    <a:pt x="292607" y="0"/>
                  </a:lnTo>
                </a:path>
              </a:pathLst>
            </a:custGeom>
            <a:ln w="3175">
              <a:solidFill>
                <a:srgbClr val="C9C1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0" name="object 740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7407402" y="6565391"/>
              <a:ext cx="324612" cy="73914"/>
            </a:xfrm>
            <a:prstGeom prst="rect">
              <a:avLst/>
            </a:prstGeom>
          </p:spPr>
        </p:pic>
        <p:sp>
          <p:nvSpPr>
            <p:cNvPr id="741" name="object 741"/>
            <p:cNvSpPr/>
            <p:nvPr/>
          </p:nvSpPr>
          <p:spPr>
            <a:xfrm>
              <a:off x="7429500" y="6565391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292607" y="0"/>
                  </a:moveTo>
                  <a:lnTo>
                    <a:pt x="9905" y="0"/>
                  </a:lnTo>
                  <a:lnTo>
                    <a:pt x="9905" y="4572"/>
                  </a:lnTo>
                  <a:lnTo>
                    <a:pt x="0" y="4572"/>
                  </a:lnTo>
                  <a:lnTo>
                    <a:pt x="0" y="53340"/>
                  </a:lnTo>
                  <a:lnTo>
                    <a:pt x="9905" y="53340"/>
                  </a:lnTo>
                  <a:lnTo>
                    <a:pt x="9905" y="57150"/>
                  </a:lnTo>
                  <a:lnTo>
                    <a:pt x="292607" y="57150"/>
                  </a:lnTo>
                  <a:lnTo>
                    <a:pt x="292607" y="53340"/>
                  </a:lnTo>
                  <a:lnTo>
                    <a:pt x="302513" y="53340"/>
                  </a:lnTo>
                  <a:lnTo>
                    <a:pt x="302513" y="4571"/>
                  </a:lnTo>
                  <a:lnTo>
                    <a:pt x="292607" y="4572"/>
                  </a:lnTo>
                  <a:lnTo>
                    <a:pt x="292607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2" name="object 742"/>
            <p:cNvSpPr/>
            <p:nvPr/>
          </p:nvSpPr>
          <p:spPr>
            <a:xfrm>
              <a:off x="7432548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8288" y="19811"/>
                  </a:lnTo>
                  <a:lnTo>
                    <a:pt x="18288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2004" y="19811"/>
                  </a:lnTo>
                  <a:lnTo>
                    <a:pt x="32004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3" name="object 743"/>
            <p:cNvSpPr/>
            <p:nvPr/>
          </p:nvSpPr>
          <p:spPr>
            <a:xfrm>
              <a:off x="7432548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2004" y="17525"/>
                  </a:lnTo>
                  <a:lnTo>
                    <a:pt x="32004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8288" y="21335"/>
                  </a:lnTo>
                  <a:lnTo>
                    <a:pt x="18288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4" name="object 744"/>
            <p:cNvSpPr/>
            <p:nvPr/>
          </p:nvSpPr>
          <p:spPr>
            <a:xfrm>
              <a:off x="7482840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7525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1242" y="19811"/>
                  </a:lnTo>
                  <a:lnTo>
                    <a:pt x="31242" y="17525"/>
                  </a:lnTo>
                  <a:lnTo>
                    <a:pt x="44958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5" name="object 745"/>
            <p:cNvSpPr/>
            <p:nvPr/>
          </p:nvSpPr>
          <p:spPr>
            <a:xfrm>
              <a:off x="7482840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7525"/>
                  </a:lnTo>
                  <a:lnTo>
                    <a:pt x="31242" y="17525"/>
                  </a:lnTo>
                  <a:lnTo>
                    <a:pt x="31242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6" name="object 746"/>
            <p:cNvSpPr/>
            <p:nvPr/>
          </p:nvSpPr>
          <p:spPr>
            <a:xfrm>
              <a:off x="7532370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4477" y="17525"/>
                  </a:lnTo>
                  <a:lnTo>
                    <a:pt x="14477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811"/>
                  </a:lnTo>
                  <a:lnTo>
                    <a:pt x="32003" y="19811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7" name="object 747"/>
            <p:cNvSpPr/>
            <p:nvPr/>
          </p:nvSpPr>
          <p:spPr>
            <a:xfrm>
              <a:off x="7532370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811"/>
                  </a:lnTo>
                  <a:lnTo>
                    <a:pt x="28193" y="19811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4477" y="19811"/>
                  </a:lnTo>
                  <a:lnTo>
                    <a:pt x="14477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8" name="object 748"/>
            <p:cNvSpPr/>
            <p:nvPr/>
          </p:nvSpPr>
          <p:spPr>
            <a:xfrm>
              <a:off x="7582662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8288" y="19811"/>
                  </a:lnTo>
                  <a:lnTo>
                    <a:pt x="18288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2004" y="19811"/>
                  </a:lnTo>
                  <a:lnTo>
                    <a:pt x="32004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9" name="object 749"/>
            <p:cNvSpPr/>
            <p:nvPr/>
          </p:nvSpPr>
          <p:spPr>
            <a:xfrm>
              <a:off x="7582662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2004" y="17525"/>
                  </a:lnTo>
                  <a:lnTo>
                    <a:pt x="32004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8288" y="21335"/>
                  </a:lnTo>
                  <a:lnTo>
                    <a:pt x="18288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0" name="object 750"/>
            <p:cNvSpPr/>
            <p:nvPr/>
          </p:nvSpPr>
          <p:spPr>
            <a:xfrm>
              <a:off x="7632954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7525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1242" y="19811"/>
                  </a:lnTo>
                  <a:lnTo>
                    <a:pt x="31242" y="17525"/>
                  </a:lnTo>
                  <a:lnTo>
                    <a:pt x="44958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1" name="object 751"/>
            <p:cNvSpPr/>
            <p:nvPr/>
          </p:nvSpPr>
          <p:spPr>
            <a:xfrm>
              <a:off x="7632954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7525"/>
                  </a:lnTo>
                  <a:lnTo>
                    <a:pt x="31242" y="17525"/>
                  </a:lnTo>
                  <a:lnTo>
                    <a:pt x="31242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2" name="object 752"/>
            <p:cNvSpPr/>
            <p:nvPr/>
          </p:nvSpPr>
          <p:spPr>
            <a:xfrm>
              <a:off x="7682484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8288" y="19811"/>
                  </a:lnTo>
                  <a:lnTo>
                    <a:pt x="18288" y="21335"/>
                  </a:lnTo>
                  <a:lnTo>
                    <a:pt x="28194" y="21335"/>
                  </a:lnTo>
                  <a:lnTo>
                    <a:pt x="28194" y="19811"/>
                  </a:lnTo>
                  <a:lnTo>
                    <a:pt x="32004" y="19811"/>
                  </a:lnTo>
                  <a:lnTo>
                    <a:pt x="32004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3" name="object 753"/>
            <p:cNvSpPr/>
            <p:nvPr/>
          </p:nvSpPr>
          <p:spPr>
            <a:xfrm>
              <a:off x="7682484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2004" y="17525"/>
                  </a:lnTo>
                  <a:lnTo>
                    <a:pt x="32004" y="19811"/>
                  </a:lnTo>
                  <a:lnTo>
                    <a:pt x="28194" y="19811"/>
                  </a:lnTo>
                  <a:lnTo>
                    <a:pt x="28194" y="21335"/>
                  </a:lnTo>
                  <a:lnTo>
                    <a:pt x="18288" y="21335"/>
                  </a:lnTo>
                  <a:lnTo>
                    <a:pt x="18288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4" name="object 754"/>
            <p:cNvSpPr/>
            <p:nvPr/>
          </p:nvSpPr>
          <p:spPr>
            <a:xfrm>
              <a:off x="7432548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5" name="object 755"/>
            <p:cNvSpPr/>
            <p:nvPr/>
          </p:nvSpPr>
          <p:spPr>
            <a:xfrm>
              <a:off x="7432548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6" name="object 756"/>
            <p:cNvSpPr/>
            <p:nvPr/>
          </p:nvSpPr>
          <p:spPr>
            <a:xfrm>
              <a:off x="7482840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6"/>
                  </a:move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7" name="object 757"/>
            <p:cNvSpPr/>
            <p:nvPr/>
          </p:nvSpPr>
          <p:spPr>
            <a:xfrm>
              <a:off x="7482840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8" name="object 758"/>
            <p:cNvSpPr/>
            <p:nvPr/>
          </p:nvSpPr>
          <p:spPr>
            <a:xfrm>
              <a:off x="7532370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9" name="object 759"/>
            <p:cNvSpPr/>
            <p:nvPr/>
          </p:nvSpPr>
          <p:spPr>
            <a:xfrm>
              <a:off x="7532370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0" name="object 760"/>
            <p:cNvSpPr/>
            <p:nvPr/>
          </p:nvSpPr>
          <p:spPr>
            <a:xfrm>
              <a:off x="7582662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1" name="object 761"/>
            <p:cNvSpPr/>
            <p:nvPr/>
          </p:nvSpPr>
          <p:spPr>
            <a:xfrm>
              <a:off x="7582662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2" name="object 762"/>
            <p:cNvSpPr/>
            <p:nvPr/>
          </p:nvSpPr>
          <p:spPr>
            <a:xfrm>
              <a:off x="7632954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6"/>
                  </a:move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3" name="object 763"/>
            <p:cNvSpPr/>
            <p:nvPr/>
          </p:nvSpPr>
          <p:spPr>
            <a:xfrm>
              <a:off x="7632954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4" name="object 764"/>
            <p:cNvSpPr/>
            <p:nvPr/>
          </p:nvSpPr>
          <p:spPr>
            <a:xfrm>
              <a:off x="7682484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8194" y="1524"/>
                  </a:lnTo>
                  <a:lnTo>
                    <a:pt x="28194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5" name="object 765"/>
            <p:cNvSpPr/>
            <p:nvPr/>
          </p:nvSpPr>
          <p:spPr>
            <a:xfrm>
              <a:off x="7682484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8194" y="1524"/>
                  </a:lnTo>
                  <a:lnTo>
                    <a:pt x="28194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6" name="object 766"/>
            <p:cNvSpPr/>
            <p:nvPr/>
          </p:nvSpPr>
          <p:spPr>
            <a:xfrm>
              <a:off x="7429500" y="6565391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9905" y="0"/>
                  </a:moveTo>
                  <a:lnTo>
                    <a:pt x="9905" y="2286"/>
                  </a:lnTo>
                  <a:lnTo>
                    <a:pt x="9905" y="3810"/>
                  </a:lnTo>
                  <a:lnTo>
                    <a:pt x="8381" y="4572"/>
                  </a:lnTo>
                  <a:lnTo>
                    <a:pt x="6095" y="4572"/>
                  </a:lnTo>
                  <a:lnTo>
                    <a:pt x="5333" y="4572"/>
                  </a:lnTo>
                  <a:lnTo>
                    <a:pt x="2285" y="4572"/>
                  </a:lnTo>
                  <a:lnTo>
                    <a:pt x="0" y="6096"/>
                  </a:lnTo>
                  <a:lnTo>
                    <a:pt x="0" y="8382"/>
                  </a:lnTo>
                  <a:lnTo>
                    <a:pt x="0" y="49530"/>
                  </a:lnTo>
                  <a:lnTo>
                    <a:pt x="0" y="51816"/>
                  </a:lnTo>
                  <a:lnTo>
                    <a:pt x="1523" y="53340"/>
                  </a:lnTo>
                  <a:lnTo>
                    <a:pt x="4571" y="53340"/>
                  </a:lnTo>
                  <a:lnTo>
                    <a:pt x="6095" y="53340"/>
                  </a:lnTo>
                  <a:lnTo>
                    <a:pt x="8381" y="53340"/>
                  </a:lnTo>
                  <a:lnTo>
                    <a:pt x="9905" y="54102"/>
                  </a:lnTo>
                  <a:lnTo>
                    <a:pt x="9905" y="54864"/>
                  </a:lnTo>
                  <a:lnTo>
                    <a:pt x="9905" y="57150"/>
                  </a:lnTo>
                  <a:lnTo>
                    <a:pt x="292607" y="57149"/>
                  </a:lnTo>
                  <a:lnTo>
                    <a:pt x="292607" y="56387"/>
                  </a:lnTo>
                  <a:lnTo>
                    <a:pt x="292607" y="54101"/>
                  </a:lnTo>
                  <a:lnTo>
                    <a:pt x="294893" y="53339"/>
                  </a:lnTo>
                  <a:lnTo>
                    <a:pt x="297179" y="53339"/>
                  </a:lnTo>
                  <a:lnTo>
                    <a:pt x="300227" y="53339"/>
                  </a:lnTo>
                  <a:lnTo>
                    <a:pt x="302513" y="51815"/>
                  </a:lnTo>
                  <a:lnTo>
                    <a:pt x="302513" y="49529"/>
                  </a:lnTo>
                  <a:lnTo>
                    <a:pt x="302513" y="7619"/>
                  </a:lnTo>
                  <a:lnTo>
                    <a:pt x="302513" y="6095"/>
                  </a:lnTo>
                  <a:lnTo>
                    <a:pt x="300227" y="4571"/>
                  </a:lnTo>
                  <a:lnTo>
                    <a:pt x="297179" y="4571"/>
                  </a:lnTo>
                  <a:lnTo>
                    <a:pt x="295655" y="4571"/>
                  </a:lnTo>
                  <a:lnTo>
                    <a:pt x="294131" y="4571"/>
                  </a:lnTo>
                  <a:lnTo>
                    <a:pt x="292607" y="3809"/>
                  </a:lnTo>
                  <a:lnTo>
                    <a:pt x="292607" y="2285"/>
                  </a:lnTo>
                  <a:lnTo>
                    <a:pt x="292607" y="0"/>
                  </a:lnTo>
                </a:path>
              </a:pathLst>
            </a:custGeom>
            <a:ln w="3175">
              <a:solidFill>
                <a:srgbClr val="C9C1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7" name="object 767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7724394" y="6565391"/>
              <a:ext cx="324611" cy="73914"/>
            </a:xfrm>
            <a:prstGeom prst="rect">
              <a:avLst/>
            </a:prstGeom>
          </p:spPr>
        </p:pic>
        <p:sp>
          <p:nvSpPr>
            <p:cNvPr id="768" name="object 768"/>
            <p:cNvSpPr/>
            <p:nvPr/>
          </p:nvSpPr>
          <p:spPr>
            <a:xfrm>
              <a:off x="7746492" y="6565391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292607" y="0"/>
                  </a:moveTo>
                  <a:lnTo>
                    <a:pt x="9905" y="0"/>
                  </a:lnTo>
                  <a:lnTo>
                    <a:pt x="9905" y="4572"/>
                  </a:lnTo>
                  <a:lnTo>
                    <a:pt x="0" y="4572"/>
                  </a:lnTo>
                  <a:lnTo>
                    <a:pt x="0" y="53340"/>
                  </a:lnTo>
                  <a:lnTo>
                    <a:pt x="9905" y="53340"/>
                  </a:lnTo>
                  <a:lnTo>
                    <a:pt x="9905" y="57150"/>
                  </a:lnTo>
                  <a:lnTo>
                    <a:pt x="292607" y="57150"/>
                  </a:lnTo>
                  <a:lnTo>
                    <a:pt x="292607" y="53340"/>
                  </a:lnTo>
                  <a:lnTo>
                    <a:pt x="302513" y="53340"/>
                  </a:lnTo>
                  <a:lnTo>
                    <a:pt x="302513" y="4571"/>
                  </a:lnTo>
                  <a:lnTo>
                    <a:pt x="292607" y="4572"/>
                  </a:lnTo>
                  <a:lnTo>
                    <a:pt x="292607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9" name="object 769"/>
            <p:cNvSpPr/>
            <p:nvPr/>
          </p:nvSpPr>
          <p:spPr>
            <a:xfrm>
              <a:off x="7750302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7525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1242" y="19811"/>
                  </a:lnTo>
                  <a:lnTo>
                    <a:pt x="31242" y="17525"/>
                  </a:lnTo>
                  <a:lnTo>
                    <a:pt x="44958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0" name="object 770"/>
            <p:cNvSpPr/>
            <p:nvPr/>
          </p:nvSpPr>
          <p:spPr>
            <a:xfrm>
              <a:off x="7750302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7525"/>
                  </a:lnTo>
                  <a:lnTo>
                    <a:pt x="31242" y="17525"/>
                  </a:lnTo>
                  <a:lnTo>
                    <a:pt x="31242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1" name="object 771"/>
            <p:cNvSpPr/>
            <p:nvPr/>
          </p:nvSpPr>
          <p:spPr>
            <a:xfrm>
              <a:off x="7799832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4477" y="17525"/>
                  </a:lnTo>
                  <a:lnTo>
                    <a:pt x="14477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811"/>
                  </a:lnTo>
                  <a:lnTo>
                    <a:pt x="32003" y="19811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2" name="object 772"/>
            <p:cNvSpPr/>
            <p:nvPr/>
          </p:nvSpPr>
          <p:spPr>
            <a:xfrm>
              <a:off x="7799832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811"/>
                  </a:lnTo>
                  <a:lnTo>
                    <a:pt x="28193" y="19811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4477" y="19811"/>
                  </a:lnTo>
                  <a:lnTo>
                    <a:pt x="14477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3" name="object 773"/>
            <p:cNvSpPr/>
            <p:nvPr/>
          </p:nvSpPr>
          <p:spPr>
            <a:xfrm>
              <a:off x="7850124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2004" y="19811"/>
                  </a:lnTo>
                  <a:lnTo>
                    <a:pt x="32004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4" name="object 774"/>
            <p:cNvSpPr/>
            <p:nvPr/>
          </p:nvSpPr>
          <p:spPr>
            <a:xfrm>
              <a:off x="7850124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2004" y="17525"/>
                  </a:lnTo>
                  <a:lnTo>
                    <a:pt x="32004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5" name="object 775"/>
            <p:cNvSpPr/>
            <p:nvPr/>
          </p:nvSpPr>
          <p:spPr>
            <a:xfrm>
              <a:off x="7900416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7525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1242" y="19811"/>
                  </a:lnTo>
                  <a:lnTo>
                    <a:pt x="31242" y="17525"/>
                  </a:lnTo>
                  <a:lnTo>
                    <a:pt x="44958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6" name="object 776"/>
            <p:cNvSpPr/>
            <p:nvPr/>
          </p:nvSpPr>
          <p:spPr>
            <a:xfrm>
              <a:off x="7900416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7525"/>
                  </a:lnTo>
                  <a:lnTo>
                    <a:pt x="31242" y="17525"/>
                  </a:lnTo>
                  <a:lnTo>
                    <a:pt x="31242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7" name="object 777"/>
            <p:cNvSpPr/>
            <p:nvPr/>
          </p:nvSpPr>
          <p:spPr>
            <a:xfrm>
              <a:off x="7949946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8288" y="19811"/>
                  </a:lnTo>
                  <a:lnTo>
                    <a:pt x="18288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2004" y="19811"/>
                  </a:lnTo>
                  <a:lnTo>
                    <a:pt x="32004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8" name="object 778"/>
            <p:cNvSpPr/>
            <p:nvPr/>
          </p:nvSpPr>
          <p:spPr>
            <a:xfrm>
              <a:off x="7949946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2004" y="17525"/>
                  </a:lnTo>
                  <a:lnTo>
                    <a:pt x="32004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8288" y="21335"/>
                  </a:lnTo>
                  <a:lnTo>
                    <a:pt x="18288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9" name="object 779"/>
            <p:cNvSpPr/>
            <p:nvPr/>
          </p:nvSpPr>
          <p:spPr>
            <a:xfrm>
              <a:off x="8000238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1242" y="19811"/>
                  </a:lnTo>
                  <a:lnTo>
                    <a:pt x="31242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0" name="object 780"/>
            <p:cNvSpPr/>
            <p:nvPr/>
          </p:nvSpPr>
          <p:spPr>
            <a:xfrm>
              <a:off x="8000238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1242" y="17525"/>
                  </a:lnTo>
                  <a:lnTo>
                    <a:pt x="31242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1" name="object 781"/>
            <p:cNvSpPr/>
            <p:nvPr/>
          </p:nvSpPr>
          <p:spPr>
            <a:xfrm>
              <a:off x="7750302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6"/>
                  </a:move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2" name="object 782"/>
            <p:cNvSpPr/>
            <p:nvPr/>
          </p:nvSpPr>
          <p:spPr>
            <a:xfrm>
              <a:off x="7750302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3" name="object 783"/>
            <p:cNvSpPr/>
            <p:nvPr/>
          </p:nvSpPr>
          <p:spPr>
            <a:xfrm>
              <a:off x="7799832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4" name="object 784"/>
            <p:cNvSpPr/>
            <p:nvPr/>
          </p:nvSpPr>
          <p:spPr>
            <a:xfrm>
              <a:off x="7799832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5" name="object 785"/>
            <p:cNvSpPr/>
            <p:nvPr/>
          </p:nvSpPr>
          <p:spPr>
            <a:xfrm>
              <a:off x="7850124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6" name="object 786"/>
            <p:cNvSpPr/>
            <p:nvPr/>
          </p:nvSpPr>
          <p:spPr>
            <a:xfrm>
              <a:off x="7850124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7" name="object 787"/>
            <p:cNvSpPr/>
            <p:nvPr/>
          </p:nvSpPr>
          <p:spPr>
            <a:xfrm>
              <a:off x="7900416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6"/>
                  </a:move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8" name="object 788"/>
            <p:cNvSpPr/>
            <p:nvPr/>
          </p:nvSpPr>
          <p:spPr>
            <a:xfrm>
              <a:off x="7900416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9" name="object 789"/>
            <p:cNvSpPr/>
            <p:nvPr/>
          </p:nvSpPr>
          <p:spPr>
            <a:xfrm>
              <a:off x="7949946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0" name="object 790"/>
            <p:cNvSpPr/>
            <p:nvPr/>
          </p:nvSpPr>
          <p:spPr>
            <a:xfrm>
              <a:off x="7949946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1" name="object 791"/>
            <p:cNvSpPr/>
            <p:nvPr/>
          </p:nvSpPr>
          <p:spPr>
            <a:xfrm>
              <a:off x="8000238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2" name="object 792"/>
            <p:cNvSpPr/>
            <p:nvPr/>
          </p:nvSpPr>
          <p:spPr>
            <a:xfrm>
              <a:off x="8000238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3" name="object 793"/>
            <p:cNvSpPr/>
            <p:nvPr/>
          </p:nvSpPr>
          <p:spPr>
            <a:xfrm>
              <a:off x="7746492" y="6565391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9905" y="0"/>
                  </a:moveTo>
                  <a:lnTo>
                    <a:pt x="9905" y="2286"/>
                  </a:lnTo>
                  <a:lnTo>
                    <a:pt x="9905" y="3810"/>
                  </a:lnTo>
                  <a:lnTo>
                    <a:pt x="8381" y="4572"/>
                  </a:lnTo>
                  <a:lnTo>
                    <a:pt x="6095" y="4572"/>
                  </a:lnTo>
                  <a:lnTo>
                    <a:pt x="2285" y="4572"/>
                  </a:lnTo>
                  <a:lnTo>
                    <a:pt x="0" y="6096"/>
                  </a:lnTo>
                  <a:lnTo>
                    <a:pt x="0" y="8382"/>
                  </a:lnTo>
                  <a:lnTo>
                    <a:pt x="0" y="49530"/>
                  </a:lnTo>
                  <a:lnTo>
                    <a:pt x="0" y="51816"/>
                  </a:lnTo>
                  <a:lnTo>
                    <a:pt x="2285" y="53340"/>
                  </a:lnTo>
                  <a:lnTo>
                    <a:pt x="5333" y="53340"/>
                  </a:lnTo>
                  <a:lnTo>
                    <a:pt x="6095" y="53340"/>
                  </a:lnTo>
                  <a:lnTo>
                    <a:pt x="8381" y="53340"/>
                  </a:lnTo>
                  <a:lnTo>
                    <a:pt x="9905" y="54102"/>
                  </a:lnTo>
                  <a:lnTo>
                    <a:pt x="9905" y="54864"/>
                  </a:lnTo>
                  <a:lnTo>
                    <a:pt x="9905" y="57150"/>
                  </a:lnTo>
                  <a:lnTo>
                    <a:pt x="292607" y="57149"/>
                  </a:lnTo>
                  <a:lnTo>
                    <a:pt x="292607" y="56387"/>
                  </a:lnTo>
                  <a:lnTo>
                    <a:pt x="292607" y="54101"/>
                  </a:lnTo>
                  <a:lnTo>
                    <a:pt x="294893" y="53339"/>
                  </a:lnTo>
                  <a:lnTo>
                    <a:pt x="297941" y="53339"/>
                  </a:lnTo>
                  <a:lnTo>
                    <a:pt x="300227" y="53339"/>
                  </a:lnTo>
                  <a:lnTo>
                    <a:pt x="302513" y="51815"/>
                  </a:lnTo>
                  <a:lnTo>
                    <a:pt x="302513" y="49529"/>
                  </a:lnTo>
                  <a:lnTo>
                    <a:pt x="302513" y="7619"/>
                  </a:lnTo>
                  <a:lnTo>
                    <a:pt x="302513" y="6095"/>
                  </a:lnTo>
                  <a:lnTo>
                    <a:pt x="300227" y="4571"/>
                  </a:lnTo>
                  <a:lnTo>
                    <a:pt x="297941" y="4571"/>
                  </a:lnTo>
                  <a:lnTo>
                    <a:pt x="296417" y="4571"/>
                  </a:lnTo>
                  <a:lnTo>
                    <a:pt x="294131" y="4571"/>
                  </a:lnTo>
                  <a:lnTo>
                    <a:pt x="292607" y="3809"/>
                  </a:lnTo>
                  <a:lnTo>
                    <a:pt x="292607" y="2285"/>
                  </a:lnTo>
                  <a:lnTo>
                    <a:pt x="292607" y="0"/>
                  </a:lnTo>
                </a:path>
              </a:pathLst>
            </a:custGeom>
            <a:ln w="3175">
              <a:solidFill>
                <a:srgbClr val="C9C1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4" name="object 794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8043672" y="6565391"/>
              <a:ext cx="328422" cy="73914"/>
            </a:xfrm>
            <a:prstGeom prst="rect">
              <a:avLst/>
            </a:prstGeom>
          </p:spPr>
        </p:pic>
        <p:sp>
          <p:nvSpPr>
            <p:cNvPr id="795" name="object 795"/>
            <p:cNvSpPr/>
            <p:nvPr/>
          </p:nvSpPr>
          <p:spPr>
            <a:xfrm>
              <a:off x="8064246" y="6565391"/>
              <a:ext cx="307975" cy="57150"/>
            </a:xfrm>
            <a:custGeom>
              <a:avLst/>
              <a:gdLst/>
              <a:ahLst/>
              <a:cxnLst/>
              <a:rect l="l" t="t" r="r" b="b"/>
              <a:pathLst>
                <a:path w="307975" h="57150">
                  <a:moveTo>
                    <a:pt x="307848" y="0"/>
                  </a:moveTo>
                  <a:lnTo>
                    <a:pt x="9906" y="0"/>
                  </a:lnTo>
                  <a:lnTo>
                    <a:pt x="9906" y="4572"/>
                  </a:lnTo>
                  <a:lnTo>
                    <a:pt x="0" y="4572"/>
                  </a:lnTo>
                  <a:lnTo>
                    <a:pt x="0" y="53340"/>
                  </a:lnTo>
                  <a:lnTo>
                    <a:pt x="9906" y="53340"/>
                  </a:lnTo>
                  <a:lnTo>
                    <a:pt x="9906" y="57150"/>
                  </a:lnTo>
                  <a:lnTo>
                    <a:pt x="307848" y="57150"/>
                  </a:lnTo>
                  <a:lnTo>
                    <a:pt x="307848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6" name="object 796"/>
            <p:cNvSpPr/>
            <p:nvPr/>
          </p:nvSpPr>
          <p:spPr>
            <a:xfrm>
              <a:off x="8067294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8288" y="19811"/>
                  </a:lnTo>
                  <a:lnTo>
                    <a:pt x="18288" y="21335"/>
                  </a:lnTo>
                  <a:lnTo>
                    <a:pt x="28194" y="21335"/>
                  </a:lnTo>
                  <a:lnTo>
                    <a:pt x="28194" y="19811"/>
                  </a:lnTo>
                  <a:lnTo>
                    <a:pt x="32004" y="19811"/>
                  </a:lnTo>
                  <a:lnTo>
                    <a:pt x="32004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7" name="object 797"/>
            <p:cNvSpPr/>
            <p:nvPr/>
          </p:nvSpPr>
          <p:spPr>
            <a:xfrm>
              <a:off x="8067294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2004" y="17525"/>
                  </a:lnTo>
                  <a:lnTo>
                    <a:pt x="32004" y="19811"/>
                  </a:lnTo>
                  <a:lnTo>
                    <a:pt x="28194" y="19811"/>
                  </a:lnTo>
                  <a:lnTo>
                    <a:pt x="28194" y="21335"/>
                  </a:lnTo>
                  <a:lnTo>
                    <a:pt x="18288" y="21335"/>
                  </a:lnTo>
                  <a:lnTo>
                    <a:pt x="18288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8" name="object 798"/>
            <p:cNvSpPr/>
            <p:nvPr/>
          </p:nvSpPr>
          <p:spPr>
            <a:xfrm>
              <a:off x="8117586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1242" y="19811"/>
                  </a:lnTo>
                  <a:lnTo>
                    <a:pt x="31242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9" name="object 799"/>
            <p:cNvSpPr/>
            <p:nvPr/>
          </p:nvSpPr>
          <p:spPr>
            <a:xfrm>
              <a:off x="8117586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1242" y="17525"/>
                  </a:lnTo>
                  <a:lnTo>
                    <a:pt x="31242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0" name="object 800"/>
            <p:cNvSpPr/>
            <p:nvPr/>
          </p:nvSpPr>
          <p:spPr>
            <a:xfrm>
              <a:off x="8167878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7525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1242" y="19811"/>
                  </a:lnTo>
                  <a:lnTo>
                    <a:pt x="31242" y="17525"/>
                  </a:lnTo>
                  <a:lnTo>
                    <a:pt x="44958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1" name="object 801"/>
            <p:cNvSpPr/>
            <p:nvPr/>
          </p:nvSpPr>
          <p:spPr>
            <a:xfrm>
              <a:off x="8167878" y="659968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7525"/>
                  </a:lnTo>
                  <a:lnTo>
                    <a:pt x="31242" y="17525"/>
                  </a:lnTo>
                  <a:lnTo>
                    <a:pt x="31242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2" name="object 802"/>
            <p:cNvSpPr/>
            <p:nvPr/>
          </p:nvSpPr>
          <p:spPr>
            <a:xfrm>
              <a:off x="8217408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8288" y="19811"/>
                  </a:lnTo>
                  <a:lnTo>
                    <a:pt x="18288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2004" y="19811"/>
                  </a:lnTo>
                  <a:lnTo>
                    <a:pt x="32004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3" name="object 803"/>
            <p:cNvSpPr/>
            <p:nvPr/>
          </p:nvSpPr>
          <p:spPr>
            <a:xfrm>
              <a:off x="8217408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2004" y="17525"/>
                  </a:lnTo>
                  <a:lnTo>
                    <a:pt x="32004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8288" y="21335"/>
                  </a:lnTo>
                  <a:lnTo>
                    <a:pt x="18288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4" name="object 804"/>
            <p:cNvSpPr/>
            <p:nvPr/>
          </p:nvSpPr>
          <p:spPr>
            <a:xfrm>
              <a:off x="8267700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1242" y="19811"/>
                  </a:lnTo>
                  <a:lnTo>
                    <a:pt x="31242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5" name="object 805"/>
            <p:cNvSpPr/>
            <p:nvPr/>
          </p:nvSpPr>
          <p:spPr>
            <a:xfrm>
              <a:off x="8267700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1242" y="17525"/>
                  </a:lnTo>
                  <a:lnTo>
                    <a:pt x="31242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6" name="object 806"/>
            <p:cNvSpPr/>
            <p:nvPr/>
          </p:nvSpPr>
          <p:spPr>
            <a:xfrm>
              <a:off x="8317230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4477" y="17525"/>
                  </a:lnTo>
                  <a:lnTo>
                    <a:pt x="14477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811"/>
                  </a:lnTo>
                  <a:lnTo>
                    <a:pt x="32003" y="19811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7" name="object 807"/>
            <p:cNvSpPr/>
            <p:nvPr/>
          </p:nvSpPr>
          <p:spPr>
            <a:xfrm>
              <a:off x="8317230" y="659968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811"/>
                  </a:lnTo>
                  <a:lnTo>
                    <a:pt x="28193" y="19811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4477" y="19811"/>
                  </a:lnTo>
                  <a:lnTo>
                    <a:pt x="14477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8" name="object 808"/>
            <p:cNvSpPr/>
            <p:nvPr/>
          </p:nvSpPr>
          <p:spPr>
            <a:xfrm>
              <a:off x="8067294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8194" y="1524"/>
                  </a:lnTo>
                  <a:lnTo>
                    <a:pt x="28194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9" name="object 809"/>
            <p:cNvSpPr/>
            <p:nvPr/>
          </p:nvSpPr>
          <p:spPr>
            <a:xfrm>
              <a:off x="8067294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8194" y="1524"/>
                  </a:lnTo>
                  <a:lnTo>
                    <a:pt x="28194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0" name="object 810"/>
            <p:cNvSpPr/>
            <p:nvPr/>
          </p:nvSpPr>
          <p:spPr>
            <a:xfrm>
              <a:off x="8117586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1" name="object 811"/>
            <p:cNvSpPr/>
            <p:nvPr/>
          </p:nvSpPr>
          <p:spPr>
            <a:xfrm>
              <a:off x="8117586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2" name="object 812"/>
            <p:cNvSpPr/>
            <p:nvPr/>
          </p:nvSpPr>
          <p:spPr>
            <a:xfrm>
              <a:off x="8167878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6"/>
                  </a:move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3" name="object 813"/>
            <p:cNvSpPr/>
            <p:nvPr/>
          </p:nvSpPr>
          <p:spPr>
            <a:xfrm>
              <a:off x="8167878" y="656767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4" name="object 814"/>
            <p:cNvSpPr/>
            <p:nvPr/>
          </p:nvSpPr>
          <p:spPr>
            <a:xfrm>
              <a:off x="8217408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5" name="object 815"/>
            <p:cNvSpPr/>
            <p:nvPr/>
          </p:nvSpPr>
          <p:spPr>
            <a:xfrm>
              <a:off x="8217408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6" name="object 816"/>
            <p:cNvSpPr/>
            <p:nvPr/>
          </p:nvSpPr>
          <p:spPr>
            <a:xfrm>
              <a:off x="8267700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7" name="object 817"/>
            <p:cNvSpPr/>
            <p:nvPr/>
          </p:nvSpPr>
          <p:spPr>
            <a:xfrm>
              <a:off x="8267700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8" name="object 818"/>
            <p:cNvSpPr/>
            <p:nvPr/>
          </p:nvSpPr>
          <p:spPr>
            <a:xfrm>
              <a:off x="8317230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9" name="object 819"/>
            <p:cNvSpPr/>
            <p:nvPr/>
          </p:nvSpPr>
          <p:spPr>
            <a:xfrm>
              <a:off x="8317230" y="656767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0" name="object 820"/>
            <p:cNvSpPr/>
            <p:nvPr/>
          </p:nvSpPr>
          <p:spPr>
            <a:xfrm>
              <a:off x="8064246" y="6565391"/>
              <a:ext cx="304165" cy="57150"/>
            </a:xfrm>
            <a:custGeom>
              <a:avLst/>
              <a:gdLst/>
              <a:ahLst/>
              <a:cxnLst/>
              <a:rect l="l" t="t" r="r" b="b"/>
              <a:pathLst>
                <a:path w="304165" h="57150">
                  <a:moveTo>
                    <a:pt x="9905" y="0"/>
                  </a:moveTo>
                  <a:lnTo>
                    <a:pt x="9905" y="2286"/>
                  </a:lnTo>
                  <a:lnTo>
                    <a:pt x="9905" y="3810"/>
                  </a:lnTo>
                  <a:lnTo>
                    <a:pt x="8381" y="4572"/>
                  </a:lnTo>
                  <a:lnTo>
                    <a:pt x="6095" y="4572"/>
                  </a:lnTo>
                  <a:lnTo>
                    <a:pt x="5333" y="4572"/>
                  </a:lnTo>
                  <a:lnTo>
                    <a:pt x="2285" y="4572"/>
                  </a:lnTo>
                  <a:lnTo>
                    <a:pt x="0" y="6096"/>
                  </a:lnTo>
                  <a:lnTo>
                    <a:pt x="0" y="8382"/>
                  </a:lnTo>
                  <a:lnTo>
                    <a:pt x="0" y="49530"/>
                  </a:lnTo>
                  <a:lnTo>
                    <a:pt x="0" y="51816"/>
                  </a:lnTo>
                  <a:lnTo>
                    <a:pt x="2285" y="53340"/>
                  </a:lnTo>
                  <a:lnTo>
                    <a:pt x="4571" y="53340"/>
                  </a:lnTo>
                  <a:lnTo>
                    <a:pt x="6095" y="53340"/>
                  </a:lnTo>
                  <a:lnTo>
                    <a:pt x="8381" y="53340"/>
                  </a:lnTo>
                  <a:lnTo>
                    <a:pt x="9905" y="54102"/>
                  </a:lnTo>
                  <a:lnTo>
                    <a:pt x="9905" y="54864"/>
                  </a:lnTo>
                  <a:lnTo>
                    <a:pt x="9905" y="57150"/>
                  </a:lnTo>
                  <a:lnTo>
                    <a:pt x="304037" y="57149"/>
                  </a:lnTo>
                </a:path>
              </a:pathLst>
            </a:custGeom>
            <a:ln w="3175">
              <a:solidFill>
                <a:srgbClr val="C9C1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1" name="object 821"/>
            <p:cNvSpPr/>
            <p:nvPr/>
          </p:nvSpPr>
          <p:spPr>
            <a:xfrm>
              <a:off x="7153656" y="6548627"/>
              <a:ext cx="81280" cy="14604"/>
            </a:xfrm>
            <a:custGeom>
              <a:avLst/>
              <a:gdLst/>
              <a:ahLst/>
              <a:cxnLst/>
              <a:rect l="l" t="t" r="r" b="b"/>
              <a:pathLst>
                <a:path w="81279" h="14604">
                  <a:moveTo>
                    <a:pt x="80772" y="14477"/>
                  </a:moveTo>
                  <a:lnTo>
                    <a:pt x="80772" y="6857"/>
                  </a:lnTo>
                  <a:lnTo>
                    <a:pt x="44958" y="6857"/>
                  </a:lnTo>
                  <a:lnTo>
                    <a:pt x="44958" y="0"/>
                  </a:lnTo>
                  <a:lnTo>
                    <a:pt x="0" y="0"/>
                  </a:lnTo>
                  <a:lnTo>
                    <a:pt x="0" y="14477"/>
                  </a:lnTo>
                  <a:lnTo>
                    <a:pt x="80772" y="14477"/>
                  </a:lnTo>
                  <a:close/>
                </a:path>
              </a:pathLst>
            </a:custGeom>
            <a:solidFill>
              <a:srgbClr val="AFC2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2" name="object 822"/>
            <p:cNvSpPr/>
            <p:nvPr/>
          </p:nvSpPr>
          <p:spPr>
            <a:xfrm>
              <a:off x="7217664" y="6559295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3" name="object 823"/>
            <p:cNvSpPr/>
            <p:nvPr/>
          </p:nvSpPr>
          <p:spPr>
            <a:xfrm>
              <a:off x="7216140" y="6558533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3048" y="1523"/>
                  </a:moveTo>
                  <a:lnTo>
                    <a:pt x="3048" y="761"/>
                  </a:lnTo>
                  <a:lnTo>
                    <a:pt x="2286" y="0"/>
                  </a:lnTo>
                  <a:lnTo>
                    <a:pt x="762" y="0"/>
                  </a:lnTo>
                  <a:lnTo>
                    <a:pt x="0" y="761"/>
                  </a:lnTo>
                  <a:lnTo>
                    <a:pt x="0" y="1523"/>
                  </a:lnTo>
                  <a:lnTo>
                    <a:pt x="762" y="2285"/>
                  </a:lnTo>
                  <a:lnTo>
                    <a:pt x="2286" y="2285"/>
                  </a:lnTo>
                  <a:lnTo>
                    <a:pt x="3048" y="15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4" name="object 824"/>
            <p:cNvSpPr/>
            <p:nvPr/>
          </p:nvSpPr>
          <p:spPr>
            <a:xfrm>
              <a:off x="7221474" y="6557771"/>
              <a:ext cx="3810" cy="1905"/>
            </a:xfrm>
            <a:custGeom>
              <a:avLst/>
              <a:gdLst/>
              <a:ahLst/>
              <a:cxnLst/>
              <a:rect l="l" t="t" r="r" b="b"/>
              <a:pathLst>
                <a:path w="3809" h="1904">
                  <a:moveTo>
                    <a:pt x="0" y="1524"/>
                  </a:moveTo>
                  <a:lnTo>
                    <a:pt x="0" y="762"/>
                  </a:lnTo>
                  <a:lnTo>
                    <a:pt x="1524" y="762"/>
                  </a:lnTo>
                  <a:lnTo>
                    <a:pt x="38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5" name="object 825"/>
            <p:cNvSpPr/>
            <p:nvPr/>
          </p:nvSpPr>
          <p:spPr>
            <a:xfrm>
              <a:off x="7223760" y="6557009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3048" y="1524"/>
                  </a:moveTo>
                  <a:lnTo>
                    <a:pt x="3048" y="762"/>
                  </a:lnTo>
                  <a:lnTo>
                    <a:pt x="2286" y="0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762" y="2286"/>
                  </a:lnTo>
                  <a:lnTo>
                    <a:pt x="2286" y="2286"/>
                  </a:lnTo>
                  <a:lnTo>
                    <a:pt x="3048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6" name="object 826"/>
            <p:cNvSpPr/>
            <p:nvPr/>
          </p:nvSpPr>
          <p:spPr>
            <a:xfrm>
              <a:off x="7223760" y="6559295"/>
              <a:ext cx="3810" cy="2540"/>
            </a:xfrm>
            <a:custGeom>
              <a:avLst/>
              <a:gdLst/>
              <a:ahLst/>
              <a:cxnLst/>
              <a:rect l="l" t="t" r="r" b="b"/>
              <a:pathLst>
                <a:path w="3809" h="2540">
                  <a:moveTo>
                    <a:pt x="0" y="0"/>
                  </a:moveTo>
                  <a:lnTo>
                    <a:pt x="0" y="1524"/>
                  </a:lnTo>
                  <a:lnTo>
                    <a:pt x="1524" y="1523"/>
                  </a:lnTo>
                  <a:lnTo>
                    <a:pt x="3810" y="22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7" name="object 827"/>
            <p:cNvSpPr/>
            <p:nvPr/>
          </p:nvSpPr>
          <p:spPr>
            <a:xfrm>
              <a:off x="7226046" y="6558546"/>
              <a:ext cx="6350" cy="3810"/>
            </a:xfrm>
            <a:custGeom>
              <a:avLst/>
              <a:gdLst/>
              <a:ahLst/>
              <a:cxnLst/>
              <a:rect l="l" t="t" r="r" b="b"/>
              <a:pathLst>
                <a:path w="6350" h="3809">
                  <a:moveTo>
                    <a:pt x="3048" y="2273"/>
                  </a:moveTo>
                  <a:lnTo>
                    <a:pt x="2286" y="1511"/>
                  </a:lnTo>
                  <a:lnTo>
                    <a:pt x="762" y="1511"/>
                  </a:lnTo>
                  <a:lnTo>
                    <a:pt x="0" y="2273"/>
                  </a:lnTo>
                  <a:lnTo>
                    <a:pt x="0" y="3035"/>
                  </a:lnTo>
                  <a:lnTo>
                    <a:pt x="762" y="3797"/>
                  </a:lnTo>
                  <a:lnTo>
                    <a:pt x="2286" y="3797"/>
                  </a:lnTo>
                  <a:lnTo>
                    <a:pt x="3048" y="3035"/>
                  </a:lnTo>
                  <a:lnTo>
                    <a:pt x="3048" y="2273"/>
                  </a:lnTo>
                  <a:close/>
                </a:path>
                <a:path w="6350" h="3809">
                  <a:moveTo>
                    <a:pt x="6096" y="762"/>
                  </a:moveTo>
                  <a:lnTo>
                    <a:pt x="3810" y="0"/>
                  </a:lnTo>
                  <a:lnTo>
                    <a:pt x="3810" y="2286"/>
                  </a:lnTo>
                  <a:lnTo>
                    <a:pt x="6096" y="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8" name="object 828"/>
            <p:cNvSpPr/>
            <p:nvPr/>
          </p:nvSpPr>
          <p:spPr>
            <a:xfrm>
              <a:off x="7201662" y="6551675"/>
              <a:ext cx="11430" cy="10160"/>
            </a:xfrm>
            <a:custGeom>
              <a:avLst/>
              <a:gdLst/>
              <a:ahLst/>
              <a:cxnLst/>
              <a:rect l="l" t="t" r="r" b="b"/>
              <a:pathLst>
                <a:path w="11429" h="10159">
                  <a:moveTo>
                    <a:pt x="10668" y="0"/>
                  </a:moveTo>
                  <a:lnTo>
                    <a:pt x="762" y="0"/>
                  </a:lnTo>
                  <a:lnTo>
                    <a:pt x="762" y="1524"/>
                  </a:lnTo>
                  <a:lnTo>
                    <a:pt x="10668" y="1524"/>
                  </a:lnTo>
                  <a:lnTo>
                    <a:pt x="10668" y="0"/>
                  </a:lnTo>
                  <a:close/>
                </a:path>
                <a:path w="11429" h="10159">
                  <a:moveTo>
                    <a:pt x="11430" y="6870"/>
                  </a:moveTo>
                  <a:lnTo>
                    <a:pt x="9144" y="6108"/>
                  </a:lnTo>
                  <a:lnTo>
                    <a:pt x="2286" y="6108"/>
                  </a:lnTo>
                  <a:lnTo>
                    <a:pt x="0" y="6870"/>
                  </a:lnTo>
                  <a:lnTo>
                    <a:pt x="0" y="9156"/>
                  </a:lnTo>
                  <a:lnTo>
                    <a:pt x="2286" y="9918"/>
                  </a:lnTo>
                  <a:lnTo>
                    <a:pt x="9144" y="9918"/>
                  </a:lnTo>
                  <a:lnTo>
                    <a:pt x="11430" y="9156"/>
                  </a:lnTo>
                  <a:lnTo>
                    <a:pt x="11430" y="7632"/>
                  </a:lnTo>
                  <a:lnTo>
                    <a:pt x="11430" y="687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9" name="object 829"/>
            <p:cNvSpPr/>
            <p:nvPr/>
          </p:nvSpPr>
          <p:spPr>
            <a:xfrm>
              <a:off x="7440168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0" name="object 830"/>
            <p:cNvSpPr/>
            <p:nvPr/>
          </p:nvSpPr>
          <p:spPr>
            <a:xfrm>
              <a:off x="7440168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1" name="object 831"/>
            <p:cNvSpPr/>
            <p:nvPr/>
          </p:nvSpPr>
          <p:spPr>
            <a:xfrm>
              <a:off x="7446264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2" name="object 832"/>
            <p:cNvSpPr/>
            <p:nvPr/>
          </p:nvSpPr>
          <p:spPr>
            <a:xfrm>
              <a:off x="7444740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3" name="object 833"/>
            <p:cNvSpPr/>
            <p:nvPr/>
          </p:nvSpPr>
          <p:spPr>
            <a:xfrm>
              <a:off x="7477506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4" name="object 834"/>
            <p:cNvSpPr/>
            <p:nvPr/>
          </p:nvSpPr>
          <p:spPr>
            <a:xfrm>
              <a:off x="7475982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5" name="object 835"/>
            <p:cNvSpPr/>
            <p:nvPr/>
          </p:nvSpPr>
          <p:spPr>
            <a:xfrm>
              <a:off x="7507224" y="6550913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5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6" name="object 836"/>
            <p:cNvSpPr/>
            <p:nvPr/>
          </p:nvSpPr>
          <p:spPr>
            <a:xfrm>
              <a:off x="7508748" y="6550913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7" name="object 837"/>
            <p:cNvSpPr/>
            <p:nvPr/>
          </p:nvSpPr>
          <p:spPr>
            <a:xfrm>
              <a:off x="7536942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8" name="object 838"/>
            <p:cNvSpPr/>
            <p:nvPr/>
          </p:nvSpPr>
          <p:spPr>
            <a:xfrm>
              <a:off x="7536942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9" name="object 839"/>
            <p:cNvSpPr/>
            <p:nvPr/>
          </p:nvSpPr>
          <p:spPr>
            <a:xfrm>
              <a:off x="7542276" y="6550913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0" name="object 840"/>
            <p:cNvSpPr/>
            <p:nvPr/>
          </p:nvSpPr>
          <p:spPr>
            <a:xfrm>
              <a:off x="7541514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1" name="object 841"/>
            <p:cNvSpPr/>
            <p:nvPr/>
          </p:nvSpPr>
          <p:spPr>
            <a:xfrm>
              <a:off x="7573518" y="6550913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2" name="object 842"/>
            <p:cNvSpPr/>
            <p:nvPr/>
          </p:nvSpPr>
          <p:spPr>
            <a:xfrm>
              <a:off x="7572756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3" name="object 843"/>
            <p:cNvSpPr/>
            <p:nvPr/>
          </p:nvSpPr>
          <p:spPr>
            <a:xfrm>
              <a:off x="7603998" y="6550913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5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4" name="object 844"/>
            <p:cNvSpPr/>
            <p:nvPr/>
          </p:nvSpPr>
          <p:spPr>
            <a:xfrm>
              <a:off x="7604760" y="6550913"/>
              <a:ext cx="17780" cy="9525"/>
            </a:xfrm>
            <a:custGeom>
              <a:avLst/>
              <a:gdLst/>
              <a:ahLst/>
              <a:cxnLst/>
              <a:rect l="l" t="t" r="r" b="b"/>
              <a:pathLst>
                <a:path w="17779" h="9525">
                  <a:moveTo>
                    <a:pt x="0" y="0"/>
                  </a:moveTo>
                  <a:lnTo>
                    <a:pt x="17526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5" name="object 845"/>
            <p:cNvSpPr/>
            <p:nvPr/>
          </p:nvSpPr>
          <p:spPr>
            <a:xfrm>
              <a:off x="7633716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6" name="object 846"/>
            <p:cNvSpPr/>
            <p:nvPr/>
          </p:nvSpPr>
          <p:spPr>
            <a:xfrm>
              <a:off x="7633716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7" name="object 847"/>
            <p:cNvSpPr/>
            <p:nvPr/>
          </p:nvSpPr>
          <p:spPr>
            <a:xfrm>
              <a:off x="7639050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8" name="object 848"/>
            <p:cNvSpPr/>
            <p:nvPr/>
          </p:nvSpPr>
          <p:spPr>
            <a:xfrm>
              <a:off x="7637526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9" name="object 849"/>
            <p:cNvSpPr/>
            <p:nvPr/>
          </p:nvSpPr>
          <p:spPr>
            <a:xfrm>
              <a:off x="7670292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0" name="object 850"/>
            <p:cNvSpPr/>
            <p:nvPr/>
          </p:nvSpPr>
          <p:spPr>
            <a:xfrm>
              <a:off x="7668768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1" name="object 851"/>
            <p:cNvSpPr/>
            <p:nvPr/>
          </p:nvSpPr>
          <p:spPr>
            <a:xfrm>
              <a:off x="7700010" y="6550913"/>
              <a:ext cx="19050" cy="10160"/>
            </a:xfrm>
            <a:custGeom>
              <a:avLst/>
              <a:gdLst/>
              <a:ahLst/>
              <a:cxnLst/>
              <a:rect l="l" t="t" r="r" b="b"/>
              <a:pathLst>
                <a:path w="19050" h="10159">
                  <a:moveTo>
                    <a:pt x="0" y="0"/>
                  </a:moveTo>
                  <a:lnTo>
                    <a:pt x="19050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2" name="object 852"/>
            <p:cNvSpPr/>
            <p:nvPr/>
          </p:nvSpPr>
          <p:spPr>
            <a:xfrm>
              <a:off x="7701534" y="6550913"/>
              <a:ext cx="17780" cy="9525"/>
            </a:xfrm>
            <a:custGeom>
              <a:avLst/>
              <a:gdLst/>
              <a:ahLst/>
              <a:cxnLst/>
              <a:rect l="l" t="t" r="r" b="b"/>
              <a:pathLst>
                <a:path w="17779" h="9525">
                  <a:moveTo>
                    <a:pt x="0" y="0"/>
                  </a:moveTo>
                  <a:lnTo>
                    <a:pt x="17526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3" name="object 853"/>
            <p:cNvSpPr/>
            <p:nvPr/>
          </p:nvSpPr>
          <p:spPr>
            <a:xfrm>
              <a:off x="7761732" y="6550913"/>
              <a:ext cx="85090" cy="10795"/>
            </a:xfrm>
            <a:custGeom>
              <a:avLst/>
              <a:gdLst/>
              <a:ahLst/>
              <a:cxnLst/>
              <a:rect l="l" t="t" r="r" b="b"/>
              <a:pathLst>
                <a:path w="85090" h="10795">
                  <a:moveTo>
                    <a:pt x="84581" y="10667"/>
                  </a:moveTo>
                  <a:lnTo>
                    <a:pt x="84581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4581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4" name="object 854"/>
            <p:cNvSpPr/>
            <p:nvPr/>
          </p:nvSpPr>
          <p:spPr>
            <a:xfrm>
              <a:off x="7761732" y="6550913"/>
              <a:ext cx="85090" cy="10795"/>
            </a:xfrm>
            <a:custGeom>
              <a:avLst/>
              <a:gdLst/>
              <a:ahLst/>
              <a:cxnLst/>
              <a:rect l="l" t="t" r="r" b="b"/>
              <a:pathLst>
                <a:path w="85090" h="10795">
                  <a:moveTo>
                    <a:pt x="0" y="0"/>
                  </a:moveTo>
                  <a:lnTo>
                    <a:pt x="0" y="10667"/>
                  </a:lnTo>
                  <a:lnTo>
                    <a:pt x="84582" y="10667"/>
                  </a:lnTo>
                  <a:lnTo>
                    <a:pt x="84582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5" name="object 855"/>
            <p:cNvSpPr/>
            <p:nvPr/>
          </p:nvSpPr>
          <p:spPr>
            <a:xfrm>
              <a:off x="7767066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6" name="object 856"/>
            <p:cNvSpPr/>
            <p:nvPr/>
          </p:nvSpPr>
          <p:spPr>
            <a:xfrm>
              <a:off x="7765542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7" name="object 857"/>
            <p:cNvSpPr/>
            <p:nvPr/>
          </p:nvSpPr>
          <p:spPr>
            <a:xfrm>
              <a:off x="7798308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8" name="object 858"/>
            <p:cNvSpPr/>
            <p:nvPr/>
          </p:nvSpPr>
          <p:spPr>
            <a:xfrm>
              <a:off x="7796784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9" name="object 859"/>
            <p:cNvSpPr/>
            <p:nvPr/>
          </p:nvSpPr>
          <p:spPr>
            <a:xfrm>
              <a:off x="7828026" y="6550913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5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0" name="object 860"/>
            <p:cNvSpPr/>
            <p:nvPr/>
          </p:nvSpPr>
          <p:spPr>
            <a:xfrm>
              <a:off x="7829550" y="6550913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1" name="object 861"/>
            <p:cNvSpPr/>
            <p:nvPr/>
          </p:nvSpPr>
          <p:spPr>
            <a:xfrm>
              <a:off x="7857744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2" name="object 862"/>
            <p:cNvSpPr/>
            <p:nvPr/>
          </p:nvSpPr>
          <p:spPr>
            <a:xfrm>
              <a:off x="7857744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3" name="object 863"/>
            <p:cNvSpPr/>
            <p:nvPr/>
          </p:nvSpPr>
          <p:spPr>
            <a:xfrm>
              <a:off x="7863840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4" name="object 864"/>
            <p:cNvSpPr/>
            <p:nvPr/>
          </p:nvSpPr>
          <p:spPr>
            <a:xfrm>
              <a:off x="7862316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5" name="object 865"/>
            <p:cNvSpPr/>
            <p:nvPr/>
          </p:nvSpPr>
          <p:spPr>
            <a:xfrm>
              <a:off x="7895082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6" name="object 866"/>
            <p:cNvSpPr/>
            <p:nvPr/>
          </p:nvSpPr>
          <p:spPr>
            <a:xfrm>
              <a:off x="7893558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7" name="object 867"/>
            <p:cNvSpPr/>
            <p:nvPr/>
          </p:nvSpPr>
          <p:spPr>
            <a:xfrm>
              <a:off x="7924800" y="6550913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5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8" name="object 868"/>
            <p:cNvSpPr/>
            <p:nvPr/>
          </p:nvSpPr>
          <p:spPr>
            <a:xfrm>
              <a:off x="7926324" y="6550913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9" name="object 869"/>
            <p:cNvSpPr/>
            <p:nvPr/>
          </p:nvSpPr>
          <p:spPr>
            <a:xfrm>
              <a:off x="7954518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0" name="object 870"/>
            <p:cNvSpPr/>
            <p:nvPr/>
          </p:nvSpPr>
          <p:spPr>
            <a:xfrm>
              <a:off x="7954518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1" name="object 871"/>
            <p:cNvSpPr/>
            <p:nvPr/>
          </p:nvSpPr>
          <p:spPr>
            <a:xfrm>
              <a:off x="7960614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2" name="object 872"/>
            <p:cNvSpPr/>
            <p:nvPr/>
          </p:nvSpPr>
          <p:spPr>
            <a:xfrm>
              <a:off x="7959090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3" name="object 873"/>
            <p:cNvSpPr/>
            <p:nvPr/>
          </p:nvSpPr>
          <p:spPr>
            <a:xfrm>
              <a:off x="7991856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4" name="object 874"/>
            <p:cNvSpPr/>
            <p:nvPr/>
          </p:nvSpPr>
          <p:spPr>
            <a:xfrm>
              <a:off x="7990332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5" name="object 875"/>
            <p:cNvSpPr/>
            <p:nvPr/>
          </p:nvSpPr>
          <p:spPr>
            <a:xfrm>
              <a:off x="8021574" y="6550913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5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6" name="object 876"/>
            <p:cNvSpPr/>
            <p:nvPr/>
          </p:nvSpPr>
          <p:spPr>
            <a:xfrm>
              <a:off x="8023098" y="6550913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7" name="object 877"/>
            <p:cNvSpPr/>
            <p:nvPr/>
          </p:nvSpPr>
          <p:spPr>
            <a:xfrm>
              <a:off x="8082534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8" name="object 878"/>
            <p:cNvSpPr/>
            <p:nvPr/>
          </p:nvSpPr>
          <p:spPr>
            <a:xfrm>
              <a:off x="8082534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9" name="object 879"/>
            <p:cNvSpPr/>
            <p:nvPr/>
          </p:nvSpPr>
          <p:spPr>
            <a:xfrm>
              <a:off x="8087868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0" name="object 880"/>
            <p:cNvSpPr/>
            <p:nvPr/>
          </p:nvSpPr>
          <p:spPr>
            <a:xfrm>
              <a:off x="8087106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1" name="object 881"/>
            <p:cNvSpPr/>
            <p:nvPr/>
          </p:nvSpPr>
          <p:spPr>
            <a:xfrm>
              <a:off x="8119110" y="6550913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2" name="object 882"/>
            <p:cNvSpPr/>
            <p:nvPr/>
          </p:nvSpPr>
          <p:spPr>
            <a:xfrm>
              <a:off x="8118348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3" name="object 883"/>
            <p:cNvSpPr/>
            <p:nvPr/>
          </p:nvSpPr>
          <p:spPr>
            <a:xfrm>
              <a:off x="8149590" y="6550913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5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4" name="object 884"/>
            <p:cNvSpPr/>
            <p:nvPr/>
          </p:nvSpPr>
          <p:spPr>
            <a:xfrm>
              <a:off x="8150352" y="6550913"/>
              <a:ext cx="17780" cy="9525"/>
            </a:xfrm>
            <a:custGeom>
              <a:avLst/>
              <a:gdLst/>
              <a:ahLst/>
              <a:cxnLst/>
              <a:rect l="l" t="t" r="r" b="b"/>
              <a:pathLst>
                <a:path w="17779" h="9525">
                  <a:moveTo>
                    <a:pt x="0" y="0"/>
                  </a:moveTo>
                  <a:lnTo>
                    <a:pt x="17526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5" name="object 885"/>
            <p:cNvSpPr/>
            <p:nvPr/>
          </p:nvSpPr>
          <p:spPr>
            <a:xfrm>
              <a:off x="8179308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6" name="object 886"/>
            <p:cNvSpPr/>
            <p:nvPr/>
          </p:nvSpPr>
          <p:spPr>
            <a:xfrm>
              <a:off x="8179308" y="6550913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7" name="object 887"/>
            <p:cNvSpPr/>
            <p:nvPr/>
          </p:nvSpPr>
          <p:spPr>
            <a:xfrm>
              <a:off x="8184642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8" name="object 888"/>
            <p:cNvSpPr/>
            <p:nvPr/>
          </p:nvSpPr>
          <p:spPr>
            <a:xfrm>
              <a:off x="8183118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9" name="object 889"/>
            <p:cNvSpPr/>
            <p:nvPr/>
          </p:nvSpPr>
          <p:spPr>
            <a:xfrm>
              <a:off x="8215884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0" name="object 890"/>
            <p:cNvSpPr/>
            <p:nvPr/>
          </p:nvSpPr>
          <p:spPr>
            <a:xfrm>
              <a:off x="8214360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1" name="object 891"/>
            <p:cNvSpPr/>
            <p:nvPr/>
          </p:nvSpPr>
          <p:spPr>
            <a:xfrm>
              <a:off x="8245602" y="6550913"/>
              <a:ext cx="19050" cy="10160"/>
            </a:xfrm>
            <a:custGeom>
              <a:avLst/>
              <a:gdLst/>
              <a:ahLst/>
              <a:cxnLst/>
              <a:rect l="l" t="t" r="r" b="b"/>
              <a:pathLst>
                <a:path w="19050" h="10159">
                  <a:moveTo>
                    <a:pt x="0" y="0"/>
                  </a:moveTo>
                  <a:lnTo>
                    <a:pt x="19050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2" name="object 892"/>
            <p:cNvSpPr/>
            <p:nvPr/>
          </p:nvSpPr>
          <p:spPr>
            <a:xfrm>
              <a:off x="8247126" y="6550913"/>
              <a:ext cx="17780" cy="9525"/>
            </a:xfrm>
            <a:custGeom>
              <a:avLst/>
              <a:gdLst/>
              <a:ahLst/>
              <a:cxnLst/>
              <a:rect l="l" t="t" r="r" b="b"/>
              <a:pathLst>
                <a:path w="17779" h="9525">
                  <a:moveTo>
                    <a:pt x="0" y="0"/>
                  </a:moveTo>
                  <a:lnTo>
                    <a:pt x="17526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3" name="object 893"/>
            <p:cNvSpPr/>
            <p:nvPr/>
          </p:nvSpPr>
          <p:spPr>
            <a:xfrm>
              <a:off x="8275320" y="6550913"/>
              <a:ext cx="57150" cy="10795"/>
            </a:xfrm>
            <a:custGeom>
              <a:avLst/>
              <a:gdLst/>
              <a:ahLst/>
              <a:cxnLst/>
              <a:rect l="l" t="t" r="r" b="b"/>
              <a:pathLst>
                <a:path w="57150" h="10795">
                  <a:moveTo>
                    <a:pt x="57150" y="10667"/>
                  </a:moveTo>
                  <a:lnTo>
                    <a:pt x="57150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57150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4" name="object 894"/>
            <p:cNvSpPr/>
            <p:nvPr/>
          </p:nvSpPr>
          <p:spPr>
            <a:xfrm>
              <a:off x="8275320" y="6550913"/>
              <a:ext cx="57150" cy="10795"/>
            </a:xfrm>
            <a:custGeom>
              <a:avLst/>
              <a:gdLst/>
              <a:ahLst/>
              <a:cxnLst/>
              <a:rect l="l" t="t" r="r" b="b"/>
              <a:pathLst>
                <a:path w="57150" h="10795">
                  <a:moveTo>
                    <a:pt x="0" y="0"/>
                  </a:moveTo>
                  <a:lnTo>
                    <a:pt x="0" y="10667"/>
                  </a:lnTo>
                  <a:lnTo>
                    <a:pt x="57150" y="10667"/>
                  </a:lnTo>
                  <a:lnTo>
                    <a:pt x="5715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5" name="object 895"/>
            <p:cNvSpPr/>
            <p:nvPr/>
          </p:nvSpPr>
          <p:spPr>
            <a:xfrm>
              <a:off x="8281416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6" name="object 896"/>
            <p:cNvSpPr/>
            <p:nvPr/>
          </p:nvSpPr>
          <p:spPr>
            <a:xfrm>
              <a:off x="8279892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7" name="object 897"/>
            <p:cNvSpPr/>
            <p:nvPr/>
          </p:nvSpPr>
          <p:spPr>
            <a:xfrm>
              <a:off x="8312658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8" name="object 898"/>
            <p:cNvSpPr/>
            <p:nvPr/>
          </p:nvSpPr>
          <p:spPr>
            <a:xfrm>
              <a:off x="8311134" y="6550913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9" name="object 899"/>
            <p:cNvSpPr/>
            <p:nvPr/>
          </p:nvSpPr>
          <p:spPr>
            <a:xfrm>
              <a:off x="8442198" y="6572249"/>
              <a:ext cx="150495" cy="13970"/>
            </a:xfrm>
            <a:custGeom>
              <a:avLst/>
              <a:gdLst/>
              <a:ahLst/>
              <a:cxnLst/>
              <a:rect l="l" t="t" r="r" b="b"/>
              <a:pathLst>
                <a:path w="150495" h="13970">
                  <a:moveTo>
                    <a:pt x="150114" y="13716"/>
                  </a:moveTo>
                  <a:lnTo>
                    <a:pt x="150114" y="0"/>
                  </a:lnTo>
                  <a:lnTo>
                    <a:pt x="0" y="0"/>
                  </a:lnTo>
                  <a:lnTo>
                    <a:pt x="0" y="13716"/>
                  </a:lnTo>
                  <a:lnTo>
                    <a:pt x="150114" y="13716"/>
                  </a:lnTo>
                  <a:close/>
                </a:path>
              </a:pathLst>
            </a:custGeom>
            <a:solidFill>
              <a:srgbClr val="2E74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0" name="object 900"/>
            <p:cNvSpPr/>
            <p:nvPr/>
          </p:nvSpPr>
          <p:spPr>
            <a:xfrm>
              <a:off x="8417814" y="6591312"/>
              <a:ext cx="199390" cy="7620"/>
            </a:xfrm>
            <a:custGeom>
              <a:avLst/>
              <a:gdLst/>
              <a:ahLst/>
              <a:cxnLst/>
              <a:rect l="l" t="t" r="r" b="b"/>
              <a:pathLst>
                <a:path w="199390" h="7620">
                  <a:moveTo>
                    <a:pt x="1143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11430" y="7620"/>
                  </a:lnTo>
                  <a:lnTo>
                    <a:pt x="11430" y="0"/>
                  </a:lnTo>
                  <a:close/>
                </a:path>
                <a:path w="199390" h="7620">
                  <a:moveTo>
                    <a:pt x="26657" y="0"/>
                  </a:moveTo>
                  <a:lnTo>
                    <a:pt x="15240" y="0"/>
                  </a:lnTo>
                  <a:lnTo>
                    <a:pt x="15240" y="7620"/>
                  </a:lnTo>
                  <a:lnTo>
                    <a:pt x="26657" y="7620"/>
                  </a:lnTo>
                  <a:lnTo>
                    <a:pt x="26657" y="0"/>
                  </a:lnTo>
                  <a:close/>
                </a:path>
                <a:path w="199390" h="7620">
                  <a:moveTo>
                    <a:pt x="198882" y="0"/>
                  </a:moveTo>
                  <a:lnTo>
                    <a:pt x="187452" y="0"/>
                  </a:lnTo>
                  <a:lnTo>
                    <a:pt x="187452" y="7620"/>
                  </a:lnTo>
                  <a:lnTo>
                    <a:pt x="198882" y="7620"/>
                  </a:lnTo>
                  <a:lnTo>
                    <a:pt x="19888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1" name="object 901"/>
            <p:cNvSpPr/>
            <p:nvPr/>
          </p:nvSpPr>
          <p:spPr>
            <a:xfrm>
              <a:off x="8464296" y="6595110"/>
              <a:ext cx="136525" cy="0"/>
            </a:xfrm>
            <a:custGeom>
              <a:avLst/>
              <a:gdLst/>
              <a:ahLst/>
              <a:cxnLst/>
              <a:rect l="l" t="t" r="r" b="b"/>
              <a:pathLst>
                <a:path w="136525">
                  <a:moveTo>
                    <a:pt x="0" y="0"/>
                  </a:moveTo>
                  <a:lnTo>
                    <a:pt x="136397" y="0"/>
                  </a:lnTo>
                </a:path>
              </a:pathLst>
            </a:custGeom>
            <a:ln w="7620">
              <a:solidFill>
                <a:srgbClr val="40404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2" name="object 902"/>
            <p:cNvSpPr/>
            <p:nvPr/>
          </p:nvSpPr>
          <p:spPr>
            <a:xfrm>
              <a:off x="8449056" y="6569976"/>
              <a:ext cx="136525" cy="29209"/>
            </a:xfrm>
            <a:custGeom>
              <a:avLst/>
              <a:gdLst/>
              <a:ahLst/>
              <a:cxnLst/>
              <a:rect l="l" t="t" r="r" b="b"/>
              <a:pathLst>
                <a:path w="136525" h="29209">
                  <a:moveTo>
                    <a:pt x="11430" y="21336"/>
                  </a:moveTo>
                  <a:lnTo>
                    <a:pt x="0" y="21336"/>
                  </a:lnTo>
                  <a:lnTo>
                    <a:pt x="0" y="28956"/>
                  </a:lnTo>
                  <a:lnTo>
                    <a:pt x="11430" y="28956"/>
                  </a:lnTo>
                  <a:lnTo>
                    <a:pt x="11430" y="21336"/>
                  </a:lnTo>
                  <a:close/>
                </a:path>
                <a:path w="136525" h="29209">
                  <a:moveTo>
                    <a:pt x="11430" y="10668"/>
                  </a:moveTo>
                  <a:lnTo>
                    <a:pt x="0" y="10668"/>
                  </a:lnTo>
                  <a:lnTo>
                    <a:pt x="0" y="18288"/>
                  </a:lnTo>
                  <a:lnTo>
                    <a:pt x="11430" y="18288"/>
                  </a:lnTo>
                  <a:lnTo>
                    <a:pt x="11430" y="10668"/>
                  </a:lnTo>
                  <a:close/>
                </a:path>
                <a:path w="136525" h="29209">
                  <a:moveTo>
                    <a:pt x="11430" y="0"/>
                  </a:moveTo>
                  <a:lnTo>
                    <a:pt x="0" y="0"/>
                  </a:lnTo>
                  <a:lnTo>
                    <a:pt x="0" y="7607"/>
                  </a:lnTo>
                  <a:lnTo>
                    <a:pt x="11430" y="7607"/>
                  </a:lnTo>
                  <a:lnTo>
                    <a:pt x="11430" y="0"/>
                  </a:lnTo>
                  <a:close/>
                </a:path>
                <a:path w="136525" h="29209">
                  <a:moveTo>
                    <a:pt x="26670" y="10668"/>
                  </a:moveTo>
                  <a:lnTo>
                    <a:pt x="15240" y="10668"/>
                  </a:lnTo>
                  <a:lnTo>
                    <a:pt x="15240" y="18288"/>
                  </a:lnTo>
                  <a:lnTo>
                    <a:pt x="26670" y="18288"/>
                  </a:lnTo>
                  <a:lnTo>
                    <a:pt x="26670" y="10668"/>
                  </a:lnTo>
                  <a:close/>
                </a:path>
                <a:path w="136525" h="29209">
                  <a:moveTo>
                    <a:pt x="26670" y="0"/>
                  </a:moveTo>
                  <a:lnTo>
                    <a:pt x="15240" y="0"/>
                  </a:lnTo>
                  <a:lnTo>
                    <a:pt x="15240" y="7607"/>
                  </a:lnTo>
                  <a:lnTo>
                    <a:pt x="26670" y="7607"/>
                  </a:lnTo>
                  <a:lnTo>
                    <a:pt x="26670" y="0"/>
                  </a:lnTo>
                  <a:close/>
                </a:path>
                <a:path w="136525" h="29209">
                  <a:moveTo>
                    <a:pt x="42672" y="10668"/>
                  </a:moveTo>
                  <a:lnTo>
                    <a:pt x="31242" y="10668"/>
                  </a:lnTo>
                  <a:lnTo>
                    <a:pt x="31242" y="18288"/>
                  </a:lnTo>
                  <a:lnTo>
                    <a:pt x="42672" y="18288"/>
                  </a:lnTo>
                  <a:lnTo>
                    <a:pt x="42672" y="10668"/>
                  </a:lnTo>
                  <a:close/>
                </a:path>
                <a:path w="136525" h="29209">
                  <a:moveTo>
                    <a:pt x="42672" y="0"/>
                  </a:moveTo>
                  <a:lnTo>
                    <a:pt x="31242" y="0"/>
                  </a:lnTo>
                  <a:lnTo>
                    <a:pt x="31242" y="7607"/>
                  </a:lnTo>
                  <a:lnTo>
                    <a:pt x="42672" y="7607"/>
                  </a:lnTo>
                  <a:lnTo>
                    <a:pt x="42672" y="0"/>
                  </a:lnTo>
                  <a:close/>
                </a:path>
                <a:path w="136525" h="29209">
                  <a:moveTo>
                    <a:pt x="57912" y="10668"/>
                  </a:moveTo>
                  <a:lnTo>
                    <a:pt x="46482" y="10668"/>
                  </a:lnTo>
                  <a:lnTo>
                    <a:pt x="46482" y="18288"/>
                  </a:lnTo>
                  <a:lnTo>
                    <a:pt x="57912" y="18288"/>
                  </a:lnTo>
                  <a:lnTo>
                    <a:pt x="57912" y="10668"/>
                  </a:lnTo>
                  <a:close/>
                </a:path>
                <a:path w="136525" h="29209">
                  <a:moveTo>
                    <a:pt x="57912" y="0"/>
                  </a:moveTo>
                  <a:lnTo>
                    <a:pt x="46482" y="0"/>
                  </a:lnTo>
                  <a:lnTo>
                    <a:pt x="46482" y="7607"/>
                  </a:lnTo>
                  <a:lnTo>
                    <a:pt x="57912" y="7607"/>
                  </a:lnTo>
                  <a:lnTo>
                    <a:pt x="57912" y="0"/>
                  </a:lnTo>
                  <a:close/>
                </a:path>
                <a:path w="136525" h="29209">
                  <a:moveTo>
                    <a:pt x="73914" y="10668"/>
                  </a:moveTo>
                  <a:lnTo>
                    <a:pt x="62484" y="10668"/>
                  </a:lnTo>
                  <a:lnTo>
                    <a:pt x="62484" y="18288"/>
                  </a:lnTo>
                  <a:lnTo>
                    <a:pt x="73914" y="18288"/>
                  </a:lnTo>
                  <a:lnTo>
                    <a:pt x="73914" y="10668"/>
                  </a:lnTo>
                  <a:close/>
                </a:path>
                <a:path w="136525" h="29209">
                  <a:moveTo>
                    <a:pt x="73914" y="0"/>
                  </a:moveTo>
                  <a:lnTo>
                    <a:pt x="62484" y="0"/>
                  </a:lnTo>
                  <a:lnTo>
                    <a:pt x="62484" y="7607"/>
                  </a:lnTo>
                  <a:lnTo>
                    <a:pt x="73914" y="7607"/>
                  </a:lnTo>
                  <a:lnTo>
                    <a:pt x="73914" y="0"/>
                  </a:lnTo>
                  <a:close/>
                </a:path>
                <a:path w="136525" h="29209">
                  <a:moveTo>
                    <a:pt x="89141" y="10668"/>
                  </a:moveTo>
                  <a:lnTo>
                    <a:pt x="77724" y="10668"/>
                  </a:lnTo>
                  <a:lnTo>
                    <a:pt x="77724" y="18288"/>
                  </a:lnTo>
                  <a:lnTo>
                    <a:pt x="89141" y="18288"/>
                  </a:lnTo>
                  <a:lnTo>
                    <a:pt x="89141" y="10668"/>
                  </a:lnTo>
                  <a:close/>
                </a:path>
                <a:path w="136525" h="29209">
                  <a:moveTo>
                    <a:pt x="89141" y="0"/>
                  </a:moveTo>
                  <a:lnTo>
                    <a:pt x="77724" y="0"/>
                  </a:lnTo>
                  <a:lnTo>
                    <a:pt x="77724" y="7607"/>
                  </a:lnTo>
                  <a:lnTo>
                    <a:pt x="89141" y="7607"/>
                  </a:lnTo>
                  <a:lnTo>
                    <a:pt x="89141" y="0"/>
                  </a:lnTo>
                  <a:close/>
                </a:path>
                <a:path w="136525" h="29209">
                  <a:moveTo>
                    <a:pt x="105143" y="10668"/>
                  </a:moveTo>
                  <a:lnTo>
                    <a:pt x="93726" y="10668"/>
                  </a:lnTo>
                  <a:lnTo>
                    <a:pt x="93726" y="18288"/>
                  </a:lnTo>
                  <a:lnTo>
                    <a:pt x="105143" y="18288"/>
                  </a:lnTo>
                  <a:lnTo>
                    <a:pt x="105143" y="10668"/>
                  </a:lnTo>
                  <a:close/>
                </a:path>
                <a:path w="136525" h="29209">
                  <a:moveTo>
                    <a:pt x="105143" y="0"/>
                  </a:moveTo>
                  <a:lnTo>
                    <a:pt x="93726" y="0"/>
                  </a:lnTo>
                  <a:lnTo>
                    <a:pt x="93726" y="7607"/>
                  </a:lnTo>
                  <a:lnTo>
                    <a:pt x="105143" y="7607"/>
                  </a:lnTo>
                  <a:lnTo>
                    <a:pt x="105143" y="0"/>
                  </a:lnTo>
                  <a:close/>
                </a:path>
                <a:path w="136525" h="29209">
                  <a:moveTo>
                    <a:pt x="120396" y="10668"/>
                  </a:moveTo>
                  <a:lnTo>
                    <a:pt x="109728" y="10668"/>
                  </a:lnTo>
                  <a:lnTo>
                    <a:pt x="109728" y="18288"/>
                  </a:lnTo>
                  <a:lnTo>
                    <a:pt x="120396" y="18288"/>
                  </a:lnTo>
                  <a:lnTo>
                    <a:pt x="120396" y="10668"/>
                  </a:lnTo>
                  <a:close/>
                </a:path>
                <a:path w="136525" h="29209">
                  <a:moveTo>
                    <a:pt x="120396" y="0"/>
                  </a:moveTo>
                  <a:lnTo>
                    <a:pt x="109728" y="0"/>
                  </a:lnTo>
                  <a:lnTo>
                    <a:pt x="109728" y="7607"/>
                  </a:lnTo>
                  <a:lnTo>
                    <a:pt x="120396" y="7607"/>
                  </a:lnTo>
                  <a:lnTo>
                    <a:pt x="120396" y="0"/>
                  </a:lnTo>
                  <a:close/>
                </a:path>
                <a:path w="136525" h="29209">
                  <a:moveTo>
                    <a:pt x="136398" y="10668"/>
                  </a:moveTo>
                  <a:lnTo>
                    <a:pt x="124968" y="10668"/>
                  </a:lnTo>
                  <a:lnTo>
                    <a:pt x="124968" y="18288"/>
                  </a:lnTo>
                  <a:lnTo>
                    <a:pt x="136398" y="18288"/>
                  </a:lnTo>
                  <a:lnTo>
                    <a:pt x="136398" y="10668"/>
                  </a:lnTo>
                  <a:close/>
                </a:path>
                <a:path w="136525" h="29209">
                  <a:moveTo>
                    <a:pt x="136398" y="0"/>
                  </a:moveTo>
                  <a:lnTo>
                    <a:pt x="124968" y="0"/>
                  </a:lnTo>
                  <a:lnTo>
                    <a:pt x="124968" y="7607"/>
                  </a:lnTo>
                  <a:lnTo>
                    <a:pt x="136398" y="7607"/>
                  </a:lnTo>
                  <a:lnTo>
                    <a:pt x="13639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3" name="object 903"/>
            <p:cNvSpPr/>
            <p:nvPr/>
          </p:nvSpPr>
          <p:spPr>
            <a:xfrm>
              <a:off x="8417814" y="6591299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30" y="7620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4" name="object 904"/>
            <p:cNvSpPr/>
            <p:nvPr/>
          </p:nvSpPr>
          <p:spPr>
            <a:xfrm>
              <a:off x="8433054" y="6591299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5" name="object 905"/>
            <p:cNvSpPr/>
            <p:nvPr/>
          </p:nvSpPr>
          <p:spPr>
            <a:xfrm>
              <a:off x="8605266" y="6591299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30" y="7620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6" name="object 906"/>
            <p:cNvSpPr/>
            <p:nvPr/>
          </p:nvSpPr>
          <p:spPr>
            <a:xfrm>
              <a:off x="8449056" y="6580631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30" y="7620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7" name="object 907"/>
            <p:cNvSpPr/>
            <p:nvPr/>
          </p:nvSpPr>
          <p:spPr>
            <a:xfrm>
              <a:off x="8449056" y="6569963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30" y="7619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8" name="object 908"/>
            <p:cNvSpPr/>
            <p:nvPr/>
          </p:nvSpPr>
          <p:spPr>
            <a:xfrm>
              <a:off x="8449056" y="6591299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30" y="7620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9" name="object 909"/>
            <p:cNvSpPr/>
            <p:nvPr/>
          </p:nvSpPr>
          <p:spPr>
            <a:xfrm>
              <a:off x="8574024" y="6580631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30" y="7620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0" name="object 910"/>
            <p:cNvSpPr/>
            <p:nvPr/>
          </p:nvSpPr>
          <p:spPr>
            <a:xfrm>
              <a:off x="8574024" y="6569963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30" y="7619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1" name="object 911"/>
            <p:cNvSpPr/>
            <p:nvPr/>
          </p:nvSpPr>
          <p:spPr>
            <a:xfrm>
              <a:off x="8558784" y="6580631"/>
              <a:ext cx="10795" cy="7620"/>
            </a:xfrm>
            <a:custGeom>
              <a:avLst/>
              <a:gdLst/>
              <a:ahLst/>
              <a:cxnLst/>
              <a:rect l="l" t="t" r="r" b="b"/>
              <a:pathLst>
                <a:path w="10795" h="7620">
                  <a:moveTo>
                    <a:pt x="0" y="0"/>
                  </a:moveTo>
                  <a:lnTo>
                    <a:pt x="0" y="7620"/>
                  </a:lnTo>
                  <a:lnTo>
                    <a:pt x="10668" y="7620"/>
                  </a:lnTo>
                  <a:lnTo>
                    <a:pt x="10668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2" name="object 912"/>
            <p:cNvSpPr/>
            <p:nvPr/>
          </p:nvSpPr>
          <p:spPr>
            <a:xfrm>
              <a:off x="8558784" y="6569963"/>
              <a:ext cx="10795" cy="7620"/>
            </a:xfrm>
            <a:custGeom>
              <a:avLst/>
              <a:gdLst/>
              <a:ahLst/>
              <a:cxnLst/>
              <a:rect l="l" t="t" r="r" b="b"/>
              <a:pathLst>
                <a:path w="10795" h="7620">
                  <a:moveTo>
                    <a:pt x="0" y="0"/>
                  </a:moveTo>
                  <a:lnTo>
                    <a:pt x="0" y="7619"/>
                  </a:lnTo>
                  <a:lnTo>
                    <a:pt x="10668" y="7619"/>
                  </a:lnTo>
                  <a:lnTo>
                    <a:pt x="10668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3" name="object 913"/>
            <p:cNvSpPr/>
            <p:nvPr/>
          </p:nvSpPr>
          <p:spPr>
            <a:xfrm>
              <a:off x="8542782" y="6580631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4" name="object 914"/>
            <p:cNvSpPr/>
            <p:nvPr/>
          </p:nvSpPr>
          <p:spPr>
            <a:xfrm>
              <a:off x="8542782" y="6569963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29" y="7619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5" name="object 915"/>
            <p:cNvSpPr/>
            <p:nvPr/>
          </p:nvSpPr>
          <p:spPr>
            <a:xfrm>
              <a:off x="8526780" y="6580631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6" name="object 916"/>
            <p:cNvSpPr/>
            <p:nvPr/>
          </p:nvSpPr>
          <p:spPr>
            <a:xfrm>
              <a:off x="8526780" y="6569963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29" y="7619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7" name="object 917"/>
            <p:cNvSpPr/>
            <p:nvPr/>
          </p:nvSpPr>
          <p:spPr>
            <a:xfrm>
              <a:off x="8511540" y="6580631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30" y="7620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8" name="object 918"/>
            <p:cNvSpPr/>
            <p:nvPr/>
          </p:nvSpPr>
          <p:spPr>
            <a:xfrm>
              <a:off x="8511540" y="6569963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30" y="7619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9" name="object 919"/>
            <p:cNvSpPr/>
            <p:nvPr/>
          </p:nvSpPr>
          <p:spPr>
            <a:xfrm>
              <a:off x="8495538" y="6580631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30" y="7620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0" name="object 920"/>
            <p:cNvSpPr/>
            <p:nvPr/>
          </p:nvSpPr>
          <p:spPr>
            <a:xfrm>
              <a:off x="8495538" y="6569963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30" y="7619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1" name="object 921"/>
            <p:cNvSpPr/>
            <p:nvPr/>
          </p:nvSpPr>
          <p:spPr>
            <a:xfrm>
              <a:off x="8480298" y="6580631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30" y="7620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2" name="object 922"/>
            <p:cNvSpPr/>
            <p:nvPr/>
          </p:nvSpPr>
          <p:spPr>
            <a:xfrm>
              <a:off x="8480298" y="6569963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30" y="7619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3" name="object 923"/>
            <p:cNvSpPr/>
            <p:nvPr/>
          </p:nvSpPr>
          <p:spPr>
            <a:xfrm>
              <a:off x="8464296" y="6580631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30" y="7620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4" name="object 924"/>
            <p:cNvSpPr/>
            <p:nvPr/>
          </p:nvSpPr>
          <p:spPr>
            <a:xfrm>
              <a:off x="8464296" y="6569963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30" y="7619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5" name="object 925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8376666" y="6568439"/>
              <a:ext cx="30479" cy="16002"/>
            </a:xfrm>
            <a:prstGeom prst="rect">
              <a:avLst/>
            </a:prstGeom>
          </p:spPr>
        </p:pic>
        <p:pic>
          <p:nvPicPr>
            <p:cNvPr id="926" name="object 926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7161276" y="6549389"/>
              <a:ext cx="222503" cy="22098"/>
            </a:xfrm>
            <a:prstGeom prst="rect">
              <a:avLst/>
            </a:prstGeom>
          </p:spPr>
        </p:pic>
        <p:pic>
          <p:nvPicPr>
            <p:cNvPr id="927" name="object 927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8627364" y="6568439"/>
              <a:ext cx="31242" cy="16002"/>
            </a:xfrm>
            <a:prstGeom prst="rect">
              <a:avLst/>
            </a:prstGeom>
          </p:spPr>
        </p:pic>
        <p:sp>
          <p:nvSpPr>
            <p:cNvPr id="928" name="object 928"/>
            <p:cNvSpPr/>
            <p:nvPr/>
          </p:nvSpPr>
          <p:spPr>
            <a:xfrm>
              <a:off x="8381238" y="6568439"/>
              <a:ext cx="25400" cy="16510"/>
            </a:xfrm>
            <a:custGeom>
              <a:avLst/>
              <a:gdLst/>
              <a:ahLst/>
              <a:cxnLst/>
              <a:rect l="l" t="t" r="r" b="b"/>
              <a:pathLst>
                <a:path w="25400" h="16509">
                  <a:moveTo>
                    <a:pt x="20574" y="12953"/>
                  </a:moveTo>
                  <a:lnTo>
                    <a:pt x="25146" y="9905"/>
                  </a:lnTo>
                  <a:lnTo>
                    <a:pt x="25146" y="5333"/>
                  </a:lnTo>
                  <a:lnTo>
                    <a:pt x="20574" y="3047"/>
                  </a:lnTo>
                  <a:lnTo>
                    <a:pt x="16002" y="0"/>
                  </a:lnTo>
                  <a:lnTo>
                    <a:pt x="8382" y="0"/>
                  </a:lnTo>
                  <a:lnTo>
                    <a:pt x="4572" y="3047"/>
                  </a:lnTo>
                  <a:lnTo>
                    <a:pt x="0" y="6095"/>
                  </a:lnTo>
                  <a:lnTo>
                    <a:pt x="0" y="10667"/>
                  </a:lnTo>
                  <a:lnTo>
                    <a:pt x="4572" y="12953"/>
                  </a:lnTo>
                  <a:lnTo>
                    <a:pt x="9144" y="16001"/>
                  </a:lnTo>
                  <a:lnTo>
                    <a:pt x="16002" y="16001"/>
                  </a:lnTo>
                  <a:lnTo>
                    <a:pt x="20574" y="12953"/>
                  </a:lnTo>
                  <a:close/>
                </a:path>
              </a:pathLst>
            </a:custGeom>
            <a:ln w="3175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9" name="object 929"/>
            <p:cNvSpPr/>
            <p:nvPr/>
          </p:nvSpPr>
          <p:spPr>
            <a:xfrm>
              <a:off x="8388858" y="6573773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59" h="5715">
                  <a:moveTo>
                    <a:pt x="9905" y="5333"/>
                  </a:moveTo>
                  <a:lnTo>
                    <a:pt x="0" y="0"/>
                  </a:lnTo>
                </a:path>
              </a:pathLst>
            </a:custGeom>
            <a:ln w="3937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0" name="object 930"/>
            <p:cNvSpPr/>
            <p:nvPr/>
          </p:nvSpPr>
          <p:spPr>
            <a:xfrm>
              <a:off x="8386572" y="6572249"/>
              <a:ext cx="14604" cy="8890"/>
            </a:xfrm>
            <a:custGeom>
              <a:avLst/>
              <a:gdLst/>
              <a:ahLst/>
              <a:cxnLst/>
              <a:rect l="l" t="t" r="r" b="b"/>
              <a:pathLst>
                <a:path w="14604" h="8890">
                  <a:moveTo>
                    <a:pt x="0" y="8381"/>
                  </a:moveTo>
                  <a:lnTo>
                    <a:pt x="14478" y="0"/>
                  </a:lnTo>
                </a:path>
              </a:pathLst>
            </a:custGeom>
            <a:ln w="3937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1" name="object 931"/>
            <p:cNvSpPr/>
            <p:nvPr/>
          </p:nvSpPr>
          <p:spPr>
            <a:xfrm>
              <a:off x="8628126" y="6568439"/>
              <a:ext cx="25400" cy="16510"/>
            </a:xfrm>
            <a:custGeom>
              <a:avLst/>
              <a:gdLst/>
              <a:ahLst/>
              <a:cxnLst/>
              <a:rect l="l" t="t" r="r" b="b"/>
              <a:pathLst>
                <a:path w="25400" h="16509">
                  <a:moveTo>
                    <a:pt x="20574" y="12953"/>
                  </a:moveTo>
                  <a:lnTo>
                    <a:pt x="25146" y="9905"/>
                  </a:lnTo>
                  <a:lnTo>
                    <a:pt x="25146" y="5333"/>
                  </a:lnTo>
                  <a:lnTo>
                    <a:pt x="20574" y="3047"/>
                  </a:lnTo>
                  <a:lnTo>
                    <a:pt x="16002" y="0"/>
                  </a:lnTo>
                  <a:lnTo>
                    <a:pt x="8382" y="0"/>
                  </a:lnTo>
                  <a:lnTo>
                    <a:pt x="4572" y="3047"/>
                  </a:lnTo>
                  <a:lnTo>
                    <a:pt x="0" y="6095"/>
                  </a:lnTo>
                  <a:lnTo>
                    <a:pt x="0" y="10667"/>
                  </a:lnTo>
                  <a:lnTo>
                    <a:pt x="4572" y="12953"/>
                  </a:lnTo>
                  <a:lnTo>
                    <a:pt x="9144" y="16001"/>
                  </a:lnTo>
                  <a:lnTo>
                    <a:pt x="16764" y="16001"/>
                  </a:lnTo>
                  <a:lnTo>
                    <a:pt x="20574" y="12953"/>
                  </a:lnTo>
                  <a:close/>
                </a:path>
              </a:pathLst>
            </a:custGeom>
            <a:ln w="3175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2" name="object 932"/>
            <p:cNvSpPr/>
            <p:nvPr/>
          </p:nvSpPr>
          <p:spPr>
            <a:xfrm>
              <a:off x="8635746" y="6573773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59" h="5715">
                  <a:moveTo>
                    <a:pt x="9905" y="5333"/>
                  </a:moveTo>
                  <a:lnTo>
                    <a:pt x="0" y="0"/>
                  </a:lnTo>
                </a:path>
              </a:pathLst>
            </a:custGeom>
            <a:ln w="3937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3" name="object 933"/>
            <p:cNvSpPr/>
            <p:nvPr/>
          </p:nvSpPr>
          <p:spPr>
            <a:xfrm>
              <a:off x="8633460" y="6571487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4" h="9525">
                  <a:moveTo>
                    <a:pt x="0" y="9144"/>
                  </a:moveTo>
                  <a:lnTo>
                    <a:pt x="14478" y="0"/>
                  </a:lnTo>
                </a:path>
              </a:pathLst>
            </a:custGeom>
            <a:ln w="3937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4" name="object 934"/>
            <p:cNvSpPr/>
            <p:nvPr/>
          </p:nvSpPr>
          <p:spPr>
            <a:xfrm>
              <a:off x="7159752" y="6553199"/>
              <a:ext cx="28575" cy="8890"/>
            </a:xfrm>
            <a:custGeom>
              <a:avLst/>
              <a:gdLst/>
              <a:ahLst/>
              <a:cxnLst/>
              <a:rect l="l" t="t" r="r" b="b"/>
              <a:pathLst>
                <a:path w="28575" h="8890">
                  <a:moveTo>
                    <a:pt x="28193" y="7619"/>
                  </a:moveTo>
                  <a:lnTo>
                    <a:pt x="28193" y="4571"/>
                  </a:lnTo>
                  <a:lnTo>
                    <a:pt x="27431" y="4571"/>
                  </a:lnTo>
                  <a:lnTo>
                    <a:pt x="25907" y="3047"/>
                  </a:lnTo>
                  <a:lnTo>
                    <a:pt x="25907" y="761"/>
                  </a:lnTo>
                  <a:lnTo>
                    <a:pt x="25145" y="0"/>
                  </a:lnTo>
                  <a:lnTo>
                    <a:pt x="3047" y="0"/>
                  </a:lnTo>
                  <a:lnTo>
                    <a:pt x="2285" y="761"/>
                  </a:lnTo>
                  <a:lnTo>
                    <a:pt x="2285" y="3809"/>
                  </a:lnTo>
                  <a:lnTo>
                    <a:pt x="1523" y="3809"/>
                  </a:lnTo>
                  <a:lnTo>
                    <a:pt x="0" y="5333"/>
                  </a:lnTo>
                  <a:lnTo>
                    <a:pt x="0" y="7619"/>
                  </a:lnTo>
                  <a:lnTo>
                    <a:pt x="761" y="8381"/>
                  </a:lnTo>
                  <a:lnTo>
                    <a:pt x="25907" y="8381"/>
                  </a:lnTo>
                  <a:lnTo>
                    <a:pt x="27431" y="8381"/>
                  </a:lnTo>
                  <a:lnTo>
                    <a:pt x="28193" y="7619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5" name="object 935"/>
            <p:cNvSpPr/>
            <p:nvPr/>
          </p:nvSpPr>
          <p:spPr>
            <a:xfrm>
              <a:off x="7159752" y="6553199"/>
              <a:ext cx="28575" cy="8890"/>
            </a:xfrm>
            <a:custGeom>
              <a:avLst/>
              <a:gdLst/>
              <a:ahLst/>
              <a:cxnLst/>
              <a:rect l="l" t="t" r="r" b="b"/>
              <a:pathLst>
                <a:path w="28575" h="8890">
                  <a:moveTo>
                    <a:pt x="25907" y="8381"/>
                  </a:moveTo>
                  <a:lnTo>
                    <a:pt x="2285" y="8381"/>
                  </a:lnTo>
                  <a:lnTo>
                    <a:pt x="761" y="8381"/>
                  </a:lnTo>
                  <a:lnTo>
                    <a:pt x="0" y="7619"/>
                  </a:lnTo>
                  <a:lnTo>
                    <a:pt x="0" y="6857"/>
                  </a:lnTo>
                  <a:lnTo>
                    <a:pt x="0" y="5333"/>
                  </a:lnTo>
                  <a:lnTo>
                    <a:pt x="1523" y="3809"/>
                  </a:lnTo>
                  <a:lnTo>
                    <a:pt x="2285" y="3809"/>
                  </a:lnTo>
                  <a:lnTo>
                    <a:pt x="2285" y="3047"/>
                  </a:lnTo>
                  <a:lnTo>
                    <a:pt x="2285" y="1523"/>
                  </a:lnTo>
                  <a:lnTo>
                    <a:pt x="2285" y="761"/>
                  </a:lnTo>
                  <a:lnTo>
                    <a:pt x="3047" y="0"/>
                  </a:lnTo>
                  <a:lnTo>
                    <a:pt x="3809" y="0"/>
                  </a:lnTo>
                  <a:lnTo>
                    <a:pt x="24383" y="0"/>
                  </a:lnTo>
                  <a:lnTo>
                    <a:pt x="25145" y="0"/>
                  </a:lnTo>
                  <a:lnTo>
                    <a:pt x="25907" y="761"/>
                  </a:lnTo>
                  <a:lnTo>
                    <a:pt x="25907" y="1523"/>
                  </a:lnTo>
                  <a:lnTo>
                    <a:pt x="25907" y="3047"/>
                  </a:lnTo>
                  <a:lnTo>
                    <a:pt x="26669" y="3809"/>
                  </a:lnTo>
                  <a:lnTo>
                    <a:pt x="27431" y="4571"/>
                  </a:lnTo>
                  <a:lnTo>
                    <a:pt x="28193" y="4571"/>
                  </a:lnTo>
                  <a:lnTo>
                    <a:pt x="28193" y="5333"/>
                  </a:lnTo>
                  <a:lnTo>
                    <a:pt x="28193" y="6857"/>
                  </a:lnTo>
                  <a:lnTo>
                    <a:pt x="28193" y="7619"/>
                  </a:lnTo>
                  <a:lnTo>
                    <a:pt x="27431" y="8381"/>
                  </a:lnTo>
                  <a:lnTo>
                    <a:pt x="25907" y="838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6" name="object 936"/>
            <p:cNvSpPr/>
            <p:nvPr/>
          </p:nvSpPr>
          <p:spPr>
            <a:xfrm>
              <a:off x="7161276" y="6553961"/>
              <a:ext cx="25400" cy="6985"/>
            </a:xfrm>
            <a:custGeom>
              <a:avLst/>
              <a:gdLst/>
              <a:ahLst/>
              <a:cxnLst/>
              <a:rect l="l" t="t" r="r" b="b"/>
              <a:pathLst>
                <a:path w="25400" h="6984">
                  <a:moveTo>
                    <a:pt x="25146" y="6857"/>
                  </a:moveTo>
                  <a:lnTo>
                    <a:pt x="25146" y="3809"/>
                  </a:lnTo>
                  <a:lnTo>
                    <a:pt x="24384" y="3047"/>
                  </a:lnTo>
                  <a:lnTo>
                    <a:pt x="23622" y="3047"/>
                  </a:lnTo>
                  <a:lnTo>
                    <a:pt x="23622" y="0"/>
                  </a:lnTo>
                  <a:lnTo>
                    <a:pt x="1524" y="0"/>
                  </a:lnTo>
                  <a:lnTo>
                    <a:pt x="1524" y="3047"/>
                  </a:lnTo>
                  <a:lnTo>
                    <a:pt x="0" y="3809"/>
                  </a:lnTo>
                  <a:lnTo>
                    <a:pt x="0" y="6857"/>
                  </a:lnTo>
                  <a:lnTo>
                    <a:pt x="25146" y="6857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7" name="object 937"/>
            <p:cNvSpPr/>
            <p:nvPr/>
          </p:nvSpPr>
          <p:spPr>
            <a:xfrm>
              <a:off x="7161276" y="6553961"/>
              <a:ext cx="25400" cy="6985"/>
            </a:xfrm>
            <a:custGeom>
              <a:avLst/>
              <a:gdLst/>
              <a:ahLst/>
              <a:cxnLst/>
              <a:rect l="l" t="t" r="r" b="b"/>
              <a:pathLst>
                <a:path w="25400" h="6984">
                  <a:moveTo>
                    <a:pt x="23622" y="6857"/>
                  </a:moveTo>
                  <a:lnTo>
                    <a:pt x="1524" y="6857"/>
                  </a:lnTo>
                  <a:lnTo>
                    <a:pt x="762" y="6857"/>
                  </a:lnTo>
                  <a:lnTo>
                    <a:pt x="0" y="6857"/>
                  </a:lnTo>
                  <a:lnTo>
                    <a:pt x="0" y="6095"/>
                  </a:lnTo>
                  <a:lnTo>
                    <a:pt x="0" y="3809"/>
                  </a:lnTo>
                  <a:lnTo>
                    <a:pt x="1524" y="3047"/>
                  </a:lnTo>
                  <a:lnTo>
                    <a:pt x="1524" y="2285"/>
                  </a:lnTo>
                  <a:lnTo>
                    <a:pt x="1524" y="761"/>
                  </a:lnTo>
                  <a:lnTo>
                    <a:pt x="1524" y="0"/>
                  </a:lnTo>
                  <a:lnTo>
                    <a:pt x="2286" y="0"/>
                  </a:lnTo>
                  <a:lnTo>
                    <a:pt x="3810" y="0"/>
                  </a:lnTo>
                  <a:lnTo>
                    <a:pt x="22098" y="0"/>
                  </a:lnTo>
                  <a:lnTo>
                    <a:pt x="22860" y="0"/>
                  </a:lnTo>
                  <a:lnTo>
                    <a:pt x="23622" y="0"/>
                  </a:lnTo>
                  <a:lnTo>
                    <a:pt x="23622" y="761"/>
                  </a:lnTo>
                  <a:lnTo>
                    <a:pt x="23622" y="2285"/>
                  </a:lnTo>
                  <a:lnTo>
                    <a:pt x="23622" y="3047"/>
                  </a:lnTo>
                  <a:lnTo>
                    <a:pt x="24384" y="3047"/>
                  </a:lnTo>
                  <a:lnTo>
                    <a:pt x="25146" y="3809"/>
                  </a:lnTo>
                  <a:lnTo>
                    <a:pt x="25146" y="6095"/>
                  </a:lnTo>
                  <a:lnTo>
                    <a:pt x="25146" y="6857"/>
                  </a:lnTo>
                  <a:lnTo>
                    <a:pt x="24384" y="6857"/>
                  </a:lnTo>
                  <a:lnTo>
                    <a:pt x="23622" y="6857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8" name="object 938"/>
            <p:cNvSpPr/>
            <p:nvPr/>
          </p:nvSpPr>
          <p:spPr>
            <a:xfrm>
              <a:off x="7178802" y="6555485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9" name="object 939"/>
            <p:cNvSpPr/>
            <p:nvPr/>
          </p:nvSpPr>
          <p:spPr>
            <a:xfrm>
              <a:off x="7178802" y="6555485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0" name="object 940"/>
            <p:cNvSpPr/>
            <p:nvPr/>
          </p:nvSpPr>
          <p:spPr>
            <a:xfrm>
              <a:off x="7179564" y="65562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762" y="761"/>
                  </a:moveTo>
                  <a:lnTo>
                    <a:pt x="761" y="0"/>
                  </a:lnTo>
                  <a:lnTo>
                    <a:pt x="0" y="0"/>
                  </a:lnTo>
                  <a:lnTo>
                    <a:pt x="0" y="761"/>
                  </a:lnTo>
                  <a:lnTo>
                    <a:pt x="762" y="761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1" name="object 941"/>
            <p:cNvSpPr/>
            <p:nvPr/>
          </p:nvSpPr>
          <p:spPr>
            <a:xfrm>
              <a:off x="7175754" y="6555485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2" name="object 942"/>
            <p:cNvSpPr/>
            <p:nvPr/>
          </p:nvSpPr>
          <p:spPr>
            <a:xfrm>
              <a:off x="7175753" y="6555485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3" name="object 943"/>
            <p:cNvSpPr/>
            <p:nvPr/>
          </p:nvSpPr>
          <p:spPr>
            <a:xfrm>
              <a:off x="7176516" y="6556247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762" y="761"/>
                  </a:moveTo>
                  <a:lnTo>
                    <a:pt x="761" y="0"/>
                  </a:lnTo>
                  <a:lnTo>
                    <a:pt x="0" y="0"/>
                  </a:lnTo>
                  <a:lnTo>
                    <a:pt x="0" y="761"/>
                  </a:lnTo>
                  <a:lnTo>
                    <a:pt x="762" y="761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4" name="object 944"/>
            <p:cNvSpPr/>
            <p:nvPr/>
          </p:nvSpPr>
          <p:spPr>
            <a:xfrm>
              <a:off x="7172706" y="6555485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5" name="object 945"/>
            <p:cNvSpPr/>
            <p:nvPr/>
          </p:nvSpPr>
          <p:spPr>
            <a:xfrm>
              <a:off x="7172706" y="6555485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6" name="object 946"/>
            <p:cNvSpPr/>
            <p:nvPr/>
          </p:nvSpPr>
          <p:spPr>
            <a:xfrm>
              <a:off x="7167372" y="6556247"/>
              <a:ext cx="6985" cy="1270"/>
            </a:xfrm>
            <a:custGeom>
              <a:avLst/>
              <a:gdLst/>
              <a:ahLst/>
              <a:cxnLst/>
              <a:rect l="l" t="t" r="r" b="b"/>
              <a:pathLst>
                <a:path w="6984" h="1270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0"/>
                  </a:lnTo>
                  <a:close/>
                </a:path>
                <a:path w="6984" h="1270">
                  <a:moveTo>
                    <a:pt x="6858" y="0"/>
                  </a:moveTo>
                  <a:lnTo>
                    <a:pt x="6096" y="0"/>
                  </a:lnTo>
                  <a:lnTo>
                    <a:pt x="6096" y="762"/>
                  </a:lnTo>
                  <a:lnTo>
                    <a:pt x="6858" y="762"/>
                  </a:lnTo>
                  <a:lnTo>
                    <a:pt x="685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7" name="object 947"/>
            <p:cNvSpPr/>
            <p:nvPr/>
          </p:nvSpPr>
          <p:spPr>
            <a:xfrm>
              <a:off x="7239000" y="6551675"/>
              <a:ext cx="118110" cy="8890"/>
            </a:xfrm>
            <a:custGeom>
              <a:avLst/>
              <a:gdLst/>
              <a:ahLst/>
              <a:cxnLst/>
              <a:rect l="l" t="t" r="r" b="b"/>
              <a:pathLst>
                <a:path w="118109" h="8890">
                  <a:moveTo>
                    <a:pt x="9906" y="6858"/>
                  </a:moveTo>
                  <a:lnTo>
                    <a:pt x="0" y="6858"/>
                  </a:lnTo>
                  <a:lnTo>
                    <a:pt x="0" y="8382"/>
                  </a:lnTo>
                  <a:lnTo>
                    <a:pt x="9906" y="8382"/>
                  </a:lnTo>
                  <a:lnTo>
                    <a:pt x="9906" y="6858"/>
                  </a:lnTo>
                  <a:close/>
                </a:path>
                <a:path w="118109" h="8890">
                  <a:moveTo>
                    <a:pt x="9906" y="0"/>
                  </a:moveTo>
                  <a:lnTo>
                    <a:pt x="0" y="0"/>
                  </a:lnTo>
                  <a:lnTo>
                    <a:pt x="0" y="1524"/>
                  </a:lnTo>
                  <a:lnTo>
                    <a:pt x="9906" y="1524"/>
                  </a:lnTo>
                  <a:lnTo>
                    <a:pt x="9906" y="0"/>
                  </a:lnTo>
                  <a:close/>
                </a:path>
                <a:path w="118109" h="8890">
                  <a:moveTo>
                    <a:pt x="45720" y="0"/>
                  </a:moveTo>
                  <a:lnTo>
                    <a:pt x="36576" y="0"/>
                  </a:lnTo>
                  <a:lnTo>
                    <a:pt x="36576" y="1524"/>
                  </a:lnTo>
                  <a:lnTo>
                    <a:pt x="45720" y="1524"/>
                  </a:lnTo>
                  <a:lnTo>
                    <a:pt x="45720" y="0"/>
                  </a:lnTo>
                  <a:close/>
                </a:path>
                <a:path w="118109" h="8890">
                  <a:moveTo>
                    <a:pt x="82296" y="0"/>
                  </a:moveTo>
                  <a:lnTo>
                    <a:pt x="72390" y="0"/>
                  </a:lnTo>
                  <a:lnTo>
                    <a:pt x="72390" y="1524"/>
                  </a:lnTo>
                  <a:lnTo>
                    <a:pt x="82296" y="1524"/>
                  </a:lnTo>
                  <a:lnTo>
                    <a:pt x="82296" y="0"/>
                  </a:lnTo>
                  <a:close/>
                </a:path>
                <a:path w="118109" h="8890">
                  <a:moveTo>
                    <a:pt x="118110" y="0"/>
                  </a:moveTo>
                  <a:lnTo>
                    <a:pt x="108966" y="0"/>
                  </a:lnTo>
                  <a:lnTo>
                    <a:pt x="108966" y="1524"/>
                  </a:lnTo>
                  <a:lnTo>
                    <a:pt x="118110" y="1524"/>
                  </a:lnTo>
                  <a:lnTo>
                    <a:pt x="118110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8" name="object 948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7251192" y="6557009"/>
              <a:ext cx="24384" cy="18288"/>
            </a:xfrm>
            <a:prstGeom prst="rect">
              <a:avLst/>
            </a:prstGeom>
          </p:spPr>
        </p:pic>
        <p:pic>
          <p:nvPicPr>
            <p:cNvPr id="949" name="object 949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7275576" y="6557009"/>
              <a:ext cx="72389" cy="18288"/>
            </a:xfrm>
            <a:prstGeom prst="rect">
              <a:avLst/>
            </a:prstGeom>
          </p:spPr>
        </p:pic>
        <p:pic>
          <p:nvPicPr>
            <p:cNvPr id="950" name="object 950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7122414" y="6628637"/>
              <a:ext cx="10667" cy="6096"/>
            </a:xfrm>
            <a:prstGeom prst="rect">
              <a:avLst/>
            </a:prstGeom>
          </p:spPr>
        </p:pic>
        <p:pic>
          <p:nvPicPr>
            <p:cNvPr id="951" name="object 951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7146036" y="6628637"/>
              <a:ext cx="10667" cy="6096"/>
            </a:xfrm>
            <a:prstGeom prst="rect">
              <a:avLst/>
            </a:prstGeom>
          </p:spPr>
        </p:pic>
        <p:pic>
          <p:nvPicPr>
            <p:cNvPr id="952" name="object 952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7171944" y="6628637"/>
              <a:ext cx="10667" cy="6096"/>
            </a:xfrm>
            <a:prstGeom prst="rect">
              <a:avLst/>
            </a:prstGeom>
          </p:spPr>
        </p:pic>
        <p:pic>
          <p:nvPicPr>
            <p:cNvPr id="953" name="object 953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7195566" y="6628637"/>
              <a:ext cx="10667" cy="6096"/>
            </a:xfrm>
            <a:prstGeom prst="rect">
              <a:avLst/>
            </a:prstGeom>
          </p:spPr>
        </p:pic>
        <p:pic>
          <p:nvPicPr>
            <p:cNvPr id="954" name="object 954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7221474" y="6628637"/>
              <a:ext cx="35051" cy="6096"/>
            </a:xfrm>
            <a:prstGeom prst="rect">
              <a:avLst/>
            </a:prstGeom>
          </p:spPr>
        </p:pic>
        <p:pic>
          <p:nvPicPr>
            <p:cNvPr id="955" name="object 955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7271004" y="6628637"/>
              <a:ext cx="11429" cy="6096"/>
            </a:xfrm>
            <a:prstGeom prst="rect">
              <a:avLst/>
            </a:prstGeom>
          </p:spPr>
        </p:pic>
        <p:pic>
          <p:nvPicPr>
            <p:cNvPr id="956" name="object 956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7294626" y="6628637"/>
              <a:ext cx="11429" cy="6096"/>
            </a:xfrm>
            <a:prstGeom prst="rect">
              <a:avLst/>
            </a:prstGeom>
          </p:spPr>
        </p:pic>
        <p:pic>
          <p:nvPicPr>
            <p:cNvPr id="957" name="object 957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7108698" y="6566153"/>
              <a:ext cx="1250441" cy="86105"/>
            </a:xfrm>
            <a:prstGeom prst="rect">
              <a:avLst/>
            </a:prstGeom>
          </p:spPr>
        </p:pic>
        <p:pic>
          <p:nvPicPr>
            <p:cNvPr id="958" name="object 958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7321296" y="6628637"/>
              <a:ext cx="10667" cy="6096"/>
            </a:xfrm>
            <a:prstGeom prst="rect">
              <a:avLst/>
            </a:prstGeom>
          </p:spPr>
        </p:pic>
        <p:pic>
          <p:nvPicPr>
            <p:cNvPr id="959" name="object 959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7344918" y="6628637"/>
              <a:ext cx="10667" cy="6096"/>
            </a:xfrm>
            <a:prstGeom prst="rect">
              <a:avLst/>
            </a:prstGeom>
          </p:spPr>
        </p:pic>
        <p:pic>
          <p:nvPicPr>
            <p:cNvPr id="960" name="object 960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7370826" y="6628637"/>
              <a:ext cx="10668" cy="6096"/>
            </a:xfrm>
            <a:prstGeom prst="rect">
              <a:avLst/>
            </a:prstGeom>
          </p:spPr>
        </p:pic>
        <p:pic>
          <p:nvPicPr>
            <p:cNvPr id="961" name="object 961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7394448" y="6628637"/>
              <a:ext cx="10668" cy="6096"/>
            </a:xfrm>
            <a:prstGeom prst="rect">
              <a:avLst/>
            </a:prstGeom>
          </p:spPr>
        </p:pic>
        <p:pic>
          <p:nvPicPr>
            <p:cNvPr id="962" name="object 962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7439406" y="6628637"/>
              <a:ext cx="10667" cy="6096"/>
            </a:xfrm>
            <a:prstGeom prst="rect">
              <a:avLst/>
            </a:prstGeom>
          </p:spPr>
        </p:pic>
        <p:pic>
          <p:nvPicPr>
            <p:cNvPr id="963" name="object 963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7463028" y="6628637"/>
              <a:ext cx="10667" cy="6096"/>
            </a:xfrm>
            <a:prstGeom prst="rect">
              <a:avLst/>
            </a:prstGeom>
          </p:spPr>
        </p:pic>
        <p:pic>
          <p:nvPicPr>
            <p:cNvPr id="964" name="object 964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7488936" y="6628637"/>
              <a:ext cx="11429" cy="6096"/>
            </a:xfrm>
            <a:prstGeom prst="rect">
              <a:avLst/>
            </a:prstGeom>
          </p:spPr>
        </p:pic>
        <p:pic>
          <p:nvPicPr>
            <p:cNvPr id="965" name="object 965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7512558" y="6628637"/>
              <a:ext cx="11429" cy="6096"/>
            </a:xfrm>
            <a:prstGeom prst="rect">
              <a:avLst/>
            </a:prstGeom>
          </p:spPr>
        </p:pic>
        <p:pic>
          <p:nvPicPr>
            <p:cNvPr id="966" name="object 966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7538466" y="6628637"/>
              <a:ext cx="11429" cy="6096"/>
            </a:xfrm>
            <a:prstGeom prst="rect">
              <a:avLst/>
            </a:prstGeom>
          </p:spPr>
        </p:pic>
        <p:pic>
          <p:nvPicPr>
            <p:cNvPr id="967" name="object 967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7562088" y="6628637"/>
              <a:ext cx="11429" cy="6096"/>
            </a:xfrm>
            <a:prstGeom prst="rect">
              <a:avLst/>
            </a:prstGeom>
          </p:spPr>
        </p:pic>
        <p:pic>
          <p:nvPicPr>
            <p:cNvPr id="968" name="object 968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7588758" y="6628637"/>
              <a:ext cx="10667" cy="6096"/>
            </a:xfrm>
            <a:prstGeom prst="rect">
              <a:avLst/>
            </a:prstGeom>
          </p:spPr>
        </p:pic>
        <p:pic>
          <p:nvPicPr>
            <p:cNvPr id="969" name="object 969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7612380" y="6628637"/>
              <a:ext cx="10667" cy="6096"/>
            </a:xfrm>
            <a:prstGeom prst="rect">
              <a:avLst/>
            </a:prstGeom>
          </p:spPr>
        </p:pic>
        <p:pic>
          <p:nvPicPr>
            <p:cNvPr id="970" name="object 970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7638288" y="6628637"/>
              <a:ext cx="10668" cy="6096"/>
            </a:xfrm>
            <a:prstGeom prst="rect">
              <a:avLst/>
            </a:prstGeom>
          </p:spPr>
        </p:pic>
        <p:pic>
          <p:nvPicPr>
            <p:cNvPr id="971" name="object 971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7661910" y="6628637"/>
              <a:ext cx="10668" cy="6096"/>
            </a:xfrm>
            <a:prstGeom prst="rect">
              <a:avLst/>
            </a:prstGeom>
          </p:spPr>
        </p:pic>
        <p:pic>
          <p:nvPicPr>
            <p:cNvPr id="972" name="object 972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7687818" y="6628637"/>
              <a:ext cx="11429" cy="6096"/>
            </a:xfrm>
            <a:prstGeom prst="rect">
              <a:avLst/>
            </a:prstGeom>
          </p:spPr>
        </p:pic>
        <p:pic>
          <p:nvPicPr>
            <p:cNvPr id="973" name="object 973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7711440" y="6628637"/>
              <a:ext cx="11429" cy="6096"/>
            </a:xfrm>
            <a:prstGeom prst="rect">
              <a:avLst/>
            </a:prstGeom>
          </p:spPr>
        </p:pic>
        <p:pic>
          <p:nvPicPr>
            <p:cNvPr id="974" name="object 974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7756398" y="6628637"/>
              <a:ext cx="11429" cy="6096"/>
            </a:xfrm>
            <a:prstGeom prst="rect">
              <a:avLst/>
            </a:prstGeom>
          </p:spPr>
        </p:pic>
        <p:pic>
          <p:nvPicPr>
            <p:cNvPr id="975" name="object 975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7780020" y="6628637"/>
              <a:ext cx="11429" cy="6096"/>
            </a:xfrm>
            <a:prstGeom prst="rect">
              <a:avLst/>
            </a:prstGeom>
          </p:spPr>
        </p:pic>
        <p:pic>
          <p:nvPicPr>
            <p:cNvPr id="976" name="object 976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7805928" y="6628637"/>
              <a:ext cx="11429" cy="6096"/>
            </a:xfrm>
            <a:prstGeom prst="rect">
              <a:avLst/>
            </a:prstGeom>
          </p:spPr>
        </p:pic>
        <p:pic>
          <p:nvPicPr>
            <p:cNvPr id="977" name="object 977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7829550" y="6628637"/>
              <a:ext cx="11429" cy="6096"/>
            </a:xfrm>
            <a:prstGeom prst="rect">
              <a:avLst/>
            </a:prstGeom>
          </p:spPr>
        </p:pic>
        <p:pic>
          <p:nvPicPr>
            <p:cNvPr id="978" name="object 978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7856220" y="6628637"/>
              <a:ext cx="10667" cy="6096"/>
            </a:xfrm>
            <a:prstGeom prst="rect">
              <a:avLst/>
            </a:prstGeom>
          </p:spPr>
        </p:pic>
        <p:pic>
          <p:nvPicPr>
            <p:cNvPr id="979" name="object 979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7879842" y="6628637"/>
              <a:ext cx="10667" cy="6096"/>
            </a:xfrm>
            <a:prstGeom prst="rect">
              <a:avLst/>
            </a:prstGeom>
          </p:spPr>
        </p:pic>
        <p:pic>
          <p:nvPicPr>
            <p:cNvPr id="980" name="object 980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7905750" y="6628637"/>
              <a:ext cx="10668" cy="6096"/>
            </a:xfrm>
            <a:prstGeom prst="rect">
              <a:avLst/>
            </a:prstGeom>
          </p:spPr>
        </p:pic>
        <p:pic>
          <p:nvPicPr>
            <p:cNvPr id="981" name="object 981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7929372" y="6628637"/>
              <a:ext cx="10668" cy="6096"/>
            </a:xfrm>
            <a:prstGeom prst="rect">
              <a:avLst/>
            </a:prstGeom>
          </p:spPr>
        </p:pic>
        <p:pic>
          <p:nvPicPr>
            <p:cNvPr id="982" name="object 982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7955280" y="6628637"/>
              <a:ext cx="11429" cy="6096"/>
            </a:xfrm>
            <a:prstGeom prst="rect">
              <a:avLst/>
            </a:prstGeom>
          </p:spPr>
        </p:pic>
        <p:pic>
          <p:nvPicPr>
            <p:cNvPr id="983" name="object 983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7978902" y="6628637"/>
              <a:ext cx="11429" cy="6096"/>
            </a:xfrm>
            <a:prstGeom prst="rect">
              <a:avLst/>
            </a:prstGeom>
          </p:spPr>
        </p:pic>
        <p:pic>
          <p:nvPicPr>
            <p:cNvPr id="984" name="object 984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8004810" y="6628637"/>
              <a:ext cx="11429" cy="6096"/>
            </a:xfrm>
            <a:prstGeom prst="rect">
              <a:avLst/>
            </a:prstGeom>
          </p:spPr>
        </p:pic>
        <p:pic>
          <p:nvPicPr>
            <p:cNvPr id="985" name="object 985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8028432" y="6628637"/>
              <a:ext cx="11429" cy="6096"/>
            </a:xfrm>
            <a:prstGeom prst="rect">
              <a:avLst/>
            </a:prstGeom>
          </p:spPr>
        </p:pic>
        <p:pic>
          <p:nvPicPr>
            <p:cNvPr id="986" name="object 986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8073390" y="6628637"/>
              <a:ext cx="11429" cy="6096"/>
            </a:xfrm>
            <a:prstGeom prst="rect">
              <a:avLst/>
            </a:prstGeom>
          </p:spPr>
        </p:pic>
        <p:pic>
          <p:nvPicPr>
            <p:cNvPr id="987" name="object 987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8097012" y="6628637"/>
              <a:ext cx="11429" cy="6096"/>
            </a:xfrm>
            <a:prstGeom prst="rect">
              <a:avLst/>
            </a:prstGeom>
          </p:spPr>
        </p:pic>
        <p:pic>
          <p:nvPicPr>
            <p:cNvPr id="988" name="object 988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8123682" y="6628637"/>
              <a:ext cx="10667" cy="6096"/>
            </a:xfrm>
            <a:prstGeom prst="rect">
              <a:avLst/>
            </a:prstGeom>
          </p:spPr>
        </p:pic>
        <p:pic>
          <p:nvPicPr>
            <p:cNvPr id="989" name="object 989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8147304" y="6628637"/>
              <a:ext cx="10667" cy="6096"/>
            </a:xfrm>
            <a:prstGeom prst="rect">
              <a:avLst/>
            </a:prstGeom>
          </p:spPr>
        </p:pic>
        <p:pic>
          <p:nvPicPr>
            <p:cNvPr id="990" name="object 990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8173212" y="6628637"/>
              <a:ext cx="10668" cy="6096"/>
            </a:xfrm>
            <a:prstGeom prst="rect">
              <a:avLst/>
            </a:prstGeom>
          </p:spPr>
        </p:pic>
        <p:pic>
          <p:nvPicPr>
            <p:cNvPr id="991" name="object 991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8196834" y="6628637"/>
              <a:ext cx="10668" cy="6096"/>
            </a:xfrm>
            <a:prstGeom prst="rect">
              <a:avLst/>
            </a:prstGeom>
          </p:spPr>
        </p:pic>
        <p:pic>
          <p:nvPicPr>
            <p:cNvPr id="992" name="object 992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8222742" y="6628637"/>
              <a:ext cx="11429" cy="6096"/>
            </a:xfrm>
            <a:prstGeom prst="rect">
              <a:avLst/>
            </a:prstGeom>
          </p:spPr>
        </p:pic>
        <p:pic>
          <p:nvPicPr>
            <p:cNvPr id="993" name="object 993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8246364" y="6628637"/>
              <a:ext cx="11429" cy="6096"/>
            </a:xfrm>
            <a:prstGeom prst="rect">
              <a:avLst/>
            </a:prstGeom>
          </p:spPr>
        </p:pic>
        <p:pic>
          <p:nvPicPr>
            <p:cNvPr id="994" name="object 994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8272272" y="6628637"/>
              <a:ext cx="11429" cy="6096"/>
            </a:xfrm>
            <a:prstGeom prst="rect">
              <a:avLst/>
            </a:prstGeom>
          </p:spPr>
        </p:pic>
        <p:pic>
          <p:nvPicPr>
            <p:cNvPr id="995" name="object 995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8295894" y="6628637"/>
              <a:ext cx="11429" cy="6096"/>
            </a:xfrm>
            <a:prstGeom prst="rect">
              <a:avLst/>
            </a:prstGeom>
          </p:spPr>
        </p:pic>
        <p:pic>
          <p:nvPicPr>
            <p:cNvPr id="996" name="object 996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8322564" y="6628637"/>
              <a:ext cx="10667" cy="6096"/>
            </a:xfrm>
            <a:prstGeom prst="rect">
              <a:avLst/>
            </a:prstGeom>
          </p:spPr>
        </p:pic>
        <p:pic>
          <p:nvPicPr>
            <p:cNvPr id="997" name="object 997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8346186" y="6628637"/>
              <a:ext cx="10667" cy="6096"/>
            </a:xfrm>
            <a:prstGeom prst="rect">
              <a:avLst/>
            </a:prstGeom>
          </p:spPr>
        </p:pic>
        <p:sp>
          <p:nvSpPr>
            <p:cNvPr id="998" name="object 998"/>
            <p:cNvSpPr/>
            <p:nvPr/>
          </p:nvSpPr>
          <p:spPr>
            <a:xfrm>
              <a:off x="7008114" y="6649211"/>
              <a:ext cx="1728470" cy="99060"/>
            </a:xfrm>
            <a:custGeom>
              <a:avLst/>
              <a:gdLst/>
              <a:ahLst/>
              <a:cxnLst/>
              <a:rect l="l" t="t" r="r" b="b"/>
              <a:pathLst>
                <a:path w="1728470" h="99059">
                  <a:moveTo>
                    <a:pt x="1728216" y="96774"/>
                  </a:moveTo>
                  <a:lnTo>
                    <a:pt x="1728216" y="3048"/>
                  </a:lnTo>
                  <a:lnTo>
                    <a:pt x="1719834" y="0"/>
                  </a:lnTo>
                  <a:lnTo>
                    <a:pt x="8382" y="0"/>
                  </a:lnTo>
                  <a:lnTo>
                    <a:pt x="0" y="3048"/>
                  </a:lnTo>
                  <a:lnTo>
                    <a:pt x="0" y="96774"/>
                  </a:lnTo>
                  <a:lnTo>
                    <a:pt x="8382" y="99060"/>
                  </a:lnTo>
                  <a:lnTo>
                    <a:pt x="14478" y="99060"/>
                  </a:lnTo>
                  <a:lnTo>
                    <a:pt x="14478" y="10668"/>
                  </a:lnTo>
                  <a:lnTo>
                    <a:pt x="18288" y="8382"/>
                  </a:lnTo>
                  <a:lnTo>
                    <a:pt x="45720" y="8382"/>
                  </a:lnTo>
                  <a:lnTo>
                    <a:pt x="49530" y="10668"/>
                  </a:lnTo>
                  <a:lnTo>
                    <a:pt x="49530" y="99060"/>
                  </a:lnTo>
                  <a:lnTo>
                    <a:pt x="1678686" y="99060"/>
                  </a:lnTo>
                  <a:lnTo>
                    <a:pt x="1678686" y="10668"/>
                  </a:lnTo>
                  <a:lnTo>
                    <a:pt x="1683258" y="8382"/>
                  </a:lnTo>
                  <a:lnTo>
                    <a:pt x="1709928" y="8382"/>
                  </a:lnTo>
                  <a:lnTo>
                    <a:pt x="1713738" y="10668"/>
                  </a:lnTo>
                  <a:lnTo>
                    <a:pt x="1713738" y="99060"/>
                  </a:lnTo>
                  <a:lnTo>
                    <a:pt x="1719834" y="99060"/>
                  </a:lnTo>
                  <a:lnTo>
                    <a:pt x="1728216" y="96774"/>
                  </a:lnTo>
                  <a:close/>
                </a:path>
                <a:path w="1728470" h="99059">
                  <a:moveTo>
                    <a:pt x="49530" y="46482"/>
                  </a:moveTo>
                  <a:lnTo>
                    <a:pt x="49530" y="16764"/>
                  </a:lnTo>
                  <a:lnTo>
                    <a:pt x="45720" y="19812"/>
                  </a:lnTo>
                  <a:lnTo>
                    <a:pt x="18288" y="19812"/>
                  </a:lnTo>
                  <a:lnTo>
                    <a:pt x="14478" y="16764"/>
                  </a:lnTo>
                  <a:lnTo>
                    <a:pt x="14478" y="46482"/>
                  </a:lnTo>
                  <a:lnTo>
                    <a:pt x="18288" y="44196"/>
                  </a:lnTo>
                  <a:lnTo>
                    <a:pt x="45720" y="44196"/>
                  </a:lnTo>
                  <a:lnTo>
                    <a:pt x="49530" y="46482"/>
                  </a:lnTo>
                  <a:close/>
                </a:path>
                <a:path w="1728470" h="99059">
                  <a:moveTo>
                    <a:pt x="49530" y="82296"/>
                  </a:moveTo>
                  <a:lnTo>
                    <a:pt x="49530" y="52578"/>
                  </a:lnTo>
                  <a:lnTo>
                    <a:pt x="45720" y="55626"/>
                  </a:lnTo>
                  <a:lnTo>
                    <a:pt x="18288" y="55626"/>
                  </a:lnTo>
                  <a:lnTo>
                    <a:pt x="14478" y="52578"/>
                  </a:lnTo>
                  <a:lnTo>
                    <a:pt x="14478" y="82296"/>
                  </a:lnTo>
                  <a:lnTo>
                    <a:pt x="18288" y="80010"/>
                  </a:lnTo>
                  <a:lnTo>
                    <a:pt x="45720" y="80010"/>
                  </a:lnTo>
                  <a:lnTo>
                    <a:pt x="49530" y="82296"/>
                  </a:lnTo>
                  <a:close/>
                </a:path>
                <a:path w="1728470" h="99059">
                  <a:moveTo>
                    <a:pt x="49530" y="99060"/>
                  </a:moveTo>
                  <a:lnTo>
                    <a:pt x="49530" y="88392"/>
                  </a:lnTo>
                  <a:lnTo>
                    <a:pt x="45720" y="91440"/>
                  </a:lnTo>
                  <a:lnTo>
                    <a:pt x="18288" y="91440"/>
                  </a:lnTo>
                  <a:lnTo>
                    <a:pt x="14478" y="88392"/>
                  </a:lnTo>
                  <a:lnTo>
                    <a:pt x="14478" y="99060"/>
                  </a:lnTo>
                  <a:lnTo>
                    <a:pt x="49530" y="99060"/>
                  </a:lnTo>
                  <a:close/>
                </a:path>
                <a:path w="1728470" h="99059">
                  <a:moveTo>
                    <a:pt x="1713738" y="46482"/>
                  </a:moveTo>
                  <a:lnTo>
                    <a:pt x="1713738" y="16764"/>
                  </a:lnTo>
                  <a:lnTo>
                    <a:pt x="1709928" y="19812"/>
                  </a:lnTo>
                  <a:lnTo>
                    <a:pt x="1683258" y="19812"/>
                  </a:lnTo>
                  <a:lnTo>
                    <a:pt x="1678686" y="16764"/>
                  </a:lnTo>
                  <a:lnTo>
                    <a:pt x="1678686" y="46482"/>
                  </a:lnTo>
                  <a:lnTo>
                    <a:pt x="1683258" y="44196"/>
                  </a:lnTo>
                  <a:lnTo>
                    <a:pt x="1709928" y="44196"/>
                  </a:lnTo>
                  <a:lnTo>
                    <a:pt x="1713738" y="46482"/>
                  </a:lnTo>
                  <a:close/>
                </a:path>
                <a:path w="1728470" h="99059">
                  <a:moveTo>
                    <a:pt x="1713738" y="82296"/>
                  </a:moveTo>
                  <a:lnTo>
                    <a:pt x="1713738" y="52578"/>
                  </a:lnTo>
                  <a:lnTo>
                    <a:pt x="1709928" y="55626"/>
                  </a:lnTo>
                  <a:lnTo>
                    <a:pt x="1683258" y="55626"/>
                  </a:lnTo>
                  <a:lnTo>
                    <a:pt x="1678686" y="52578"/>
                  </a:lnTo>
                  <a:lnTo>
                    <a:pt x="1678686" y="82296"/>
                  </a:lnTo>
                  <a:lnTo>
                    <a:pt x="1683258" y="80010"/>
                  </a:lnTo>
                  <a:lnTo>
                    <a:pt x="1709928" y="80010"/>
                  </a:lnTo>
                  <a:lnTo>
                    <a:pt x="1713738" y="82296"/>
                  </a:lnTo>
                  <a:close/>
                </a:path>
                <a:path w="1728470" h="99059">
                  <a:moveTo>
                    <a:pt x="1713738" y="99060"/>
                  </a:moveTo>
                  <a:lnTo>
                    <a:pt x="1713738" y="88392"/>
                  </a:lnTo>
                  <a:lnTo>
                    <a:pt x="1709928" y="91440"/>
                  </a:lnTo>
                  <a:lnTo>
                    <a:pt x="1683258" y="91440"/>
                  </a:lnTo>
                  <a:lnTo>
                    <a:pt x="1678686" y="88392"/>
                  </a:lnTo>
                  <a:lnTo>
                    <a:pt x="1678686" y="99060"/>
                  </a:lnTo>
                  <a:lnTo>
                    <a:pt x="1713738" y="9906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9" name="object 999"/>
            <p:cNvSpPr/>
            <p:nvPr/>
          </p:nvSpPr>
          <p:spPr>
            <a:xfrm>
              <a:off x="8686800" y="6729221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59" h="11429">
                  <a:moveTo>
                    <a:pt x="16001" y="11429"/>
                  </a:moveTo>
                  <a:lnTo>
                    <a:pt x="9143" y="11429"/>
                  </a:lnTo>
                  <a:lnTo>
                    <a:pt x="4571" y="11429"/>
                  </a:lnTo>
                  <a:lnTo>
                    <a:pt x="0" y="8381"/>
                  </a:lnTo>
                  <a:lnTo>
                    <a:pt x="0" y="5333"/>
                  </a:lnTo>
                  <a:lnTo>
                    <a:pt x="0" y="2285"/>
                  </a:lnTo>
                  <a:lnTo>
                    <a:pt x="4571" y="0"/>
                  </a:lnTo>
                  <a:lnTo>
                    <a:pt x="9143" y="0"/>
                  </a:lnTo>
                  <a:lnTo>
                    <a:pt x="26669" y="0"/>
                  </a:lnTo>
                  <a:lnTo>
                    <a:pt x="31241" y="0"/>
                  </a:lnTo>
                  <a:lnTo>
                    <a:pt x="35051" y="2285"/>
                  </a:lnTo>
                  <a:lnTo>
                    <a:pt x="35051" y="5333"/>
                  </a:lnTo>
                  <a:lnTo>
                    <a:pt x="35051" y="8381"/>
                  </a:lnTo>
                  <a:lnTo>
                    <a:pt x="31241" y="11429"/>
                  </a:lnTo>
                  <a:lnTo>
                    <a:pt x="26669" y="11429"/>
                  </a:lnTo>
                  <a:lnTo>
                    <a:pt x="16001" y="11429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0" name="object 1000"/>
            <p:cNvSpPr/>
            <p:nvPr/>
          </p:nvSpPr>
          <p:spPr>
            <a:xfrm>
              <a:off x="8686800" y="6693407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59" h="11429">
                  <a:moveTo>
                    <a:pt x="16001" y="11430"/>
                  </a:moveTo>
                  <a:lnTo>
                    <a:pt x="9143" y="11430"/>
                  </a:lnTo>
                  <a:lnTo>
                    <a:pt x="4571" y="11430"/>
                  </a:lnTo>
                  <a:lnTo>
                    <a:pt x="0" y="8382"/>
                  </a:lnTo>
                  <a:lnTo>
                    <a:pt x="0" y="5334"/>
                  </a:lnTo>
                  <a:lnTo>
                    <a:pt x="0" y="2286"/>
                  </a:lnTo>
                  <a:lnTo>
                    <a:pt x="4571" y="0"/>
                  </a:lnTo>
                  <a:lnTo>
                    <a:pt x="9143" y="0"/>
                  </a:lnTo>
                  <a:lnTo>
                    <a:pt x="26669" y="0"/>
                  </a:lnTo>
                  <a:lnTo>
                    <a:pt x="31241" y="0"/>
                  </a:lnTo>
                  <a:lnTo>
                    <a:pt x="35051" y="2286"/>
                  </a:lnTo>
                  <a:lnTo>
                    <a:pt x="35051" y="5334"/>
                  </a:lnTo>
                  <a:lnTo>
                    <a:pt x="35051" y="8382"/>
                  </a:lnTo>
                  <a:lnTo>
                    <a:pt x="31241" y="11430"/>
                  </a:lnTo>
                  <a:lnTo>
                    <a:pt x="26669" y="11430"/>
                  </a:lnTo>
                  <a:lnTo>
                    <a:pt x="16001" y="1143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1" name="object 1001"/>
            <p:cNvSpPr/>
            <p:nvPr/>
          </p:nvSpPr>
          <p:spPr>
            <a:xfrm>
              <a:off x="8686800" y="6657593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59" h="11429">
                  <a:moveTo>
                    <a:pt x="16001" y="11429"/>
                  </a:moveTo>
                  <a:lnTo>
                    <a:pt x="9143" y="11429"/>
                  </a:lnTo>
                  <a:lnTo>
                    <a:pt x="4571" y="11429"/>
                  </a:lnTo>
                  <a:lnTo>
                    <a:pt x="0" y="8381"/>
                  </a:lnTo>
                  <a:lnTo>
                    <a:pt x="0" y="5333"/>
                  </a:lnTo>
                  <a:lnTo>
                    <a:pt x="0" y="2285"/>
                  </a:lnTo>
                  <a:lnTo>
                    <a:pt x="4571" y="0"/>
                  </a:lnTo>
                  <a:lnTo>
                    <a:pt x="9143" y="0"/>
                  </a:lnTo>
                  <a:lnTo>
                    <a:pt x="26669" y="0"/>
                  </a:lnTo>
                  <a:lnTo>
                    <a:pt x="31241" y="0"/>
                  </a:lnTo>
                  <a:lnTo>
                    <a:pt x="35051" y="2285"/>
                  </a:lnTo>
                  <a:lnTo>
                    <a:pt x="35051" y="5333"/>
                  </a:lnTo>
                  <a:lnTo>
                    <a:pt x="35051" y="8381"/>
                  </a:lnTo>
                  <a:lnTo>
                    <a:pt x="31241" y="11429"/>
                  </a:lnTo>
                  <a:lnTo>
                    <a:pt x="26669" y="11429"/>
                  </a:lnTo>
                  <a:lnTo>
                    <a:pt x="16001" y="11429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2" name="object 1002"/>
            <p:cNvSpPr/>
            <p:nvPr/>
          </p:nvSpPr>
          <p:spPr>
            <a:xfrm>
              <a:off x="7022592" y="6729221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59" h="11429">
                  <a:moveTo>
                    <a:pt x="15240" y="11430"/>
                  </a:moveTo>
                  <a:lnTo>
                    <a:pt x="9144" y="11430"/>
                  </a:lnTo>
                  <a:lnTo>
                    <a:pt x="3810" y="11430"/>
                  </a:lnTo>
                  <a:lnTo>
                    <a:pt x="0" y="8382"/>
                  </a:lnTo>
                  <a:lnTo>
                    <a:pt x="0" y="5334"/>
                  </a:lnTo>
                  <a:lnTo>
                    <a:pt x="0" y="2286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25908" y="0"/>
                  </a:lnTo>
                  <a:lnTo>
                    <a:pt x="31242" y="0"/>
                  </a:lnTo>
                  <a:lnTo>
                    <a:pt x="35052" y="2286"/>
                  </a:lnTo>
                  <a:lnTo>
                    <a:pt x="35052" y="5334"/>
                  </a:lnTo>
                  <a:lnTo>
                    <a:pt x="35052" y="8382"/>
                  </a:lnTo>
                  <a:lnTo>
                    <a:pt x="31242" y="11430"/>
                  </a:lnTo>
                  <a:lnTo>
                    <a:pt x="25908" y="11430"/>
                  </a:lnTo>
                  <a:lnTo>
                    <a:pt x="15240" y="1143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3" name="object 1003"/>
            <p:cNvSpPr/>
            <p:nvPr/>
          </p:nvSpPr>
          <p:spPr>
            <a:xfrm>
              <a:off x="7022592" y="6693407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59" h="11429">
                  <a:moveTo>
                    <a:pt x="15240" y="11430"/>
                  </a:moveTo>
                  <a:lnTo>
                    <a:pt x="9144" y="11430"/>
                  </a:lnTo>
                  <a:lnTo>
                    <a:pt x="3810" y="11430"/>
                  </a:lnTo>
                  <a:lnTo>
                    <a:pt x="0" y="8382"/>
                  </a:lnTo>
                  <a:lnTo>
                    <a:pt x="0" y="5334"/>
                  </a:lnTo>
                  <a:lnTo>
                    <a:pt x="0" y="2286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25908" y="0"/>
                  </a:lnTo>
                  <a:lnTo>
                    <a:pt x="31242" y="0"/>
                  </a:lnTo>
                  <a:lnTo>
                    <a:pt x="35052" y="2286"/>
                  </a:lnTo>
                  <a:lnTo>
                    <a:pt x="35052" y="5334"/>
                  </a:lnTo>
                  <a:lnTo>
                    <a:pt x="35052" y="8382"/>
                  </a:lnTo>
                  <a:lnTo>
                    <a:pt x="31242" y="11430"/>
                  </a:lnTo>
                  <a:lnTo>
                    <a:pt x="25908" y="11430"/>
                  </a:lnTo>
                  <a:lnTo>
                    <a:pt x="15240" y="1143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4" name="object 1004"/>
            <p:cNvSpPr/>
            <p:nvPr/>
          </p:nvSpPr>
          <p:spPr>
            <a:xfrm>
              <a:off x="7022592" y="6657593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59" h="11429">
                  <a:moveTo>
                    <a:pt x="15240" y="11430"/>
                  </a:moveTo>
                  <a:lnTo>
                    <a:pt x="9144" y="11430"/>
                  </a:lnTo>
                  <a:lnTo>
                    <a:pt x="3810" y="11430"/>
                  </a:lnTo>
                  <a:lnTo>
                    <a:pt x="0" y="8382"/>
                  </a:lnTo>
                  <a:lnTo>
                    <a:pt x="0" y="5334"/>
                  </a:lnTo>
                  <a:lnTo>
                    <a:pt x="0" y="2286"/>
                  </a:lnTo>
                  <a:lnTo>
                    <a:pt x="3810" y="0"/>
                  </a:lnTo>
                  <a:lnTo>
                    <a:pt x="9144" y="0"/>
                  </a:lnTo>
                  <a:lnTo>
                    <a:pt x="25908" y="0"/>
                  </a:lnTo>
                  <a:lnTo>
                    <a:pt x="31242" y="0"/>
                  </a:lnTo>
                  <a:lnTo>
                    <a:pt x="35052" y="2286"/>
                  </a:lnTo>
                  <a:lnTo>
                    <a:pt x="35052" y="5334"/>
                  </a:lnTo>
                  <a:lnTo>
                    <a:pt x="35052" y="8382"/>
                  </a:lnTo>
                  <a:lnTo>
                    <a:pt x="31242" y="11430"/>
                  </a:lnTo>
                  <a:lnTo>
                    <a:pt x="25908" y="11430"/>
                  </a:lnTo>
                  <a:lnTo>
                    <a:pt x="15240" y="1143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5" name="object 1005"/>
            <p:cNvSpPr/>
            <p:nvPr/>
          </p:nvSpPr>
          <p:spPr>
            <a:xfrm>
              <a:off x="7008114" y="6649211"/>
              <a:ext cx="1728470" cy="99060"/>
            </a:xfrm>
            <a:custGeom>
              <a:avLst/>
              <a:gdLst/>
              <a:ahLst/>
              <a:cxnLst/>
              <a:rect l="l" t="t" r="r" b="b"/>
              <a:pathLst>
                <a:path w="1728470" h="99059">
                  <a:moveTo>
                    <a:pt x="18288" y="99059"/>
                  </a:moveTo>
                  <a:lnTo>
                    <a:pt x="1709928" y="99059"/>
                  </a:lnTo>
                  <a:lnTo>
                    <a:pt x="1719834" y="99059"/>
                  </a:lnTo>
                  <a:lnTo>
                    <a:pt x="1728216" y="96773"/>
                  </a:lnTo>
                  <a:lnTo>
                    <a:pt x="1728216" y="93725"/>
                  </a:lnTo>
                  <a:lnTo>
                    <a:pt x="1728216" y="6095"/>
                  </a:lnTo>
                  <a:lnTo>
                    <a:pt x="1728216" y="3047"/>
                  </a:lnTo>
                  <a:lnTo>
                    <a:pt x="1719834" y="0"/>
                  </a:lnTo>
                  <a:lnTo>
                    <a:pt x="1709928" y="0"/>
                  </a:lnTo>
                  <a:lnTo>
                    <a:pt x="18288" y="0"/>
                  </a:lnTo>
                  <a:lnTo>
                    <a:pt x="8382" y="0"/>
                  </a:lnTo>
                  <a:lnTo>
                    <a:pt x="0" y="3047"/>
                  </a:lnTo>
                  <a:lnTo>
                    <a:pt x="0" y="6095"/>
                  </a:lnTo>
                  <a:lnTo>
                    <a:pt x="0" y="93725"/>
                  </a:lnTo>
                  <a:lnTo>
                    <a:pt x="0" y="96773"/>
                  </a:lnTo>
                  <a:lnTo>
                    <a:pt x="8382" y="99059"/>
                  </a:lnTo>
                  <a:lnTo>
                    <a:pt x="18288" y="99059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6" name="object 1006"/>
            <p:cNvSpPr/>
            <p:nvPr/>
          </p:nvSpPr>
          <p:spPr>
            <a:xfrm>
              <a:off x="7082028" y="6649211"/>
              <a:ext cx="1290320" cy="100330"/>
            </a:xfrm>
            <a:custGeom>
              <a:avLst/>
              <a:gdLst/>
              <a:ahLst/>
              <a:cxnLst/>
              <a:rect l="l" t="t" r="r" b="b"/>
              <a:pathLst>
                <a:path w="1290320" h="100329">
                  <a:moveTo>
                    <a:pt x="1290066" y="99822"/>
                  </a:moveTo>
                  <a:lnTo>
                    <a:pt x="1290066" y="0"/>
                  </a:lnTo>
                  <a:lnTo>
                    <a:pt x="0" y="0"/>
                  </a:lnTo>
                  <a:lnTo>
                    <a:pt x="0" y="99822"/>
                  </a:lnTo>
                  <a:lnTo>
                    <a:pt x="1290066" y="99822"/>
                  </a:lnTo>
                  <a:close/>
                </a:path>
              </a:pathLst>
            </a:custGeom>
            <a:solidFill>
              <a:srgbClr val="C1C5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7" name="object 1007"/>
            <p:cNvSpPr/>
            <p:nvPr/>
          </p:nvSpPr>
          <p:spPr>
            <a:xfrm>
              <a:off x="8404860" y="6655320"/>
              <a:ext cx="47625" cy="16510"/>
            </a:xfrm>
            <a:custGeom>
              <a:avLst/>
              <a:gdLst/>
              <a:ahLst/>
              <a:cxnLst/>
              <a:rect l="l" t="t" r="r" b="b"/>
              <a:pathLst>
                <a:path w="47625" h="16509">
                  <a:moveTo>
                    <a:pt x="2286" y="4572"/>
                  </a:moveTo>
                  <a:lnTo>
                    <a:pt x="0" y="4572"/>
                  </a:lnTo>
                  <a:lnTo>
                    <a:pt x="0" y="6858"/>
                  </a:lnTo>
                  <a:lnTo>
                    <a:pt x="2286" y="6858"/>
                  </a:lnTo>
                  <a:lnTo>
                    <a:pt x="2286" y="4572"/>
                  </a:lnTo>
                  <a:close/>
                </a:path>
                <a:path w="47625" h="16509">
                  <a:moveTo>
                    <a:pt x="7620" y="3035"/>
                  </a:moveTo>
                  <a:lnTo>
                    <a:pt x="6096" y="3035"/>
                  </a:lnTo>
                  <a:lnTo>
                    <a:pt x="6096" y="6845"/>
                  </a:lnTo>
                  <a:lnTo>
                    <a:pt x="7620" y="6845"/>
                  </a:lnTo>
                  <a:lnTo>
                    <a:pt x="7620" y="3035"/>
                  </a:lnTo>
                  <a:close/>
                </a:path>
                <a:path w="47625" h="16509">
                  <a:moveTo>
                    <a:pt x="10668" y="10655"/>
                  </a:moveTo>
                  <a:lnTo>
                    <a:pt x="6096" y="10655"/>
                  </a:lnTo>
                  <a:lnTo>
                    <a:pt x="4572" y="11417"/>
                  </a:lnTo>
                  <a:lnTo>
                    <a:pt x="4572" y="15227"/>
                  </a:lnTo>
                  <a:lnTo>
                    <a:pt x="6096" y="15989"/>
                  </a:lnTo>
                  <a:lnTo>
                    <a:pt x="6858" y="15989"/>
                  </a:lnTo>
                  <a:lnTo>
                    <a:pt x="10668" y="15989"/>
                  </a:lnTo>
                  <a:lnTo>
                    <a:pt x="10668" y="14465"/>
                  </a:lnTo>
                  <a:lnTo>
                    <a:pt x="7620" y="14465"/>
                  </a:lnTo>
                  <a:lnTo>
                    <a:pt x="6858" y="13703"/>
                  </a:lnTo>
                  <a:lnTo>
                    <a:pt x="6858" y="12179"/>
                  </a:lnTo>
                  <a:lnTo>
                    <a:pt x="10668" y="12179"/>
                  </a:lnTo>
                  <a:lnTo>
                    <a:pt x="10668" y="10655"/>
                  </a:lnTo>
                  <a:close/>
                </a:path>
                <a:path w="47625" h="16509">
                  <a:moveTo>
                    <a:pt x="13716" y="762"/>
                  </a:moveTo>
                  <a:lnTo>
                    <a:pt x="12954" y="0"/>
                  </a:lnTo>
                  <a:lnTo>
                    <a:pt x="11430" y="0"/>
                  </a:lnTo>
                  <a:lnTo>
                    <a:pt x="11430" y="8382"/>
                  </a:lnTo>
                  <a:lnTo>
                    <a:pt x="13716" y="8382"/>
                  </a:lnTo>
                  <a:lnTo>
                    <a:pt x="13716" y="762"/>
                  </a:lnTo>
                  <a:close/>
                </a:path>
                <a:path w="47625" h="16509">
                  <a:moveTo>
                    <a:pt x="15240" y="10655"/>
                  </a:moveTo>
                  <a:lnTo>
                    <a:pt x="13716" y="10655"/>
                  </a:lnTo>
                  <a:lnTo>
                    <a:pt x="13716" y="15989"/>
                  </a:lnTo>
                  <a:lnTo>
                    <a:pt x="15240" y="15989"/>
                  </a:lnTo>
                  <a:lnTo>
                    <a:pt x="15240" y="10655"/>
                  </a:lnTo>
                  <a:close/>
                </a:path>
                <a:path w="47625" h="16509">
                  <a:moveTo>
                    <a:pt x="19050" y="3035"/>
                  </a:moveTo>
                  <a:lnTo>
                    <a:pt x="16764" y="3035"/>
                  </a:lnTo>
                  <a:lnTo>
                    <a:pt x="16764" y="6845"/>
                  </a:lnTo>
                  <a:lnTo>
                    <a:pt x="19050" y="6845"/>
                  </a:lnTo>
                  <a:lnTo>
                    <a:pt x="19050" y="3035"/>
                  </a:lnTo>
                  <a:close/>
                </a:path>
                <a:path w="47625" h="16509">
                  <a:moveTo>
                    <a:pt x="23622" y="13703"/>
                  </a:moveTo>
                  <a:lnTo>
                    <a:pt x="22860" y="12941"/>
                  </a:lnTo>
                  <a:lnTo>
                    <a:pt x="21336" y="12941"/>
                  </a:lnTo>
                  <a:lnTo>
                    <a:pt x="20574" y="12179"/>
                  </a:lnTo>
                  <a:lnTo>
                    <a:pt x="20574" y="11417"/>
                  </a:lnTo>
                  <a:lnTo>
                    <a:pt x="22098" y="11417"/>
                  </a:lnTo>
                  <a:lnTo>
                    <a:pt x="22860" y="12179"/>
                  </a:lnTo>
                  <a:lnTo>
                    <a:pt x="22860" y="10655"/>
                  </a:lnTo>
                  <a:lnTo>
                    <a:pt x="19050" y="10655"/>
                  </a:lnTo>
                  <a:lnTo>
                    <a:pt x="18288" y="11417"/>
                  </a:lnTo>
                  <a:lnTo>
                    <a:pt x="18288" y="12941"/>
                  </a:lnTo>
                  <a:lnTo>
                    <a:pt x="19050" y="13703"/>
                  </a:lnTo>
                  <a:lnTo>
                    <a:pt x="20574" y="13703"/>
                  </a:lnTo>
                  <a:lnTo>
                    <a:pt x="21336" y="13703"/>
                  </a:lnTo>
                  <a:lnTo>
                    <a:pt x="21336" y="14465"/>
                  </a:lnTo>
                  <a:lnTo>
                    <a:pt x="18288" y="14465"/>
                  </a:lnTo>
                  <a:lnTo>
                    <a:pt x="18288" y="15989"/>
                  </a:lnTo>
                  <a:lnTo>
                    <a:pt x="21336" y="15989"/>
                  </a:lnTo>
                  <a:lnTo>
                    <a:pt x="22098" y="15989"/>
                  </a:lnTo>
                  <a:lnTo>
                    <a:pt x="23622" y="15227"/>
                  </a:lnTo>
                  <a:lnTo>
                    <a:pt x="23622" y="13703"/>
                  </a:lnTo>
                  <a:close/>
                </a:path>
                <a:path w="47625" h="16509">
                  <a:moveTo>
                    <a:pt x="24384" y="4572"/>
                  </a:moveTo>
                  <a:lnTo>
                    <a:pt x="22860" y="4572"/>
                  </a:lnTo>
                  <a:lnTo>
                    <a:pt x="22860" y="6858"/>
                  </a:lnTo>
                  <a:lnTo>
                    <a:pt x="24384" y="6858"/>
                  </a:lnTo>
                  <a:lnTo>
                    <a:pt x="24384" y="4572"/>
                  </a:lnTo>
                  <a:close/>
                </a:path>
                <a:path w="47625" h="16509">
                  <a:moveTo>
                    <a:pt x="30480" y="3035"/>
                  </a:moveTo>
                  <a:lnTo>
                    <a:pt x="28194" y="3035"/>
                  </a:lnTo>
                  <a:lnTo>
                    <a:pt x="28194" y="6845"/>
                  </a:lnTo>
                  <a:lnTo>
                    <a:pt x="30480" y="6845"/>
                  </a:lnTo>
                  <a:lnTo>
                    <a:pt x="30480" y="3035"/>
                  </a:lnTo>
                  <a:close/>
                </a:path>
                <a:path w="47625" h="16509">
                  <a:moveTo>
                    <a:pt x="32004" y="10655"/>
                  </a:moveTo>
                  <a:lnTo>
                    <a:pt x="27432" y="10655"/>
                  </a:lnTo>
                  <a:lnTo>
                    <a:pt x="25908" y="11417"/>
                  </a:lnTo>
                  <a:lnTo>
                    <a:pt x="25908" y="15227"/>
                  </a:lnTo>
                  <a:lnTo>
                    <a:pt x="28194" y="15989"/>
                  </a:lnTo>
                  <a:lnTo>
                    <a:pt x="32004" y="15989"/>
                  </a:lnTo>
                  <a:lnTo>
                    <a:pt x="32004" y="14465"/>
                  </a:lnTo>
                  <a:lnTo>
                    <a:pt x="28956" y="14465"/>
                  </a:lnTo>
                  <a:lnTo>
                    <a:pt x="28194" y="13703"/>
                  </a:lnTo>
                  <a:lnTo>
                    <a:pt x="28194" y="12179"/>
                  </a:lnTo>
                  <a:lnTo>
                    <a:pt x="32004" y="12179"/>
                  </a:lnTo>
                  <a:lnTo>
                    <a:pt x="32004" y="10655"/>
                  </a:lnTo>
                  <a:close/>
                </a:path>
                <a:path w="47625" h="16509">
                  <a:moveTo>
                    <a:pt x="35814" y="762"/>
                  </a:moveTo>
                  <a:lnTo>
                    <a:pt x="35052" y="0"/>
                  </a:lnTo>
                  <a:lnTo>
                    <a:pt x="34290" y="0"/>
                  </a:lnTo>
                  <a:lnTo>
                    <a:pt x="33528" y="762"/>
                  </a:lnTo>
                  <a:lnTo>
                    <a:pt x="33528" y="8382"/>
                  </a:lnTo>
                  <a:lnTo>
                    <a:pt x="35814" y="8382"/>
                  </a:lnTo>
                  <a:lnTo>
                    <a:pt x="35814" y="762"/>
                  </a:lnTo>
                  <a:close/>
                </a:path>
                <a:path w="47625" h="16509">
                  <a:moveTo>
                    <a:pt x="41148" y="3035"/>
                  </a:moveTo>
                  <a:lnTo>
                    <a:pt x="39624" y="3035"/>
                  </a:lnTo>
                  <a:lnTo>
                    <a:pt x="39624" y="6845"/>
                  </a:lnTo>
                  <a:lnTo>
                    <a:pt x="41148" y="6845"/>
                  </a:lnTo>
                  <a:lnTo>
                    <a:pt x="41148" y="3035"/>
                  </a:lnTo>
                  <a:close/>
                </a:path>
                <a:path w="47625" h="16509">
                  <a:moveTo>
                    <a:pt x="42672" y="11417"/>
                  </a:moveTo>
                  <a:lnTo>
                    <a:pt x="41148" y="10655"/>
                  </a:lnTo>
                  <a:lnTo>
                    <a:pt x="40386" y="10655"/>
                  </a:lnTo>
                  <a:lnTo>
                    <a:pt x="40386" y="12179"/>
                  </a:lnTo>
                  <a:lnTo>
                    <a:pt x="40386" y="13703"/>
                  </a:lnTo>
                  <a:lnTo>
                    <a:pt x="39624" y="14465"/>
                  </a:lnTo>
                  <a:lnTo>
                    <a:pt x="37338" y="14465"/>
                  </a:lnTo>
                  <a:lnTo>
                    <a:pt x="36576" y="13703"/>
                  </a:lnTo>
                  <a:lnTo>
                    <a:pt x="36576" y="12179"/>
                  </a:lnTo>
                  <a:lnTo>
                    <a:pt x="40386" y="12179"/>
                  </a:lnTo>
                  <a:lnTo>
                    <a:pt x="40386" y="10655"/>
                  </a:lnTo>
                  <a:lnTo>
                    <a:pt x="35814" y="10655"/>
                  </a:lnTo>
                  <a:lnTo>
                    <a:pt x="34290" y="11417"/>
                  </a:lnTo>
                  <a:lnTo>
                    <a:pt x="34290" y="14465"/>
                  </a:lnTo>
                  <a:lnTo>
                    <a:pt x="35814" y="15989"/>
                  </a:lnTo>
                  <a:lnTo>
                    <a:pt x="36576" y="15989"/>
                  </a:lnTo>
                  <a:lnTo>
                    <a:pt x="40386" y="15989"/>
                  </a:lnTo>
                  <a:lnTo>
                    <a:pt x="41148" y="15989"/>
                  </a:lnTo>
                  <a:lnTo>
                    <a:pt x="42672" y="14465"/>
                  </a:lnTo>
                  <a:lnTo>
                    <a:pt x="42672" y="11417"/>
                  </a:lnTo>
                  <a:close/>
                </a:path>
                <a:path w="47625" h="16509">
                  <a:moveTo>
                    <a:pt x="45720" y="15227"/>
                  </a:moveTo>
                  <a:lnTo>
                    <a:pt x="44945" y="15227"/>
                  </a:lnTo>
                  <a:lnTo>
                    <a:pt x="44945" y="15989"/>
                  </a:lnTo>
                  <a:lnTo>
                    <a:pt x="45720" y="15989"/>
                  </a:lnTo>
                  <a:lnTo>
                    <a:pt x="45720" y="15227"/>
                  </a:lnTo>
                  <a:close/>
                </a:path>
                <a:path w="47625" h="16509">
                  <a:moveTo>
                    <a:pt x="47244" y="4572"/>
                  </a:moveTo>
                  <a:lnTo>
                    <a:pt x="44958" y="4572"/>
                  </a:lnTo>
                  <a:lnTo>
                    <a:pt x="44958" y="6858"/>
                  </a:lnTo>
                  <a:lnTo>
                    <a:pt x="47244" y="6858"/>
                  </a:lnTo>
                  <a:lnTo>
                    <a:pt x="47244" y="457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8" name="object 1008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7094982" y="6653942"/>
              <a:ext cx="47085" cy="25749"/>
            </a:xfrm>
            <a:prstGeom prst="rect">
              <a:avLst/>
            </a:prstGeom>
          </p:spPr>
        </p:pic>
        <p:pic>
          <p:nvPicPr>
            <p:cNvPr id="1009" name="object 1009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8258556" y="6739127"/>
              <a:ext cx="80772" cy="27432"/>
            </a:xfrm>
            <a:prstGeom prst="rect">
              <a:avLst/>
            </a:prstGeom>
          </p:spPr>
        </p:pic>
        <p:sp>
          <p:nvSpPr>
            <p:cNvPr id="1010" name="object 1010"/>
            <p:cNvSpPr/>
            <p:nvPr/>
          </p:nvSpPr>
          <p:spPr>
            <a:xfrm>
              <a:off x="7081520" y="6649211"/>
              <a:ext cx="1290320" cy="100330"/>
            </a:xfrm>
            <a:custGeom>
              <a:avLst/>
              <a:gdLst/>
              <a:ahLst/>
              <a:cxnLst/>
              <a:rect l="l" t="t" r="r" b="b"/>
              <a:pathLst>
                <a:path w="1290320" h="100329">
                  <a:moveTo>
                    <a:pt x="1290320" y="0"/>
                  </a:moveTo>
                  <a:lnTo>
                    <a:pt x="1286510" y="0"/>
                  </a:lnTo>
                  <a:lnTo>
                    <a:pt x="1286510" y="3683"/>
                  </a:lnTo>
                  <a:lnTo>
                    <a:pt x="1286510" y="96139"/>
                  </a:lnTo>
                  <a:lnTo>
                    <a:pt x="1285240" y="96139"/>
                  </a:lnTo>
                  <a:lnTo>
                    <a:pt x="1285240" y="96774"/>
                  </a:lnTo>
                  <a:lnTo>
                    <a:pt x="6350" y="96774"/>
                  </a:lnTo>
                  <a:lnTo>
                    <a:pt x="6350" y="96329"/>
                  </a:lnTo>
                  <a:lnTo>
                    <a:pt x="5080" y="96329"/>
                  </a:lnTo>
                  <a:lnTo>
                    <a:pt x="5080" y="3492"/>
                  </a:lnTo>
                  <a:lnTo>
                    <a:pt x="6350" y="3492"/>
                  </a:lnTo>
                  <a:lnTo>
                    <a:pt x="6350" y="3048"/>
                  </a:lnTo>
                  <a:lnTo>
                    <a:pt x="1285240" y="3048"/>
                  </a:lnTo>
                  <a:lnTo>
                    <a:pt x="1285240" y="3683"/>
                  </a:lnTo>
                  <a:lnTo>
                    <a:pt x="1286510" y="3683"/>
                  </a:lnTo>
                  <a:lnTo>
                    <a:pt x="1286510" y="0"/>
                  </a:lnTo>
                  <a:lnTo>
                    <a:pt x="1285240" y="0"/>
                  </a:lnTo>
                  <a:lnTo>
                    <a:pt x="6350" y="0"/>
                  </a:lnTo>
                  <a:lnTo>
                    <a:pt x="5080" y="0"/>
                  </a:lnTo>
                  <a:lnTo>
                    <a:pt x="2540" y="0"/>
                  </a:lnTo>
                  <a:lnTo>
                    <a:pt x="2540" y="381"/>
                  </a:lnTo>
                  <a:lnTo>
                    <a:pt x="0" y="381"/>
                  </a:lnTo>
                  <a:lnTo>
                    <a:pt x="0" y="99441"/>
                  </a:lnTo>
                  <a:lnTo>
                    <a:pt x="2540" y="99441"/>
                  </a:lnTo>
                  <a:lnTo>
                    <a:pt x="2540" y="99822"/>
                  </a:lnTo>
                  <a:lnTo>
                    <a:pt x="1290320" y="99822"/>
                  </a:lnTo>
                  <a:lnTo>
                    <a:pt x="1290320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1" name="object 1011"/>
            <p:cNvSpPr/>
            <p:nvPr/>
          </p:nvSpPr>
          <p:spPr>
            <a:xfrm>
              <a:off x="7086600" y="6652259"/>
              <a:ext cx="1281430" cy="93980"/>
            </a:xfrm>
            <a:custGeom>
              <a:avLst/>
              <a:gdLst/>
              <a:ahLst/>
              <a:cxnLst/>
              <a:rect l="l" t="t" r="r" b="b"/>
              <a:pathLst>
                <a:path w="1281429" h="93979">
                  <a:moveTo>
                    <a:pt x="0" y="92201"/>
                  </a:moveTo>
                  <a:lnTo>
                    <a:pt x="0" y="1523"/>
                  </a:lnTo>
                  <a:lnTo>
                    <a:pt x="0" y="761"/>
                  </a:lnTo>
                  <a:lnTo>
                    <a:pt x="1523" y="0"/>
                  </a:lnTo>
                  <a:lnTo>
                    <a:pt x="3047" y="0"/>
                  </a:lnTo>
                  <a:lnTo>
                    <a:pt x="1278636" y="0"/>
                  </a:lnTo>
                  <a:lnTo>
                    <a:pt x="1280160" y="0"/>
                  </a:lnTo>
                  <a:lnTo>
                    <a:pt x="1280922" y="761"/>
                  </a:lnTo>
                  <a:lnTo>
                    <a:pt x="1280922" y="1523"/>
                  </a:lnTo>
                  <a:lnTo>
                    <a:pt x="1280922" y="92201"/>
                  </a:lnTo>
                  <a:lnTo>
                    <a:pt x="1280922" y="92963"/>
                  </a:lnTo>
                  <a:lnTo>
                    <a:pt x="1280160" y="93725"/>
                  </a:lnTo>
                  <a:lnTo>
                    <a:pt x="1278636" y="93725"/>
                  </a:lnTo>
                  <a:lnTo>
                    <a:pt x="3048" y="93725"/>
                  </a:lnTo>
                  <a:lnTo>
                    <a:pt x="1524" y="93725"/>
                  </a:lnTo>
                  <a:lnTo>
                    <a:pt x="0" y="92963"/>
                  </a:lnTo>
                  <a:lnTo>
                    <a:pt x="0" y="92201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2" name="object 1012"/>
            <p:cNvSpPr/>
            <p:nvPr/>
          </p:nvSpPr>
          <p:spPr>
            <a:xfrm>
              <a:off x="7082028" y="6649211"/>
              <a:ext cx="1290320" cy="100330"/>
            </a:xfrm>
            <a:custGeom>
              <a:avLst/>
              <a:gdLst/>
              <a:ahLst/>
              <a:cxnLst/>
              <a:rect l="l" t="t" r="r" b="b"/>
              <a:pathLst>
                <a:path w="1290320" h="100329">
                  <a:moveTo>
                    <a:pt x="3048" y="99822"/>
                  </a:moveTo>
                  <a:lnTo>
                    <a:pt x="1287780" y="99821"/>
                  </a:lnTo>
                  <a:lnTo>
                    <a:pt x="1289304" y="99821"/>
                  </a:lnTo>
                  <a:lnTo>
                    <a:pt x="1290066" y="99059"/>
                  </a:lnTo>
                  <a:lnTo>
                    <a:pt x="1290066" y="97535"/>
                  </a:lnTo>
                  <a:lnTo>
                    <a:pt x="1290066" y="1523"/>
                  </a:lnTo>
                  <a:lnTo>
                    <a:pt x="1290066" y="761"/>
                  </a:lnTo>
                  <a:lnTo>
                    <a:pt x="1289304" y="0"/>
                  </a:lnTo>
                  <a:lnTo>
                    <a:pt x="1287780" y="0"/>
                  </a:lnTo>
                  <a:lnTo>
                    <a:pt x="3048" y="0"/>
                  </a:lnTo>
                  <a:lnTo>
                    <a:pt x="1524" y="0"/>
                  </a:lnTo>
                  <a:lnTo>
                    <a:pt x="0" y="761"/>
                  </a:lnTo>
                  <a:lnTo>
                    <a:pt x="0" y="1523"/>
                  </a:lnTo>
                  <a:lnTo>
                    <a:pt x="0" y="97536"/>
                  </a:lnTo>
                  <a:lnTo>
                    <a:pt x="0" y="99060"/>
                  </a:lnTo>
                  <a:lnTo>
                    <a:pt x="1524" y="99822"/>
                  </a:lnTo>
                  <a:lnTo>
                    <a:pt x="3048" y="99822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3" name="object 1013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7081647" y="6665975"/>
              <a:ext cx="1290827" cy="3047"/>
            </a:xfrm>
            <a:prstGeom prst="rect">
              <a:avLst/>
            </a:prstGeom>
          </p:spPr>
        </p:pic>
        <p:sp>
          <p:nvSpPr>
            <p:cNvPr id="1014" name="object 1014"/>
            <p:cNvSpPr/>
            <p:nvPr/>
          </p:nvSpPr>
          <p:spPr>
            <a:xfrm>
              <a:off x="8371586" y="6649211"/>
              <a:ext cx="290830" cy="100330"/>
            </a:xfrm>
            <a:custGeom>
              <a:avLst/>
              <a:gdLst/>
              <a:ahLst/>
              <a:cxnLst/>
              <a:rect l="l" t="t" r="r" b="b"/>
              <a:pathLst>
                <a:path w="290829" h="100329">
                  <a:moveTo>
                    <a:pt x="290830" y="444"/>
                  </a:moveTo>
                  <a:lnTo>
                    <a:pt x="289560" y="444"/>
                  </a:lnTo>
                  <a:lnTo>
                    <a:pt x="289560" y="0"/>
                  </a:lnTo>
                  <a:lnTo>
                    <a:pt x="285750" y="0"/>
                  </a:lnTo>
                  <a:lnTo>
                    <a:pt x="285750" y="3238"/>
                  </a:lnTo>
                  <a:lnTo>
                    <a:pt x="285750" y="96583"/>
                  </a:lnTo>
                  <a:lnTo>
                    <a:pt x="284480" y="96583"/>
                  </a:lnTo>
                  <a:lnTo>
                    <a:pt x="284480" y="96774"/>
                  </a:lnTo>
                  <a:lnTo>
                    <a:pt x="6350" y="96774"/>
                  </a:lnTo>
                  <a:lnTo>
                    <a:pt x="6350" y="96329"/>
                  </a:lnTo>
                  <a:lnTo>
                    <a:pt x="5080" y="96329"/>
                  </a:lnTo>
                  <a:lnTo>
                    <a:pt x="5080" y="3492"/>
                  </a:lnTo>
                  <a:lnTo>
                    <a:pt x="6350" y="3492"/>
                  </a:lnTo>
                  <a:lnTo>
                    <a:pt x="6350" y="3048"/>
                  </a:lnTo>
                  <a:lnTo>
                    <a:pt x="284480" y="3048"/>
                  </a:lnTo>
                  <a:lnTo>
                    <a:pt x="284480" y="3238"/>
                  </a:lnTo>
                  <a:lnTo>
                    <a:pt x="285750" y="3238"/>
                  </a:lnTo>
                  <a:lnTo>
                    <a:pt x="285750" y="0"/>
                  </a:lnTo>
                  <a:lnTo>
                    <a:pt x="284480" y="0"/>
                  </a:lnTo>
                  <a:lnTo>
                    <a:pt x="6350" y="0"/>
                  </a:lnTo>
                  <a:lnTo>
                    <a:pt x="5080" y="0"/>
                  </a:lnTo>
                  <a:lnTo>
                    <a:pt x="2540" y="0"/>
                  </a:lnTo>
                  <a:lnTo>
                    <a:pt x="2540" y="381"/>
                  </a:lnTo>
                  <a:lnTo>
                    <a:pt x="0" y="381"/>
                  </a:lnTo>
                  <a:lnTo>
                    <a:pt x="0" y="99441"/>
                  </a:lnTo>
                  <a:lnTo>
                    <a:pt x="2540" y="99441"/>
                  </a:lnTo>
                  <a:lnTo>
                    <a:pt x="2540" y="99822"/>
                  </a:lnTo>
                  <a:lnTo>
                    <a:pt x="289560" y="99822"/>
                  </a:lnTo>
                  <a:lnTo>
                    <a:pt x="289560" y="99377"/>
                  </a:lnTo>
                  <a:lnTo>
                    <a:pt x="290830" y="99377"/>
                  </a:lnTo>
                  <a:lnTo>
                    <a:pt x="290830" y="444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5" name="object 1015"/>
            <p:cNvSpPr/>
            <p:nvPr/>
          </p:nvSpPr>
          <p:spPr>
            <a:xfrm>
              <a:off x="8376666" y="6652259"/>
              <a:ext cx="281305" cy="93980"/>
            </a:xfrm>
            <a:custGeom>
              <a:avLst/>
              <a:gdLst/>
              <a:ahLst/>
              <a:cxnLst/>
              <a:rect l="l" t="t" r="r" b="b"/>
              <a:pathLst>
                <a:path w="281304" h="93979">
                  <a:moveTo>
                    <a:pt x="0" y="92201"/>
                  </a:moveTo>
                  <a:lnTo>
                    <a:pt x="0" y="1523"/>
                  </a:lnTo>
                  <a:lnTo>
                    <a:pt x="0" y="761"/>
                  </a:lnTo>
                  <a:lnTo>
                    <a:pt x="1523" y="0"/>
                  </a:lnTo>
                  <a:lnTo>
                    <a:pt x="3047" y="0"/>
                  </a:lnTo>
                  <a:lnTo>
                    <a:pt x="278130" y="0"/>
                  </a:lnTo>
                  <a:lnTo>
                    <a:pt x="279654" y="0"/>
                  </a:lnTo>
                  <a:lnTo>
                    <a:pt x="281178" y="761"/>
                  </a:lnTo>
                  <a:lnTo>
                    <a:pt x="281178" y="1523"/>
                  </a:lnTo>
                  <a:lnTo>
                    <a:pt x="281178" y="92201"/>
                  </a:lnTo>
                  <a:lnTo>
                    <a:pt x="281178" y="92963"/>
                  </a:lnTo>
                  <a:lnTo>
                    <a:pt x="279654" y="93725"/>
                  </a:lnTo>
                  <a:lnTo>
                    <a:pt x="278130" y="93725"/>
                  </a:lnTo>
                  <a:lnTo>
                    <a:pt x="3048" y="93725"/>
                  </a:lnTo>
                  <a:lnTo>
                    <a:pt x="1524" y="93725"/>
                  </a:lnTo>
                  <a:lnTo>
                    <a:pt x="0" y="92963"/>
                  </a:lnTo>
                  <a:lnTo>
                    <a:pt x="0" y="92201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6" name="object 1016"/>
            <p:cNvSpPr/>
            <p:nvPr/>
          </p:nvSpPr>
          <p:spPr>
            <a:xfrm>
              <a:off x="8372094" y="6649211"/>
              <a:ext cx="290830" cy="100330"/>
            </a:xfrm>
            <a:custGeom>
              <a:avLst/>
              <a:gdLst/>
              <a:ahLst/>
              <a:cxnLst/>
              <a:rect l="l" t="t" r="r" b="b"/>
              <a:pathLst>
                <a:path w="290829" h="100329">
                  <a:moveTo>
                    <a:pt x="3048" y="99822"/>
                  </a:moveTo>
                  <a:lnTo>
                    <a:pt x="287274" y="99821"/>
                  </a:lnTo>
                  <a:lnTo>
                    <a:pt x="288798" y="99821"/>
                  </a:lnTo>
                  <a:lnTo>
                    <a:pt x="290322" y="99059"/>
                  </a:lnTo>
                  <a:lnTo>
                    <a:pt x="290322" y="97535"/>
                  </a:lnTo>
                  <a:lnTo>
                    <a:pt x="290322" y="1523"/>
                  </a:lnTo>
                  <a:lnTo>
                    <a:pt x="290322" y="761"/>
                  </a:lnTo>
                  <a:lnTo>
                    <a:pt x="288798" y="0"/>
                  </a:lnTo>
                  <a:lnTo>
                    <a:pt x="287274" y="0"/>
                  </a:lnTo>
                  <a:lnTo>
                    <a:pt x="3048" y="0"/>
                  </a:lnTo>
                  <a:lnTo>
                    <a:pt x="1524" y="0"/>
                  </a:lnTo>
                  <a:lnTo>
                    <a:pt x="0" y="761"/>
                  </a:lnTo>
                  <a:lnTo>
                    <a:pt x="0" y="1523"/>
                  </a:lnTo>
                  <a:lnTo>
                    <a:pt x="0" y="97536"/>
                  </a:lnTo>
                  <a:lnTo>
                    <a:pt x="0" y="99060"/>
                  </a:lnTo>
                  <a:lnTo>
                    <a:pt x="1524" y="99822"/>
                  </a:lnTo>
                  <a:lnTo>
                    <a:pt x="3048" y="99822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7" name="object 1017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8592312" y="6659117"/>
              <a:ext cx="36576" cy="28955"/>
            </a:xfrm>
            <a:prstGeom prst="rect">
              <a:avLst/>
            </a:prstGeom>
          </p:spPr>
        </p:pic>
        <p:pic>
          <p:nvPicPr>
            <p:cNvPr id="1018" name="object 1018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7111746" y="6669023"/>
              <a:ext cx="302513" cy="57150"/>
            </a:xfrm>
            <a:prstGeom prst="rect">
              <a:avLst/>
            </a:prstGeom>
          </p:spPr>
        </p:pic>
        <p:sp>
          <p:nvSpPr>
            <p:cNvPr id="1019" name="object 1019"/>
            <p:cNvSpPr/>
            <p:nvPr/>
          </p:nvSpPr>
          <p:spPr>
            <a:xfrm>
              <a:off x="7111746" y="6669023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292607" y="0"/>
                  </a:moveTo>
                  <a:lnTo>
                    <a:pt x="9905" y="0"/>
                  </a:lnTo>
                  <a:lnTo>
                    <a:pt x="9905" y="4572"/>
                  </a:lnTo>
                  <a:lnTo>
                    <a:pt x="0" y="4572"/>
                  </a:lnTo>
                  <a:lnTo>
                    <a:pt x="0" y="52578"/>
                  </a:lnTo>
                  <a:lnTo>
                    <a:pt x="9905" y="52578"/>
                  </a:lnTo>
                  <a:lnTo>
                    <a:pt x="9905" y="57150"/>
                  </a:lnTo>
                  <a:lnTo>
                    <a:pt x="292607" y="57150"/>
                  </a:lnTo>
                  <a:lnTo>
                    <a:pt x="292607" y="52577"/>
                  </a:lnTo>
                  <a:lnTo>
                    <a:pt x="302513" y="52577"/>
                  </a:lnTo>
                  <a:lnTo>
                    <a:pt x="302513" y="4571"/>
                  </a:lnTo>
                  <a:lnTo>
                    <a:pt x="292607" y="4572"/>
                  </a:lnTo>
                  <a:lnTo>
                    <a:pt x="292607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0" name="object 1020"/>
            <p:cNvSpPr/>
            <p:nvPr/>
          </p:nvSpPr>
          <p:spPr>
            <a:xfrm>
              <a:off x="7115556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7525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049"/>
                  </a:lnTo>
                  <a:lnTo>
                    <a:pt x="17526" y="19049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049"/>
                  </a:lnTo>
                  <a:lnTo>
                    <a:pt x="31242" y="19049"/>
                  </a:lnTo>
                  <a:lnTo>
                    <a:pt x="31242" y="17525"/>
                  </a:lnTo>
                  <a:lnTo>
                    <a:pt x="44958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1" name="object 1021"/>
            <p:cNvSpPr/>
            <p:nvPr/>
          </p:nvSpPr>
          <p:spPr>
            <a:xfrm>
              <a:off x="7115556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7525"/>
                  </a:lnTo>
                  <a:lnTo>
                    <a:pt x="31242" y="17525"/>
                  </a:lnTo>
                  <a:lnTo>
                    <a:pt x="31242" y="19049"/>
                  </a:lnTo>
                  <a:lnTo>
                    <a:pt x="27432" y="19049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049"/>
                  </a:lnTo>
                  <a:lnTo>
                    <a:pt x="13716" y="19049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2" name="object 1022"/>
            <p:cNvSpPr/>
            <p:nvPr/>
          </p:nvSpPr>
          <p:spPr>
            <a:xfrm>
              <a:off x="7165086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049"/>
                  </a:lnTo>
                  <a:lnTo>
                    <a:pt x="18288" y="19049"/>
                  </a:lnTo>
                  <a:lnTo>
                    <a:pt x="18288" y="21335"/>
                  </a:lnTo>
                  <a:lnTo>
                    <a:pt x="27432" y="21335"/>
                  </a:lnTo>
                  <a:lnTo>
                    <a:pt x="27432" y="19049"/>
                  </a:lnTo>
                  <a:lnTo>
                    <a:pt x="32004" y="19049"/>
                  </a:lnTo>
                  <a:lnTo>
                    <a:pt x="32004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3" name="object 1023"/>
            <p:cNvSpPr/>
            <p:nvPr/>
          </p:nvSpPr>
          <p:spPr>
            <a:xfrm>
              <a:off x="7165086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2004" y="17525"/>
                  </a:lnTo>
                  <a:lnTo>
                    <a:pt x="32004" y="19049"/>
                  </a:lnTo>
                  <a:lnTo>
                    <a:pt x="27432" y="19049"/>
                  </a:lnTo>
                  <a:lnTo>
                    <a:pt x="27432" y="21335"/>
                  </a:lnTo>
                  <a:lnTo>
                    <a:pt x="18288" y="21335"/>
                  </a:lnTo>
                  <a:lnTo>
                    <a:pt x="18288" y="19049"/>
                  </a:lnTo>
                  <a:lnTo>
                    <a:pt x="13716" y="19049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4" name="object 1024"/>
            <p:cNvSpPr/>
            <p:nvPr/>
          </p:nvSpPr>
          <p:spPr>
            <a:xfrm>
              <a:off x="7215378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049"/>
                  </a:lnTo>
                  <a:lnTo>
                    <a:pt x="17526" y="19049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049"/>
                  </a:lnTo>
                  <a:lnTo>
                    <a:pt x="31242" y="19049"/>
                  </a:lnTo>
                  <a:lnTo>
                    <a:pt x="31242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5" name="object 1025"/>
            <p:cNvSpPr/>
            <p:nvPr/>
          </p:nvSpPr>
          <p:spPr>
            <a:xfrm>
              <a:off x="7215378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1242" y="17525"/>
                  </a:lnTo>
                  <a:lnTo>
                    <a:pt x="31242" y="19049"/>
                  </a:lnTo>
                  <a:lnTo>
                    <a:pt x="27432" y="19049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049"/>
                  </a:lnTo>
                  <a:lnTo>
                    <a:pt x="13716" y="19049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6" name="object 1026"/>
            <p:cNvSpPr/>
            <p:nvPr/>
          </p:nvSpPr>
          <p:spPr>
            <a:xfrm>
              <a:off x="7265670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7525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049"/>
                  </a:lnTo>
                  <a:lnTo>
                    <a:pt x="17526" y="19049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049"/>
                  </a:lnTo>
                  <a:lnTo>
                    <a:pt x="31242" y="19049"/>
                  </a:lnTo>
                  <a:lnTo>
                    <a:pt x="31242" y="17525"/>
                  </a:lnTo>
                  <a:lnTo>
                    <a:pt x="44958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7" name="object 1027"/>
            <p:cNvSpPr/>
            <p:nvPr/>
          </p:nvSpPr>
          <p:spPr>
            <a:xfrm>
              <a:off x="7265670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7525"/>
                  </a:lnTo>
                  <a:lnTo>
                    <a:pt x="31242" y="17525"/>
                  </a:lnTo>
                  <a:lnTo>
                    <a:pt x="31242" y="19049"/>
                  </a:lnTo>
                  <a:lnTo>
                    <a:pt x="27432" y="19049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049"/>
                  </a:lnTo>
                  <a:lnTo>
                    <a:pt x="13716" y="19049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8" name="object 1028"/>
            <p:cNvSpPr/>
            <p:nvPr/>
          </p:nvSpPr>
          <p:spPr>
            <a:xfrm>
              <a:off x="7315200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049"/>
                  </a:lnTo>
                  <a:lnTo>
                    <a:pt x="18288" y="19049"/>
                  </a:lnTo>
                  <a:lnTo>
                    <a:pt x="18288" y="21335"/>
                  </a:lnTo>
                  <a:lnTo>
                    <a:pt x="27432" y="21335"/>
                  </a:lnTo>
                  <a:lnTo>
                    <a:pt x="27432" y="19049"/>
                  </a:lnTo>
                  <a:lnTo>
                    <a:pt x="32004" y="19049"/>
                  </a:lnTo>
                  <a:lnTo>
                    <a:pt x="32004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9" name="object 1029"/>
            <p:cNvSpPr/>
            <p:nvPr/>
          </p:nvSpPr>
          <p:spPr>
            <a:xfrm>
              <a:off x="7315200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2004" y="17525"/>
                  </a:lnTo>
                  <a:lnTo>
                    <a:pt x="32004" y="19049"/>
                  </a:lnTo>
                  <a:lnTo>
                    <a:pt x="27432" y="19049"/>
                  </a:lnTo>
                  <a:lnTo>
                    <a:pt x="27432" y="21335"/>
                  </a:lnTo>
                  <a:lnTo>
                    <a:pt x="18288" y="21335"/>
                  </a:lnTo>
                  <a:lnTo>
                    <a:pt x="18288" y="19049"/>
                  </a:lnTo>
                  <a:lnTo>
                    <a:pt x="13716" y="19049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0" name="object 1030"/>
            <p:cNvSpPr/>
            <p:nvPr/>
          </p:nvSpPr>
          <p:spPr>
            <a:xfrm>
              <a:off x="7365492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7525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049"/>
                  </a:lnTo>
                  <a:lnTo>
                    <a:pt x="17526" y="19049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049"/>
                  </a:lnTo>
                  <a:lnTo>
                    <a:pt x="31242" y="19049"/>
                  </a:lnTo>
                  <a:lnTo>
                    <a:pt x="31242" y="17525"/>
                  </a:lnTo>
                  <a:lnTo>
                    <a:pt x="44958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1" name="object 1031"/>
            <p:cNvSpPr/>
            <p:nvPr/>
          </p:nvSpPr>
          <p:spPr>
            <a:xfrm>
              <a:off x="7365492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7525"/>
                  </a:lnTo>
                  <a:lnTo>
                    <a:pt x="31242" y="17525"/>
                  </a:lnTo>
                  <a:lnTo>
                    <a:pt x="31242" y="19049"/>
                  </a:lnTo>
                  <a:lnTo>
                    <a:pt x="27432" y="19049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049"/>
                  </a:lnTo>
                  <a:lnTo>
                    <a:pt x="13716" y="19049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2" name="object 1032"/>
            <p:cNvSpPr/>
            <p:nvPr/>
          </p:nvSpPr>
          <p:spPr>
            <a:xfrm>
              <a:off x="7115556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5"/>
                  </a:moveTo>
                  <a:lnTo>
                    <a:pt x="44958" y="3809"/>
                  </a:lnTo>
                  <a:lnTo>
                    <a:pt x="31242" y="3809"/>
                  </a:lnTo>
                  <a:lnTo>
                    <a:pt x="31242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4958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3" name="object 1033"/>
            <p:cNvSpPr/>
            <p:nvPr/>
          </p:nvSpPr>
          <p:spPr>
            <a:xfrm>
              <a:off x="7115556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4958" y="21335"/>
                  </a:lnTo>
                  <a:lnTo>
                    <a:pt x="44958" y="3809"/>
                  </a:lnTo>
                  <a:lnTo>
                    <a:pt x="31242" y="3809"/>
                  </a:lnTo>
                  <a:lnTo>
                    <a:pt x="31242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4" name="object 1034"/>
            <p:cNvSpPr/>
            <p:nvPr/>
          </p:nvSpPr>
          <p:spPr>
            <a:xfrm>
              <a:off x="7165086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5"/>
                  </a:moveTo>
                  <a:lnTo>
                    <a:pt x="45720" y="3809"/>
                  </a:lnTo>
                  <a:lnTo>
                    <a:pt x="32004" y="3809"/>
                  </a:lnTo>
                  <a:lnTo>
                    <a:pt x="32004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2285"/>
                  </a:lnTo>
                  <a:lnTo>
                    <a:pt x="13716" y="2285"/>
                  </a:lnTo>
                  <a:lnTo>
                    <a:pt x="13716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5" name="object 1035"/>
            <p:cNvSpPr/>
            <p:nvPr/>
          </p:nvSpPr>
          <p:spPr>
            <a:xfrm>
              <a:off x="7165086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lnTo>
                    <a:pt x="45720" y="3809"/>
                  </a:lnTo>
                  <a:lnTo>
                    <a:pt x="32004" y="3809"/>
                  </a:lnTo>
                  <a:lnTo>
                    <a:pt x="32004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2285"/>
                  </a:lnTo>
                  <a:lnTo>
                    <a:pt x="13716" y="2285"/>
                  </a:lnTo>
                  <a:lnTo>
                    <a:pt x="13716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6" name="object 1036"/>
            <p:cNvSpPr/>
            <p:nvPr/>
          </p:nvSpPr>
          <p:spPr>
            <a:xfrm>
              <a:off x="7215378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5"/>
                  </a:moveTo>
                  <a:lnTo>
                    <a:pt x="45720" y="3809"/>
                  </a:lnTo>
                  <a:lnTo>
                    <a:pt x="31242" y="3809"/>
                  </a:lnTo>
                  <a:lnTo>
                    <a:pt x="31242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7" name="object 1037"/>
            <p:cNvSpPr/>
            <p:nvPr/>
          </p:nvSpPr>
          <p:spPr>
            <a:xfrm>
              <a:off x="7215378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lnTo>
                    <a:pt x="45720" y="3809"/>
                  </a:lnTo>
                  <a:lnTo>
                    <a:pt x="31242" y="3809"/>
                  </a:lnTo>
                  <a:lnTo>
                    <a:pt x="31242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8" name="object 1038"/>
            <p:cNvSpPr/>
            <p:nvPr/>
          </p:nvSpPr>
          <p:spPr>
            <a:xfrm>
              <a:off x="7265670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5"/>
                  </a:moveTo>
                  <a:lnTo>
                    <a:pt x="44958" y="3809"/>
                  </a:lnTo>
                  <a:lnTo>
                    <a:pt x="31242" y="3809"/>
                  </a:lnTo>
                  <a:lnTo>
                    <a:pt x="31242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4958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9" name="object 1039"/>
            <p:cNvSpPr/>
            <p:nvPr/>
          </p:nvSpPr>
          <p:spPr>
            <a:xfrm>
              <a:off x="7265670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4958" y="21335"/>
                  </a:lnTo>
                  <a:lnTo>
                    <a:pt x="44958" y="3809"/>
                  </a:lnTo>
                  <a:lnTo>
                    <a:pt x="31242" y="3809"/>
                  </a:lnTo>
                  <a:lnTo>
                    <a:pt x="31242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0" name="object 1040"/>
            <p:cNvSpPr/>
            <p:nvPr/>
          </p:nvSpPr>
          <p:spPr>
            <a:xfrm>
              <a:off x="7315200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5"/>
                  </a:moveTo>
                  <a:lnTo>
                    <a:pt x="45720" y="3809"/>
                  </a:lnTo>
                  <a:lnTo>
                    <a:pt x="32004" y="3809"/>
                  </a:lnTo>
                  <a:lnTo>
                    <a:pt x="32004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2285"/>
                  </a:lnTo>
                  <a:lnTo>
                    <a:pt x="13716" y="2285"/>
                  </a:lnTo>
                  <a:lnTo>
                    <a:pt x="13716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1" name="object 1041"/>
            <p:cNvSpPr/>
            <p:nvPr/>
          </p:nvSpPr>
          <p:spPr>
            <a:xfrm>
              <a:off x="7315200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lnTo>
                    <a:pt x="45720" y="3809"/>
                  </a:lnTo>
                  <a:lnTo>
                    <a:pt x="32004" y="3809"/>
                  </a:lnTo>
                  <a:lnTo>
                    <a:pt x="32004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2285"/>
                  </a:lnTo>
                  <a:lnTo>
                    <a:pt x="13716" y="2285"/>
                  </a:lnTo>
                  <a:lnTo>
                    <a:pt x="13716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2" name="object 1042"/>
            <p:cNvSpPr/>
            <p:nvPr/>
          </p:nvSpPr>
          <p:spPr>
            <a:xfrm>
              <a:off x="7365492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5"/>
                  </a:moveTo>
                  <a:lnTo>
                    <a:pt x="44958" y="3809"/>
                  </a:lnTo>
                  <a:lnTo>
                    <a:pt x="31242" y="3809"/>
                  </a:lnTo>
                  <a:lnTo>
                    <a:pt x="31242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4958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3" name="object 1043"/>
            <p:cNvSpPr/>
            <p:nvPr/>
          </p:nvSpPr>
          <p:spPr>
            <a:xfrm>
              <a:off x="7365492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4958" y="21335"/>
                  </a:lnTo>
                  <a:lnTo>
                    <a:pt x="44958" y="3809"/>
                  </a:lnTo>
                  <a:lnTo>
                    <a:pt x="31242" y="3809"/>
                  </a:lnTo>
                  <a:lnTo>
                    <a:pt x="31242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4" name="object 1044"/>
            <p:cNvSpPr/>
            <p:nvPr/>
          </p:nvSpPr>
          <p:spPr>
            <a:xfrm>
              <a:off x="7111746" y="6669023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9905" y="0"/>
                  </a:moveTo>
                  <a:lnTo>
                    <a:pt x="9905" y="2286"/>
                  </a:lnTo>
                  <a:lnTo>
                    <a:pt x="9905" y="3810"/>
                  </a:lnTo>
                  <a:lnTo>
                    <a:pt x="8381" y="4572"/>
                  </a:lnTo>
                  <a:lnTo>
                    <a:pt x="6095" y="4572"/>
                  </a:lnTo>
                  <a:lnTo>
                    <a:pt x="5333" y="4572"/>
                  </a:lnTo>
                  <a:lnTo>
                    <a:pt x="2285" y="4572"/>
                  </a:lnTo>
                  <a:lnTo>
                    <a:pt x="0" y="6096"/>
                  </a:lnTo>
                  <a:lnTo>
                    <a:pt x="0" y="8382"/>
                  </a:lnTo>
                  <a:lnTo>
                    <a:pt x="0" y="49530"/>
                  </a:lnTo>
                  <a:lnTo>
                    <a:pt x="0" y="51053"/>
                  </a:lnTo>
                  <a:lnTo>
                    <a:pt x="2285" y="52577"/>
                  </a:lnTo>
                  <a:lnTo>
                    <a:pt x="4571" y="52577"/>
                  </a:lnTo>
                  <a:lnTo>
                    <a:pt x="6095" y="52577"/>
                  </a:lnTo>
                  <a:lnTo>
                    <a:pt x="8381" y="52577"/>
                  </a:lnTo>
                  <a:lnTo>
                    <a:pt x="9905" y="54102"/>
                  </a:lnTo>
                  <a:lnTo>
                    <a:pt x="9905" y="54864"/>
                  </a:lnTo>
                  <a:lnTo>
                    <a:pt x="9905" y="57150"/>
                  </a:lnTo>
                  <a:lnTo>
                    <a:pt x="292607" y="57149"/>
                  </a:lnTo>
                  <a:lnTo>
                    <a:pt x="292607" y="55625"/>
                  </a:lnTo>
                  <a:lnTo>
                    <a:pt x="292607" y="54101"/>
                  </a:lnTo>
                  <a:lnTo>
                    <a:pt x="294893" y="52577"/>
                  </a:lnTo>
                  <a:lnTo>
                    <a:pt x="297941" y="52577"/>
                  </a:lnTo>
                  <a:lnTo>
                    <a:pt x="300227" y="52577"/>
                  </a:lnTo>
                  <a:lnTo>
                    <a:pt x="302513" y="51053"/>
                  </a:lnTo>
                  <a:lnTo>
                    <a:pt x="302513" y="49529"/>
                  </a:lnTo>
                  <a:lnTo>
                    <a:pt x="302513" y="7619"/>
                  </a:lnTo>
                  <a:lnTo>
                    <a:pt x="302513" y="6095"/>
                  </a:lnTo>
                  <a:lnTo>
                    <a:pt x="300227" y="4571"/>
                  </a:lnTo>
                  <a:lnTo>
                    <a:pt x="297941" y="4571"/>
                  </a:lnTo>
                  <a:lnTo>
                    <a:pt x="296417" y="4571"/>
                  </a:lnTo>
                  <a:lnTo>
                    <a:pt x="294131" y="4571"/>
                  </a:lnTo>
                  <a:lnTo>
                    <a:pt x="292607" y="3809"/>
                  </a:lnTo>
                  <a:lnTo>
                    <a:pt x="292607" y="2285"/>
                  </a:lnTo>
                  <a:lnTo>
                    <a:pt x="292607" y="0"/>
                  </a:lnTo>
                </a:path>
              </a:pathLst>
            </a:custGeom>
            <a:ln w="3175">
              <a:solidFill>
                <a:srgbClr val="C9C1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5" name="object 1045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7407402" y="6669023"/>
              <a:ext cx="324612" cy="73914"/>
            </a:xfrm>
            <a:prstGeom prst="rect">
              <a:avLst/>
            </a:prstGeom>
          </p:spPr>
        </p:pic>
        <p:sp>
          <p:nvSpPr>
            <p:cNvPr id="1046" name="object 1046"/>
            <p:cNvSpPr/>
            <p:nvPr/>
          </p:nvSpPr>
          <p:spPr>
            <a:xfrm>
              <a:off x="7429500" y="6669023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292607" y="0"/>
                  </a:moveTo>
                  <a:lnTo>
                    <a:pt x="9905" y="0"/>
                  </a:lnTo>
                  <a:lnTo>
                    <a:pt x="9905" y="4572"/>
                  </a:lnTo>
                  <a:lnTo>
                    <a:pt x="0" y="4572"/>
                  </a:lnTo>
                  <a:lnTo>
                    <a:pt x="0" y="52578"/>
                  </a:lnTo>
                  <a:lnTo>
                    <a:pt x="9905" y="52578"/>
                  </a:lnTo>
                  <a:lnTo>
                    <a:pt x="9905" y="57150"/>
                  </a:lnTo>
                  <a:lnTo>
                    <a:pt x="292607" y="57150"/>
                  </a:lnTo>
                  <a:lnTo>
                    <a:pt x="292607" y="52577"/>
                  </a:lnTo>
                  <a:lnTo>
                    <a:pt x="302513" y="52577"/>
                  </a:lnTo>
                  <a:lnTo>
                    <a:pt x="302513" y="4571"/>
                  </a:lnTo>
                  <a:lnTo>
                    <a:pt x="292607" y="4572"/>
                  </a:lnTo>
                  <a:lnTo>
                    <a:pt x="292607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7" name="object 1047"/>
            <p:cNvSpPr/>
            <p:nvPr/>
          </p:nvSpPr>
          <p:spPr>
            <a:xfrm>
              <a:off x="7432548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049"/>
                  </a:lnTo>
                  <a:lnTo>
                    <a:pt x="18288" y="19049"/>
                  </a:lnTo>
                  <a:lnTo>
                    <a:pt x="18288" y="21335"/>
                  </a:lnTo>
                  <a:lnTo>
                    <a:pt x="27432" y="21335"/>
                  </a:lnTo>
                  <a:lnTo>
                    <a:pt x="27432" y="19049"/>
                  </a:lnTo>
                  <a:lnTo>
                    <a:pt x="32004" y="19049"/>
                  </a:lnTo>
                  <a:lnTo>
                    <a:pt x="32004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" name="object 1048"/>
            <p:cNvSpPr/>
            <p:nvPr/>
          </p:nvSpPr>
          <p:spPr>
            <a:xfrm>
              <a:off x="7432548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2004" y="17525"/>
                  </a:lnTo>
                  <a:lnTo>
                    <a:pt x="32004" y="19049"/>
                  </a:lnTo>
                  <a:lnTo>
                    <a:pt x="27432" y="19049"/>
                  </a:lnTo>
                  <a:lnTo>
                    <a:pt x="27432" y="21335"/>
                  </a:lnTo>
                  <a:lnTo>
                    <a:pt x="18288" y="21335"/>
                  </a:lnTo>
                  <a:lnTo>
                    <a:pt x="18288" y="19049"/>
                  </a:lnTo>
                  <a:lnTo>
                    <a:pt x="13716" y="19049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9" name="object 1049"/>
            <p:cNvSpPr/>
            <p:nvPr/>
          </p:nvSpPr>
          <p:spPr>
            <a:xfrm>
              <a:off x="7482840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7525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049"/>
                  </a:lnTo>
                  <a:lnTo>
                    <a:pt x="17526" y="19049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049"/>
                  </a:lnTo>
                  <a:lnTo>
                    <a:pt x="31242" y="19049"/>
                  </a:lnTo>
                  <a:lnTo>
                    <a:pt x="31242" y="17525"/>
                  </a:lnTo>
                  <a:lnTo>
                    <a:pt x="44958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0" name="object 1050"/>
            <p:cNvSpPr/>
            <p:nvPr/>
          </p:nvSpPr>
          <p:spPr>
            <a:xfrm>
              <a:off x="7482840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7525"/>
                  </a:lnTo>
                  <a:lnTo>
                    <a:pt x="31242" y="17525"/>
                  </a:lnTo>
                  <a:lnTo>
                    <a:pt x="31242" y="19049"/>
                  </a:lnTo>
                  <a:lnTo>
                    <a:pt x="27432" y="19049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049"/>
                  </a:lnTo>
                  <a:lnTo>
                    <a:pt x="13716" y="19049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1" name="object 1051"/>
            <p:cNvSpPr/>
            <p:nvPr/>
          </p:nvSpPr>
          <p:spPr>
            <a:xfrm>
              <a:off x="7532370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4477" y="17525"/>
                  </a:lnTo>
                  <a:lnTo>
                    <a:pt x="14477" y="19049"/>
                  </a:lnTo>
                  <a:lnTo>
                    <a:pt x="18287" y="19049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049"/>
                  </a:lnTo>
                  <a:lnTo>
                    <a:pt x="32003" y="19049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2" name="object 1052"/>
            <p:cNvSpPr/>
            <p:nvPr/>
          </p:nvSpPr>
          <p:spPr>
            <a:xfrm>
              <a:off x="7532370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049"/>
                  </a:lnTo>
                  <a:lnTo>
                    <a:pt x="28193" y="19049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049"/>
                  </a:lnTo>
                  <a:lnTo>
                    <a:pt x="14477" y="19049"/>
                  </a:lnTo>
                  <a:lnTo>
                    <a:pt x="14477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3" name="object 1053"/>
            <p:cNvSpPr/>
            <p:nvPr/>
          </p:nvSpPr>
          <p:spPr>
            <a:xfrm>
              <a:off x="7582662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049"/>
                  </a:lnTo>
                  <a:lnTo>
                    <a:pt x="18288" y="19049"/>
                  </a:lnTo>
                  <a:lnTo>
                    <a:pt x="18288" y="21335"/>
                  </a:lnTo>
                  <a:lnTo>
                    <a:pt x="27432" y="21335"/>
                  </a:lnTo>
                  <a:lnTo>
                    <a:pt x="27432" y="19049"/>
                  </a:lnTo>
                  <a:lnTo>
                    <a:pt x="32004" y="19049"/>
                  </a:lnTo>
                  <a:lnTo>
                    <a:pt x="32004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4" name="object 1054"/>
            <p:cNvSpPr/>
            <p:nvPr/>
          </p:nvSpPr>
          <p:spPr>
            <a:xfrm>
              <a:off x="7582662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2004" y="17525"/>
                  </a:lnTo>
                  <a:lnTo>
                    <a:pt x="32004" y="19049"/>
                  </a:lnTo>
                  <a:lnTo>
                    <a:pt x="27432" y="19049"/>
                  </a:lnTo>
                  <a:lnTo>
                    <a:pt x="27432" y="21335"/>
                  </a:lnTo>
                  <a:lnTo>
                    <a:pt x="18288" y="21335"/>
                  </a:lnTo>
                  <a:lnTo>
                    <a:pt x="18288" y="19049"/>
                  </a:lnTo>
                  <a:lnTo>
                    <a:pt x="13716" y="19049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5" name="object 1055"/>
            <p:cNvSpPr/>
            <p:nvPr/>
          </p:nvSpPr>
          <p:spPr>
            <a:xfrm>
              <a:off x="7632954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7525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049"/>
                  </a:lnTo>
                  <a:lnTo>
                    <a:pt x="17526" y="19049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049"/>
                  </a:lnTo>
                  <a:lnTo>
                    <a:pt x="31242" y="19049"/>
                  </a:lnTo>
                  <a:lnTo>
                    <a:pt x="31242" y="17525"/>
                  </a:lnTo>
                  <a:lnTo>
                    <a:pt x="44958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6" name="object 1056"/>
            <p:cNvSpPr/>
            <p:nvPr/>
          </p:nvSpPr>
          <p:spPr>
            <a:xfrm>
              <a:off x="7632954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7525"/>
                  </a:lnTo>
                  <a:lnTo>
                    <a:pt x="31242" y="17525"/>
                  </a:lnTo>
                  <a:lnTo>
                    <a:pt x="31242" y="19049"/>
                  </a:lnTo>
                  <a:lnTo>
                    <a:pt x="27432" y="19049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049"/>
                  </a:lnTo>
                  <a:lnTo>
                    <a:pt x="13716" y="19049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7" name="object 1057"/>
            <p:cNvSpPr/>
            <p:nvPr/>
          </p:nvSpPr>
          <p:spPr>
            <a:xfrm>
              <a:off x="7682484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049"/>
                  </a:lnTo>
                  <a:lnTo>
                    <a:pt x="18288" y="19049"/>
                  </a:lnTo>
                  <a:lnTo>
                    <a:pt x="18288" y="21335"/>
                  </a:lnTo>
                  <a:lnTo>
                    <a:pt x="28194" y="21335"/>
                  </a:lnTo>
                  <a:lnTo>
                    <a:pt x="28194" y="19049"/>
                  </a:lnTo>
                  <a:lnTo>
                    <a:pt x="32004" y="19049"/>
                  </a:lnTo>
                  <a:lnTo>
                    <a:pt x="32004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8" name="object 1058"/>
            <p:cNvSpPr/>
            <p:nvPr/>
          </p:nvSpPr>
          <p:spPr>
            <a:xfrm>
              <a:off x="7682484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2004" y="17525"/>
                  </a:lnTo>
                  <a:lnTo>
                    <a:pt x="32004" y="19049"/>
                  </a:lnTo>
                  <a:lnTo>
                    <a:pt x="28194" y="19049"/>
                  </a:lnTo>
                  <a:lnTo>
                    <a:pt x="28194" y="21335"/>
                  </a:lnTo>
                  <a:lnTo>
                    <a:pt x="18288" y="21335"/>
                  </a:lnTo>
                  <a:lnTo>
                    <a:pt x="18288" y="19049"/>
                  </a:lnTo>
                  <a:lnTo>
                    <a:pt x="13716" y="19049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9" name="object 1059"/>
            <p:cNvSpPr/>
            <p:nvPr/>
          </p:nvSpPr>
          <p:spPr>
            <a:xfrm>
              <a:off x="7432548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5"/>
                  </a:moveTo>
                  <a:lnTo>
                    <a:pt x="45720" y="3809"/>
                  </a:lnTo>
                  <a:lnTo>
                    <a:pt x="32004" y="3809"/>
                  </a:lnTo>
                  <a:lnTo>
                    <a:pt x="32004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2285"/>
                  </a:lnTo>
                  <a:lnTo>
                    <a:pt x="13716" y="2285"/>
                  </a:lnTo>
                  <a:lnTo>
                    <a:pt x="13716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0" name="object 1060"/>
            <p:cNvSpPr/>
            <p:nvPr/>
          </p:nvSpPr>
          <p:spPr>
            <a:xfrm>
              <a:off x="7432548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lnTo>
                    <a:pt x="45720" y="3809"/>
                  </a:lnTo>
                  <a:lnTo>
                    <a:pt x="32004" y="3809"/>
                  </a:lnTo>
                  <a:lnTo>
                    <a:pt x="32004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2285"/>
                  </a:lnTo>
                  <a:lnTo>
                    <a:pt x="13716" y="2285"/>
                  </a:lnTo>
                  <a:lnTo>
                    <a:pt x="13716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1" name="object 1061"/>
            <p:cNvSpPr/>
            <p:nvPr/>
          </p:nvSpPr>
          <p:spPr>
            <a:xfrm>
              <a:off x="7482840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5"/>
                  </a:moveTo>
                  <a:lnTo>
                    <a:pt x="44958" y="3809"/>
                  </a:lnTo>
                  <a:lnTo>
                    <a:pt x="31242" y="3809"/>
                  </a:lnTo>
                  <a:lnTo>
                    <a:pt x="31242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4958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2" name="object 1062"/>
            <p:cNvSpPr/>
            <p:nvPr/>
          </p:nvSpPr>
          <p:spPr>
            <a:xfrm>
              <a:off x="7482840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4958" y="21335"/>
                  </a:lnTo>
                  <a:lnTo>
                    <a:pt x="44958" y="3809"/>
                  </a:lnTo>
                  <a:lnTo>
                    <a:pt x="31242" y="3809"/>
                  </a:lnTo>
                  <a:lnTo>
                    <a:pt x="31242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3" name="object 1063"/>
            <p:cNvSpPr/>
            <p:nvPr/>
          </p:nvSpPr>
          <p:spPr>
            <a:xfrm>
              <a:off x="7532370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5"/>
                  </a:move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8193" y="2285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4477" y="2285"/>
                  </a:lnTo>
                  <a:lnTo>
                    <a:pt x="14477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4" name="object 1064"/>
            <p:cNvSpPr/>
            <p:nvPr/>
          </p:nvSpPr>
          <p:spPr>
            <a:xfrm>
              <a:off x="7532370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8193" y="2285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4477" y="2285"/>
                  </a:lnTo>
                  <a:lnTo>
                    <a:pt x="14477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5" name="object 1065"/>
            <p:cNvSpPr/>
            <p:nvPr/>
          </p:nvSpPr>
          <p:spPr>
            <a:xfrm>
              <a:off x="7582662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5"/>
                  </a:moveTo>
                  <a:lnTo>
                    <a:pt x="45720" y="3809"/>
                  </a:lnTo>
                  <a:lnTo>
                    <a:pt x="32004" y="3809"/>
                  </a:lnTo>
                  <a:lnTo>
                    <a:pt x="32004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2285"/>
                  </a:lnTo>
                  <a:lnTo>
                    <a:pt x="13716" y="2285"/>
                  </a:lnTo>
                  <a:lnTo>
                    <a:pt x="13716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6" name="object 1066"/>
            <p:cNvSpPr/>
            <p:nvPr/>
          </p:nvSpPr>
          <p:spPr>
            <a:xfrm>
              <a:off x="7582662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lnTo>
                    <a:pt x="45720" y="3809"/>
                  </a:lnTo>
                  <a:lnTo>
                    <a:pt x="32004" y="3809"/>
                  </a:lnTo>
                  <a:lnTo>
                    <a:pt x="32004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2285"/>
                  </a:lnTo>
                  <a:lnTo>
                    <a:pt x="13716" y="2285"/>
                  </a:lnTo>
                  <a:lnTo>
                    <a:pt x="13716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7" name="object 1067"/>
            <p:cNvSpPr/>
            <p:nvPr/>
          </p:nvSpPr>
          <p:spPr>
            <a:xfrm>
              <a:off x="7632954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5"/>
                  </a:moveTo>
                  <a:lnTo>
                    <a:pt x="44958" y="3809"/>
                  </a:lnTo>
                  <a:lnTo>
                    <a:pt x="31242" y="3809"/>
                  </a:lnTo>
                  <a:lnTo>
                    <a:pt x="31242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4958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8" name="object 1068"/>
            <p:cNvSpPr/>
            <p:nvPr/>
          </p:nvSpPr>
          <p:spPr>
            <a:xfrm>
              <a:off x="7632954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4958" y="21335"/>
                  </a:lnTo>
                  <a:lnTo>
                    <a:pt x="44958" y="3809"/>
                  </a:lnTo>
                  <a:lnTo>
                    <a:pt x="31242" y="3809"/>
                  </a:lnTo>
                  <a:lnTo>
                    <a:pt x="31242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9" name="object 1069"/>
            <p:cNvSpPr/>
            <p:nvPr/>
          </p:nvSpPr>
          <p:spPr>
            <a:xfrm>
              <a:off x="7682484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5"/>
                  </a:moveTo>
                  <a:lnTo>
                    <a:pt x="45720" y="3809"/>
                  </a:lnTo>
                  <a:lnTo>
                    <a:pt x="32004" y="3809"/>
                  </a:lnTo>
                  <a:lnTo>
                    <a:pt x="32004" y="2285"/>
                  </a:lnTo>
                  <a:lnTo>
                    <a:pt x="28194" y="2285"/>
                  </a:lnTo>
                  <a:lnTo>
                    <a:pt x="28194" y="0"/>
                  </a:lnTo>
                  <a:lnTo>
                    <a:pt x="18288" y="0"/>
                  </a:lnTo>
                  <a:lnTo>
                    <a:pt x="18288" y="2285"/>
                  </a:lnTo>
                  <a:lnTo>
                    <a:pt x="13716" y="2285"/>
                  </a:lnTo>
                  <a:lnTo>
                    <a:pt x="13716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0" name="object 1070"/>
            <p:cNvSpPr/>
            <p:nvPr/>
          </p:nvSpPr>
          <p:spPr>
            <a:xfrm>
              <a:off x="7682484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lnTo>
                    <a:pt x="45720" y="3809"/>
                  </a:lnTo>
                  <a:lnTo>
                    <a:pt x="32004" y="3809"/>
                  </a:lnTo>
                  <a:lnTo>
                    <a:pt x="32004" y="2285"/>
                  </a:lnTo>
                  <a:lnTo>
                    <a:pt x="28194" y="2285"/>
                  </a:lnTo>
                  <a:lnTo>
                    <a:pt x="28194" y="0"/>
                  </a:lnTo>
                  <a:lnTo>
                    <a:pt x="18288" y="0"/>
                  </a:lnTo>
                  <a:lnTo>
                    <a:pt x="18288" y="2285"/>
                  </a:lnTo>
                  <a:lnTo>
                    <a:pt x="13716" y="2285"/>
                  </a:lnTo>
                  <a:lnTo>
                    <a:pt x="13716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1" name="object 1071"/>
            <p:cNvSpPr/>
            <p:nvPr/>
          </p:nvSpPr>
          <p:spPr>
            <a:xfrm>
              <a:off x="7429500" y="6669023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9905" y="0"/>
                  </a:moveTo>
                  <a:lnTo>
                    <a:pt x="9905" y="2286"/>
                  </a:lnTo>
                  <a:lnTo>
                    <a:pt x="9905" y="3810"/>
                  </a:lnTo>
                  <a:lnTo>
                    <a:pt x="8381" y="4572"/>
                  </a:lnTo>
                  <a:lnTo>
                    <a:pt x="6095" y="4572"/>
                  </a:lnTo>
                  <a:lnTo>
                    <a:pt x="5333" y="4572"/>
                  </a:lnTo>
                  <a:lnTo>
                    <a:pt x="2285" y="4572"/>
                  </a:lnTo>
                  <a:lnTo>
                    <a:pt x="0" y="6096"/>
                  </a:lnTo>
                  <a:lnTo>
                    <a:pt x="0" y="8382"/>
                  </a:lnTo>
                  <a:lnTo>
                    <a:pt x="0" y="49530"/>
                  </a:lnTo>
                  <a:lnTo>
                    <a:pt x="0" y="51053"/>
                  </a:lnTo>
                  <a:lnTo>
                    <a:pt x="1523" y="52577"/>
                  </a:lnTo>
                  <a:lnTo>
                    <a:pt x="4571" y="52577"/>
                  </a:lnTo>
                  <a:lnTo>
                    <a:pt x="6095" y="52577"/>
                  </a:lnTo>
                  <a:lnTo>
                    <a:pt x="8381" y="52577"/>
                  </a:lnTo>
                  <a:lnTo>
                    <a:pt x="9905" y="54102"/>
                  </a:lnTo>
                  <a:lnTo>
                    <a:pt x="9905" y="54864"/>
                  </a:lnTo>
                  <a:lnTo>
                    <a:pt x="9905" y="57150"/>
                  </a:lnTo>
                  <a:lnTo>
                    <a:pt x="292607" y="57149"/>
                  </a:lnTo>
                  <a:lnTo>
                    <a:pt x="292607" y="55625"/>
                  </a:lnTo>
                  <a:lnTo>
                    <a:pt x="292607" y="54101"/>
                  </a:lnTo>
                  <a:lnTo>
                    <a:pt x="294893" y="52577"/>
                  </a:lnTo>
                  <a:lnTo>
                    <a:pt x="297179" y="52577"/>
                  </a:lnTo>
                  <a:lnTo>
                    <a:pt x="300227" y="52577"/>
                  </a:lnTo>
                  <a:lnTo>
                    <a:pt x="302513" y="51053"/>
                  </a:lnTo>
                  <a:lnTo>
                    <a:pt x="302513" y="49529"/>
                  </a:lnTo>
                  <a:lnTo>
                    <a:pt x="302513" y="7619"/>
                  </a:lnTo>
                  <a:lnTo>
                    <a:pt x="302513" y="6095"/>
                  </a:lnTo>
                  <a:lnTo>
                    <a:pt x="300227" y="4571"/>
                  </a:lnTo>
                  <a:lnTo>
                    <a:pt x="297179" y="4571"/>
                  </a:lnTo>
                  <a:lnTo>
                    <a:pt x="295655" y="4571"/>
                  </a:lnTo>
                  <a:lnTo>
                    <a:pt x="294131" y="4571"/>
                  </a:lnTo>
                  <a:lnTo>
                    <a:pt x="292607" y="3809"/>
                  </a:lnTo>
                  <a:lnTo>
                    <a:pt x="292607" y="2285"/>
                  </a:lnTo>
                  <a:lnTo>
                    <a:pt x="292607" y="0"/>
                  </a:lnTo>
                </a:path>
              </a:pathLst>
            </a:custGeom>
            <a:ln w="3175">
              <a:solidFill>
                <a:srgbClr val="C9C1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2" name="object 1072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7724394" y="6669023"/>
              <a:ext cx="324611" cy="73914"/>
            </a:xfrm>
            <a:prstGeom prst="rect">
              <a:avLst/>
            </a:prstGeom>
          </p:spPr>
        </p:pic>
        <p:sp>
          <p:nvSpPr>
            <p:cNvPr id="1073" name="object 1073"/>
            <p:cNvSpPr/>
            <p:nvPr/>
          </p:nvSpPr>
          <p:spPr>
            <a:xfrm>
              <a:off x="7746492" y="6669023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292607" y="0"/>
                  </a:moveTo>
                  <a:lnTo>
                    <a:pt x="9905" y="0"/>
                  </a:lnTo>
                  <a:lnTo>
                    <a:pt x="9905" y="4572"/>
                  </a:lnTo>
                  <a:lnTo>
                    <a:pt x="0" y="4572"/>
                  </a:lnTo>
                  <a:lnTo>
                    <a:pt x="0" y="52578"/>
                  </a:lnTo>
                  <a:lnTo>
                    <a:pt x="9905" y="52578"/>
                  </a:lnTo>
                  <a:lnTo>
                    <a:pt x="9905" y="57150"/>
                  </a:lnTo>
                  <a:lnTo>
                    <a:pt x="292607" y="57150"/>
                  </a:lnTo>
                  <a:lnTo>
                    <a:pt x="292607" y="52577"/>
                  </a:lnTo>
                  <a:lnTo>
                    <a:pt x="302513" y="52577"/>
                  </a:lnTo>
                  <a:lnTo>
                    <a:pt x="302513" y="4571"/>
                  </a:lnTo>
                  <a:lnTo>
                    <a:pt x="292607" y="4572"/>
                  </a:lnTo>
                  <a:lnTo>
                    <a:pt x="292607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4" name="object 1074"/>
            <p:cNvSpPr/>
            <p:nvPr/>
          </p:nvSpPr>
          <p:spPr>
            <a:xfrm>
              <a:off x="7750302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7525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049"/>
                  </a:lnTo>
                  <a:lnTo>
                    <a:pt x="17526" y="19049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049"/>
                  </a:lnTo>
                  <a:lnTo>
                    <a:pt x="31242" y="19049"/>
                  </a:lnTo>
                  <a:lnTo>
                    <a:pt x="31242" y="17525"/>
                  </a:lnTo>
                  <a:lnTo>
                    <a:pt x="44958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5" name="object 1075"/>
            <p:cNvSpPr/>
            <p:nvPr/>
          </p:nvSpPr>
          <p:spPr>
            <a:xfrm>
              <a:off x="7750302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7525"/>
                  </a:lnTo>
                  <a:lnTo>
                    <a:pt x="31242" y="17525"/>
                  </a:lnTo>
                  <a:lnTo>
                    <a:pt x="31242" y="19049"/>
                  </a:lnTo>
                  <a:lnTo>
                    <a:pt x="27432" y="19049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049"/>
                  </a:lnTo>
                  <a:lnTo>
                    <a:pt x="13716" y="19049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6" name="object 1076"/>
            <p:cNvSpPr/>
            <p:nvPr/>
          </p:nvSpPr>
          <p:spPr>
            <a:xfrm>
              <a:off x="7799832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4477" y="17525"/>
                  </a:lnTo>
                  <a:lnTo>
                    <a:pt x="14477" y="19049"/>
                  </a:lnTo>
                  <a:lnTo>
                    <a:pt x="18287" y="19049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049"/>
                  </a:lnTo>
                  <a:lnTo>
                    <a:pt x="32003" y="19049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7" name="object 1077"/>
            <p:cNvSpPr/>
            <p:nvPr/>
          </p:nvSpPr>
          <p:spPr>
            <a:xfrm>
              <a:off x="7799832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049"/>
                  </a:lnTo>
                  <a:lnTo>
                    <a:pt x="28193" y="19049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049"/>
                  </a:lnTo>
                  <a:lnTo>
                    <a:pt x="14477" y="19049"/>
                  </a:lnTo>
                  <a:lnTo>
                    <a:pt x="14477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8" name="object 1078"/>
            <p:cNvSpPr/>
            <p:nvPr/>
          </p:nvSpPr>
          <p:spPr>
            <a:xfrm>
              <a:off x="7850124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049"/>
                  </a:lnTo>
                  <a:lnTo>
                    <a:pt x="17526" y="19049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049"/>
                  </a:lnTo>
                  <a:lnTo>
                    <a:pt x="32004" y="19049"/>
                  </a:lnTo>
                  <a:lnTo>
                    <a:pt x="32004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9" name="object 1079"/>
            <p:cNvSpPr/>
            <p:nvPr/>
          </p:nvSpPr>
          <p:spPr>
            <a:xfrm>
              <a:off x="7850124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2004" y="17525"/>
                  </a:lnTo>
                  <a:lnTo>
                    <a:pt x="32004" y="19049"/>
                  </a:lnTo>
                  <a:lnTo>
                    <a:pt x="27432" y="19049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049"/>
                  </a:lnTo>
                  <a:lnTo>
                    <a:pt x="13716" y="19049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0" name="object 1080"/>
            <p:cNvSpPr/>
            <p:nvPr/>
          </p:nvSpPr>
          <p:spPr>
            <a:xfrm>
              <a:off x="7900416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7525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049"/>
                  </a:lnTo>
                  <a:lnTo>
                    <a:pt x="17526" y="19049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049"/>
                  </a:lnTo>
                  <a:lnTo>
                    <a:pt x="31242" y="19049"/>
                  </a:lnTo>
                  <a:lnTo>
                    <a:pt x="31242" y="17525"/>
                  </a:lnTo>
                  <a:lnTo>
                    <a:pt x="44958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1" name="object 1081"/>
            <p:cNvSpPr/>
            <p:nvPr/>
          </p:nvSpPr>
          <p:spPr>
            <a:xfrm>
              <a:off x="7900416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7525"/>
                  </a:lnTo>
                  <a:lnTo>
                    <a:pt x="31242" y="17525"/>
                  </a:lnTo>
                  <a:lnTo>
                    <a:pt x="31242" y="19049"/>
                  </a:lnTo>
                  <a:lnTo>
                    <a:pt x="27432" y="19049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049"/>
                  </a:lnTo>
                  <a:lnTo>
                    <a:pt x="13716" y="19049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2" name="object 1082"/>
            <p:cNvSpPr/>
            <p:nvPr/>
          </p:nvSpPr>
          <p:spPr>
            <a:xfrm>
              <a:off x="7949946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049"/>
                  </a:lnTo>
                  <a:lnTo>
                    <a:pt x="18288" y="19049"/>
                  </a:lnTo>
                  <a:lnTo>
                    <a:pt x="18288" y="21335"/>
                  </a:lnTo>
                  <a:lnTo>
                    <a:pt x="27432" y="21335"/>
                  </a:lnTo>
                  <a:lnTo>
                    <a:pt x="27432" y="19049"/>
                  </a:lnTo>
                  <a:lnTo>
                    <a:pt x="32004" y="19049"/>
                  </a:lnTo>
                  <a:lnTo>
                    <a:pt x="32004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3" name="object 1083"/>
            <p:cNvSpPr/>
            <p:nvPr/>
          </p:nvSpPr>
          <p:spPr>
            <a:xfrm>
              <a:off x="7949946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2004" y="17525"/>
                  </a:lnTo>
                  <a:lnTo>
                    <a:pt x="32004" y="19049"/>
                  </a:lnTo>
                  <a:lnTo>
                    <a:pt x="27432" y="19049"/>
                  </a:lnTo>
                  <a:lnTo>
                    <a:pt x="27432" y="21335"/>
                  </a:lnTo>
                  <a:lnTo>
                    <a:pt x="18288" y="21335"/>
                  </a:lnTo>
                  <a:lnTo>
                    <a:pt x="18288" y="19049"/>
                  </a:lnTo>
                  <a:lnTo>
                    <a:pt x="13716" y="19049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4" name="object 1084"/>
            <p:cNvSpPr/>
            <p:nvPr/>
          </p:nvSpPr>
          <p:spPr>
            <a:xfrm>
              <a:off x="8000238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049"/>
                  </a:lnTo>
                  <a:lnTo>
                    <a:pt x="17526" y="19049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049"/>
                  </a:lnTo>
                  <a:lnTo>
                    <a:pt x="31242" y="19049"/>
                  </a:lnTo>
                  <a:lnTo>
                    <a:pt x="31242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5" name="object 1085"/>
            <p:cNvSpPr/>
            <p:nvPr/>
          </p:nvSpPr>
          <p:spPr>
            <a:xfrm>
              <a:off x="8000238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1242" y="17525"/>
                  </a:lnTo>
                  <a:lnTo>
                    <a:pt x="31242" y="19049"/>
                  </a:lnTo>
                  <a:lnTo>
                    <a:pt x="27432" y="19049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049"/>
                  </a:lnTo>
                  <a:lnTo>
                    <a:pt x="13716" y="19049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6" name="object 1086"/>
            <p:cNvSpPr/>
            <p:nvPr/>
          </p:nvSpPr>
          <p:spPr>
            <a:xfrm>
              <a:off x="7750302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5"/>
                  </a:moveTo>
                  <a:lnTo>
                    <a:pt x="44958" y="3809"/>
                  </a:lnTo>
                  <a:lnTo>
                    <a:pt x="31242" y="3809"/>
                  </a:lnTo>
                  <a:lnTo>
                    <a:pt x="31242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4958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7" name="object 1087"/>
            <p:cNvSpPr/>
            <p:nvPr/>
          </p:nvSpPr>
          <p:spPr>
            <a:xfrm>
              <a:off x="7750302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4958" y="21335"/>
                  </a:lnTo>
                  <a:lnTo>
                    <a:pt x="44958" y="3809"/>
                  </a:lnTo>
                  <a:lnTo>
                    <a:pt x="31242" y="3809"/>
                  </a:lnTo>
                  <a:lnTo>
                    <a:pt x="31242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8" name="object 1088"/>
            <p:cNvSpPr/>
            <p:nvPr/>
          </p:nvSpPr>
          <p:spPr>
            <a:xfrm>
              <a:off x="7799832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5"/>
                  </a:move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8193" y="2285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4477" y="2285"/>
                  </a:lnTo>
                  <a:lnTo>
                    <a:pt x="14477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9" name="object 1089"/>
            <p:cNvSpPr/>
            <p:nvPr/>
          </p:nvSpPr>
          <p:spPr>
            <a:xfrm>
              <a:off x="7799832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8193" y="2285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4477" y="2285"/>
                  </a:lnTo>
                  <a:lnTo>
                    <a:pt x="14477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0" name="object 1090"/>
            <p:cNvSpPr/>
            <p:nvPr/>
          </p:nvSpPr>
          <p:spPr>
            <a:xfrm>
              <a:off x="7850124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5"/>
                  </a:moveTo>
                  <a:lnTo>
                    <a:pt x="45720" y="3809"/>
                  </a:lnTo>
                  <a:lnTo>
                    <a:pt x="32004" y="3809"/>
                  </a:lnTo>
                  <a:lnTo>
                    <a:pt x="32004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1" name="object 1091"/>
            <p:cNvSpPr/>
            <p:nvPr/>
          </p:nvSpPr>
          <p:spPr>
            <a:xfrm>
              <a:off x="7850124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lnTo>
                    <a:pt x="45720" y="3809"/>
                  </a:lnTo>
                  <a:lnTo>
                    <a:pt x="32004" y="3809"/>
                  </a:lnTo>
                  <a:lnTo>
                    <a:pt x="32004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2" name="object 1092"/>
            <p:cNvSpPr/>
            <p:nvPr/>
          </p:nvSpPr>
          <p:spPr>
            <a:xfrm>
              <a:off x="7900416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5"/>
                  </a:moveTo>
                  <a:lnTo>
                    <a:pt x="44958" y="3809"/>
                  </a:lnTo>
                  <a:lnTo>
                    <a:pt x="31242" y="3809"/>
                  </a:lnTo>
                  <a:lnTo>
                    <a:pt x="31242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4958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3" name="object 1093"/>
            <p:cNvSpPr/>
            <p:nvPr/>
          </p:nvSpPr>
          <p:spPr>
            <a:xfrm>
              <a:off x="7900416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4958" y="21335"/>
                  </a:lnTo>
                  <a:lnTo>
                    <a:pt x="44958" y="3809"/>
                  </a:lnTo>
                  <a:lnTo>
                    <a:pt x="31242" y="3809"/>
                  </a:lnTo>
                  <a:lnTo>
                    <a:pt x="31242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4" name="object 1094"/>
            <p:cNvSpPr/>
            <p:nvPr/>
          </p:nvSpPr>
          <p:spPr>
            <a:xfrm>
              <a:off x="7949946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5"/>
                  </a:moveTo>
                  <a:lnTo>
                    <a:pt x="45720" y="3809"/>
                  </a:lnTo>
                  <a:lnTo>
                    <a:pt x="32004" y="3809"/>
                  </a:lnTo>
                  <a:lnTo>
                    <a:pt x="32004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2285"/>
                  </a:lnTo>
                  <a:lnTo>
                    <a:pt x="13716" y="2285"/>
                  </a:lnTo>
                  <a:lnTo>
                    <a:pt x="13716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5" name="object 1095"/>
            <p:cNvSpPr/>
            <p:nvPr/>
          </p:nvSpPr>
          <p:spPr>
            <a:xfrm>
              <a:off x="7949946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lnTo>
                    <a:pt x="45720" y="3809"/>
                  </a:lnTo>
                  <a:lnTo>
                    <a:pt x="32004" y="3809"/>
                  </a:lnTo>
                  <a:lnTo>
                    <a:pt x="32004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2285"/>
                  </a:lnTo>
                  <a:lnTo>
                    <a:pt x="13716" y="2285"/>
                  </a:lnTo>
                  <a:lnTo>
                    <a:pt x="13716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6" name="object 1096"/>
            <p:cNvSpPr/>
            <p:nvPr/>
          </p:nvSpPr>
          <p:spPr>
            <a:xfrm>
              <a:off x="8000238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5"/>
                  </a:moveTo>
                  <a:lnTo>
                    <a:pt x="45720" y="3809"/>
                  </a:lnTo>
                  <a:lnTo>
                    <a:pt x="31242" y="3809"/>
                  </a:lnTo>
                  <a:lnTo>
                    <a:pt x="31242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7" name="object 1097"/>
            <p:cNvSpPr/>
            <p:nvPr/>
          </p:nvSpPr>
          <p:spPr>
            <a:xfrm>
              <a:off x="8000238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lnTo>
                    <a:pt x="45720" y="3809"/>
                  </a:lnTo>
                  <a:lnTo>
                    <a:pt x="31242" y="3809"/>
                  </a:lnTo>
                  <a:lnTo>
                    <a:pt x="31242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8" name="object 1098"/>
            <p:cNvSpPr/>
            <p:nvPr/>
          </p:nvSpPr>
          <p:spPr>
            <a:xfrm>
              <a:off x="7746492" y="6669023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9905" y="0"/>
                  </a:moveTo>
                  <a:lnTo>
                    <a:pt x="9905" y="2286"/>
                  </a:lnTo>
                  <a:lnTo>
                    <a:pt x="9905" y="3810"/>
                  </a:lnTo>
                  <a:lnTo>
                    <a:pt x="8381" y="4572"/>
                  </a:lnTo>
                  <a:lnTo>
                    <a:pt x="6095" y="4572"/>
                  </a:lnTo>
                  <a:lnTo>
                    <a:pt x="2285" y="4572"/>
                  </a:lnTo>
                  <a:lnTo>
                    <a:pt x="0" y="6096"/>
                  </a:lnTo>
                  <a:lnTo>
                    <a:pt x="0" y="8382"/>
                  </a:lnTo>
                  <a:lnTo>
                    <a:pt x="0" y="49530"/>
                  </a:lnTo>
                  <a:lnTo>
                    <a:pt x="0" y="51053"/>
                  </a:lnTo>
                  <a:lnTo>
                    <a:pt x="2285" y="52577"/>
                  </a:lnTo>
                  <a:lnTo>
                    <a:pt x="5333" y="52577"/>
                  </a:lnTo>
                  <a:lnTo>
                    <a:pt x="6095" y="52577"/>
                  </a:lnTo>
                  <a:lnTo>
                    <a:pt x="8381" y="52577"/>
                  </a:lnTo>
                  <a:lnTo>
                    <a:pt x="9905" y="54102"/>
                  </a:lnTo>
                  <a:lnTo>
                    <a:pt x="9905" y="54864"/>
                  </a:lnTo>
                  <a:lnTo>
                    <a:pt x="9905" y="57150"/>
                  </a:lnTo>
                  <a:lnTo>
                    <a:pt x="292607" y="57149"/>
                  </a:lnTo>
                  <a:lnTo>
                    <a:pt x="292607" y="55625"/>
                  </a:lnTo>
                  <a:lnTo>
                    <a:pt x="292607" y="54101"/>
                  </a:lnTo>
                  <a:lnTo>
                    <a:pt x="294893" y="52577"/>
                  </a:lnTo>
                  <a:lnTo>
                    <a:pt x="297941" y="52577"/>
                  </a:lnTo>
                  <a:lnTo>
                    <a:pt x="300227" y="52577"/>
                  </a:lnTo>
                  <a:lnTo>
                    <a:pt x="302513" y="51053"/>
                  </a:lnTo>
                  <a:lnTo>
                    <a:pt x="302513" y="49529"/>
                  </a:lnTo>
                  <a:lnTo>
                    <a:pt x="302513" y="7619"/>
                  </a:lnTo>
                  <a:lnTo>
                    <a:pt x="302513" y="6095"/>
                  </a:lnTo>
                  <a:lnTo>
                    <a:pt x="300227" y="4571"/>
                  </a:lnTo>
                  <a:lnTo>
                    <a:pt x="297941" y="4571"/>
                  </a:lnTo>
                  <a:lnTo>
                    <a:pt x="296417" y="4571"/>
                  </a:lnTo>
                  <a:lnTo>
                    <a:pt x="294131" y="4571"/>
                  </a:lnTo>
                  <a:lnTo>
                    <a:pt x="292607" y="3809"/>
                  </a:lnTo>
                  <a:lnTo>
                    <a:pt x="292607" y="2285"/>
                  </a:lnTo>
                  <a:lnTo>
                    <a:pt x="292607" y="0"/>
                  </a:lnTo>
                </a:path>
              </a:pathLst>
            </a:custGeom>
            <a:ln w="3175">
              <a:solidFill>
                <a:srgbClr val="C9C1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9" name="object 1099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8043672" y="6669023"/>
              <a:ext cx="328422" cy="73914"/>
            </a:xfrm>
            <a:prstGeom prst="rect">
              <a:avLst/>
            </a:prstGeom>
          </p:spPr>
        </p:pic>
        <p:sp>
          <p:nvSpPr>
            <p:cNvPr id="1100" name="object 1100"/>
            <p:cNvSpPr/>
            <p:nvPr/>
          </p:nvSpPr>
          <p:spPr>
            <a:xfrm>
              <a:off x="8064246" y="6669023"/>
              <a:ext cx="307975" cy="57150"/>
            </a:xfrm>
            <a:custGeom>
              <a:avLst/>
              <a:gdLst/>
              <a:ahLst/>
              <a:cxnLst/>
              <a:rect l="l" t="t" r="r" b="b"/>
              <a:pathLst>
                <a:path w="307975" h="57150">
                  <a:moveTo>
                    <a:pt x="307848" y="0"/>
                  </a:moveTo>
                  <a:lnTo>
                    <a:pt x="9906" y="0"/>
                  </a:lnTo>
                  <a:lnTo>
                    <a:pt x="9906" y="4572"/>
                  </a:lnTo>
                  <a:lnTo>
                    <a:pt x="0" y="4572"/>
                  </a:lnTo>
                  <a:lnTo>
                    <a:pt x="0" y="52578"/>
                  </a:lnTo>
                  <a:lnTo>
                    <a:pt x="9906" y="52578"/>
                  </a:lnTo>
                  <a:lnTo>
                    <a:pt x="9906" y="57150"/>
                  </a:lnTo>
                  <a:lnTo>
                    <a:pt x="307848" y="57150"/>
                  </a:lnTo>
                  <a:lnTo>
                    <a:pt x="307848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1" name="object 1101"/>
            <p:cNvSpPr/>
            <p:nvPr/>
          </p:nvSpPr>
          <p:spPr>
            <a:xfrm>
              <a:off x="8067294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049"/>
                  </a:lnTo>
                  <a:lnTo>
                    <a:pt x="18288" y="19049"/>
                  </a:lnTo>
                  <a:lnTo>
                    <a:pt x="18288" y="21335"/>
                  </a:lnTo>
                  <a:lnTo>
                    <a:pt x="28194" y="21335"/>
                  </a:lnTo>
                  <a:lnTo>
                    <a:pt x="28194" y="19049"/>
                  </a:lnTo>
                  <a:lnTo>
                    <a:pt x="32004" y="19049"/>
                  </a:lnTo>
                  <a:lnTo>
                    <a:pt x="32004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2" name="object 1102"/>
            <p:cNvSpPr/>
            <p:nvPr/>
          </p:nvSpPr>
          <p:spPr>
            <a:xfrm>
              <a:off x="8067294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2004" y="17525"/>
                  </a:lnTo>
                  <a:lnTo>
                    <a:pt x="32004" y="19049"/>
                  </a:lnTo>
                  <a:lnTo>
                    <a:pt x="28194" y="19049"/>
                  </a:lnTo>
                  <a:lnTo>
                    <a:pt x="28194" y="21335"/>
                  </a:lnTo>
                  <a:lnTo>
                    <a:pt x="18288" y="21335"/>
                  </a:lnTo>
                  <a:lnTo>
                    <a:pt x="18288" y="19049"/>
                  </a:lnTo>
                  <a:lnTo>
                    <a:pt x="13716" y="19049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3" name="object 1103"/>
            <p:cNvSpPr/>
            <p:nvPr/>
          </p:nvSpPr>
          <p:spPr>
            <a:xfrm>
              <a:off x="8117586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049"/>
                  </a:lnTo>
                  <a:lnTo>
                    <a:pt x="17526" y="19049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049"/>
                  </a:lnTo>
                  <a:lnTo>
                    <a:pt x="31242" y="19049"/>
                  </a:lnTo>
                  <a:lnTo>
                    <a:pt x="31242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4" name="object 1104"/>
            <p:cNvSpPr/>
            <p:nvPr/>
          </p:nvSpPr>
          <p:spPr>
            <a:xfrm>
              <a:off x="8117586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1242" y="17525"/>
                  </a:lnTo>
                  <a:lnTo>
                    <a:pt x="31242" y="19049"/>
                  </a:lnTo>
                  <a:lnTo>
                    <a:pt x="27432" y="19049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049"/>
                  </a:lnTo>
                  <a:lnTo>
                    <a:pt x="13716" y="19049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5" name="object 1105"/>
            <p:cNvSpPr/>
            <p:nvPr/>
          </p:nvSpPr>
          <p:spPr>
            <a:xfrm>
              <a:off x="8167878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7525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049"/>
                  </a:lnTo>
                  <a:lnTo>
                    <a:pt x="17526" y="19049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049"/>
                  </a:lnTo>
                  <a:lnTo>
                    <a:pt x="31242" y="19049"/>
                  </a:lnTo>
                  <a:lnTo>
                    <a:pt x="31242" y="17525"/>
                  </a:lnTo>
                  <a:lnTo>
                    <a:pt x="44958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6" name="object 1106"/>
            <p:cNvSpPr/>
            <p:nvPr/>
          </p:nvSpPr>
          <p:spPr>
            <a:xfrm>
              <a:off x="8167878" y="670331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7525"/>
                  </a:lnTo>
                  <a:lnTo>
                    <a:pt x="31242" y="17525"/>
                  </a:lnTo>
                  <a:lnTo>
                    <a:pt x="31242" y="19049"/>
                  </a:lnTo>
                  <a:lnTo>
                    <a:pt x="27432" y="19049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049"/>
                  </a:lnTo>
                  <a:lnTo>
                    <a:pt x="13716" y="19049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7" name="object 1107"/>
            <p:cNvSpPr/>
            <p:nvPr/>
          </p:nvSpPr>
          <p:spPr>
            <a:xfrm>
              <a:off x="8217408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049"/>
                  </a:lnTo>
                  <a:lnTo>
                    <a:pt x="18288" y="19049"/>
                  </a:lnTo>
                  <a:lnTo>
                    <a:pt x="18288" y="21335"/>
                  </a:lnTo>
                  <a:lnTo>
                    <a:pt x="27432" y="21335"/>
                  </a:lnTo>
                  <a:lnTo>
                    <a:pt x="27432" y="19049"/>
                  </a:lnTo>
                  <a:lnTo>
                    <a:pt x="32004" y="19049"/>
                  </a:lnTo>
                  <a:lnTo>
                    <a:pt x="32004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8" name="object 1108"/>
            <p:cNvSpPr/>
            <p:nvPr/>
          </p:nvSpPr>
          <p:spPr>
            <a:xfrm>
              <a:off x="8217408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2004" y="17525"/>
                  </a:lnTo>
                  <a:lnTo>
                    <a:pt x="32004" y="19049"/>
                  </a:lnTo>
                  <a:lnTo>
                    <a:pt x="27432" y="19049"/>
                  </a:lnTo>
                  <a:lnTo>
                    <a:pt x="27432" y="21335"/>
                  </a:lnTo>
                  <a:lnTo>
                    <a:pt x="18288" y="21335"/>
                  </a:lnTo>
                  <a:lnTo>
                    <a:pt x="18288" y="19049"/>
                  </a:lnTo>
                  <a:lnTo>
                    <a:pt x="13716" y="19049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9" name="object 1109"/>
            <p:cNvSpPr/>
            <p:nvPr/>
          </p:nvSpPr>
          <p:spPr>
            <a:xfrm>
              <a:off x="8267700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049"/>
                  </a:lnTo>
                  <a:lnTo>
                    <a:pt x="17526" y="19049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049"/>
                  </a:lnTo>
                  <a:lnTo>
                    <a:pt x="31242" y="19049"/>
                  </a:lnTo>
                  <a:lnTo>
                    <a:pt x="31242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0" name="object 1110"/>
            <p:cNvSpPr/>
            <p:nvPr/>
          </p:nvSpPr>
          <p:spPr>
            <a:xfrm>
              <a:off x="8267700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1242" y="17525"/>
                  </a:lnTo>
                  <a:lnTo>
                    <a:pt x="31242" y="19049"/>
                  </a:lnTo>
                  <a:lnTo>
                    <a:pt x="27432" y="19049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049"/>
                  </a:lnTo>
                  <a:lnTo>
                    <a:pt x="13716" y="19049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1" name="object 1111"/>
            <p:cNvSpPr/>
            <p:nvPr/>
          </p:nvSpPr>
          <p:spPr>
            <a:xfrm>
              <a:off x="8317230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4477" y="17525"/>
                  </a:lnTo>
                  <a:lnTo>
                    <a:pt x="14477" y="19049"/>
                  </a:lnTo>
                  <a:lnTo>
                    <a:pt x="18287" y="19049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049"/>
                  </a:lnTo>
                  <a:lnTo>
                    <a:pt x="32003" y="19049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2" name="object 1112"/>
            <p:cNvSpPr/>
            <p:nvPr/>
          </p:nvSpPr>
          <p:spPr>
            <a:xfrm>
              <a:off x="8317230" y="670331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049"/>
                  </a:lnTo>
                  <a:lnTo>
                    <a:pt x="28193" y="19049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049"/>
                  </a:lnTo>
                  <a:lnTo>
                    <a:pt x="14477" y="19049"/>
                  </a:lnTo>
                  <a:lnTo>
                    <a:pt x="14477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3" name="object 1113"/>
            <p:cNvSpPr/>
            <p:nvPr/>
          </p:nvSpPr>
          <p:spPr>
            <a:xfrm>
              <a:off x="8067294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5"/>
                  </a:moveTo>
                  <a:lnTo>
                    <a:pt x="45720" y="3809"/>
                  </a:lnTo>
                  <a:lnTo>
                    <a:pt x="32004" y="3809"/>
                  </a:lnTo>
                  <a:lnTo>
                    <a:pt x="32004" y="2285"/>
                  </a:lnTo>
                  <a:lnTo>
                    <a:pt x="28194" y="2285"/>
                  </a:lnTo>
                  <a:lnTo>
                    <a:pt x="28194" y="0"/>
                  </a:lnTo>
                  <a:lnTo>
                    <a:pt x="18288" y="0"/>
                  </a:lnTo>
                  <a:lnTo>
                    <a:pt x="18288" y="2285"/>
                  </a:lnTo>
                  <a:lnTo>
                    <a:pt x="13716" y="2285"/>
                  </a:lnTo>
                  <a:lnTo>
                    <a:pt x="13716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4" name="object 1114"/>
            <p:cNvSpPr/>
            <p:nvPr/>
          </p:nvSpPr>
          <p:spPr>
            <a:xfrm>
              <a:off x="8067294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lnTo>
                    <a:pt x="45720" y="3809"/>
                  </a:lnTo>
                  <a:lnTo>
                    <a:pt x="32004" y="3809"/>
                  </a:lnTo>
                  <a:lnTo>
                    <a:pt x="32004" y="2285"/>
                  </a:lnTo>
                  <a:lnTo>
                    <a:pt x="28194" y="2285"/>
                  </a:lnTo>
                  <a:lnTo>
                    <a:pt x="28194" y="0"/>
                  </a:lnTo>
                  <a:lnTo>
                    <a:pt x="18288" y="0"/>
                  </a:lnTo>
                  <a:lnTo>
                    <a:pt x="18288" y="2285"/>
                  </a:lnTo>
                  <a:lnTo>
                    <a:pt x="13716" y="2285"/>
                  </a:lnTo>
                  <a:lnTo>
                    <a:pt x="13716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5" name="object 1115"/>
            <p:cNvSpPr/>
            <p:nvPr/>
          </p:nvSpPr>
          <p:spPr>
            <a:xfrm>
              <a:off x="8117586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5"/>
                  </a:moveTo>
                  <a:lnTo>
                    <a:pt x="45720" y="3809"/>
                  </a:lnTo>
                  <a:lnTo>
                    <a:pt x="31242" y="3809"/>
                  </a:lnTo>
                  <a:lnTo>
                    <a:pt x="31242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6" name="object 1116"/>
            <p:cNvSpPr/>
            <p:nvPr/>
          </p:nvSpPr>
          <p:spPr>
            <a:xfrm>
              <a:off x="8117586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lnTo>
                    <a:pt x="45720" y="3809"/>
                  </a:lnTo>
                  <a:lnTo>
                    <a:pt x="31242" y="3809"/>
                  </a:lnTo>
                  <a:lnTo>
                    <a:pt x="31242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7" name="object 1117"/>
            <p:cNvSpPr/>
            <p:nvPr/>
          </p:nvSpPr>
          <p:spPr>
            <a:xfrm>
              <a:off x="8167878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5"/>
                  </a:moveTo>
                  <a:lnTo>
                    <a:pt x="44958" y="3809"/>
                  </a:lnTo>
                  <a:lnTo>
                    <a:pt x="31242" y="3809"/>
                  </a:lnTo>
                  <a:lnTo>
                    <a:pt x="31242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4958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8" name="object 1118"/>
            <p:cNvSpPr/>
            <p:nvPr/>
          </p:nvSpPr>
          <p:spPr>
            <a:xfrm>
              <a:off x="8167878" y="667054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4958" y="21335"/>
                  </a:lnTo>
                  <a:lnTo>
                    <a:pt x="44958" y="3809"/>
                  </a:lnTo>
                  <a:lnTo>
                    <a:pt x="31242" y="3809"/>
                  </a:lnTo>
                  <a:lnTo>
                    <a:pt x="31242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9" name="object 1119"/>
            <p:cNvSpPr/>
            <p:nvPr/>
          </p:nvSpPr>
          <p:spPr>
            <a:xfrm>
              <a:off x="8217408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5"/>
                  </a:moveTo>
                  <a:lnTo>
                    <a:pt x="45720" y="3809"/>
                  </a:lnTo>
                  <a:lnTo>
                    <a:pt x="32004" y="3809"/>
                  </a:lnTo>
                  <a:lnTo>
                    <a:pt x="32004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2285"/>
                  </a:lnTo>
                  <a:lnTo>
                    <a:pt x="13716" y="2285"/>
                  </a:lnTo>
                  <a:lnTo>
                    <a:pt x="13716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0" name="object 1120"/>
            <p:cNvSpPr/>
            <p:nvPr/>
          </p:nvSpPr>
          <p:spPr>
            <a:xfrm>
              <a:off x="8217408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lnTo>
                    <a:pt x="45720" y="3809"/>
                  </a:lnTo>
                  <a:lnTo>
                    <a:pt x="32004" y="3809"/>
                  </a:lnTo>
                  <a:lnTo>
                    <a:pt x="32004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2285"/>
                  </a:lnTo>
                  <a:lnTo>
                    <a:pt x="13716" y="2285"/>
                  </a:lnTo>
                  <a:lnTo>
                    <a:pt x="13716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1" name="object 1121"/>
            <p:cNvSpPr/>
            <p:nvPr/>
          </p:nvSpPr>
          <p:spPr>
            <a:xfrm>
              <a:off x="8267700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5"/>
                  </a:moveTo>
                  <a:lnTo>
                    <a:pt x="45720" y="3809"/>
                  </a:lnTo>
                  <a:lnTo>
                    <a:pt x="31242" y="3809"/>
                  </a:lnTo>
                  <a:lnTo>
                    <a:pt x="31242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2" name="object 1122"/>
            <p:cNvSpPr/>
            <p:nvPr/>
          </p:nvSpPr>
          <p:spPr>
            <a:xfrm>
              <a:off x="8267700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20" y="21335"/>
                  </a:lnTo>
                  <a:lnTo>
                    <a:pt x="45720" y="3809"/>
                  </a:lnTo>
                  <a:lnTo>
                    <a:pt x="31242" y="3809"/>
                  </a:lnTo>
                  <a:lnTo>
                    <a:pt x="31242" y="2285"/>
                  </a:lnTo>
                  <a:lnTo>
                    <a:pt x="27432" y="2285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2285"/>
                  </a:lnTo>
                  <a:lnTo>
                    <a:pt x="13716" y="2285"/>
                  </a:lnTo>
                  <a:lnTo>
                    <a:pt x="13716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3" name="object 1123"/>
            <p:cNvSpPr/>
            <p:nvPr/>
          </p:nvSpPr>
          <p:spPr>
            <a:xfrm>
              <a:off x="8317230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5"/>
                  </a:move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8193" y="2285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4477" y="2285"/>
                  </a:lnTo>
                  <a:lnTo>
                    <a:pt x="14477" y="3809"/>
                  </a:ln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4" name="object 1124"/>
            <p:cNvSpPr/>
            <p:nvPr/>
          </p:nvSpPr>
          <p:spPr>
            <a:xfrm>
              <a:off x="8317230" y="667054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3809"/>
                  </a:moveTo>
                  <a:lnTo>
                    <a:pt x="0" y="3809"/>
                  </a:lnTo>
                  <a:lnTo>
                    <a:pt x="0" y="21335"/>
                  </a:lnTo>
                  <a:lnTo>
                    <a:pt x="45719" y="21335"/>
                  </a:lnTo>
                  <a:lnTo>
                    <a:pt x="45719" y="3809"/>
                  </a:lnTo>
                  <a:lnTo>
                    <a:pt x="32003" y="3809"/>
                  </a:lnTo>
                  <a:lnTo>
                    <a:pt x="32003" y="2285"/>
                  </a:lnTo>
                  <a:lnTo>
                    <a:pt x="28193" y="2285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2285"/>
                  </a:lnTo>
                  <a:lnTo>
                    <a:pt x="14477" y="2285"/>
                  </a:lnTo>
                  <a:lnTo>
                    <a:pt x="14477" y="3809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5" name="object 1125"/>
            <p:cNvSpPr/>
            <p:nvPr/>
          </p:nvSpPr>
          <p:spPr>
            <a:xfrm>
              <a:off x="8064246" y="6669023"/>
              <a:ext cx="304165" cy="57150"/>
            </a:xfrm>
            <a:custGeom>
              <a:avLst/>
              <a:gdLst/>
              <a:ahLst/>
              <a:cxnLst/>
              <a:rect l="l" t="t" r="r" b="b"/>
              <a:pathLst>
                <a:path w="304165" h="57150">
                  <a:moveTo>
                    <a:pt x="9905" y="0"/>
                  </a:moveTo>
                  <a:lnTo>
                    <a:pt x="9905" y="2286"/>
                  </a:lnTo>
                  <a:lnTo>
                    <a:pt x="9905" y="3810"/>
                  </a:lnTo>
                  <a:lnTo>
                    <a:pt x="8381" y="4572"/>
                  </a:lnTo>
                  <a:lnTo>
                    <a:pt x="6095" y="4572"/>
                  </a:lnTo>
                  <a:lnTo>
                    <a:pt x="5333" y="4572"/>
                  </a:lnTo>
                  <a:lnTo>
                    <a:pt x="2285" y="4572"/>
                  </a:lnTo>
                  <a:lnTo>
                    <a:pt x="0" y="6096"/>
                  </a:lnTo>
                  <a:lnTo>
                    <a:pt x="0" y="8382"/>
                  </a:lnTo>
                  <a:lnTo>
                    <a:pt x="0" y="49530"/>
                  </a:lnTo>
                  <a:lnTo>
                    <a:pt x="0" y="51053"/>
                  </a:lnTo>
                  <a:lnTo>
                    <a:pt x="2285" y="52577"/>
                  </a:lnTo>
                  <a:lnTo>
                    <a:pt x="4571" y="52577"/>
                  </a:lnTo>
                  <a:lnTo>
                    <a:pt x="6095" y="52577"/>
                  </a:lnTo>
                  <a:lnTo>
                    <a:pt x="8381" y="52577"/>
                  </a:lnTo>
                  <a:lnTo>
                    <a:pt x="9905" y="54102"/>
                  </a:lnTo>
                  <a:lnTo>
                    <a:pt x="9905" y="54864"/>
                  </a:lnTo>
                  <a:lnTo>
                    <a:pt x="9905" y="57150"/>
                  </a:lnTo>
                  <a:lnTo>
                    <a:pt x="304037" y="57149"/>
                  </a:lnTo>
                </a:path>
              </a:pathLst>
            </a:custGeom>
            <a:ln w="3175">
              <a:solidFill>
                <a:srgbClr val="C9C1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6" name="object 1126"/>
            <p:cNvSpPr/>
            <p:nvPr/>
          </p:nvSpPr>
          <p:spPr>
            <a:xfrm>
              <a:off x="7153656" y="6652259"/>
              <a:ext cx="81280" cy="14604"/>
            </a:xfrm>
            <a:custGeom>
              <a:avLst/>
              <a:gdLst/>
              <a:ahLst/>
              <a:cxnLst/>
              <a:rect l="l" t="t" r="r" b="b"/>
              <a:pathLst>
                <a:path w="81279" h="14604">
                  <a:moveTo>
                    <a:pt x="80772" y="14477"/>
                  </a:moveTo>
                  <a:lnTo>
                    <a:pt x="80772" y="6857"/>
                  </a:lnTo>
                  <a:lnTo>
                    <a:pt x="44958" y="6857"/>
                  </a:lnTo>
                  <a:lnTo>
                    <a:pt x="44958" y="0"/>
                  </a:lnTo>
                  <a:lnTo>
                    <a:pt x="0" y="0"/>
                  </a:lnTo>
                  <a:lnTo>
                    <a:pt x="0" y="14477"/>
                  </a:lnTo>
                  <a:lnTo>
                    <a:pt x="80772" y="14477"/>
                  </a:lnTo>
                  <a:close/>
                </a:path>
              </a:pathLst>
            </a:custGeom>
            <a:solidFill>
              <a:srgbClr val="AFC2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7" name="object 1127"/>
            <p:cNvSpPr/>
            <p:nvPr/>
          </p:nvSpPr>
          <p:spPr>
            <a:xfrm>
              <a:off x="7217664" y="6662927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7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8" name="object 1128"/>
            <p:cNvSpPr/>
            <p:nvPr/>
          </p:nvSpPr>
          <p:spPr>
            <a:xfrm>
              <a:off x="7216902" y="6662165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3" y="1524"/>
                  </a:moveTo>
                  <a:lnTo>
                    <a:pt x="1523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3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9" name="object 1129"/>
            <p:cNvSpPr/>
            <p:nvPr/>
          </p:nvSpPr>
          <p:spPr>
            <a:xfrm>
              <a:off x="7221474" y="6661403"/>
              <a:ext cx="3810" cy="1905"/>
            </a:xfrm>
            <a:custGeom>
              <a:avLst/>
              <a:gdLst/>
              <a:ahLst/>
              <a:cxnLst/>
              <a:rect l="l" t="t" r="r" b="b"/>
              <a:pathLst>
                <a:path w="3809" h="1904">
                  <a:moveTo>
                    <a:pt x="0" y="1524"/>
                  </a:moveTo>
                  <a:lnTo>
                    <a:pt x="0" y="762"/>
                  </a:lnTo>
                  <a:lnTo>
                    <a:pt x="1523" y="0"/>
                  </a:lnTo>
                  <a:lnTo>
                    <a:pt x="38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0" name="object 1130"/>
            <p:cNvSpPr/>
            <p:nvPr/>
          </p:nvSpPr>
          <p:spPr>
            <a:xfrm>
              <a:off x="7223760" y="6660641"/>
              <a:ext cx="3175" cy="1905"/>
            </a:xfrm>
            <a:custGeom>
              <a:avLst/>
              <a:gdLst/>
              <a:ahLst/>
              <a:cxnLst/>
              <a:rect l="l" t="t" r="r" b="b"/>
              <a:pathLst>
                <a:path w="3175" h="1904">
                  <a:moveTo>
                    <a:pt x="3048" y="1523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761"/>
                  </a:lnTo>
                  <a:lnTo>
                    <a:pt x="0" y="1523"/>
                  </a:lnTo>
                  <a:lnTo>
                    <a:pt x="3048" y="15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1" name="object 1131"/>
            <p:cNvSpPr/>
            <p:nvPr/>
          </p:nvSpPr>
          <p:spPr>
            <a:xfrm>
              <a:off x="7223760" y="6662927"/>
              <a:ext cx="3810" cy="1905"/>
            </a:xfrm>
            <a:custGeom>
              <a:avLst/>
              <a:gdLst/>
              <a:ahLst/>
              <a:cxnLst/>
              <a:rect l="l" t="t" r="r" b="b"/>
              <a:pathLst>
                <a:path w="3809" h="1904">
                  <a:moveTo>
                    <a:pt x="0" y="0"/>
                  </a:moveTo>
                  <a:lnTo>
                    <a:pt x="0" y="762"/>
                  </a:lnTo>
                  <a:lnTo>
                    <a:pt x="1524" y="1523"/>
                  </a:lnTo>
                  <a:lnTo>
                    <a:pt x="3810" y="152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2" name="object 1132"/>
            <p:cNvSpPr/>
            <p:nvPr/>
          </p:nvSpPr>
          <p:spPr>
            <a:xfrm>
              <a:off x="7226046" y="6662165"/>
              <a:ext cx="6350" cy="3810"/>
            </a:xfrm>
            <a:custGeom>
              <a:avLst/>
              <a:gdLst/>
              <a:ahLst/>
              <a:cxnLst/>
              <a:rect l="l" t="t" r="r" b="b"/>
              <a:pathLst>
                <a:path w="6350" h="3809">
                  <a:moveTo>
                    <a:pt x="3048" y="2286"/>
                  </a:moveTo>
                  <a:lnTo>
                    <a:pt x="2286" y="1524"/>
                  </a:lnTo>
                  <a:lnTo>
                    <a:pt x="762" y="1524"/>
                  </a:lnTo>
                  <a:lnTo>
                    <a:pt x="0" y="2286"/>
                  </a:lnTo>
                  <a:lnTo>
                    <a:pt x="0" y="3048"/>
                  </a:lnTo>
                  <a:lnTo>
                    <a:pt x="762" y="3810"/>
                  </a:lnTo>
                  <a:lnTo>
                    <a:pt x="2286" y="3810"/>
                  </a:lnTo>
                  <a:lnTo>
                    <a:pt x="3048" y="3048"/>
                  </a:lnTo>
                  <a:lnTo>
                    <a:pt x="3048" y="2286"/>
                  </a:lnTo>
                  <a:close/>
                </a:path>
                <a:path w="6350" h="3809">
                  <a:moveTo>
                    <a:pt x="6096" y="762"/>
                  </a:moveTo>
                  <a:lnTo>
                    <a:pt x="3810" y="0"/>
                  </a:lnTo>
                  <a:lnTo>
                    <a:pt x="3810" y="1524"/>
                  </a:lnTo>
                  <a:lnTo>
                    <a:pt x="6096" y="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3" name="object 1133"/>
            <p:cNvSpPr/>
            <p:nvPr/>
          </p:nvSpPr>
          <p:spPr>
            <a:xfrm>
              <a:off x="7201662" y="6655320"/>
              <a:ext cx="11430" cy="10160"/>
            </a:xfrm>
            <a:custGeom>
              <a:avLst/>
              <a:gdLst/>
              <a:ahLst/>
              <a:cxnLst/>
              <a:rect l="l" t="t" r="r" b="b"/>
              <a:pathLst>
                <a:path w="11429" h="10159">
                  <a:moveTo>
                    <a:pt x="11430" y="6845"/>
                  </a:moveTo>
                  <a:lnTo>
                    <a:pt x="9144" y="5321"/>
                  </a:lnTo>
                  <a:lnTo>
                    <a:pt x="2286" y="5321"/>
                  </a:lnTo>
                  <a:lnTo>
                    <a:pt x="0" y="6845"/>
                  </a:lnTo>
                  <a:lnTo>
                    <a:pt x="0" y="9131"/>
                  </a:lnTo>
                  <a:lnTo>
                    <a:pt x="2286" y="9893"/>
                  </a:lnTo>
                  <a:lnTo>
                    <a:pt x="9144" y="9893"/>
                  </a:lnTo>
                  <a:lnTo>
                    <a:pt x="11430" y="9131"/>
                  </a:lnTo>
                  <a:lnTo>
                    <a:pt x="11430" y="7607"/>
                  </a:lnTo>
                  <a:lnTo>
                    <a:pt x="11430" y="6845"/>
                  </a:lnTo>
                  <a:close/>
                </a:path>
                <a:path w="11429" h="10159">
                  <a:moveTo>
                    <a:pt x="1143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11430" y="762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4" name="object 1134"/>
            <p:cNvSpPr/>
            <p:nvPr/>
          </p:nvSpPr>
          <p:spPr>
            <a:xfrm>
              <a:off x="7440168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5" name="object 1135"/>
            <p:cNvSpPr/>
            <p:nvPr/>
          </p:nvSpPr>
          <p:spPr>
            <a:xfrm>
              <a:off x="7440168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6" name="object 1136"/>
            <p:cNvSpPr/>
            <p:nvPr/>
          </p:nvSpPr>
          <p:spPr>
            <a:xfrm>
              <a:off x="7446264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7" name="object 1137"/>
            <p:cNvSpPr/>
            <p:nvPr/>
          </p:nvSpPr>
          <p:spPr>
            <a:xfrm>
              <a:off x="7444740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8" name="object 1138"/>
            <p:cNvSpPr/>
            <p:nvPr/>
          </p:nvSpPr>
          <p:spPr>
            <a:xfrm>
              <a:off x="7477506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9" name="object 1139"/>
            <p:cNvSpPr/>
            <p:nvPr/>
          </p:nvSpPr>
          <p:spPr>
            <a:xfrm>
              <a:off x="7475982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0" name="object 1140"/>
            <p:cNvSpPr/>
            <p:nvPr/>
          </p:nvSpPr>
          <p:spPr>
            <a:xfrm>
              <a:off x="7507224" y="6654545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5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1" name="object 1141"/>
            <p:cNvSpPr/>
            <p:nvPr/>
          </p:nvSpPr>
          <p:spPr>
            <a:xfrm>
              <a:off x="7508748" y="6654545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2" name="object 1142"/>
            <p:cNvSpPr/>
            <p:nvPr/>
          </p:nvSpPr>
          <p:spPr>
            <a:xfrm>
              <a:off x="7536942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3" name="object 1143"/>
            <p:cNvSpPr/>
            <p:nvPr/>
          </p:nvSpPr>
          <p:spPr>
            <a:xfrm>
              <a:off x="7536942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4" name="object 1144"/>
            <p:cNvSpPr/>
            <p:nvPr/>
          </p:nvSpPr>
          <p:spPr>
            <a:xfrm>
              <a:off x="7542276" y="6654545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5" name="object 1145"/>
            <p:cNvSpPr/>
            <p:nvPr/>
          </p:nvSpPr>
          <p:spPr>
            <a:xfrm>
              <a:off x="7541514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6" name="object 1146"/>
            <p:cNvSpPr/>
            <p:nvPr/>
          </p:nvSpPr>
          <p:spPr>
            <a:xfrm>
              <a:off x="7573518" y="6654545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7" name="object 1147"/>
            <p:cNvSpPr/>
            <p:nvPr/>
          </p:nvSpPr>
          <p:spPr>
            <a:xfrm>
              <a:off x="7572756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8" name="object 1148"/>
            <p:cNvSpPr/>
            <p:nvPr/>
          </p:nvSpPr>
          <p:spPr>
            <a:xfrm>
              <a:off x="7603998" y="6654545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5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9" name="object 1149"/>
            <p:cNvSpPr/>
            <p:nvPr/>
          </p:nvSpPr>
          <p:spPr>
            <a:xfrm>
              <a:off x="7604760" y="6654545"/>
              <a:ext cx="17780" cy="9525"/>
            </a:xfrm>
            <a:custGeom>
              <a:avLst/>
              <a:gdLst/>
              <a:ahLst/>
              <a:cxnLst/>
              <a:rect l="l" t="t" r="r" b="b"/>
              <a:pathLst>
                <a:path w="17779" h="9525">
                  <a:moveTo>
                    <a:pt x="0" y="0"/>
                  </a:moveTo>
                  <a:lnTo>
                    <a:pt x="17526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0" name="object 1150"/>
            <p:cNvSpPr/>
            <p:nvPr/>
          </p:nvSpPr>
          <p:spPr>
            <a:xfrm>
              <a:off x="7633716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1" name="object 1151"/>
            <p:cNvSpPr/>
            <p:nvPr/>
          </p:nvSpPr>
          <p:spPr>
            <a:xfrm>
              <a:off x="7633716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2" name="object 1152"/>
            <p:cNvSpPr/>
            <p:nvPr/>
          </p:nvSpPr>
          <p:spPr>
            <a:xfrm>
              <a:off x="7639050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3" name="object 1153"/>
            <p:cNvSpPr/>
            <p:nvPr/>
          </p:nvSpPr>
          <p:spPr>
            <a:xfrm>
              <a:off x="7637526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4" name="object 1154"/>
            <p:cNvSpPr/>
            <p:nvPr/>
          </p:nvSpPr>
          <p:spPr>
            <a:xfrm>
              <a:off x="7670292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5" name="object 1155"/>
            <p:cNvSpPr/>
            <p:nvPr/>
          </p:nvSpPr>
          <p:spPr>
            <a:xfrm>
              <a:off x="7668768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6" name="object 1156"/>
            <p:cNvSpPr/>
            <p:nvPr/>
          </p:nvSpPr>
          <p:spPr>
            <a:xfrm>
              <a:off x="7700010" y="6654545"/>
              <a:ext cx="19050" cy="10160"/>
            </a:xfrm>
            <a:custGeom>
              <a:avLst/>
              <a:gdLst/>
              <a:ahLst/>
              <a:cxnLst/>
              <a:rect l="l" t="t" r="r" b="b"/>
              <a:pathLst>
                <a:path w="19050" h="10159">
                  <a:moveTo>
                    <a:pt x="0" y="0"/>
                  </a:moveTo>
                  <a:lnTo>
                    <a:pt x="19050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7" name="object 1157"/>
            <p:cNvSpPr/>
            <p:nvPr/>
          </p:nvSpPr>
          <p:spPr>
            <a:xfrm>
              <a:off x="7701534" y="6654545"/>
              <a:ext cx="17780" cy="9525"/>
            </a:xfrm>
            <a:custGeom>
              <a:avLst/>
              <a:gdLst/>
              <a:ahLst/>
              <a:cxnLst/>
              <a:rect l="l" t="t" r="r" b="b"/>
              <a:pathLst>
                <a:path w="17779" h="9525">
                  <a:moveTo>
                    <a:pt x="0" y="0"/>
                  </a:moveTo>
                  <a:lnTo>
                    <a:pt x="17526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8" name="object 1158"/>
            <p:cNvSpPr/>
            <p:nvPr/>
          </p:nvSpPr>
          <p:spPr>
            <a:xfrm>
              <a:off x="7761732" y="6654545"/>
              <a:ext cx="85090" cy="10795"/>
            </a:xfrm>
            <a:custGeom>
              <a:avLst/>
              <a:gdLst/>
              <a:ahLst/>
              <a:cxnLst/>
              <a:rect l="l" t="t" r="r" b="b"/>
              <a:pathLst>
                <a:path w="85090" h="10795">
                  <a:moveTo>
                    <a:pt x="84581" y="10667"/>
                  </a:moveTo>
                  <a:lnTo>
                    <a:pt x="84581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4581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9" name="object 1159"/>
            <p:cNvSpPr/>
            <p:nvPr/>
          </p:nvSpPr>
          <p:spPr>
            <a:xfrm>
              <a:off x="7761732" y="6654545"/>
              <a:ext cx="85090" cy="10795"/>
            </a:xfrm>
            <a:custGeom>
              <a:avLst/>
              <a:gdLst/>
              <a:ahLst/>
              <a:cxnLst/>
              <a:rect l="l" t="t" r="r" b="b"/>
              <a:pathLst>
                <a:path w="85090" h="10795">
                  <a:moveTo>
                    <a:pt x="0" y="0"/>
                  </a:moveTo>
                  <a:lnTo>
                    <a:pt x="0" y="10667"/>
                  </a:lnTo>
                  <a:lnTo>
                    <a:pt x="84582" y="10667"/>
                  </a:lnTo>
                  <a:lnTo>
                    <a:pt x="84582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0" name="object 1160"/>
            <p:cNvSpPr/>
            <p:nvPr/>
          </p:nvSpPr>
          <p:spPr>
            <a:xfrm>
              <a:off x="7767066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1" name="object 1161"/>
            <p:cNvSpPr/>
            <p:nvPr/>
          </p:nvSpPr>
          <p:spPr>
            <a:xfrm>
              <a:off x="7765542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2" name="object 1162"/>
            <p:cNvSpPr/>
            <p:nvPr/>
          </p:nvSpPr>
          <p:spPr>
            <a:xfrm>
              <a:off x="7798308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3" name="object 1163"/>
            <p:cNvSpPr/>
            <p:nvPr/>
          </p:nvSpPr>
          <p:spPr>
            <a:xfrm>
              <a:off x="7796784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4" name="object 1164"/>
            <p:cNvSpPr/>
            <p:nvPr/>
          </p:nvSpPr>
          <p:spPr>
            <a:xfrm>
              <a:off x="7828026" y="6654545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5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5" name="object 1165"/>
            <p:cNvSpPr/>
            <p:nvPr/>
          </p:nvSpPr>
          <p:spPr>
            <a:xfrm>
              <a:off x="7829550" y="6654545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6" name="object 1166"/>
            <p:cNvSpPr/>
            <p:nvPr/>
          </p:nvSpPr>
          <p:spPr>
            <a:xfrm>
              <a:off x="7857744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7" name="object 1167"/>
            <p:cNvSpPr/>
            <p:nvPr/>
          </p:nvSpPr>
          <p:spPr>
            <a:xfrm>
              <a:off x="7857744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8" name="object 1168"/>
            <p:cNvSpPr/>
            <p:nvPr/>
          </p:nvSpPr>
          <p:spPr>
            <a:xfrm>
              <a:off x="7863840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9" name="object 1169"/>
            <p:cNvSpPr/>
            <p:nvPr/>
          </p:nvSpPr>
          <p:spPr>
            <a:xfrm>
              <a:off x="7862316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0" name="object 1170"/>
            <p:cNvSpPr/>
            <p:nvPr/>
          </p:nvSpPr>
          <p:spPr>
            <a:xfrm>
              <a:off x="7895082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1" name="object 1171"/>
            <p:cNvSpPr/>
            <p:nvPr/>
          </p:nvSpPr>
          <p:spPr>
            <a:xfrm>
              <a:off x="7893558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2" name="object 1172"/>
            <p:cNvSpPr/>
            <p:nvPr/>
          </p:nvSpPr>
          <p:spPr>
            <a:xfrm>
              <a:off x="7924800" y="6654545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5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3" name="object 1173"/>
            <p:cNvSpPr/>
            <p:nvPr/>
          </p:nvSpPr>
          <p:spPr>
            <a:xfrm>
              <a:off x="7926324" y="6654545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4" name="object 1174"/>
            <p:cNvSpPr/>
            <p:nvPr/>
          </p:nvSpPr>
          <p:spPr>
            <a:xfrm>
              <a:off x="7954518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5" name="object 1175"/>
            <p:cNvSpPr/>
            <p:nvPr/>
          </p:nvSpPr>
          <p:spPr>
            <a:xfrm>
              <a:off x="7954518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6" name="object 1176"/>
            <p:cNvSpPr/>
            <p:nvPr/>
          </p:nvSpPr>
          <p:spPr>
            <a:xfrm>
              <a:off x="7960614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7" name="object 1177"/>
            <p:cNvSpPr/>
            <p:nvPr/>
          </p:nvSpPr>
          <p:spPr>
            <a:xfrm>
              <a:off x="7959090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8" name="object 1178"/>
            <p:cNvSpPr/>
            <p:nvPr/>
          </p:nvSpPr>
          <p:spPr>
            <a:xfrm>
              <a:off x="7991856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9" name="object 1179"/>
            <p:cNvSpPr/>
            <p:nvPr/>
          </p:nvSpPr>
          <p:spPr>
            <a:xfrm>
              <a:off x="7990332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0" name="object 1180"/>
            <p:cNvSpPr/>
            <p:nvPr/>
          </p:nvSpPr>
          <p:spPr>
            <a:xfrm>
              <a:off x="8021574" y="6654545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5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1" name="object 1181"/>
            <p:cNvSpPr/>
            <p:nvPr/>
          </p:nvSpPr>
          <p:spPr>
            <a:xfrm>
              <a:off x="8023098" y="6654545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2" name="object 1182"/>
            <p:cNvSpPr/>
            <p:nvPr/>
          </p:nvSpPr>
          <p:spPr>
            <a:xfrm>
              <a:off x="8082534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3" name="object 1183"/>
            <p:cNvSpPr/>
            <p:nvPr/>
          </p:nvSpPr>
          <p:spPr>
            <a:xfrm>
              <a:off x="8082534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4" name="object 1184"/>
            <p:cNvSpPr/>
            <p:nvPr/>
          </p:nvSpPr>
          <p:spPr>
            <a:xfrm>
              <a:off x="8087868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5" name="object 1185"/>
            <p:cNvSpPr/>
            <p:nvPr/>
          </p:nvSpPr>
          <p:spPr>
            <a:xfrm>
              <a:off x="8087106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6" name="object 1186"/>
            <p:cNvSpPr/>
            <p:nvPr/>
          </p:nvSpPr>
          <p:spPr>
            <a:xfrm>
              <a:off x="8119110" y="6654545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7" name="object 1187"/>
            <p:cNvSpPr/>
            <p:nvPr/>
          </p:nvSpPr>
          <p:spPr>
            <a:xfrm>
              <a:off x="8118348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8" name="object 1188"/>
            <p:cNvSpPr/>
            <p:nvPr/>
          </p:nvSpPr>
          <p:spPr>
            <a:xfrm>
              <a:off x="8149590" y="6654545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5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9" name="object 1189"/>
            <p:cNvSpPr/>
            <p:nvPr/>
          </p:nvSpPr>
          <p:spPr>
            <a:xfrm>
              <a:off x="8150352" y="6654545"/>
              <a:ext cx="17780" cy="9525"/>
            </a:xfrm>
            <a:custGeom>
              <a:avLst/>
              <a:gdLst/>
              <a:ahLst/>
              <a:cxnLst/>
              <a:rect l="l" t="t" r="r" b="b"/>
              <a:pathLst>
                <a:path w="17779" h="9525">
                  <a:moveTo>
                    <a:pt x="0" y="0"/>
                  </a:moveTo>
                  <a:lnTo>
                    <a:pt x="17526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0" name="object 1190"/>
            <p:cNvSpPr/>
            <p:nvPr/>
          </p:nvSpPr>
          <p:spPr>
            <a:xfrm>
              <a:off x="8179308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1" name="object 1191"/>
            <p:cNvSpPr/>
            <p:nvPr/>
          </p:nvSpPr>
          <p:spPr>
            <a:xfrm>
              <a:off x="8179308" y="6654545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2" name="object 1192"/>
            <p:cNvSpPr/>
            <p:nvPr/>
          </p:nvSpPr>
          <p:spPr>
            <a:xfrm>
              <a:off x="8184642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3" name="object 1193"/>
            <p:cNvSpPr/>
            <p:nvPr/>
          </p:nvSpPr>
          <p:spPr>
            <a:xfrm>
              <a:off x="8183118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4" name="object 1194"/>
            <p:cNvSpPr/>
            <p:nvPr/>
          </p:nvSpPr>
          <p:spPr>
            <a:xfrm>
              <a:off x="8215884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5" name="object 1195"/>
            <p:cNvSpPr/>
            <p:nvPr/>
          </p:nvSpPr>
          <p:spPr>
            <a:xfrm>
              <a:off x="8214360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6" name="object 1196"/>
            <p:cNvSpPr/>
            <p:nvPr/>
          </p:nvSpPr>
          <p:spPr>
            <a:xfrm>
              <a:off x="8245602" y="6654545"/>
              <a:ext cx="19050" cy="10160"/>
            </a:xfrm>
            <a:custGeom>
              <a:avLst/>
              <a:gdLst/>
              <a:ahLst/>
              <a:cxnLst/>
              <a:rect l="l" t="t" r="r" b="b"/>
              <a:pathLst>
                <a:path w="19050" h="10159">
                  <a:moveTo>
                    <a:pt x="0" y="0"/>
                  </a:moveTo>
                  <a:lnTo>
                    <a:pt x="19050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7" name="object 1197"/>
            <p:cNvSpPr/>
            <p:nvPr/>
          </p:nvSpPr>
          <p:spPr>
            <a:xfrm>
              <a:off x="8247126" y="6654545"/>
              <a:ext cx="17780" cy="9525"/>
            </a:xfrm>
            <a:custGeom>
              <a:avLst/>
              <a:gdLst/>
              <a:ahLst/>
              <a:cxnLst/>
              <a:rect l="l" t="t" r="r" b="b"/>
              <a:pathLst>
                <a:path w="17779" h="9525">
                  <a:moveTo>
                    <a:pt x="0" y="0"/>
                  </a:moveTo>
                  <a:lnTo>
                    <a:pt x="17526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8" name="object 1198"/>
            <p:cNvSpPr/>
            <p:nvPr/>
          </p:nvSpPr>
          <p:spPr>
            <a:xfrm>
              <a:off x="8275320" y="6654545"/>
              <a:ext cx="57150" cy="10795"/>
            </a:xfrm>
            <a:custGeom>
              <a:avLst/>
              <a:gdLst/>
              <a:ahLst/>
              <a:cxnLst/>
              <a:rect l="l" t="t" r="r" b="b"/>
              <a:pathLst>
                <a:path w="57150" h="10795">
                  <a:moveTo>
                    <a:pt x="57150" y="10667"/>
                  </a:moveTo>
                  <a:lnTo>
                    <a:pt x="57150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57150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9" name="object 1199"/>
            <p:cNvSpPr/>
            <p:nvPr/>
          </p:nvSpPr>
          <p:spPr>
            <a:xfrm>
              <a:off x="8275320" y="6654545"/>
              <a:ext cx="57150" cy="10795"/>
            </a:xfrm>
            <a:custGeom>
              <a:avLst/>
              <a:gdLst/>
              <a:ahLst/>
              <a:cxnLst/>
              <a:rect l="l" t="t" r="r" b="b"/>
              <a:pathLst>
                <a:path w="57150" h="10795">
                  <a:moveTo>
                    <a:pt x="0" y="0"/>
                  </a:moveTo>
                  <a:lnTo>
                    <a:pt x="0" y="10667"/>
                  </a:lnTo>
                  <a:lnTo>
                    <a:pt x="57150" y="10667"/>
                  </a:lnTo>
                  <a:lnTo>
                    <a:pt x="5715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0" name="object 1200"/>
            <p:cNvSpPr/>
            <p:nvPr/>
          </p:nvSpPr>
          <p:spPr>
            <a:xfrm>
              <a:off x="8281416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1" name="object 1201"/>
            <p:cNvSpPr/>
            <p:nvPr/>
          </p:nvSpPr>
          <p:spPr>
            <a:xfrm>
              <a:off x="8279892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2" name="object 1202"/>
            <p:cNvSpPr/>
            <p:nvPr/>
          </p:nvSpPr>
          <p:spPr>
            <a:xfrm>
              <a:off x="8312658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3" name="object 1203"/>
            <p:cNvSpPr/>
            <p:nvPr/>
          </p:nvSpPr>
          <p:spPr>
            <a:xfrm>
              <a:off x="8311134" y="6654545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4" name="object 1204"/>
            <p:cNvSpPr/>
            <p:nvPr/>
          </p:nvSpPr>
          <p:spPr>
            <a:xfrm>
              <a:off x="8442198" y="6675119"/>
              <a:ext cx="150495" cy="14604"/>
            </a:xfrm>
            <a:custGeom>
              <a:avLst/>
              <a:gdLst/>
              <a:ahLst/>
              <a:cxnLst/>
              <a:rect l="l" t="t" r="r" b="b"/>
              <a:pathLst>
                <a:path w="150495" h="14604">
                  <a:moveTo>
                    <a:pt x="150114" y="14477"/>
                  </a:moveTo>
                  <a:lnTo>
                    <a:pt x="150114" y="0"/>
                  </a:lnTo>
                  <a:lnTo>
                    <a:pt x="0" y="0"/>
                  </a:lnTo>
                  <a:lnTo>
                    <a:pt x="0" y="14477"/>
                  </a:lnTo>
                  <a:lnTo>
                    <a:pt x="150114" y="14477"/>
                  </a:lnTo>
                  <a:close/>
                </a:path>
              </a:pathLst>
            </a:custGeom>
            <a:solidFill>
              <a:srgbClr val="2E74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5" name="object 1205"/>
            <p:cNvSpPr/>
            <p:nvPr/>
          </p:nvSpPr>
          <p:spPr>
            <a:xfrm>
              <a:off x="8417814" y="6694944"/>
              <a:ext cx="199390" cy="6985"/>
            </a:xfrm>
            <a:custGeom>
              <a:avLst/>
              <a:gdLst/>
              <a:ahLst/>
              <a:cxnLst/>
              <a:rect l="l" t="t" r="r" b="b"/>
              <a:pathLst>
                <a:path w="199390" h="6984">
                  <a:moveTo>
                    <a:pt x="11430" y="0"/>
                  </a:moveTo>
                  <a:lnTo>
                    <a:pt x="0" y="0"/>
                  </a:lnTo>
                  <a:lnTo>
                    <a:pt x="0" y="6858"/>
                  </a:lnTo>
                  <a:lnTo>
                    <a:pt x="11430" y="6858"/>
                  </a:lnTo>
                  <a:lnTo>
                    <a:pt x="11430" y="0"/>
                  </a:lnTo>
                  <a:close/>
                </a:path>
                <a:path w="199390" h="6984">
                  <a:moveTo>
                    <a:pt x="26657" y="0"/>
                  </a:moveTo>
                  <a:lnTo>
                    <a:pt x="15240" y="0"/>
                  </a:lnTo>
                  <a:lnTo>
                    <a:pt x="15240" y="6858"/>
                  </a:lnTo>
                  <a:lnTo>
                    <a:pt x="26657" y="6858"/>
                  </a:lnTo>
                  <a:lnTo>
                    <a:pt x="26657" y="0"/>
                  </a:lnTo>
                  <a:close/>
                </a:path>
                <a:path w="199390" h="6984">
                  <a:moveTo>
                    <a:pt x="198882" y="0"/>
                  </a:moveTo>
                  <a:lnTo>
                    <a:pt x="187452" y="0"/>
                  </a:lnTo>
                  <a:lnTo>
                    <a:pt x="187452" y="6858"/>
                  </a:lnTo>
                  <a:lnTo>
                    <a:pt x="198882" y="6858"/>
                  </a:lnTo>
                  <a:lnTo>
                    <a:pt x="19888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6" name="object 1206"/>
            <p:cNvSpPr/>
            <p:nvPr/>
          </p:nvSpPr>
          <p:spPr>
            <a:xfrm>
              <a:off x="8464296" y="6698361"/>
              <a:ext cx="136525" cy="0"/>
            </a:xfrm>
            <a:custGeom>
              <a:avLst/>
              <a:gdLst/>
              <a:ahLst/>
              <a:cxnLst/>
              <a:rect l="l" t="t" r="r" b="b"/>
              <a:pathLst>
                <a:path w="136525">
                  <a:moveTo>
                    <a:pt x="0" y="0"/>
                  </a:moveTo>
                  <a:lnTo>
                    <a:pt x="136397" y="0"/>
                  </a:lnTo>
                </a:path>
              </a:pathLst>
            </a:custGeom>
            <a:ln w="6858">
              <a:solidFill>
                <a:srgbClr val="40404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7" name="object 1207"/>
            <p:cNvSpPr/>
            <p:nvPr/>
          </p:nvSpPr>
          <p:spPr>
            <a:xfrm>
              <a:off x="8449056" y="6673608"/>
              <a:ext cx="136525" cy="28575"/>
            </a:xfrm>
            <a:custGeom>
              <a:avLst/>
              <a:gdLst/>
              <a:ahLst/>
              <a:cxnLst/>
              <a:rect l="l" t="t" r="r" b="b"/>
              <a:pathLst>
                <a:path w="136525" h="28575">
                  <a:moveTo>
                    <a:pt x="11430" y="21336"/>
                  </a:moveTo>
                  <a:lnTo>
                    <a:pt x="0" y="21336"/>
                  </a:lnTo>
                  <a:lnTo>
                    <a:pt x="0" y="28194"/>
                  </a:lnTo>
                  <a:lnTo>
                    <a:pt x="11430" y="28194"/>
                  </a:lnTo>
                  <a:lnTo>
                    <a:pt x="11430" y="21336"/>
                  </a:lnTo>
                  <a:close/>
                </a:path>
                <a:path w="136525" h="28575">
                  <a:moveTo>
                    <a:pt x="11430" y="10668"/>
                  </a:moveTo>
                  <a:lnTo>
                    <a:pt x="0" y="10668"/>
                  </a:lnTo>
                  <a:lnTo>
                    <a:pt x="0" y="17526"/>
                  </a:lnTo>
                  <a:lnTo>
                    <a:pt x="11430" y="17526"/>
                  </a:lnTo>
                  <a:lnTo>
                    <a:pt x="11430" y="10668"/>
                  </a:lnTo>
                  <a:close/>
                </a:path>
                <a:path w="136525" h="28575">
                  <a:moveTo>
                    <a:pt x="11430" y="0"/>
                  </a:moveTo>
                  <a:lnTo>
                    <a:pt x="0" y="0"/>
                  </a:lnTo>
                  <a:lnTo>
                    <a:pt x="0" y="6845"/>
                  </a:lnTo>
                  <a:lnTo>
                    <a:pt x="11430" y="6845"/>
                  </a:lnTo>
                  <a:lnTo>
                    <a:pt x="11430" y="0"/>
                  </a:lnTo>
                  <a:close/>
                </a:path>
                <a:path w="136525" h="28575">
                  <a:moveTo>
                    <a:pt x="26670" y="10668"/>
                  </a:moveTo>
                  <a:lnTo>
                    <a:pt x="15240" y="10668"/>
                  </a:lnTo>
                  <a:lnTo>
                    <a:pt x="15240" y="17526"/>
                  </a:lnTo>
                  <a:lnTo>
                    <a:pt x="26670" y="17526"/>
                  </a:lnTo>
                  <a:lnTo>
                    <a:pt x="26670" y="10668"/>
                  </a:lnTo>
                  <a:close/>
                </a:path>
                <a:path w="136525" h="28575">
                  <a:moveTo>
                    <a:pt x="26670" y="0"/>
                  </a:moveTo>
                  <a:lnTo>
                    <a:pt x="15240" y="0"/>
                  </a:lnTo>
                  <a:lnTo>
                    <a:pt x="15240" y="6845"/>
                  </a:lnTo>
                  <a:lnTo>
                    <a:pt x="26670" y="6845"/>
                  </a:lnTo>
                  <a:lnTo>
                    <a:pt x="26670" y="0"/>
                  </a:lnTo>
                  <a:close/>
                </a:path>
                <a:path w="136525" h="28575">
                  <a:moveTo>
                    <a:pt x="42672" y="10668"/>
                  </a:moveTo>
                  <a:lnTo>
                    <a:pt x="31242" y="10668"/>
                  </a:lnTo>
                  <a:lnTo>
                    <a:pt x="31242" y="17526"/>
                  </a:lnTo>
                  <a:lnTo>
                    <a:pt x="42672" y="17526"/>
                  </a:lnTo>
                  <a:lnTo>
                    <a:pt x="42672" y="10668"/>
                  </a:lnTo>
                  <a:close/>
                </a:path>
                <a:path w="136525" h="28575">
                  <a:moveTo>
                    <a:pt x="42672" y="0"/>
                  </a:moveTo>
                  <a:lnTo>
                    <a:pt x="31242" y="0"/>
                  </a:lnTo>
                  <a:lnTo>
                    <a:pt x="31242" y="6845"/>
                  </a:lnTo>
                  <a:lnTo>
                    <a:pt x="42672" y="6845"/>
                  </a:lnTo>
                  <a:lnTo>
                    <a:pt x="42672" y="0"/>
                  </a:lnTo>
                  <a:close/>
                </a:path>
                <a:path w="136525" h="28575">
                  <a:moveTo>
                    <a:pt x="57912" y="10668"/>
                  </a:moveTo>
                  <a:lnTo>
                    <a:pt x="46482" y="10668"/>
                  </a:lnTo>
                  <a:lnTo>
                    <a:pt x="46482" y="17526"/>
                  </a:lnTo>
                  <a:lnTo>
                    <a:pt x="57912" y="17526"/>
                  </a:lnTo>
                  <a:lnTo>
                    <a:pt x="57912" y="10668"/>
                  </a:lnTo>
                  <a:close/>
                </a:path>
                <a:path w="136525" h="28575">
                  <a:moveTo>
                    <a:pt x="57912" y="0"/>
                  </a:moveTo>
                  <a:lnTo>
                    <a:pt x="46482" y="0"/>
                  </a:lnTo>
                  <a:lnTo>
                    <a:pt x="46482" y="6845"/>
                  </a:lnTo>
                  <a:lnTo>
                    <a:pt x="57912" y="6845"/>
                  </a:lnTo>
                  <a:lnTo>
                    <a:pt x="57912" y="0"/>
                  </a:lnTo>
                  <a:close/>
                </a:path>
                <a:path w="136525" h="28575">
                  <a:moveTo>
                    <a:pt x="73914" y="10668"/>
                  </a:moveTo>
                  <a:lnTo>
                    <a:pt x="62484" y="10668"/>
                  </a:lnTo>
                  <a:lnTo>
                    <a:pt x="62484" y="17526"/>
                  </a:lnTo>
                  <a:lnTo>
                    <a:pt x="73914" y="17526"/>
                  </a:lnTo>
                  <a:lnTo>
                    <a:pt x="73914" y="10668"/>
                  </a:lnTo>
                  <a:close/>
                </a:path>
                <a:path w="136525" h="28575">
                  <a:moveTo>
                    <a:pt x="73914" y="0"/>
                  </a:moveTo>
                  <a:lnTo>
                    <a:pt x="62484" y="0"/>
                  </a:lnTo>
                  <a:lnTo>
                    <a:pt x="62484" y="6845"/>
                  </a:lnTo>
                  <a:lnTo>
                    <a:pt x="73914" y="6845"/>
                  </a:lnTo>
                  <a:lnTo>
                    <a:pt x="73914" y="0"/>
                  </a:lnTo>
                  <a:close/>
                </a:path>
                <a:path w="136525" h="28575">
                  <a:moveTo>
                    <a:pt x="89141" y="10668"/>
                  </a:moveTo>
                  <a:lnTo>
                    <a:pt x="77724" y="10668"/>
                  </a:lnTo>
                  <a:lnTo>
                    <a:pt x="77724" y="17526"/>
                  </a:lnTo>
                  <a:lnTo>
                    <a:pt x="89141" y="17526"/>
                  </a:lnTo>
                  <a:lnTo>
                    <a:pt x="89141" y="10668"/>
                  </a:lnTo>
                  <a:close/>
                </a:path>
                <a:path w="136525" h="28575">
                  <a:moveTo>
                    <a:pt x="89141" y="0"/>
                  </a:moveTo>
                  <a:lnTo>
                    <a:pt x="77724" y="0"/>
                  </a:lnTo>
                  <a:lnTo>
                    <a:pt x="77724" y="6845"/>
                  </a:lnTo>
                  <a:lnTo>
                    <a:pt x="89141" y="6845"/>
                  </a:lnTo>
                  <a:lnTo>
                    <a:pt x="89141" y="0"/>
                  </a:lnTo>
                  <a:close/>
                </a:path>
                <a:path w="136525" h="28575">
                  <a:moveTo>
                    <a:pt x="105143" y="10668"/>
                  </a:moveTo>
                  <a:lnTo>
                    <a:pt x="93726" y="10668"/>
                  </a:lnTo>
                  <a:lnTo>
                    <a:pt x="93726" y="17526"/>
                  </a:lnTo>
                  <a:lnTo>
                    <a:pt x="105143" y="17526"/>
                  </a:lnTo>
                  <a:lnTo>
                    <a:pt x="105143" y="10668"/>
                  </a:lnTo>
                  <a:close/>
                </a:path>
                <a:path w="136525" h="28575">
                  <a:moveTo>
                    <a:pt x="105143" y="0"/>
                  </a:moveTo>
                  <a:lnTo>
                    <a:pt x="93726" y="0"/>
                  </a:lnTo>
                  <a:lnTo>
                    <a:pt x="93726" y="6845"/>
                  </a:lnTo>
                  <a:lnTo>
                    <a:pt x="105143" y="6845"/>
                  </a:lnTo>
                  <a:lnTo>
                    <a:pt x="105143" y="0"/>
                  </a:lnTo>
                  <a:close/>
                </a:path>
                <a:path w="136525" h="28575">
                  <a:moveTo>
                    <a:pt x="120396" y="10668"/>
                  </a:moveTo>
                  <a:lnTo>
                    <a:pt x="109728" y="10668"/>
                  </a:lnTo>
                  <a:lnTo>
                    <a:pt x="109728" y="17526"/>
                  </a:lnTo>
                  <a:lnTo>
                    <a:pt x="120396" y="17526"/>
                  </a:lnTo>
                  <a:lnTo>
                    <a:pt x="120396" y="10668"/>
                  </a:lnTo>
                  <a:close/>
                </a:path>
                <a:path w="136525" h="28575">
                  <a:moveTo>
                    <a:pt x="120396" y="0"/>
                  </a:moveTo>
                  <a:lnTo>
                    <a:pt x="109728" y="0"/>
                  </a:lnTo>
                  <a:lnTo>
                    <a:pt x="109728" y="6845"/>
                  </a:lnTo>
                  <a:lnTo>
                    <a:pt x="120396" y="6845"/>
                  </a:lnTo>
                  <a:lnTo>
                    <a:pt x="120396" y="0"/>
                  </a:lnTo>
                  <a:close/>
                </a:path>
                <a:path w="136525" h="28575">
                  <a:moveTo>
                    <a:pt x="136398" y="10668"/>
                  </a:moveTo>
                  <a:lnTo>
                    <a:pt x="124968" y="10668"/>
                  </a:lnTo>
                  <a:lnTo>
                    <a:pt x="124968" y="17526"/>
                  </a:lnTo>
                  <a:lnTo>
                    <a:pt x="136398" y="17526"/>
                  </a:lnTo>
                  <a:lnTo>
                    <a:pt x="136398" y="10668"/>
                  </a:lnTo>
                  <a:close/>
                </a:path>
                <a:path w="136525" h="28575">
                  <a:moveTo>
                    <a:pt x="136398" y="0"/>
                  </a:moveTo>
                  <a:lnTo>
                    <a:pt x="124968" y="0"/>
                  </a:lnTo>
                  <a:lnTo>
                    <a:pt x="124968" y="6845"/>
                  </a:lnTo>
                  <a:lnTo>
                    <a:pt x="136398" y="6845"/>
                  </a:lnTo>
                  <a:lnTo>
                    <a:pt x="13639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8" name="object 1208"/>
            <p:cNvSpPr/>
            <p:nvPr/>
          </p:nvSpPr>
          <p:spPr>
            <a:xfrm>
              <a:off x="8417814" y="6694931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30" y="6858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9" name="object 1209"/>
            <p:cNvSpPr/>
            <p:nvPr/>
          </p:nvSpPr>
          <p:spPr>
            <a:xfrm>
              <a:off x="8433054" y="6694931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29" y="6858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0" name="object 1210"/>
            <p:cNvSpPr/>
            <p:nvPr/>
          </p:nvSpPr>
          <p:spPr>
            <a:xfrm>
              <a:off x="8605266" y="6694931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30" y="6858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1" name="object 1211"/>
            <p:cNvSpPr/>
            <p:nvPr/>
          </p:nvSpPr>
          <p:spPr>
            <a:xfrm>
              <a:off x="8449056" y="6684263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30" y="6858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2" name="object 1212"/>
            <p:cNvSpPr/>
            <p:nvPr/>
          </p:nvSpPr>
          <p:spPr>
            <a:xfrm>
              <a:off x="8449056" y="6673595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7"/>
                  </a:lnTo>
                  <a:lnTo>
                    <a:pt x="11430" y="6857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3" name="object 1213"/>
            <p:cNvSpPr/>
            <p:nvPr/>
          </p:nvSpPr>
          <p:spPr>
            <a:xfrm>
              <a:off x="8449056" y="6694931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30" y="6858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4" name="object 1214"/>
            <p:cNvSpPr/>
            <p:nvPr/>
          </p:nvSpPr>
          <p:spPr>
            <a:xfrm>
              <a:off x="8574024" y="6684263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30" y="6858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5" name="object 1215"/>
            <p:cNvSpPr/>
            <p:nvPr/>
          </p:nvSpPr>
          <p:spPr>
            <a:xfrm>
              <a:off x="8574024" y="6673595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7"/>
                  </a:lnTo>
                  <a:lnTo>
                    <a:pt x="11430" y="6857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6" name="object 1216"/>
            <p:cNvSpPr/>
            <p:nvPr/>
          </p:nvSpPr>
          <p:spPr>
            <a:xfrm>
              <a:off x="8558784" y="6684263"/>
              <a:ext cx="10795" cy="6985"/>
            </a:xfrm>
            <a:custGeom>
              <a:avLst/>
              <a:gdLst/>
              <a:ahLst/>
              <a:cxnLst/>
              <a:rect l="l" t="t" r="r" b="b"/>
              <a:pathLst>
                <a:path w="10795" h="6984">
                  <a:moveTo>
                    <a:pt x="0" y="0"/>
                  </a:moveTo>
                  <a:lnTo>
                    <a:pt x="0" y="6858"/>
                  </a:lnTo>
                  <a:lnTo>
                    <a:pt x="10668" y="6858"/>
                  </a:lnTo>
                  <a:lnTo>
                    <a:pt x="10668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7" name="object 1217"/>
            <p:cNvSpPr/>
            <p:nvPr/>
          </p:nvSpPr>
          <p:spPr>
            <a:xfrm>
              <a:off x="8558784" y="6673595"/>
              <a:ext cx="10795" cy="6985"/>
            </a:xfrm>
            <a:custGeom>
              <a:avLst/>
              <a:gdLst/>
              <a:ahLst/>
              <a:cxnLst/>
              <a:rect l="l" t="t" r="r" b="b"/>
              <a:pathLst>
                <a:path w="10795" h="6984">
                  <a:moveTo>
                    <a:pt x="0" y="0"/>
                  </a:moveTo>
                  <a:lnTo>
                    <a:pt x="0" y="6857"/>
                  </a:lnTo>
                  <a:lnTo>
                    <a:pt x="10668" y="6857"/>
                  </a:lnTo>
                  <a:lnTo>
                    <a:pt x="10668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8" name="object 1218"/>
            <p:cNvSpPr/>
            <p:nvPr/>
          </p:nvSpPr>
          <p:spPr>
            <a:xfrm>
              <a:off x="8542782" y="6684263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29" y="6858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9" name="object 1219"/>
            <p:cNvSpPr/>
            <p:nvPr/>
          </p:nvSpPr>
          <p:spPr>
            <a:xfrm>
              <a:off x="8542782" y="6673595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7"/>
                  </a:lnTo>
                  <a:lnTo>
                    <a:pt x="11429" y="6857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0" name="object 1220"/>
            <p:cNvSpPr/>
            <p:nvPr/>
          </p:nvSpPr>
          <p:spPr>
            <a:xfrm>
              <a:off x="8526780" y="6684263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29" y="6858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1" name="object 1221"/>
            <p:cNvSpPr/>
            <p:nvPr/>
          </p:nvSpPr>
          <p:spPr>
            <a:xfrm>
              <a:off x="8526780" y="6673595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7"/>
                  </a:lnTo>
                  <a:lnTo>
                    <a:pt x="11429" y="6857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2" name="object 1222"/>
            <p:cNvSpPr/>
            <p:nvPr/>
          </p:nvSpPr>
          <p:spPr>
            <a:xfrm>
              <a:off x="8511540" y="6684263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30" y="6858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3" name="object 1223"/>
            <p:cNvSpPr/>
            <p:nvPr/>
          </p:nvSpPr>
          <p:spPr>
            <a:xfrm>
              <a:off x="8511540" y="6673595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7"/>
                  </a:lnTo>
                  <a:lnTo>
                    <a:pt x="11430" y="6857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4" name="object 1224"/>
            <p:cNvSpPr/>
            <p:nvPr/>
          </p:nvSpPr>
          <p:spPr>
            <a:xfrm>
              <a:off x="8495538" y="6684263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30" y="6858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5" name="object 1225"/>
            <p:cNvSpPr/>
            <p:nvPr/>
          </p:nvSpPr>
          <p:spPr>
            <a:xfrm>
              <a:off x="8495538" y="6673595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7"/>
                  </a:lnTo>
                  <a:lnTo>
                    <a:pt x="11430" y="6857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6" name="object 1226"/>
            <p:cNvSpPr/>
            <p:nvPr/>
          </p:nvSpPr>
          <p:spPr>
            <a:xfrm>
              <a:off x="8480298" y="6684263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30" y="6858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7" name="object 1227"/>
            <p:cNvSpPr/>
            <p:nvPr/>
          </p:nvSpPr>
          <p:spPr>
            <a:xfrm>
              <a:off x="8480298" y="6673595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7"/>
                  </a:lnTo>
                  <a:lnTo>
                    <a:pt x="11430" y="6857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8" name="object 1228"/>
            <p:cNvSpPr/>
            <p:nvPr/>
          </p:nvSpPr>
          <p:spPr>
            <a:xfrm>
              <a:off x="8464296" y="6684263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30" y="6858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9" name="object 1229"/>
            <p:cNvSpPr/>
            <p:nvPr/>
          </p:nvSpPr>
          <p:spPr>
            <a:xfrm>
              <a:off x="8464296" y="6673595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7"/>
                  </a:lnTo>
                  <a:lnTo>
                    <a:pt x="11430" y="6857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0" name="object 1230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8376666" y="6672071"/>
              <a:ext cx="30479" cy="16002"/>
            </a:xfrm>
            <a:prstGeom prst="rect">
              <a:avLst/>
            </a:prstGeom>
          </p:spPr>
        </p:pic>
        <p:pic>
          <p:nvPicPr>
            <p:cNvPr id="1231" name="object 1231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7161276" y="6652259"/>
              <a:ext cx="222503" cy="22860"/>
            </a:xfrm>
            <a:prstGeom prst="rect">
              <a:avLst/>
            </a:prstGeom>
          </p:spPr>
        </p:pic>
        <p:sp>
          <p:nvSpPr>
            <p:cNvPr id="1232" name="object 1232"/>
            <p:cNvSpPr/>
            <p:nvPr/>
          </p:nvSpPr>
          <p:spPr>
            <a:xfrm>
              <a:off x="8381238" y="6672071"/>
              <a:ext cx="25400" cy="16510"/>
            </a:xfrm>
            <a:custGeom>
              <a:avLst/>
              <a:gdLst/>
              <a:ahLst/>
              <a:cxnLst/>
              <a:rect l="l" t="t" r="r" b="b"/>
              <a:pathLst>
                <a:path w="25400" h="16509">
                  <a:moveTo>
                    <a:pt x="20574" y="12953"/>
                  </a:moveTo>
                  <a:lnTo>
                    <a:pt x="25146" y="9905"/>
                  </a:lnTo>
                  <a:lnTo>
                    <a:pt x="25146" y="5333"/>
                  </a:lnTo>
                  <a:lnTo>
                    <a:pt x="20574" y="2285"/>
                  </a:lnTo>
                  <a:lnTo>
                    <a:pt x="16002" y="0"/>
                  </a:lnTo>
                  <a:lnTo>
                    <a:pt x="8382" y="0"/>
                  </a:lnTo>
                  <a:lnTo>
                    <a:pt x="4572" y="3047"/>
                  </a:lnTo>
                  <a:lnTo>
                    <a:pt x="0" y="5333"/>
                  </a:lnTo>
                  <a:lnTo>
                    <a:pt x="0" y="9905"/>
                  </a:lnTo>
                  <a:lnTo>
                    <a:pt x="4572" y="12953"/>
                  </a:lnTo>
                  <a:lnTo>
                    <a:pt x="9144" y="16001"/>
                  </a:lnTo>
                  <a:lnTo>
                    <a:pt x="16002" y="16001"/>
                  </a:lnTo>
                  <a:lnTo>
                    <a:pt x="20574" y="12953"/>
                  </a:lnTo>
                  <a:close/>
                </a:path>
              </a:pathLst>
            </a:custGeom>
            <a:ln w="3175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3" name="object 1233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8627364" y="6672071"/>
              <a:ext cx="31242" cy="16002"/>
            </a:xfrm>
            <a:prstGeom prst="rect">
              <a:avLst/>
            </a:prstGeom>
          </p:spPr>
        </p:pic>
        <p:sp>
          <p:nvSpPr>
            <p:cNvPr id="1234" name="object 1234"/>
            <p:cNvSpPr/>
            <p:nvPr/>
          </p:nvSpPr>
          <p:spPr>
            <a:xfrm>
              <a:off x="8388858" y="6676643"/>
              <a:ext cx="10160" cy="6350"/>
            </a:xfrm>
            <a:custGeom>
              <a:avLst/>
              <a:gdLst/>
              <a:ahLst/>
              <a:cxnLst/>
              <a:rect l="l" t="t" r="r" b="b"/>
              <a:pathLst>
                <a:path w="10159" h="6350">
                  <a:moveTo>
                    <a:pt x="9905" y="6096"/>
                  </a:moveTo>
                  <a:lnTo>
                    <a:pt x="0" y="0"/>
                  </a:lnTo>
                </a:path>
              </a:pathLst>
            </a:custGeom>
            <a:ln w="3937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5" name="object 1235"/>
            <p:cNvSpPr/>
            <p:nvPr/>
          </p:nvSpPr>
          <p:spPr>
            <a:xfrm>
              <a:off x="8386572" y="6675119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4" h="9525">
                  <a:moveTo>
                    <a:pt x="0" y="9144"/>
                  </a:moveTo>
                  <a:lnTo>
                    <a:pt x="14478" y="0"/>
                  </a:lnTo>
                </a:path>
              </a:pathLst>
            </a:custGeom>
            <a:ln w="3937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6" name="object 1236"/>
            <p:cNvSpPr/>
            <p:nvPr/>
          </p:nvSpPr>
          <p:spPr>
            <a:xfrm>
              <a:off x="8628126" y="6672071"/>
              <a:ext cx="25400" cy="16510"/>
            </a:xfrm>
            <a:custGeom>
              <a:avLst/>
              <a:gdLst/>
              <a:ahLst/>
              <a:cxnLst/>
              <a:rect l="l" t="t" r="r" b="b"/>
              <a:pathLst>
                <a:path w="25400" h="16509">
                  <a:moveTo>
                    <a:pt x="20574" y="12953"/>
                  </a:moveTo>
                  <a:lnTo>
                    <a:pt x="25146" y="9905"/>
                  </a:lnTo>
                  <a:lnTo>
                    <a:pt x="25146" y="5333"/>
                  </a:lnTo>
                  <a:lnTo>
                    <a:pt x="20574" y="2285"/>
                  </a:lnTo>
                  <a:lnTo>
                    <a:pt x="16002" y="0"/>
                  </a:lnTo>
                  <a:lnTo>
                    <a:pt x="8382" y="0"/>
                  </a:lnTo>
                  <a:lnTo>
                    <a:pt x="4572" y="3047"/>
                  </a:lnTo>
                  <a:lnTo>
                    <a:pt x="0" y="5333"/>
                  </a:lnTo>
                  <a:lnTo>
                    <a:pt x="0" y="9905"/>
                  </a:lnTo>
                  <a:lnTo>
                    <a:pt x="4572" y="12953"/>
                  </a:lnTo>
                  <a:lnTo>
                    <a:pt x="9144" y="16001"/>
                  </a:lnTo>
                  <a:lnTo>
                    <a:pt x="16764" y="15239"/>
                  </a:lnTo>
                  <a:lnTo>
                    <a:pt x="20574" y="12953"/>
                  </a:lnTo>
                  <a:close/>
                </a:path>
              </a:pathLst>
            </a:custGeom>
            <a:ln w="3175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7" name="object 1237"/>
            <p:cNvSpPr/>
            <p:nvPr/>
          </p:nvSpPr>
          <p:spPr>
            <a:xfrm>
              <a:off x="8635746" y="6676643"/>
              <a:ext cx="10160" cy="6350"/>
            </a:xfrm>
            <a:custGeom>
              <a:avLst/>
              <a:gdLst/>
              <a:ahLst/>
              <a:cxnLst/>
              <a:rect l="l" t="t" r="r" b="b"/>
              <a:pathLst>
                <a:path w="10159" h="6350">
                  <a:moveTo>
                    <a:pt x="9905" y="6096"/>
                  </a:moveTo>
                  <a:lnTo>
                    <a:pt x="0" y="0"/>
                  </a:lnTo>
                </a:path>
              </a:pathLst>
            </a:custGeom>
            <a:ln w="3937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8" name="object 1238"/>
            <p:cNvSpPr/>
            <p:nvPr/>
          </p:nvSpPr>
          <p:spPr>
            <a:xfrm>
              <a:off x="8633460" y="6675119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4" h="9525">
                  <a:moveTo>
                    <a:pt x="0" y="9144"/>
                  </a:moveTo>
                  <a:lnTo>
                    <a:pt x="14478" y="0"/>
                  </a:lnTo>
                </a:path>
              </a:pathLst>
            </a:custGeom>
            <a:ln w="3937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9" name="object 1239"/>
            <p:cNvSpPr/>
            <p:nvPr/>
          </p:nvSpPr>
          <p:spPr>
            <a:xfrm>
              <a:off x="7159752" y="6656831"/>
              <a:ext cx="28575" cy="8890"/>
            </a:xfrm>
            <a:custGeom>
              <a:avLst/>
              <a:gdLst/>
              <a:ahLst/>
              <a:cxnLst/>
              <a:rect l="l" t="t" r="r" b="b"/>
              <a:pathLst>
                <a:path w="28575" h="8890">
                  <a:moveTo>
                    <a:pt x="28193" y="7619"/>
                  </a:moveTo>
                  <a:lnTo>
                    <a:pt x="28193" y="4571"/>
                  </a:lnTo>
                  <a:lnTo>
                    <a:pt x="27431" y="4571"/>
                  </a:lnTo>
                  <a:lnTo>
                    <a:pt x="25907" y="3047"/>
                  </a:lnTo>
                  <a:lnTo>
                    <a:pt x="25907" y="761"/>
                  </a:lnTo>
                  <a:lnTo>
                    <a:pt x="25145" y="0"/>
                  </a:lnTo>
                  <a:lnTo>
                    <a:pt x="3047" y="0"/>
                  </a:lnTo>
                  <a:lnTo>
                    <a:pt x="2285" y="761"/>
                  </a:lnTo>
                  <a:lnTo>
                    <a:pt x="2285" y="3809"/>
                  </a:lnTo>
                  <a:lnTo>
                    <a:pt x="1523" y="3809"/>
                  </a:lnTo>
                  <a:lnTo>
                    <a:pt x="761" y="4571"/>
                  </a:lnTo>
                  <a:lnTo>
                    <a:pt x="0" y="4571"/>
                  </a:lnTo>
                  <a:lnTo>
                    <a:pt x="0" y="7619"/>
                  </a:lnTo>
                  <a:lnTo>
                    <a:pt x="761" y="8381"/>
                  </a:lnTo>
                  <a:lnTo>
                    <a:pt x="27431" y="8381"/>
                  </a:lnTo>
                  <a:lnTo>
                    <a:pt x="28193" y="7619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0" name="object 1240"/>
            <p:cNvSpPr/>
            <p:nvPr/>
          </p:nvSpPr>
          <p:spPr>
            <a:xfrm>
              <a:off x="7159752" y="6656831"/>
              <a:ext cx="28575" cy="8890"/>
            </a:xfrm>
            <a:custGeom>
              <a:avLst/>
              <a:gdLst/>
              <a:ahLst/>
              <a:cxnLst/>
              <a:rect l="l" t="t" r="r" b="b"/>
              <a:pathLst>
                <a:path w="28575" h="8890">
                  <a:moveTo>
                    <a:pt x="25907" y="8381"/>
                  </a:moveTo>
                  <a:lnTo>
                    <a:pt x="2285" y="8381"/>
                  </a:lnTo>
                  <a:lnTo>
                    <a:pt x="761" y="8381"/>
                  </a:lnTo>
                  <a:lnTo>
                    <a:pt x="0" y="7619"/>
                  </a:lnTo>
                  <a:lnTo>
                    <a:pt x="0" y="6857"/>
                  </a:lnTo>
                  <a:lnTo>
                    <a:pt x="0" y="5333"/>
                  </a:lnTo>
                  <a:lnTo>
                    <a:pt x="0" y="4571"/>
                  </a:lnTo>
                  <a:lnTo>
                    <a:pt x="761" y="4571"/>
                  </a:lnTo>
                  <a:lnTo>
                    <a:pt x="1523" y="3809"/>
                  </a:lnTo>
                  <a:lnTo>
                    <a:pt x="2285" y="3809"/>
                  </a:lnTo>
                  <a:lnTo>
                    <a:pt x="2285" y="3047"/>
                  </a:lnTo>
                  <a:lnTo>
                    <a:pt x="2285" y="761"/>
                  </a:lnTo>
                  <a:lnTo>
                    <a:pt x="3047" y="0"/>
                  </a:lnTo>
                  <a:lnTo>
                    <a:pt x="3809" y="0"/>
                  </a:lnTo>
                  <a:lnTo>
                    <a:pt x="24383" y="0"/>
                  </a:lnTo>
                  <a:lnTo>
                    <a:pt x="25145" y="0"/>
                  </a:lnTo>
                  <a:lnTo>
                    <a:pt x="25907" y="761"/>
                  </a:lnTo>
                  <a:lnTo>
                    <a:pt x="25907" y="3047"/>
                  </a:lnTo>
                  <a:lnTo>
                    <a:pt x="27431" y="4571"/>
                  </a:lnTo>
                  <a:lnTo>
                    <a:pt x="28193" y="4571"/>
                  </a:lnTo>
                  <a:lnTo>
                    <a:pt x="28193" y="5333"/>
                  </a:lnTo>
                  <a:lnTo>
                    <a:pt x="28193" y="6857"/>
                  </a:lnTo>
                  <a:lnTo>
                    <a:pt x="28193" y="7619"/>
                  </a:lnTo>
                  <a:lnTo>
                    <a:pt x="27431" y="8381"/>
                  </a:lnTo>
                  <a:lnTo>
                    <a:pt x="25907" y="838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1" name="object 1241"/>
            <p:cNvSpPr/>
            <p:nvPr/>
          </p:nvSpPr>
          <p:spPr>
            <a:xfrm>
              <a:off x="7161276" y="6656831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25146" y="6858"/>
                  </a:moveTo>
                  <a:lnTo>
                    <a:pt x="25146" y="4572"/>
                  </a:lnTo>
                  <a:lnTo>
                    <a:pt x="24384" y="3810"/>
                  </a:lnTo>
                  <a:lnTo>
                    <a:pt x="23622" y="3810"/>
                  </a:lnTo>
                  <a:lnTo>
                    <a:pt x="23622" y="762"/>
                  </a:lnTo>
                  <a:lnTo>
                    <a:pt x="22860" y="0"/>
                  </a:lnTo>
                  <a:lnTo>
                    <a:pt x="2286" y="0"/>
                  </a:lnTo>
                  <a:lnTo>
                    <a:pt x="1524" y="762"/>
                  </a:lnTo>
                  <a:lnTo>
                    <a:pt x="1524" y="3810"/>
                  </a:lnTo>
                  <a:lnTo>
                    <a:pt x="0" y="4572"/>
                  </a:lnTo>
                  <a:lnTo>
                    <a:pt x="0" y="6858"/>
                  </a:lnTo>
                  <a:lnTo>
                    <a:pt x="762" y="7620"/>
                  </a:lnTo>
                  <a:lnTo>
                    <a:pt x="24384" y="7620"/>
                  </a:lnTo>
                  <a:lnTo>
                    <a:pt x="25146" y="6858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2" name="object 1242"/>
            <p:cNvSpPr/>
            <p:nvPr/>
          </p:nvSpPr>
          <p:spPr>
            <a:xfrm>
              <a:off x="7161276" y="6656831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23622" y="7620"/>
                  </a:moveTo>
                  <a:lnTo>
                    <a:pt x="1524" y="7620"/>
                  </a:lnTo>
                  <a:lnTo>
                    <a:pt x="762" y="7620"/>
                  </a:lnTo>
                  <a:lnTo>
                    <a:pt x="0" y="6858"/>
                  </a:lnTo>
                  <a:lnTo>
                    <a:pt x="0" y="5334"/>
                  </a:lnTo>
                  <a:lnTo>
                    <a:pt x="0" y="4572"/>
                  </a:lnTo>
                  <a:lnTo>
                    <a:pt x="1524" y="3810"/>
                  </a:lnTo>
                  <a:lnTo>
                    <a:pt x="1524" y="1524"/>
                  </a:lnTo>
                  <a:lnTo>
                    <a:pt x="1524" y="762"/>
                  </a:lnTo>
                  <a:lnTo>
                    <a:pt x="2286" y="0"/>
                  </a:lnTo>
                  <a:lnTo>
                    <a:pt x="3810" y="0"/>
                  </a:lnTo>
                  <a:lnTo>
                    <a:pt x="22098" y="0"/>
                  </a:lnTo>
                  <a:lnTo>
                    <a:pt x="22860" y="0"/>
                  </a:lnTo>
                  <a:lnTo>
                    <a:pt x="23622" y="762"/>
                  </a:lnTo>
                  <a:lnTo>
                    <a:pt x="23622" y="1524"/>
                  </a:lnTo>
                  <a:lnTo>
                    <a:pt x="23622" y="3048"/>
                  </a:lnTo>
                  <a:lnTo>
                    <a:pt x="23622" y="3810"/>
                  </a:lnTo>
                  <a:lnTo>
                    <a:pt x="24384" y="3810"/>
                  </a:lnTo>
                  <a:lnTo>
                    <a:pt x="25146" y="4572"/>
                  </a:lnTo>
                  <a:lnTo>
                    <a:pt x="25146" y="5334"/>
                  </a:lnTo>
                  <a:lnTo>
                    <a:pt x="25146" y="6858"/>
                  </a:lnTo>
                  <a:lnTo>
                    <a:pt x="24384" y="7620"/>
                  </a:lnTo>
                  <a:lnTo>
                    <a:pt x="23622" y="762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3" name="object 1243"/>
            <p:cNvSpPr/>
            <p:nvPr/>
          </p:nvSpPr>
          <p:spPr>
            <a:xfrm>
              <a:off x="7178802" y="6659117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4" name="object 1244"/>
            <p:cNvSpPr/>
            <p:nvPr/>
          </p:nvSpPr>
          <p:spPr>
            <a:xfrm>
              <a:off x="7178802" y="6659117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5" name="object 1245"/>
            <p:cNvSpPr/>
            <p:nvPr/>
          </p:nvSpPr>
          <p:spPr>
            <a:xfrm>
              <a:off x="7179564" y="6659879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6" name="object 1246"/>
            <p:cNvSpPr/>
            <p:nvPr/>
          </p:nvSpPr>
          <p:spPr>
            <a:xfrm>
              <a:off x="7175754" y="6659117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7" name="object 1247"/>
            <p:cNvSpPr/>
            <p:nvPr/>
          </p:nvSpPr>
          <p:spPr>
            <a:xfrm>
              <a:off x="7175753" y="6659117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8" name="object 1248"/>
            <p:cNvSpPr/>
            <p:nvPr/>
          </p:nvSpPr>
          <p:spPr>
            <a:xfrm>
              <a:off x="7176516" y="6659879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9" name="object 1249"/>
            <p:cNvSpPr/>
            <p:nvPr/>
          </p:nvSpPr>
          <p:spPr>
            <a:xfrm>
              <a:off x="7172706" y="6659117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0" name="object 1250"/>
            <p:cNvSpPr/>
            <p:nvPr/>
          </p:nvSpPr>
          <p:spPr>
            <a:xfrm>
              <a:off x="7172706" y="6659117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1" name="object 1251"/>
            <p:cNvSpPr/>
            <p:nvPr/>
          </p:nvSpPr>
          <p:spPr>
            <a:xfrm>
              <a:off x="7167372" y="6659879"/>
              <a:ext cx="6985" cy="1270"/>
            </a:xfrm>
            <a:custGeom>
              <a:avLst/>
              <a:gdLst/>
              <a:ahLst/>
              <a:cxnLst/>
              <a:rect l="l" t="t" r="r" b="b"/>
              <a:pathLst>
                <a:path w="6984" h="1270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0"/>
                  </a:lnTo>
                  <a:close/>
                </a:path>
                <a:path w="6984" h="1270">
                  <a:moveTo>
                    <a:pt x="6858" y="0"/>
                  </a:moveTo>
                  <a:lnTo>
                    <a:pt x="6096" y="0"/>
                  </a:lnTo>
                  <a:lnTo>
                    <a:pt x="6096" y="762"/>
                  </a:lnTo>
                  <a:lnTo>
                    <a:pt x="6858" y="762"/>
                  </a:lnTo>
                  <a:lnTo>
                    <a:pt x="685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2" name="object 1252"/>
            <p:cNvSpPr/>
            <p:nvPr/>
          </p:nvSpPr>
          <p:spPr>
            <a:xfrm>
              <a:off x="7239000" y="6655320"/>
              <a:ext cx="119380" cy="8890"/>
            </a:xfrm>
            <a:custGeom>
              <a:avLst/>
              <a:gdLst/>
              <a:ahLst/>
              <a:cxnLst/>
              <a:rect l="l" t="t" r="r" b="b"/>
              <a:pathLst>
                <a:path w="119379" h="8890">
                  <a:moveTo>
                    <a:pt x="9906" y="6858"/>
                  </a:moveTo>
                  <a:lnTo>
                    <a:pt x="0" y="6858"/>
                  </a:lnTo>
                  <a:lnTo>
                    <a:pt x="0" y="8382"/>
                  </a:lnTo>
                  <a:lnTo>
                    <a:pt x="9906" y="8382"/>
                  </a:lnTo>
                  <a:lnTo>
                    <a:pt x="9906" y="6858"/>
                  </a:lnTo>
                  <a:close/>
                </a:path>
                <a:path w="119379" h="8890">
                  <a:moveTo>
                    <a:pt x="9906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9906" y="762"/>
                  </a:lnTo>
                  <a:lnTo>
                    <a:pt x="9906" y="0"/>
                  </a:lnTo>
                  <a:close/>
                </a:path>
                <a:path w="119379" h="8890">
                  <a:moveTo>
                    <a:pt x="46482" y="0"/>
                  </a:moveTo>
                  <a:lnTo>
                    <a:pt x="36576" y="0"/>
                  </a:lnTo>
                  <a:lnTo>
                    <a:pt x="36576" y="762"/>
                  </a:lnTo>
                  <a:lnTo>
                    <a:pt x="46482" y="762"/>
                  </a:lnTo>
                  <a:lnTo>
                    <a:pt x="46482" y="0"/>
                  </a:lnTo>
                  <a:close/>
                </a:path>
                <a:path w="119379" h="8890">
                  <a:moveTo>
                    <a:pt x="82296" y="0"/>
                  </a:moveTo>
                  <a:lnTo>
                    <a:pt x="72390" y="0"/>
                  </a:lnTo>
                  <a:lnTo>
                    <a:pt x="72390" y="762"/>
                  </a:lnTo>
                  <a:lnTo>
                    <a:pt x="82296" y="762"/>
                  </a:lnTo>
                  <a:lnTo>
                    <a:pt x="82296" y="0"/>
                  </a:lnTo>
                  <a:close/>
                </a:path>
                <a:path w="119379" h="8890">
                  <a:moveTo>
                    <a:pt x="118872" y="0"/>
                  </a:moveTo>
                  <a:lnTo>
                    <a:pt x="108966" y="0"/>
                  </a:lnTo>
                  <a:lnTo>
                    <a:pt x="108966" y="762"/>
                  </a:lnTo>
                  <a:lnTo>
                    <a:pt x="118872" y="762"/>
                  </a:lnTo>
                  <a:lnTo>
                    <a:pt x="118872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53" name="object 1253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7251192" y="6660641"/>
              <a:ext cx="24384" cy="18288"/>
            </a:xfrm>
            <a:prstGeom prst="rect">
              <a:avLst/>
            </a:prstGeom>
          </p:spPr>
        </p:pic>
        <p:pic>
          <p:nvPicPr>
            <p:cNvPr id="1254" name="object 1254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7275576" y="6660641"/>
              <a:ext cx="72389" cy="18288"/>
            </a:xfrm>
            <a:prstGeom prst="rect">
              <a:avLst/>
            </a:prstGeom>
          </p:spPr>
        </p:pic>
        <p:pic>
          <p:nvPicPr>
            <p:cNvPr id="1255" name="object 1255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7122414" y="6732269"/>
              <a:ext cx="10667" cy="6096"/>
            </a:xfrm>
            <a:prstGeom prst="rect">
              <a:avLst/>
            </a:prstGeom>
          </p:spPr>
        </p:pic>
        <p:pic>
          <p:nvPicPr>
            <p:cNvPr id="1256" name="object 1256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7146036" y="6732269"/>
              <a:ext cx="10667" cy="6096"/>
            </a:xfrm>
            <a:prstGeom prst="rect">
              <a:avLst/>
            </a:prstGeom>
          </p:spPr>
        </p:pic>
        <p:pic>
          <p:nvPicPr>
            <p:cNvPr id="1257" name="object 1257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7171944" y="6732269"/>
              <a:ext cx="10667" cy="6096"/>
            </a:xfrm>
            <a:prstGeom prst="rect">
              <a:avLst/>
            </a:prstGeom>
          </p:spPr>
        </p:pic>
        <p:pic>
          <p:nvPicPr>
            <p:cNvPr id="1258" name="object 1258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7195566" y="6732269"/>
              <a:ext cx="10667" cy="6096"/>
            </a:xfrm>
            <a:prstGeom prst="rect">
              <a:avLst/>
            </a:prstGeom>
          </p:spPr>
        </p:pic>
        <p:pic>
          <p:nvPicPr>
            <p:cNvPr id="1259" name="object 1259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7221474" y="6732269"/>
              <a:ext cx="35051" cy="6096"/>
            </a:xfrm>
            <a:prstGeom prst="rect">
              <a:avLst/>
            </a:prstGeom>
          </p:spPr>
        </p:pic>
        <p:pic>
          <p:nvPicPr>
            <p:cNvPr id="1260" name="object 1260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7271004" y="6732269"/>
              <a:ext cx="11429" cy="6096"/>
            </a:xfrm>
            <a:prstGeom prst="rect">
              <a:avLst/>
            </a:prstGeom>
          </p:spPr>
        </p:pic>
        <p:pic>
          <p:nvPicPr>
            <p:cNvPr id="1261" name="object 1261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7294626" y="6732269"/>
              <a:ext cx="11429" cy="6096"/>
            </a:xfrm>
            <a:prstGeom prst="rect">
              <a:avLst/>
            </a:prstGeom>
          </p:spPr>
        </p:pic>
        <p:pic>
          <p:nvPicPr>
            <p:cNvPr id="1262" name="object 1262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7108698" y="6669785"/>
              <a:ext cx="1250441" cy="85343"/>
            </a:xfrm>
            <a:prstGeom prst="rect">
              <a:avLst/>
            </a:prstGeom>
          </p:spPr>
        </p:pic>
        <p:pic>
          <p:nvPicPr>
            <p:cNvPr id="1263" name="object 1263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7321296" y="6732269"/>
              <a:ext cx="10667" cy="6096"/>
            </a:xfrm>
            <a:prstGeom prst="rect">
              <a:avLst/>
            </a:prstGeom>
          </p:spPr>
        </p:pic>
        <p:pic>
          <p:nvPicPr>
            <p:cNvPr id="1264" name="object 1264"/>
            <p:cNvPicPr/>
            <p:nvPr/>
          </p:nvPicPr>
          <p:blipFill>
            <a:blip r:embed="rId192" cstate="print"/>
            <a:stretch>
              <a:fillRect/>
            </a:stretch>
          </p:blipFill>
          <p:spPr>
            <a:xfrm>
              <a:off x="7344918" y="6732269"/>
              <a:ext cx="10667" cy="6096"/>
            </a:xfrm>
            <a:prstGeom prst="rect">
              <a:avLst/>
            </a:prstGeom>
          </p:spPr>
        </p:pic>
        <p:pic>
          <p:nvPicPr>
            <p:cNvPr id="1265" name="object 1265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7370826" y="6732269"/>
              <a:ext cx="10668" cy="6096"/>
            </a:xfrm>
            <a:prstGeom prst="rect">
              <a:avLst/>
            </a:prstGeom>
          </p:spPr>
        </p:pic>
        <p:pic>
          <p:nvPicPr>
            <p:cNvPr id="1266" name="object 1266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7394448" y="6732269"/>
              <a:ext cx="10668" cy="6096"/>
            </a:xfrm>
            <a:prstGeom prst="rect">
              <a:avLst/>
            </a:prstGeom>
          </p:spPr>
        </p:pic>
        <p:pic>
          <p:nvPicPr>
            <p:cNvPr id="1267" name="object 1267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7439406" y="6732269"/>
              <a:ext cx="10667" cy="6096"/>
            </a:xfrm>
            <a:prstGeom prst="rect">
              <a:avLst/>
            </a:prstGeom>
          </p:spPr>
        </p:pic>
        <p:pic>
          <p:nvPicPr>
            <p:cNvPr id="1268" name="object 1268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7463028" y="6732269"/>
              <a:ext cx="10667" cy="6096"/>
            </a:xfrm>
            <a:prstGeom prst="rect">
              <a:avLst/>
            </a:prstGeom>
          </p:spPr>
        </p:pic>
        <p:pic>
          <p:nvPicPr>
            <p:cNvPr id="1269" name="object 1269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7488936" y="6732269"/>
              <a:ext cx="11429" cy="6096"/>
            </a:xfrm>
            <a:prstGeom prst="rect">
              <a:avLst/>
            </a:prstGeom>
          </p:spPr>
        </p:pic>
        <p:pic>
          <p:nvPicPr>
            <p:cNvPr id="1270" name="object 1270"/>
            <p:cNvPicPr/>
            <p:nvPr/>
          </p:nvPicPr>
          <p:blipFill>
            <a:blip r:embed="rId195" cstate="print"/>
            <a:stretch>
              <a:fillRect/>
            </a:stretch>
          </p:blipFill>
          <p:spPr>
            <a:xfrm>
              <a:off x="7512558" y="6732269"/>
              <a:ext cx="11429" cy="6096"/>
            </a:xfrm>
            <a:prstGeom prst="rect">
              <a:avLst/>
            </a:prstGeom>
          </p:spPr>
        </p:pic>
        <p:pic>
          <p:nvPicPr>
            <p:cNvPr id="1271" name="object 1271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7538466" y="6732269"/>
              <a:ext cx="11429" cy="6096"/>
            </a:xfrm>
            <a:prstGeom prst="rect">
              <a:avLst/>
            </a:prstGeom>
          </p:spPr>
        </p:pic>
        <p:pic>
          <p:nvPicPr>
            <p:cNvPr id="1272" name="object 1272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7562088" y="6732269"/>
              <a:ext cx="11429" cy="6096"/>
            </a:xfrm>
            <a:prstGeom prst="rect">
              <a:avLst/>
            </a:prstGeom>
          </p:spPr>
        </p:pic>
        <p:pic>
          <p:nvPicPr>
            <p:cNvPr id="1273" name="object 1273"/>
            <p:cNvPicPr/>
            <p:nvPr/>
          </p:nvPicPr>
          <p:blipFill>
            <a:blip r:embed="rId197" cstate="print"/>
            <a:stretch>
              <a:fillRect/>
            </a:stretch>
          </p:blipFill>
          <p:spPr>
            <a:xfrm>
              <a:off x="7588758" y="6732269"/>
              <a:ext cx="10667" cy="6096"/>
            </a:xfrm>
            <a:prstGeom prst="rect">
              <a:avLst/>
            </a:prstGeom>
          </p:spPr>
        </p:pic>
        <p:pic>
          <p:nvPicPr>
            <p:cNvPr id="1274" name="object 1274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7612380" y="6732269"/>
              <a:ext cx="10667" cy="6096"/>
            </a:xfrm>
            <a:prstGeom prst="rect">
              <a:avLst/>
            </a:prstGeom>
          </p:spPr>
        </p:pic>
        <p:pic>
          <p:nvPicPr>
            <p:cNvPr id="1275" name="object 1275"/>
            <p:cNvPicPr/>
            <p:nvPr/>
          </p:nvPicPr>
          <p:blipFill>
            <a:blip r:embed="rId199" cstate="print"/>
            <a:stretch>
              <a:fillRect/>
            </a:stretch>
          </p:blipFill>
          <p:spPr>
            <a:xfrm>
              <a:off x="7638288" y="6732269"/>
              <a:ext cx="10668" cy="6096"/>
            </a:xfrm>
            <a:prstGeom prst="rect">
              <a:avLst/>
            </a:prstGeom>
          </p:spPr>
        </p:pic>
        <p:pic>
          <p:nvPicPr>
            <p:cNvPr id="1276" name="object 1276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7661910" y="6732269"/>
              <a:ext cx="10668" cy="6096"/>
            </a:xfrm>
            <a:prstGeom prst="rect">
              <a:avLst/>
            </a:prstGeom>
          </p:spPr>
        </p:pic>
        <p:pic>
          <p:nvPicPr>
            <p:cNvPr id="1277" name="object 1277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7687818" y="6732269"/>
              <a:ext cx="11429" cy="6096"/>
            </a:xfrm>
            <a:prstGeom prst="rect">
              <a:avLst/>
            </a:prstGeom>
          </p:spPr>
        </p:pic>
        <p:pic>
          <p:nvPicPr>
            <p:cNvPr id="1278" name="object 1278"/>
            <p:cNvPicPr/>
            <p:nvPr/>
          </p:nvPicPr>
          <p:blipFill>
            <a:blip r:embed="rId201" cstate="print"/>
            <a:stretch>
              <a:fillRect/>
            </a:stretch>
          </p:blipFill>
          <p:spPr>
            <a:xfrm>
              <a:off x="7711440" y="6732269"/>
              <a:ext cx="11429" cy="6096"/>
            </a:xfrm>
            <a:prstGeom prst="rect">
              <a:avLst/>
            </a:prstGeom>
          </p:spPr>
        </p:pic>
        <p:pic>
          <p:nvPicPr>
            <p:cNvPr id="1279" name="object 1279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7756398" y="6732269"/>
              <a:ext cx="11429" cy="6096"/>
            </a:xfrm>
            <a:prstGeom prst="rect">
              <a:avLst/>
            </a:prstGeom>
          </p:spPr>
        </p:pic>
        <p:pic>
          <p:nvPicPr>
            <p:cNvPr id="1280" name="object 1280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7780020" y="6732269"/>
              <a:ext cx="11429" cy="6096"/>
            </a:xfrm>
            <a:prstGeom prst="rect">
              <a:avLst/>
            </a:prstGeom>
          </p:spPr>
        </p:pic>
        <p:pic>
          <p:nvPicPr>
            <p:cNvPr id="1281" name="object 1281"/>
            <p:cNvPicPr/>
            <p:nvPr/>
          </p:nvPicPr>
          <p:blipFill>
            <a:blip r:embed="rId203" cstate="print"/>
            <a:stretch>
              <a:fillRect/>
            </a:stretch>
          </p:blipFill>
          <p:spPr>
            <a:xfrm>
              <a:off x="7805928" y="6732269"/>
              <a:ext cx="11429" cy="6096"/>
            </a:xfrm>
            <a:prstGeom prst="rect">
              <a:avLst/>
            </a:prstGeom>
          </p:spPr>
        </p:pic>
        <p:pic>
          <p:nvPicPr>
            <p:cNvPr id="1282" name="object 1282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829550" y="6732269"/>
              <a:ext cx="11429" cy="6096"/>
            </a:xfrm>
            <a:prstGeom prst="rect">
              <a:avLst/>
            </a:prstGeom>
          </p:spPr>
        </p:pic>
        <p:pic>
          <p:nvPicPr>
            <p:cNvPr id="1283" name="object 1283"/>
            <p:cNvPicPr/>
            <p:nvPr/>
          </p:nvPicPr>
          <p:blipFill>
            <a:blip r:embed="rId204" cstate="print"/>
            <a:stretch>
              <a:fillRect/>
            </a:stretch>
          </p:blipFill>
          <p:spPr>
            <a:xfrm>
              <a:off x="7856220" y="6732269"/>
              <a:ext cx="10667" cy="6096"/>
            </a:xfrm>
            <a:prstGeom prst="rect">
              <a:avLst/>
            </a:prstGeom>
          </p:spPr>
        </p:pic>
        <p:pic>
          <p:nvPicPr>
            <p:cNvPr id="1284" name="object 1284"/>
            <p:cNvPicPr/>
            <p:nvPr/>
          </p:nvPicPr>
          <p:blipFill>
            <a:blip r:embed="rId205" cstate="print"/>
            <a:stretch>
              <a:fillRect/>
            </a:stretch>
          </p:blipFill>
          <p:spPr>
            <a:xfrm>
              <a:off x="7879842" y="6732269"/>
              <a:ext cx="10667" cy="6096"/>
            </a:xfrm>
            <a:prstGeom prst="rect">
              <a:avLst/>
            </a:prstGeom>
          </p:spPr>
        </p:pic>
        <p:pic>
          <p:nvPicPr>
            <p:cNvPr id="1285" name="object 1285"/>
            <p:cNvPicPr/>
            <p:nvPr/>
          </p:nvPicPr>
          <p:blipFill>
            <a:blip r:embed="rId206" cstate="print"/>
            <a:stretch>
              <a:fillRect/>
            </a:stretch>
          </p:blipFill>
          <p:spPr>
            <a:xfrm>
              <a:off x="7905750" y="6732269"/>
              <a:ext cx="10668" cy="6096"/>
            </a:xfrm>
            <a:prstGeom prst="rect">
              <a:avLst/>
            </a:prstGeom>
          </p:spPr>
        </p:pic>
        <p:pic>
          <p:nvPicPr>
            <p:cNvPr id="1286" name="object 1286"/>
            <p:cNvPicPr/>
            <p:nvPr/>
          </p:nvPicPr>
          <p:blipFill>
            <a:blip r:embed="rId207" cstate="print"/>
            <a:stretch>
              <a:fillRect/>
            </a:stretch>
          </p:blipFill>
          <p:spPr>
            <a:xfrm>
              <a:off x="7929372" y="6732269"/>
              <a:ext cx="10668" cy="6096"/>
            </a:xfrm>
            <a:prstGeom prst="rect">
              <a:avLst/>
            </a:prstGeom>
          </p:spPr>
        </p:pic>
        <p:pic>
          <p:nvPicPr>
            <p:cNvPr id="1287" name="object 1287"/>
            <p:cNvPicPr/>
            <p:nvPr/>
          </p:nvPicPr>
          <p:blipFill>
            <a:blip r:embed="rId208" cstate="print"/>
            <a:stretch>
              <a:fillRect/>
            </a:stretch>
          </p:blipFill>
          <p:spPr>
            <a:xfrm>
              <a:off x="7955280" y="6732269"/>
              <a:ext cx="11429" cy="6096"/>
            </a:xfrm>
            <a:prstGeom prst="rect">
              <a:avLst/>
            </a:prstGeom>
          </p:spPr>
        </p:pic>
        <p:pic>
          <p:nvPicPr>
            <p:cNvPr id="1288" name="object 1288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7978902" y="6732269"/>
              <a:ext cx="11429" cy="6096"/>
            </a:xfrm>
            <a:prstGeom prst="rect">
              <a:avLst/>
            </a:prstGeom>
          </p:spPr>
        </p:pic>
        <p:pic>
          <p:nvPicPr>
            <p:cNvPr id="1289" name="object 1289"/>
            <p:cNvPicPr/>
            <p:nvPr/>
          </p:nvPicPr>
          <p:blipFill>
            <a:blip r:embed="rId209" cstate="print"/>
            <a:stretch>
              <a:fillRect/>
            </a:stretch>
          </p:blipFill>
          <p:spPr>
            <a:xfrm>
              <a:off x="8004810" y="6732269"/>
              <a:ext cx="11429" cy="6096"/>
            </a:xfrm>
            <a:prstGeom prst="rect">
              <a:avLst/>
            </a:prstGeom>
          </p:spPr>
        </p:pic>
        <p:pic>
          <p:nvPicPr>
            <p:cNvPr id="1290" name="object 1290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8028432" y="6732269"/>
              <a:ext cx="11429" cy="6096"/>
            </a:xfrm>
            <a:prstGeom prst="rect">
              <a:avLst/>
            </a:prstGeom>
          </p:spPr>
        </p:pic>
        <p:pic>
          <p:nvPicPr>
            <p:cNvPr id="1291" name="object 1291"/>
            <p:cNvPicPr/>
            <p:nvPr/>
          </p:nvPicPr>
          <p:blipFill>
            <a:blip r:embed="rId210" cstate="print"/>
            <a:stretch>
              <a:fillRect/>
            </a:stretch>
          </p:blipFill>
          <p:spPr>
            <a:xfrm>
              <a:off x="8073390" y="6732269"/>
              <a:ext cx="11429" cy="6096"/>
            </a:xfrm>
            <a:prstGeom prst="rect">
              <a:avLst/>
            </a:prstGeom>
          </p:spPr>
        </p:pic>
        <p:pic>
          <p:nvPicPr>
            <p:cNvPr id="1292" name="object 1292"/>
            <p:cNvPicPr/>
            <p:nvPr/>
          </p:nvPicPr>
          <p:blipFill>
            <a:blip r:embed="rId211" cstate="print"/>
            <a:stretch>
              <a:fillRect/>
            </a:stretch>
          </p:blipFill>
          <p:spPr>
            <a:xfrm>
              <a:off x="8097012" y="6732269"/>
              <a:ext cx="11429" cy="6096"/>
            </a:xfrm>
            <a:prstGeom prst="rect">
              <a:avLst/>
            </a:prstGeom>
          </p:spPr>
        </p:pic>
        <p:pic>
          <p:nvPicPr>
            <p:cNvPr id="1293" name="object 1293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8123682" y="6732269"/>
              <a:ext cx="10667" cy="6096"/>
            </a:xfrm>
            <a:prstGeom prst="rect">
              <a:avLst/>
            </a:prstGeom>
          </p:spPr>
        </p:pic>
        <p:pic>
          <p:nvPicPr>
            <p:cNvPr id="1294" name="object 1294"/>
            <p:cNvPicPr/>
            <p:nvPr/>
          </p:nvPicPr>
          <p:blipFill>
            <a:blip r:embed="rId212" cstate="print"/>
            <a:stretch>
              <a:fillRect/>
            </a:stretch>
          </p:blipFill>
          <p:spPr>
            <a:xfrm>
              <a:off x="8147304" y="6732269"/>
              <a:ext cx="10667" cy="6096"/>
            </a:xfrm>
            <a:prstGeom prst="rect">
              <a:avLst/>
            </a:prstGeom>
          </p:spPr>
        </p:pic>
        <p:pic>
          <p:nvPicPr>
            <p:cNvPr id="1295" name="object 1295"/>
            <p:cNvPicPr/>
            <p:nvPr/>
          </p:nvPicPr>
          <p:blipFill>
            <a:blip r:embed="rId213" cstate="print"/>
            <a:stretch>
              <a:fillRect/>
            </a:stretch>
          </p:blipFill>
          <p:spPr>
            <a:xfrm>
              <a:off x="8173212" y="6732269"/>
              <a:ext cx="10668" cy="6096"/>
            </a:xfrm>
            <a:prstGeom prst="rect">
              <a:avLst/>
            </a:prstGeom>
          </p:spPr>
        </p:pic>
        <p:pic>
          <p:nvPicPr>
            <p:cNvPr id="1296" name="object 1296"/>
            <p:cNvPicPr/>
            <p:nvPr/>
          </p:nvPicPr>
          <p:blipFill>
            <a:blip r:embed="rId214" cstate="print"/>
            <a:stretch>
              <a:fillRect/>
            </a:stretch>
          </p:blipFill>
          <p:spPr>
            <a:xfrm>
              <a:off x="8196834" y="6732269"/>
              <a:ext cx="10668" cy="6096"/>
            </a:xfrm>
            <a:prstGeom prst="rect">
              <a:avLst/>
            </a:prstGeom>
          </p:spPr>
        </p:pic>
        <p:pic>
          <p:nvPicPr>
            <p:cNvPr id="1297" name="object 1297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8222742" y="6732269"/>
              <a:ext cx="11429" cy="6096"/>
            </a:xfrm>
            <a:prstGeom prst="rect">
              <a:avLst/>
            </a:prstGeom>
          </p:spPr>
        </p:pic>
        <p:pic>
          <p:nvPicPr>
            <p:cNvPr id="1298" name="object 1298"/>
            <p:cNvPicPr/>
            <p:nvPr/>
          </p:nvPicPr>
          <p:blipFill>
            <a:blip r:embed="rId215" cstate="print"/>
            <a:stretch>
              <a:fillRect/>
            </a:stretch>
          </p:blipFill>
          <p:spPr>
            <a:xfrm>
              <a:off x="8246364" y="6732269"/>
              <a:ext cx="11429" cy="6096"/>
            </a:xfrm>
            <a:prstGeom prst="rect">
              <a:avLst/>
            </a:prstGeom>
          </p:spPr>
        </p:pic>
        <p:pic>
          <p:nvPicPr>
            <p:cNvPr id="1299" name="object 1299"/>
            <p:cNvPicPr/>
            <p:nvPr/>
          </p:nvPicPr>
          <p:blipFill>
            <a:blip r:embed="rId216" cstate="print"/>
            <a:stretch>
              <a:fillRect/>
            </a:stretch>
          </p:blipFill>
          <p:spPr>
            <a:xfrm>
              <a:off x="8272272" y="6732269"/>
              <a:ext cx="11429" cy="6096"/>
            </a:xfrm>
            <a:prstGeom prst="rect">
              <a:avLst/>
            </a:prstGeom>
          </p:spPr>
        </p:pic>
        <p:pic>
          <p:nvPicPr>
            <p:cNvPr id="1300" name="object 1300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8295894" y="6732269"/>
              <a:ext cx="11429" cy="6096"/>
            </a:xfrm>
            <a:prstGeom prst="rect">
              <a:avLst/>
            </a:prstGeom>
          </p:spPr>
        </p:pic>
        <p:pic>
          <p:nvPicPr>
            <p:cNvPr id="1301" name="object 1301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8322564" y="6732269"/>
              <a:ext cx="10667" cy="6096"/>
            </a:xfrm>
            <a:prstGeom prst="rect">
              <a:avLst/>
            </a:prstGeom>
          </p:spPr>
        </p:pic>
        <p:pic>
          <p:nvPicPr>
            <p:cNvPr id="1302" name="object 1302"/>
            <p:cNvPicPr/>
            <p:nvPr/>
          </p:nvPicPr>
          <p:blipFill>
            <a:blip r:embed="rId217" cstate="print"/>
            <a:stretch>
              <a:fillRect/>
            </a:stretch>
          </p:blipFill>
          <p:spPr>
            <a:xfrm>
              <a:off x="8346186" y="6732269"/>
              <a:ext cx="10667" cy="6096"/>
            </a:xfrm>
            <a:prstGeom prst="rect">
              <a:avLst/>
            </a:prstGeom>
          </p:spPr>
        </p:pic>
        <p:pic>
          <p:nvPicPr>
            <p:cNvPr id="1303" name="object 1303"/>
            <p:cNvPicPr/>
            <p:nvPr/>
          </p:nvPicPr>
          <p:blipFill>
            <a:blip r:embed="rId218" cstate="print"/>
            <a:stretch>
              <a:fillRect/>
            </a:stretch>
          </p:blipFill>
          <p:spPr>
            <a:xfrm>
              <a:off x="5943600" y="5497067"/>
              <a:ext cx="1371600" cy="621029"/>
            </a:xfrm>
            <a:prstGeom prst="rect">
              <a:avLst/>
            </a:prstGeom>
          </p:spPr>
        </p:pic>
        <p:sp>
          <p:nvSpPr>
            <p:cNvPr id="1304" name="object 1304"/>
            <p:cNvSpPr/>
            <p:nvPr/>
          </p:nvSpPr>
          <p:spPr>
            <a:xfrm>
              <a:off x="5943600" y="5497067"/>
              <a:ext cx="1371600" cy="621030"/>
            </a:xfrm>
            <a:custGeom>
              <a:avLst/>
              <a:gdLst/>
              <a:ahLst/>
              <a:cxnLst/>
              <a:rect l="l" t="t" r="r" b="b"/>
              <a:pathLst>
                <a:path w="1371600" h="621029">
                  <a:moveTo>
                    <a:pt x="0" y="0"/>
                  </a:moveTo>
                  <a:lnTo>
                    <a:pt x="0" y="621030"/>
                  </a:lnTo>
                  <a:lnTo>
                    <a:pt x="1371600" y="621030"/>
                  </a:lnTo>
                  <a:lnTo>
                    <a:pt x="137160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5" name="object 1305"/>
            <p:cNvSpPr/>
            <p:nvPr/>
          </p:nvSpPr>
          <p:spPr>
            <a:xfrm>
              <a:off x="6848856" y="5522213"/>
              <a:ext cx="352425" cy="51435"/>
            </a:xfrm>
            <a:custGeom>
              <a:avLst/>
              <a:gdLst/>
              <a:ahLst/>
              <a:cxnLst/>
              <a:rect l="l" t="t" r="r" b="b"/>
              <a:pathLst>
                <a:path w="352425" h="51435">
                  <a:moveTo>
                    <a:pt x="352044" y="51053"/>
                  </a:moveTo>
                  <a:lnTo>
                    <a:pt x="352044" y="0"/>
                  </a:lnTo>
                  <a:lnTo>
                    <a:pt x="0" y="0"/>
                  </a:lnTo>
                  <a:lnTo>
                    <a:pt x="0" y="51053"/>
                  </a:lnTo>
                  <a:lnTo>
                    <a:pt x="352044" y="51053"/>
                  </a:lnTo>
                  <a:close/>
                </a:path>
              </a:pathLst>
            </a:custGeom>
            <a:solidFill>
              <a:srgbClr val="339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6" name="object 1306"/>
            <p:cNvSpPr/>
            <p:nvPr/>
          </p:nvSpPr>
          <p:spPr>
            <a:xfrm>
              <a:off x="6848856" y="5522213"/>
              <a:ext cx="352425" cy="51435"/>
            </a:xfrm>
            <a:custGeom>
              <a:avLst/>
              <a:gdLst/>
              <a:ahLst/>
              <a:cxnLst/>
              <a:rect l="l" t="t" r="r" b="b"/>
              <a:pathLst>
                <a:path w="352425" h="51435">
                  <a:moveTo>
                    <a:pt x="0" y="0"/>
                  </a:moveTo>
                  <a:lnTo>
                    <a:pt x="0" y="51053"/>
                  </a:lnTo>
                  <a:lnTo>
                    <a:pt x="352044" y="51053"/>
                  </a:lnTo>
                  <a:lnTo>
                    <a:pt x="3520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7" name="object 1307"/>
            <p:cNvPicPr/>
            <p:nvPr/>
          </p:nvPicPr>
          <p:blipFill>
            <a:blip r:embed="rId219" cstate="print"/>
            <a:stretch>
              <a:fillRect/>
            </a:stretch>
          </p:blipFill>
          <p:spPr>
            <a:xfrm>
              <a:off x="5867400" y="6118097"/>
              <a:ext cx="79247" cy="89153"/>
            </a:xfrm>
            <a:prstGeom prst="rect">
              <a:avLst/>
            </a:prstGeom>
          </p:spPr>
        </p:pic>
        <p:sp>
          <p:nvSpPr>
            <p:cNvPr id="1308" name="object 1308"/>
            <p:cNvSpPr/>
            <p:nvPr/>
          </p:nvSpPr>
          <p:spPr>
            <a:xfrm>
              <a:off x="5867400" y="6118097"/>
              <a:ext cx="76200" cy="89535"/>
            </a:xfrm>
            <a:custGeom>
              <a:avLst/>
              <a:gdLst/>
              <a:ahLst/>
              <a:cxnLst/>
              <a:rect l="l" t="t" r="r" b="b"/>
              <a:pathLst>
                <a:path w="76200" h="89535">
                  <a:moveTo>
                    <a:pt x="0" y="0"/>
                  </a:moveTo>
                  <a:lnTo>
                    <a:pt x="0" y="89153"/>
                  </a:lnTo>
                  <a:lnTo>
                    <a:pt x="76200" y="89153"/>
                  </a:lnTo>
                  <a:lnTo>
                    <a:pt x="7620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9" name="object 1309"/>
            <p:cNvPicPr/>
            <p:nvPr/>
          </p:nvPicPr>
          <p:blipFill>
            <a:blip r:embed="rId220" cstate="print"/>
            <a:stretch>
              <a:fillRect/>
            </a:stretch>
          </p:blipFill>
          <p:spPr>
            <a:xfrm>
              <a:off x="5886450" y="6182105"/>
              <a:ext cx="28955" cy="18288"/>
            </a:xfrm>
            <a:prstGeom prst="rect">
              <a:avLst/>
            </a:prstGeom>
          </p:spPr>
        </p:pic>
        <p:sp>
          <p:nvSpPr>
            <p:cNvPr id="1310" name="object 1310"/>
            <p:cNvSpPr/>
            <p:nvPr/>
          </p:nvSpPr>
          <p:spPr>
            <a:xfrm>
              <a:off x="5886450" y="6181343"/>
              <a:ext cx="29209" cy="19050"/>
            </a:xfrm>
            <a:custGeom>
              <a:avLst/>
              <a:gdLst/>
              <a:ahLst/>
              <a:cxnLst/>
              <a:rect l="l" t="t" r="r" b="b"/>
              <a:pathLst>
                <a:path w="29210" h="19050">
                  <a:moveTo>
                    <a:pt x="0" y="12953"/>
                  </a:moveTo>
                  <a:lnTo>
                    <a:pt x="19050" y="19049"/>
                  </a:lnTo>
                  <a:lnTo>
                    <a:pt x="28956" y="12953"/>
                  </a:lnTo>
                  <a:lnTo>
                    <a:pt x="28956" y="6857"/>
                  </a:lnTo>
                  <a:lnTo>
                    <a:pt x="19050" y="0"/>
                  </a:lnTo>
                  <a:lnTo>
                    <a:pt x="0" y="6857"/>
                  </a:lnTo>
                  <a:lnTo>
                    <a:pt x="0" y="1295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11" name="object 1311"/>
            <p:cNvPicPr/>
            <p:nvPr/>
          </p:nvPicPr>
          <p:blipFill>
            <a:blip r:embed="rId221" cstate="print"/>
            <a:stretch>
              <a:fillRect/>
            </a:stretch>
          </p:blipFill>
          <p:spPr>
            <a:xfrm>
              <a:off x="5886450" y="6118097"/>
              <a:ext cx="28955" cy="19049"/>
            </a:xfrm>
            <a:prstGeom prst="rect">
              <a:avLst/>
            </a:prstGeom>
          </p:spPr>
        </p:pic>
        <p:sp>
          <p:nvSpPr>
            <p:cNvPr id="1312" name="object 1312"/>
            <p:cNvSpPr/>
            <p:nvPr/>
          </p:nvSpPr>
          <p:spPr>
            <a:xfrm>
              <a:off x="5886450" y="6118097"/>
              <a:ext cx="29209" cy="19050"/>
            </a:xfrm>
            <a:custGeom>
              <a:avLst/>
              <a:gdLst/>
              <a:ahLst/>
              <a:cxnLst/>
              <a:rect l="l" t="t" r="r" b="b"/>
              <a:pathLst>
                <a:path w="29210" h="19050">
                  <a:moveTo>
                    <a:pt x="0" y="12953"/>
                  </a:moveTo>
                  <a:lnTo>
                    <a:pt x="19050" y="19049"/>
                  </a:lnTo>
                  <a:lnTo>
                    <a:pt x="28956" y="12953"/>
                  </a:lnTo>
                  <a:lnTo>
                    <a:pt x="28956" y="6857"/>
                  </a:lnTo>
                  <a:lnTo>
                    <a:pt x="19050" y="0"/>
                  </a:lnTo>
                  <a:lnTo>
                    <a:pt x="0" y="6857"/>
                  </a:lnTo>
                  <a:lnTo>
                    <a:pt x="0" y="1295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13" name="object 1313"/>
            <p:cNvPicPr/>
            <p:nvPr/>
          </p:nvPicPr>
          <p:blipFill>
            <a:blip r:embed="rId219" cstate="print"/>
            <a:stretch>
              <a:fillRect/>
            </a:stretch>
          </p:blipFill>
          <p:spPr>
            <a:xfrm>
              <a:off x="7315200" y="6118097"/>
              <a:ext cx="79247" cy="89153"/>
            </a:xfrm>
            <a:prstGeom prst="rect">
              <a:avLst/>
            </a:prstGeom>
          </p:spPr>
        </p:pic>
        <p:sp>
          <p:nvSpPr>
            <p:cNvPr id="1314" name="object 1314"/>
            <p:cNvSpPr/>
            <p:nvPr/>
          </p:nvSpPr>
          <p:spPr>
            <a:xfrm>
              <a:off x="7315200" y="6118097"/>
              <a:ext cx="76200" cy="89535"/>
            </a:xfrm>
            <a:custGeom>
              <a:avLst/>
              <a:gdLst/>
              <a:ahLst/>
              <a:cxnLst/>
              <a:rect l="l" t="t" r="r" b="b"/>
              <a:pathLst>
                <a:path w="76200" h="89535">
                  <a:moveTo>
                    <a:pt x="0" y="0"/>
                  </a:moveTo>
                  <a:lnTo>
                    <a:pt x="0" y="89154"/>
                  </a:lnTo>
                  <a:lnTo>
                    <a:pt x="76200" y="89154"/>
                  </a:lnTo>
                  <a:lnTo>
                    <a:pt x="7620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15" name="object 1315"/>
            <p:cNvPicPr/>
            <p:nvPr/>
          </p:nvPicPr>
          <p:blipFill>
            <a:blip r:embed="rId222" cstate="print"/>
            <a:stretch>
              <a:fillRect/>
            </a:stretch>
          </p:blipFill>
          <p:spPr>
            <a:xfrm>
              <a:off x="7334250" y="6182105"/>
              <a:ext cx="28194" cy="18288"/>
            </a:xfrm>
            <a:prstGeom prst="rect">
              <a:avLst/>
            </a:prstGeom>
          </p:spPr>
        </p:pic>
        <p:sp>
          <p:nvSpPr>
            <p:cNvPr id="1316" name="object 1316"/>
            <p:cNvSpPr/>
            <p:nvPr/>
          </p:nvSpPr>
          <p:spPr>
            <a:xfrm>
              <a:off x="7334250" y="6181343"/>
              <a:ext cx="28575" cy="19050"/>
            </a:xfrm>
            <a:custGeom>
              <a:avLst/>
              <a:gdLst/>
              <a:ahLst/>
              <a:cxnLst/>
              <a:rect l="l" t="t" r="r" b="b"/>
              <a:pathLst>
                <a:path w="28575" h="19050">
                  <a:moveTo>
                    <a:pt x="0" y="12953"/>
                  </a:moveTo>
                  <a:lnTo>
                    <a:pt x="19050" y="19049"/>
                  </a:lnTo>
                  <a:lnTo>
                    <a:pt x="28194" y="12953"/>
                  </a:lnTo>
                  <a:lnTo>
                    <a:pt x="28194" y="6857"/>
                  </a:lnTo>
                  <a:lnTo>
                    <a:pt x="19050" y="0"/>
                  </a:lnTo>
                  <a:lnTo>
                    <a:pt x="0" y="6857"/>
                  </a:lnTo>
                  <a:lnTo>
                    <a:pt x="0" y="1295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17" name="object 1317"/>
            <p:cNvPicPr/>
            <p:nvPr/>
          </p:nvPicPr>
          <p:blipFill>
            <a:blip r:embed="rId223" cstate="print"/>
            <a:stretch>
              <a:fillRect/>
            </a:stretch>
          </p:blipFill>
          <p:spPr>
            <a:xfrm>
              <a:off x="7334250" y="6118097"/>
              <a:ext cx="28194" cy="19050"/>
            </a:xfrm>
            <a:prstGeom prst="rect">
              <a:avLst/>
            </a:prstGeom>
          </p:spPr>
        </p:pic>
        <p:sp>
          <p:nvSpPr>
            <p:cNvPr id="1318" name="object 1318"/>
            <p:cNvSpPr/>
            <p:nvPr/>
          </p:nvSpPr>
          <p:spPr>
            <a:xfrm>
              <a:off x="7334250" y="6118097"/>
              <a:ext cx="28575" cy="19050"/>
            </a:xfrm>
            <a:custGeom>
              <a:avLst/>
              <a:gdLst/>
              <a:ahLst/>
              <a:cxnLst/>
              <a:rect l="l" t="t" r="r" b="b"/>
              <a:pathLst>
                <a:path w="28575" h="19050">
                  <a:moveTo>
                    <a:pt x="0" y="12954"/>
                  </a:moveTo>
                  <a:lnTo>
                    <a:pt x="19050" y="19050"/>
                  </a:lnTo>
                  <a:lnTo>
                    <a:pt x="28194" y="12954"/>
                  </a:lnTo>
                  <a:lnTo>
                    <a:pt x="28194" y="6858"/>
                  </a:lnTo>
                  <a:lnTo>
                    <a:pt x="19050" y="0"/>
                  </a:lnTo>
                  <a:lnTo>
                    <a:pt x="0" y="6858"/>
                  </a:lnTo>
                  <a:lnTo>
                    <a:pt x="0" y="1295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19" name="object 1319"/>
            <p:cNvPicPr/>
            <p:nvPr/>
          </p:nvPicPr>
          <p:blipFill>
            <a:blip r:embed="rId224" cstate="print"/>
            <a:stretch>
              <a:fillRect/>
            </a:stretch>
          </p:blipFill>
          <p:spPr>
            <a:xfrm>
              <a:off x="5867400" y="5497067"/>
              <a:ext cx="79247" cy="88392"/>
            </a:xfrm>
            <a:prstGeom prst="rect">
              <a:avLst/>
            </a:prstGeom>
          </p:spPr>
        </p:pic>
        <p:sp>
          <p:nvSpPr>
            <p:cNvPr id="1320" name="object 1320"/>
            <p:cNvSpPr/>
            <p:nvPr/>
          </p:nvSpPr>
          <p:spPr>
            <a:xfrm>
              <a:off x="5867400" y="5497067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0" y="88391"/>
                  </a:lnTo>
                  <a:lnTo>
                    <a:pt x="76200" y="88391"/>
                  </a:lnTo>
                  <a:lnTo>
                    <a:pt x="7620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1" name="object 1321"/>
            <p:cNvPicPr/>
            <p:nvPr/>
          </p:nvPicPr>
          <p:blipFill>
            <a:blip r:embed="rId225" cstate="print"/>
            <a:stretch>
              <a:fillRect/>
            </a:stretch>
          </p:blipFill>
          <p:spPr>
            <a:xfrm>
              <a:off x="5886450" y="5560313"/>
              <a:ext cx="28955" cy="19049"/>
            </a:xfrm>
            <a:prstGeom prst="rect">
              <a:avLst/>
            </a:prstGeom>
          </p:spPr>
        </p:pic>
        <p:sp>
          <p:nvSpPr>
            <p:cNvPr id="1322" name="object 1322"/>
            <p:cNvSpPr/>
            <p:nvPr/>
          </p:nvSpPr>
          <p:spPr>
            <a:xfrm>
              <a:off x="5886450" y="5560313"/>
              <a:ext cx="29209" cy="19050"/>
            </a:xfrm>
            <a:custGeom>
              <a:avLst/>
              <a:gdLst/>
              <a:ahLst/>
              <a:cxnLst/>
              <a:rect l="l" t="t" r="r" b="b"/>
              <a:pathLst>
                <a:path w="29210" h="19050">
                  <a:moveTo>
                    <a:pt x="0" y="12954"/>
                  </a:moveTo>
                  <a:lnTo>
                    <a:pt x="19050" y="19050"/>
                  </a:lnTo>
                  <a:lnTo>
                    <a:pt x="28956" y="12954"/>
                  </a:lnTo>
                  <a:lnTo>
                    <a:pt x="28956" y="6096"/>
                  </a:lnTo>
                  <a:lnTo>
                    <a:pt x="19050" y="0"/>
                  </a:lnTo>
                  <a:lnTo>
                    <a:pt x="0" y="6096"/>
                  </a:lnTo>
                  <a:lnTo>
                    <a:pt x="0" y="1295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3" name="object 1323"/>
            <p:cNvPicPr/>
            <p:nvPr/>
          </p:nvPicPr>
          <p:blipFill>
            <a:blip r:embed="rId226" cstate="print"/>
            <a:stretch>
              <a:fillRect/>
            </a:stretch>
          </p:blipFill>
          <p:spPr>
            <a:xfrm>
              <a:off x="5886450" y="5497067"/>
              <a:ext cx="28955" cy="19049"/>
            </a:xfrm>
            <a:prstGeom prst="rect">
              <a:avLst/>
            </a:prstGeom>
          </p:spPr>
        </p:pic>
        <p:sp>
          <p:nvSpPr>
            <p:cNvPr id="1324" name="object 1324"/>
            <p:cNvSpPr/>
            <p:nvPr/>
          </p:nvSpPr>
          <p:spPr>
            <a:xfrm>
              <a:off x="5886450" y="5497067"/>
              <a:ext cx="29209" cy="19050"/>
            </a:xfrm>
            <a:custGeom>
              <a:avLst/>
              <a:gdLst/>
              <a:ahLst/>
              <a:cxnLst/>
              <a:rect l="l" t="t" r="r" b="b"/>
              <a:pathLst>
                <a:path w="29210" h="19050">
                  <a:moveTo>
                    <a:pt x="0" y="12953"/>
                  </a:moveTo>
                  <a:lnTo>
                    <a:pt x="19050" y="19049"/>
                  </a:lnTo>
                  <a:lnTo>
                    <a:pt x="28956" y="12953"/>
                  </a:lnTo>
                  <a:lnTo>
                    <a:pt x="28956" y="6095"/>
                  </a:lnTo>
                  <a:lnTo>
                    <a:pt x="19050" y="0"/>
                  </a:lnTo>
                  <a:lnTo>
                    <a:pt x="0" y="6095"/>
                  </a:lnTo>
                  <a:lnTo>
                    <a:pt x="0" y="1295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5" name="object 1325"/>
            <p:cNvPicPr/>
            <p:nvPr/>
          </p:nvPicPr>
          <p:blipFill>
            <a:blip r:embed="rId224" cstate="print"/>
            <a:stretch>
              <a:fillRect/>
            </a:stretch>
          </p:blipFill>
          <p:spPr>
            <a:xfrm>
              <a:off x="7315200" y="5497067"/>
              <a:ext cx="79247" cy="88392"/>
            </a:xfrm>
            <a:prstGeom prst="rect">
              <a:avLst/>
            </a:prstGeom>
          </p:spPr>
        </p:pic>
        <p:sp>
          <p:nvSpPr>
            <p:cNvPr id="1326" name="object 1326"/>
            <p:cNvSpPr/>
            <p:nvPr/>
          </p:nvSpPr>
          <p:spPr>
            <a:xfrm>
              <a:off x="7315200" y="5497067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0" y="88392"/>
                  </a:lnTo>
                  <a:lnTo>
                    <a:pt x="76200" y="88392"/>
                  </a:lnTo>
                  <a:lnTo>
                    <a:pt x="7620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7" name="object 1327"/>
            <p:cNvPicPr/>
            <p:nvPr/>
          </p:nvPicPr>
          <p:blipFill>
            <a:blip r:embed="rId227" cstate="print"/>
            <a:stretch>
              <a:fillRect/>
            </a:stretch>
          </p:blipFill>
          <p:spPr>
            <a:xfrm>
              <a:off x="7334250" y="5560313"/>
              <a:ext cx="28194" cy="19050"/>
            </a:xfrm>
            <a:prstGeom prst="rect">
              <a:avLst/>
            </a:prstGeom>
          </p:spPr>
        </p:pic>
        <p:sp>
          <p:nvSpPr>
            <p:cNvPr id="1328" name="object 1328"/>
            <p:cNvSpPr/>
            <p:nvPr/>
          </p:nvSpPr>
          <p:spPr>
            <a:xfrm>
              <a:off x="7334250" y="5560313"/>
              <a:ext cx="28575" cy="19050"/>
            </a:xfrm>
            <a:custGeom>
              <a:avLst/>
              <a:gdLst/>
              <a:ahLst/>
              <a:cxnLst/>
              <a:rect l="l" t="t" r="r" b="b"/>
              <a:pathLst>
                <a:path w="28575" h="19050">
                  <a:moveTo>
                    <a:pt x="0" y="12953"/>
                  </a:moveTo>
                  <a:lnTo>
                    <a:pt x="19050" y="19049"/>
                  </a:lnTo>
                  <a:lnTo>
                    <a:pt x="28194" y="12953"/>
                  </a:lnTo>
                  <a:lnTo>
                    <a:pt x="28194" y="6095"/>
                  </a:lnTo>
                  <a:lnTo>
                    <a:pt x="19050" y="0"/>
                  </a:lnTo>
                  <a:lnTo>
                    <a:pt x="0" y="6095"/>
                  </a:lnTo>
                  <a:lnTo>
                    <a:pt x="0" y="1295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9" name="object 1329"/>
            <p:cNvPicPr/>
            <p:nvPr/>
          </p:nvPicPr>
          <p:blipFill>
            <a:blip r:embed="rId228" cstate="print"/>
            <a:stretch>
              <a:fillRect/>
            </a:stretch>
          </p:blipFill>
          <p:spPr>
            <a:xfrm>
              <a:off x="7334250" y="5497067"/>
              <a:ext cx="28194" cy="19050"/>
            </a:xfrm>
            <a:prstGeom prst="rect">
              <a:avLst/>
            </a:prstGeom>
          </p:spPr>
        </p:pic>
        <p:sp>
          <p:nvSpPr>
            <p:cNvPr id="1330" name="object 1330"/>
            <p:cNvSpPr/>
            <p:nvPr/>
          </p:nvSpPr>
          <p:spPr>
            <a:xfrm>
              <a:off x="7334250" y="5497067"/>
              <a:ext cx="28575" cy="19050"/>
            </a:xfrm>
            <a:custGeom>
              <a:avLst/>
              <a:gdLst/>
              <a:ahLst/>
              <a:cxnLst/>
              <a:rect l="l" t="t" r="r" b="b"/>
              <a:pathLst>
                <a:path w="28575" h="19050">
                  <a:moveTo>
                    <a:pt x="0" y="12954"/>
                  </a:moveTo>
                  <a:lnTo>
                    <a:pt x="19050" y="19050"/>
                  </a:lnTo>
                  <a:lnTo>
                    <a:pt x="28194" y="12954"/>
                  </a:lnTo>
                  <a:lnTo>
                    <a:pt x="28194" y="6096"/>
                  </a:lnTo>
                  <a:lnTo>
                    <a:pt x="19050" y="0"/>
                  </a:lnTo>
                  <a:lnTo>
                    <a:pt x="0" y="6096"/>
                  </a:lnTo>
                  <a:lnTo>
                    <a:pt x="0" y="1295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1" name="object 1331"/>
            <p:cNvSpPr/>
            <p:nvPr/>
          </p:nvSpPr>
          <p:spPr>
            <a:xfrm>
              <a:off x="6258306" y="6010655"/>
              <a:ext cx="57150" cy="63500"/>
            </a:xfrm>
            <a:custGeom>
              <a:avLst/>
              <a:gdLst/>
              <a:ahLst/>
              <a:cxnLst/>
              <a:rect l="l" t="t" r="r" b="b"/>
              <a:pathLst>
                <a:path w="57150" h="63500">
                  <a:moveTo>
                    <a:pt x="57150" y="63246"/>
                  </a:moveTo>
                  <a:lnTo>
                    <a:pt x="57150" y="0"/>
                  </a:lnTo>
                  <a:lnTo>
                    <a:pt x="0" y="0"/>
                  </a:lnTo>
                  <a:lnTo>
                    <a:pt x="0" y="63246"/>
                  </a:lnTo>
                  <a:lnTo>
                    <a:pt x="57150" y="63246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2" name="object 1332"/>
            <p:cNvSpPr/>
            <p:nvPr/>
          </p:nvSpPr>
          <p:spPr>
            <a:xfrm>
              <a:off x="6258306" y="6010655"/>
              <a:ext cx="57150" cy="63500"/>
            </a:xfrm>
            <a:custGeom>
              <a:avLst/>
              <a:gdLst/>
              <a:ahLst/>
              <a:cxnLst/>
              <a:rect l="l" t="t" r="r" b="b"/>
              <a:pathLst>
                <a:path w="57150" h="63500">
                  <a:moveTo>
                    <a:pt x="0" y="0"/>
                  </a:moveTo>
                  <a:lnTo>
                    <a:pt x="0" y="63245"/>
                  </a:lnTo>
                  <a:lnTo>
                    <a:pt x="57150" y="63245"/>
                  </a:lnTo>
                  <a:lnTo>
                    <a:pt x="5715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3" name="object 1333"/>
            <p:cNvSpPr/>
            <p:nvPr/>
          </p:nvSpPr>
          <p:spPr>
            <a:xfrm>
              <a:off x="6258306" y="6016751"/>
              <a:ext cx="47625" cy="51435"/>
            </a:xfrm>
            <a:custGeom>
              <a:avLst/>
              <a:gdLst/>
              <a:ahLst/>
              <a:cxnLst/>
              <a:rect l="l" t="t" r="r" b="b"/>
              <a:pathLst>
                <a:path w="47625" h="51435">
                  <a:moveTo>
                    <a:pt x="47244" y="38100"/>
                  </a:moveTo>
                  <a:lnTo>
                    <a:pt x="47244" y="12954"/>
                  </a:lnTo>
                  <a:lnTo>
                    <a:pt x="38099" y="0"/>
                  </a:lnTo>
                  <a:lnTo>
                    <a:pt x="0" y="0"/>
                  </a:lnTo>
                  <a:lnTo>
                    <a:pt x="0" y="51054"/>
                  </a:lnTo>
                  <a:lnTo>
                    <a:pt x="38100" y="51054"/>
                  </a:lnTo>
                  <a:lnTo>
                    <a:pt x="47244" y="38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4" name="object 1334"/>
            <p:cNvSpPr/>
            <p:nvPr/>
          </p:nvSpPr>
          <p:spPr>
            <a:xfrm>
              <a:off x="6258306" y="6016751"/>
              <a:ext cx="47625" cy="51435"/>
            </a:xfrm>
            <a:custGeom>
              <a:avLst/>
              <a:gdLst/>
              <a:ahLst/>
              <a:cxnLst/>
              <a:rect l="l" t="t" r="r" b="b"/>
              <a:pathLst>
                <a:path w="47625" h="51435">
                  <a:moveTo>
                    <a:pt x="0" y="51054"/>
                  </a:moveTo>
                  <a:lnTo>
                    <a:pt x="38100" y="51054"/>
                  </a:lnTo>
                  <a:lnTo>
                    <a:pt x="47244" y="38100"/>
                  </a:lnTo>
                  <a:lnTo>
                    <a:pt x="47244" y="12954"/>
                  </a:lnTo>
                  <a:lnTo>
                    <a:pt x="38099" y="0"/>
                  </a:lnTo>
                  <a:lnTo>
                    <a:pt x="0" y="0"/>
                  </a:lnTo>
                  <a:lnTo>
                    <a:pt x="0" y="5105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5" name="object 1335"/>
            <p:cNvSpPr/>
            <p:nvPr/>
          </p:nvSpPr>
          <p:spPr>
            <a:xfrm>
              <a:off x="6258306" y="602284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5">
                  <a:moveTo>
                    <a:pt x="19050" y="32004"/>
                  </a:moveTo>
                  <a:lnTo>
                    <a:pt x="0" y="32004"/>
                  </a:lnTo>
                  <a:lnTo>
                    <a:pt x="0" y="38112"/>
                  </a:lnTo>
                  <a:lnTo>
                    <a:pt x="19050" y="38112"/>
                  </a:lnTo>
                  <a:lnTo>
                    <a:pt x="19050" y="32004"/>
                  </a:lnTo>
                  <a:close/>
                </a:path>
                <a:path w="38100" h="38735">
                  <a:moveTo>
                    <a:pt x="19050" y="0"/>
                  </a:moveTo>
                  <a:lnTo>
                    <a:pt x="0" y="0"/>
                  </a:lnTo>
                  <a:lnTo>
                    <a:pt x="0" y="6858"/>
                  </a:lnTo>
                  <a:lnTo>
                    <a:pt x="19050" y="6858"/>
                  </a:lnTo>
                  <a:lnTo>
                    <a:pt x="19050" y="0"/>
                  </a:lnTo>
                  <a:close/>
                </a:path>
                <a:path w="38100" h="38735">
                  <a:moveTo>
                    <a:pt x="38100" y="12954"/>
                  </a:moveTo>
                  <a:lnTo>
                    <a:pt x="28194" y="12954"/>
                  </a:lnTo>
                  <a:lnTo>
                    <a:pt x="28194" y="19062"/>
                  </a:lnTo>
                  <a:lnTo>
                    <a:pt x="38100" y="19062"/>
                  </a:lnTo>
                  <a:lnTo>
                    <a:pt x="38100" y="129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6" name="object 1336"/>
            <p:cNvSpPr/>
            <p:nvPr/>
          </p:nvSpPr>
          <p:spPr>
            <a:xfrm>
              <a:off x="6258306" y="5921501"/>
              <a:ext cx="57150" cy="64135"/>
            </a:xfrm>
            <a:custGeom>
              <a:avLst/>
              <a:gdLst/>
              <a:ahLst/>
              <a:cxnLst/>
              <a:rect l="l" t="t" r="r" b="b"/>
              <a:pathLst>
                <a:path w="57150" h="64135">
                  <a:moveTo>
                    <a:pt x="57150" y="64008"/>
                  </a:moveTo>
                  <a:lnTo>
                    <a:pt x="57150" y="0"/>
                  </a:lnTo>
                  <a:lnTo>
                    <a:pt x="0" y="0"/>
                  </a:lnTo>
                  <a:lnTo>
                    <a:pt x="0" y="64008"/>
                  </a:lnTo>
                  <a:lnTo>
                    <a:pt x="57150" y="64008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7" name="object 1337"/>
            <p:cNvSpPr/>
            <p:nvPr/>
          </p:nvSpPr>
          <p:spPr>
            <a:xfrm>
              <a:off x="6258306" y="5921501"/>
              <a:ext cx="57150" cy="64135"/>
            </a:xfrm>
            <a:custGeom>
              <a:avLst/>
              <a:gdLst/>
              <a:ahLst/>
              <a:cxnLst/>
              <a:rect l="l" t="t" r="r" b="b"/>
              <a:pathLst>
                <a:path w="57150" h="64135">
                  <a:moveTo>
                    <a:pt x="0" y="0"/>
                  </a:moveTo>
                  <a:lnTo>
                    <a:pt x="0" y="64007"/>
                  </a:lnTo>
                  <a:lnTo>
                    <a:pt x="57150" y="64007"/>
                  </a:lnTo>
                  <a:lnTo>
                    <a:pt x="5715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8" name="object 1338"/>
            <p:cNvSpPr/>
            <p:nvPr/>
          </p:nvSpPr>
          <p:spPr>
            <a:xfrm>
              <a:off x="6258306" y="5928359"/>
              <a:ext cx="47625" cy="50800"/>
            </a:xfrm>
            <a:custGeom>
              <a:avLst/>
              <a:gdLst/>
              <a:ahLst/>
              <a:cxnLst/>
              <a:rect l="l" t="t" r="r" b="b"/>
              <a:pathLst>
                <a:path w="47625" h="50800">
                  <a:moveTo>
                    <a:pt x="47244" y="38099"/>
                  </a:moveTo>
                  <a:lnTo>
                    <a:pt x="47244" y="12191"/>
                  </a:lnTo>
                  <a:lnTo>
                    <a:pt x="38099" y="0"/>
                  </a:lnTo>
                  <a:lnTo>
                    <a:pt x="0" y="0"/>
                  </a:lnTo>
                  <a:lnTo>
                    <a:pt x="0" y="50291"/>
                  </a:lnTo>
                  <a:lnTo>
                    <a:pt x="38100" y="50291"/>
                  </a:lnTo>
                  <a:lnTo>
                    <a:pt x="47244" y="38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9" name="object 1339"/>
            <p:cNvSpPr/>
            <p:nvPr/>
          </p:nvSpPr>
          <p:spPr>
            <a:xfrm>
              <a:off x="6258306" y="5928359"/>
              <a:ext cx="47625" cy="50800"/>
            </a:xfrm>
            <a:custGeom>
              <a:avLst/>
              <a:gdLst/>
              <a:ahLst/>
              <a:cxnLst/>
              <a:rect l="l" t="t" r="r" b="b"/>
              <a:pathLst>
                <a:path w="47625" h="50800">
                  <a:moveTo>
                    <a:pt x="0" y="50291"/>
                  </a:moveTo>
                  <a:lnTo>
                    <a:pt x="38100" y="50291"/>
                  </a:lnTo>
                  <a:lnTo>
                    <a:pt x="47244" y="38099"/>
                  </a:lnTo>
                  <a:lnTo>
                    <a:pt x="47244" y="12191"/>
                  </a:lnTo>
                  <a:lnTo>
                    <a:pt x="38099" y="0"/>
                  </a:lnTo>
                  <a:lnTo>
                    <a:pt x="0" y="0"/>
                  </a:lnTo>
                  <a:lnTo>
                    <a:pt x="0" y="5029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0" name="object 1340"/>
            <p:cNvSpPr/>
            <p:nvPr/>
          </p:nvSpPr>
          <p:spPr>
            <a:xfrm>
              <a:off x="6258306" y="5934455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19050" y="32004"/>
                  </a:moveTo>
                  <a:lnTo>
                    <a:pt x="0" y="32004"/>
                  </a:lnTo>
                  <a:lnTo>
                    <a:pt x="0" y="38100"/>
                  </a:lnTo>
                  <a:lnTo>
                    <a:pt x="19050" y="38100"/>
                  </a:lnTo>
                  <a:lnTo>
                    <a:pt x="19050" y="32004"/>
                  </a:lnTo>
                  <a:close/>
                </a:path>
                <a:path w="38100" h="38100">
                  <a:moveTo>
                    <a:pt x="19050" y="0"/>
                  </a:moveTo>
                  <a:lnTo>
                    <a:pt x="0" y="0"/>
                  </a:lnTo>
                  <a:lnTo>
                    <a:pt x="0" y="6108"/>
                  </a:lnTo>
                  <a:lnTo>
                    <a:pt x="19050" y="6108"/>
                  </a:lnTo>
                  <a:lnTo>
                    <a:pt x="19050" y="0"/>
                  </a:lnTo>
                  <a:close/>
                </a:path>
                <a:path w="38100" h="38100">
                  <a:moveTo>
                    <a:pt x="38100" y="12954"/>
                  </a:moveTo>
                  <a:lnTo>
                    <a:pt x="28194" y="12954"/>
                  </a:lnTo>
                  <a:lnTo>
                    <a:pt x="28194" y="19050"/>
                  </a:lnTo>
                  <a:lnTo>
                    <a:pt x="38100" y="19050"/>
                  </a:lnTo>
                  <a:lnTo>
                    <a:pt x="38100" y="129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1" name="object 1341"/>
            <p:cNvSpPr/>
            <p:nvPr/>
          </p:nvSpPr>
          <p:spPr>
            <a:xfrm>
              <a:off x="5962650" y="5522213"/>
              <a:ext cx="152400" cy="25400"/>
            </a:xfrm>
            <a:custGeom>
              <a:avLst/>
              <a:gdLst/>
              <a:ahLst/>
              <a:cxnLst/>
              <a:rect l="l" t="t" r="r" b="b"/>
              <a:pathLst>
                <a:path w="152400" h="25400">
                  <a:moveTo>
                    <a:pt x="0" y="0"/>
                  </a:moveTo>
                  <a:lnTo>
                    <a:pt x="0" y="25146"/>
                  </a:lnTo>
                  <a:lnTo>
                    <a:pt x="152400" y="25146"/>
                  </a:lnTo>
                  <a:lnTo>
                    <a:pt x="15240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2" name="object 1342"/>
            <p:cNvSpPr/>
            <p:nvPr/>
          </p:nvSpPr>
          <p:spPr>
            <a:xfrm>
              <a:off x="5985510" y="5522213"/>
              <a:ext cx="100330" cy="20320"/>
            </a:xfrm>
            <a:custGeom>
              <a:avLst/>
              <a:gdLst/>
              <a:ahLst/>
              <a:cxnLst/>
              <a:rect l="l" t="t" r="r" b="b"/>
              <a:pathLst>
                <a:path w="100329" h="20320">
                  <a:moveTo>
                    <a:pt x="99822" y="6858"/>
                  </a:moveTo>
                  <a:lnTo>
                    <a:pt x="96012" y="3048"/>
                  </a:lnTo>
                  <a:lnTo>
                    <a:pt x="90678" y="1524"/>
                  </a:lnTo>
                  <a:lnTo>
                    <a:pt x="86868" y="1524"/>
                  </a:lnTo>
                  <a:lnTo>
                    <a:pt x="91440" y="0"/>
                  </a:lnTo>
                  <a:lnTo>
                    <a:pt x="15240" y="0"/>
                  </a:lnTo>
                  <a:lnTo>
                    <a:pt x="10668" y="1524"/>
                  </a:lnTo>
                  <a:lnTo>
                    <a:pt x="5334" y="1524"/>
                  </a:lnTo>
                  <a:lnTo>
                    <a:pt x="0" y="4572"/>
                  </a:lnTo>
                  <a:lnTo>
                    <a:pt x="0" y="9906"/>
                  </a:lnTo>
                  <a:lnTo>
                    <a:pt x="762" y="10668"/>
                  </a:lnTo>
                  <a:lnTo>
                    <a:pt x="3048" y="16002"/>
                  </a:lnTo>
                  <a:lnTo>
                    <a:pt x="11430" y="19812"/>
                  </a:lnTo>
                  <a:lnTo>
                    <a:pt x="20574" y="19812"/>
                  </a:lnTo>
                  <a:lnTo>
                    <a:pt x="25146" y="19050"/>
                  </a:lnTo>
                  <a:lnTo>
                    <a:pt x="82296" y="19050"/>
                  </a:lnTo>
                  <a:lnTo>
                    <a:pt x="77724" y="19812"/>
                  </a:lnTo>
                  <a:lnTo>
                    <a:pt x="86868" y="19812"/>
                  </a:lnTo>
                  <a:lnTo>
                    <a:pt x="94488" y="16002"/>
                  </a:lnTo>
                  <a:lnTo>
                    <a:pt x="99822" y="6858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3" name="object 1343"/>
            <p:cNvSpPr/>
            <p:nvPr/>
          </p:nvSpPr>
          <p:spPr>
            <a:xfrm>
              <a:off x="5985510" y="5522213"/>
              <a:ext cx="100330" cy="20320"/>
            </a:xfrm>
            <a:custGeom>
              <a:avLst/>
              <a:gdLst/>
              <a:ahLst/>
              <a:cxnLst/>
              <a:rect l="l" t="t" r="r" b="b"/>
              <a:pathLst>
                <a:path w="100329" h="20320">
                  <a:moveTo>
                    <a:pt x="762" y="10668"/>
                  </a:moveTo>
                  <a:lnTo>
                    <a:pt x="3048" y="16002"/>
                  </a:lnTo>
                  <a:lnTo>
                    <a:pt x="11430" y="19812"/>
                  </a:lnTo>
                  <a:lnTo>
                    <a:pt x="20574" y="19812"/>
                  </a:lnTo>
                  <a:lnTo>
                    <a:pt x="25146" y="19050"/>
                  </a:lnTo>
                  <a:lnTo>
                    <a:pt x="82296" y="19050"/>
                  </a:lnTo>
                  <a:lnTo>
                    <a:pt x="77724" y="19812"/>
                  </a:lnTo>
                  <a:lnTo>
                    <a:pt x="86868" y="19812"/>
                  </a:lnTo>
                  <a:lnTo>
                    <a:pt x="94488" y="16002"/>
                  </a:lnTo>
                  <a:lnTo>
                    <a:pt x="97536" y="10668"/>
                  </a:lnTo>
                  <a:lnTo>
                    <a:pt x="99822" y="6858"/>
                  </a:lnTo>
                  <a:lnTo>
                    <a:pt x="96012" y="3048"/>
                  </a:lnTo>
                  <a:lnTo>
                    <a:pt x="90678" y="1524"/>
                  </a:lnTo>
                  <a:lnTo>
                    <a:pt x="89154" y="1524"/>
                  </a:lnTo>
                  <a:lnTo>
                    <a:pt x="88392" y="1524"/>
                  </a:lnTo>
                  <a:lnTo>
                    <a:pt x="86868" y="1524"/>
                  </a:lnTo>
                  <a:lnTo>
                    <a:pt x="91440" y="0"/>
                  </a:lnTo>
                  <a:lnTo>
                    <a:pt x="15240" y="0"/>
                  </a:lnTo>
                  <a:lnTo>
                    <a:pt x="10668" y="1524"/>
                  </a:lnTo>
                  <a:lnTo>
                    <a:pt x="5334" y="1524"/>
                  </a:lnTo>
                  <a:lnTo>
                    <a:pt x="0" y="4572"/>
                  </a:lnTo>
                  <a:lnTo>
                    <a:pt x="0" y="8382"/>
                  </a:lnTo>
                  <a:lnTo>
                    <a:pt x="0" y="9144"/>
                  </a:lnTo>
                  <a:lnTo>
                    <a:pt x="0" y="9906"/>
                  </a:lnTo>
                  <a:lnTo>
                    <a:pt x="762" y="1066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4" name="object 1344"/>
            <p:cNvSpPr/>
            <p:nvPr/>
          </p:nvSpPr>
          <p:spPr>
            <a:xfrm>
              <a:off x="5970270" y="5529833"/>
              <a:ext cx="131445" cy="6350"/>
            </a:xfrm>
            <a:custGeom>
              <a:avLst/>
              <a:gdLst/>
              <a:ahLst/>
              <a:cxnLst/>
              <a:rect l="l" t="t" r="r" b="b"/>
              <a:pathLst>
                <a:path w="131445" h="6350">
                  <a:moveTo>
                    <a:pt x="9144" y="1524"/>
                  </a:moveTo>
                  <a:lnTo>
                    <a:pt x="6858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1524" y="6096"/>
                  </a:lnTo>
                  <a:lnTo>
                    <a:pt x="6858" y="6096"/>
                  </a:lnTo>
                  <a:lnTo>
                    <a:pt x="9144" y="4572"/>
                  </a:lnTo>
                  <a:lnTo>
                    <a:pt x="9144" y="3048"/>
                  </a:lnTo>
                  <a:lnTo>
                    <a:pt x="9144" y="1524"/>
                  </a:lnTo>
                  <a:close/>
                </a:path>
                <a:path w="131445" h="6350">
                  <a:moveTo>
                    <a:pt x="131064" y="1524"/>
                  </a:moveTo>
                  <a:lnTo>
                    <a:pt x="129540" y="0"/>
                  </a:lnTo>
                  <a:lnTo>
                    <a:pt x="124206" y="0"/>
                  </a:lnTo>
                  <a:lnTo>
                    <a:pt x="121920" y="1524"/>
                  </a:lnTo>
                  <a:lnTo>
                    <a:pt x="121920" y="4572"/>
                  </a:lnTo>
                  <a:lnTo>
                    <a:pt x="124206" y="6096"/>
                  </a:lnTo>
                  <a:lnTo>
                    <a:pt x="129540" y="6096"/>
                  </a:lnTo>
                  <a:lnTo>
                    <a:pt x="131064" y="4572"/>
                  </a:lnTo>
                  <a:lnTo>
                    <a:pt x="131064" y="3048"/>
                  </a:lnTo>
                  <a:lnTo>
                    <a:pt x="131064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45" name="object 1345"/>
            <p:cNvPicPr/>
            <p:nvPr/>
          </p:nvPicPr>
          <p:blipFill>
            <a:blip r:embed="rId229" cstate="print"/>
            <a:stretch>
              <a:fillRect/>
            </a:stretch>
          </p:blipFill>
          <p:spPr>
            <a:xfrm>
              <a:off x="5943600" y="6118097"/>
              <a:ext cx="1371599" cy="89153"/>
            </a:xfrm>
            <a:prstGeom prst="rect">
              <a:avLst/>
            </a:prstGeom>
          </p:spPr>
        </p:pic>
        <p:sp>
          <p:nvSpPr>
            <p:cNvPr id="1346" name="object 1346"/>
            <p:cNvSpPr/>
            <p:nvPr/>
          </p:nvSpPr>
          <p:spPr>
            <a:xfrm>
              <a:off x="5943600" y="6118097"/>
              <a:ext cx="1371600" cy="89535"/>
            </a:xfrm>
            <a:custGeom>
              <a:avLst/>
              <a:gdLst/>
              <a:ahLst/>
              <a:cxnLst/>
              <a:rect l="l" t="t" r="r" b="b"/>
              <a:pathLst>
                <a:path w="1371600" h="89535">
                  <a:moveTo>
                    <a:pt x="0" y="0"/>
                  </a:moveTo>
                  <a:lnTo>
                    <a:pt x="0" y="89154"/>
                  </a:lnTo>
                  <a:lnTo>
                    <a:pt x="1371600" y="89154"/>
                  </a:lnTo>
                  <a:lnTo>
                    <a:pt x="137160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7" name="object 1347"/>
            <p:cNvSpPr/>
            <p:nvPr/>
          </p:nvSpPr>
          <p:spPr>
            <a:xfrm>
              <a:off x="6124956" y="5510021"/>
              <a:ext cx="28575" cy="63500"/>
            </a:xfrm>
            <a:custGeom>
              <a:avLst/>
              <a:gdLst/>
              <a:ahLst/>
              <a:cxnLst/>
              <a:rect l="l" t="t" r="r" b="b"/>
              <a:pathLst>
                <a:path w="28575" h="63500">
                  <a:moveTo>
                    <a:pt x="0" y="0"/>
                  </a:moveTo>
                  <a:lnTo>
                    <a:pt x="0" y="63246"/>
                  </a:lnTo>
                  <a:lnTo>
                    <a:pt x="28194" y="63246"/>
                  </a:lnTo>
                  <a:lnTo>
                    <a:pt x="28193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8" name="object 1348"/>
            <p:cNvSpPr/>
            <p:nvPr/>
          </p:nvSpPr>
          <p:spPr>
            <a:xfrm>
              <a:off x="6191250" y="5510021"/>
              <a:ext cx="29209" cy="63500"/>
            </a:xfrm>
            <a:custGeom>
              <a:avLst/>
              <a:gdLst/>
              <a:ahLst/>
              <a:cxnLst/>
              <a:rect l="l" t="t" r="r" b="b"/>
              <a:pathLst>
                <a:path w="29210" h="63500">
                  <a:moveTo>
                    <a:pt x="0" y="0"/>
                  </a:moveTo>
                  <a:lnTo>
                    <a:pt x="0" y="63246"/>
                  </a:lnTo>
                  <a:lnTo>
                    <a:pt x="28956" y="63246"/>
                  </a:lnTo>
                  <a:lnTo>
                    <a:pt x="28955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9" name="object 1349"/>
            <p:cNvSpPr/>
            <p:nvPr/>
          </p:nvSpPr>
          <p:spPr>
            <a:xfrm>
              <a:off x="7219950" y="5510021"/>
              <a:ext cx="28575" cy="63500"/>
            </a:xfrm>
            <a:custGeom>
              <a:avLst/>
              <a:gdLst/>
              <a:ahLst/>
              <a:cxnLst/>
              <a:rect l="l" t="t" r="r" b="b"/>
              <a:pathLst>
                <a:path w="28575" h="63500">
                  <a:moveTo>
                    <a:pt x="0" y="0"/>
                  </a:moveTo>
                  <a:lnTo>
                    <a:pt x="0" y="63246"/>
                  </a:lnTo>
                  <a:lnTo>
                    <a:pt x="28194" y="63246"/>
                  </a:lnTo>
                  <a:lnTo>
                    <a:pt x="28193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0" name="object 1350"/>
            <p:cNvSpPr/>
            <p:nvPr/>
          </p:nvSpPr>
          <p:spPr>
            <a:xfrm>
              <a:off x="6667500" y="5510021"/>
              <a:ext cx="29209" cy="63500"/>
            </a:xfrm>
            <a:custGeom>
              <a:avLst/>
              <a:gdLst/>
              <a:ahLst/>
              <a:cxnLst/>
              <a:rect l="l" t="t" r="r" b="b"/>
              <a:pathLst>
                <a:path w="29209" h="63500">
                  <a:moveTo>
                    <a:pt x="0" y="0"/>
                  </a:moveTo>
                  <a:lnTo>
                    <a:pt x="0" y="63246"/>
                  </a:lnTo>
                  <a:lnTo>
                    <a:pt x="28956" y="63246"/>
                  </a:lnTo>
                  <a:lnTo>
                    <a:pt x="28955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1" name="object 1351"/>
            <p:cNvSpPr/>
            <p:nvPr/>
          </p:nvSpPr>
          <p:spPr>
            <a:xfrm>
              <a:off x="6724650" y="5510021"/>
              <a:ext cx="29209" cy="63500"/>
            </a:xfrm>
            <a:custGeom>
              <a:avLst/>
              <a:gdLst/>
              <a:ahLst/>
              <a:cxnLst/>
              <a:rect l="l" t="t" r="r" b="b"/>
              <a:pathLst>
                <a:path w="29209" h="63500">
                  <a:moveTo>
                    <a:pt x="0" y="0"/>
                  </a:moveTo>
                  <a:lnTo>
                    <a:pt x="0" y="63246"/>
                  </a:lnTo>
                  <a:lnTo>
                    <a:pt x="28956" y="63246"/>
                  </a:lnTo>
                  <a:lnTo>
                    <a:pt x="28955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2" name="object 1352"/>
            <p:cNvSpPr/>
            <p:nvPr/>
          </p:nvSpPr>
          <p:spPr>
            <a:xfrm>
              <a:off x="6791706" y="5510021"/>
              <a:ext cx="28575" cy="63500"/>
            </a:xfrm>
            <a:custGeom>
              <a:avLst/>
              <a:gdLst/>
              <a:ahLst/>
              <a:cxnLst/>
              <a:rect l="l" t="t" r="r" b="b"/>
              <a:pathLst>
                <a:path w="28575" h="63500">
                  <a:moveTo>
                    <a:pt x="0" y="0"/>
                  </a:moveTo>
                  <a:lnTo>
                    <a:pt x="0" y="63246"/>
                  </a:lnTo>
                  <a:lnTo>
                    <a:pt x="28194" y="63246"/>
                  </a:lnTo>
                  <a:lnTo>
                    <a:pt x="28193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3" name="object 1353"/>
            <p:cNvSpPr/>
            <p:nvPr/>
          </p:nvSpPr>
          <p:spPr>
            <a:xfrm>
              <a:off x="6105906" y="5687567"/>
              <a:ext cx="123825" cy="165100"/>
            </a:xfrm>
            <a:custGeom>
              <a:avLst/>
              <a:gdLst/>
              <a:ahLst/>
              <a:cxnLst/>
              <a:rect l="l" t="t" r="r" b="b"/>
              <a:pathLst>
                <a:path w="123825" h="165100">
                  <a:moveTo>
                    <a:pt x="123444" y="0"/>
                  </a:moveTo>
                  <a:lnTo>
                    <a:pt x="123444" y="164592"/>
                  </a:lnTo>
                  <a:lnTo>
                    <a:pt x="0" y="164592"/>
                  </a:lnTo>
                  <a:lnTo>
                    <a:pt x="0" y="0"/>
                  </a:lnTo>
                  <a:lnTo>
                    <a:pt x="123444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4" name="object 1354"/>
            <p:cNvSpPr/>
            <p:nvPr/>
          </p:nvSpPr>
          <p:spPr>
            <a:xfrm>
              <a:off x="6629400" y="5497067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0"/>
                  </a:moveTo>
                  <a:lnTo>
                    <a:pt x="0" y="883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5" name="object 1355"/>
            <p:cNvSpPr/>
            <p:nvPr/>
          </p:nvSpPr>
          <p:spPr>
            <a:xfrm>
              <a:off x="6248400" y="5497067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0"/>
                  </a:moveTo>
                  <a:lnTo>
                    <a:pt x="0" y="883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6" name="object 1356"/>
            <p:cNvSpPr/>
            <p:nvPr/>
          </p:nvSpPr>
          <p:spPr>
            <a:xfrm>
              <a:off x="6096000" y="5611367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h="506729">
                  <a:moveTo>
                    <a:pt x="0" y="0"/>
                  </a:moveTo>
                  <a:lnTo>
                    <a:pt x="0" y="506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7" name="object 1357"/>
            <p:cNvSpPr/>
            <p:nvPr/>
          </p:nvSpPr>
          <p:spPr>
            <a:xfrm>
              <a:off x="6248400" y="5611367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h="506729">
                  <a:moveTo>
                    <a:pt x="0" y="0"/>
                  </a:moveTo>
                  <a:lnTo>
                    <a:pt x="0" y="506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8" name="object 1358"/>
            <p:cNvSpPr/>
            <p:nvPr/>
          </p:nvSpPr>
          <p:spPr>
            <a:xfrm>
              <a:off x="6324600" y="5611367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h="506729">
                  <a:moveTo>
                    <a:pt x="0" y="0"/>
                  </a:moveTo>
                  <a:lnTo>
                    <a:pt x="0" y="506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9" name="object 1359"/>
            <p:cNvSpPr/>
            <p:nvPr/>
          </p:nvSpPr>
          <p:spPr>
            <a:xfrm>
              <a:off x="6400800" y="5611367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h="506729">
                  <a:moveTo>
                    <a:pt x="0" y="0"/>
                  </a:moveTo>
                  <a:lnTo>
                    <a:pt x="0" y="506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0" name="object 1360"/>
            <p:cNvSpPr/>
            <p:nvPr/>
          </p:nvSpPr>
          <p:spPr>
            <a:xfrm>
              <a:off x="6477000" y="5611367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h="506729">
                  <a:moveTo>
                    <a:pt x="0" y="0"/>
                  </a:moveTo>
                  <a:lnTo>
                    <a:pt x="0" y="506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1" name="object 1361"/>
            <p:cNvSpPr/>
            <p:nvPr/>
          </p:nvSpPr>
          <p:spPr>
            <a:xfrm>
              <a:off x="6553200" y="5611367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h="506729">
                  <a:moveTo>
                    <a:pt x="0" y="0"/>
                  </a:moveTo>
                  <a:lnTo>
                    <a:pt x="0" y="506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2" name="object 1362"/>
            <p:cNvSpPr/>
            <p:nvPr/>
          </p:nvSpPr>
          <p:spPr>
            <a:xfrm>
              <a:off x="6629400" y="5611367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h="506729">
                  <a:moveTo>
                    <a:pt x="0" y="0"/>
                  </a:moveTo>
                  <a:lnTo>
                    <a:pt x="0" y="506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3" name="object 1363"/>
            <p:cNvSpPr/>
            <p:nvPr/>
          </p:nvSpPr>
          <p:spPr>
            <a:xfrm>
              <a:off x="6705600" y="5611367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h="506729">
                  <a:moveTo>
                    <a:pt x="0" y="0"/>
                  </a:moveTo>
                  <a:lnTo>
                    <a:pt x="0" y="506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4" name="object 1364"/>
            <p:cNvSpPr/>
            <p:nvPr/>
          </p:nvSpPr>
          <p:spPr>
            <a:xfrm>
              <a:off x="6781800" y="5611367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h="506729">
                  <a:moveTo>
                    <a:pt x="0" y="0"/>
                  </a:moveTo>
                  <a:lnTo>
                    <a:pt x="0" y="506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5" name="object 1365"/>
            <p:cNvSpPr/>
            <p:nvPr/>
          </p:nvSpPr>
          <p:spPr>
            <a:xfrm>
              <a:off x="6858000" y="5611367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h="506729">
                  <a:moveTo>
                    <a:pt x="0" y="0"/>
                  </a:moveTo>
                  <a:lnTo>
                    <a:pt x="0" y="506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6" name="object 1366"/>
            <p:cNvSpPr/>
            <p:nvPr/>
          </p:nvSpPr>
          <p:spPr>
            <a:xfrm>
              <a:off x="6934200" y="5611367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h="506729">
                  <a:moveTo>
                    <a:pt x="0" y="0"/>
                  </a:moveTo>
                  <a:lnTo>
                    <a:pt x="0" y="506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7" name="object 1367"/>
            <p:cNvSpPr/>
            <p:nvPr/>
          </p:nvSpPr>
          <p:spPr>
            <a:xfrm>
              <a:off x="7010400" y="5611367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h="506729">
                  <a:moveTo>
                    <a:pt x="0" y="0"/>
                  </a:moveTo>
                  <a:lnTo>
                    <a:pt x="0" y="506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8" name="object 1368"/>
            <p:cNvSpPr/>
            <p:nvPr/>
          </p:nvSpPr>
          <p:spPr>
            <a:xfrm>
              <a:off x="7086600" y="5611367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h="506729">
                  <a:moveTo>
                    <a:pt x="0" y="0"/>
                  </a:moveTo>
                  <a:lnTo>
                    <a:pt x="0" y="506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9" name="object 1369"/>
            <p:cNvSpPr/>
            <p:nvPr/>
          </p:nvSpPr>
          <p:spPr>
            <a:xfrm>
              <a:off x="7162800" y="5611367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h="506729">
                  <a:moveTo>
                    <a:pt x="0" y="0"/>
                  </a:moveTo>
                  <a:lnTo>
                    <a:pt x="0" y="506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0" name="object 1370"/>
            <p:cNvSpPr/>
            <p:nvPr/>
          </p:nvSpPr>
          <p:spPr>
            <a:xfrm>
              <a:off x="7239000" y="5611367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h="506729">
                  <a:moveTo>
                    <a:pt x="0" y="0"/>
                  </a:moveTo>
                  <a:lnTo>
                    <a:pt x="0" y="506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71" name="object 1371"/>
            <p:cNvPicPr/>
            <p:nvPr/>
          </p:nvPicPr>
          <p:blipFill>
            <a:blip r:embed="rId230" cstate="print"/>
            <a:stretch>
              <a:fillRect/>
            </a:stretch>
          </p:blipFill>
          <p:spPr>
            <a:xfrm>
              <a:off x="5943600" y="6162293"/>
              <a:ext cx="1371599" cy="44958"/>
            </a:xfrm>
            <a:prstGeom prst="rect">
              <a:avLst/>
            </a:prstGeom>
          </p:spPr>
        </p:pic>
        <p:sp>
          <p:nvSpPr>
            <p:cNvPr id="1372" name="object 1372"/>
            <p:cNvSpPr/>
            <p:nvPr/>
          </p:nvSpPr>
          <p:spPr>
            <a:xfrm>
              <a:off x="5943600" y="6162293"/>
              <a:ext cx="1371600" cy="45085"/>
            </a:xfrm>
            <a:custGeom>
              <a:avLst/>
              <a:gdLst/>
              <a:ahLst/>
              <a:cxnLst/>
              <a:rect l="l" t="t" r="r" b="b"/>
              <a:pathLst>
                <a:path w="1371600" h="45085">
                  <a:moveTo>
                    <a:pt x="0" y="0"/>
                  </a:moveTo>
                  <a:lnTo>
                    <a:pt x="0" y="44958"/>
                  </a:lnTo>
                  <a:lnTo>
                    <a:pt x="1371600" y="44958"/>
                  </a:lnTo>
                  <a:lnTo>
                    <a:pt x="137160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73" name="object 1373"/>
            <p:cNvPicPr/>
            <p:nvPr/>
          </p:nvPicPr>
          <p:blipFill>
            <a:blip r:embed="rId231" cstate="print"/>
            <a:stretch>
              <a:fillRect/>
            </a:stretch>
          </p:blipFill>
          <p:spPr>
            <a:xfrm>
              <a:off x="5943600" y="5584697"/>
              <a:ext cx="1371600" cy="27431"/>
            </a:xfrm>
            <a:prstGeom prst="rect">
              <a:avLst/>
            </a:prstGeom>
          </p:spPr>
        </p:pic>
        <p:sp>
          <p:nvSpPr>
            <p:cNvPr id="1374" name="object 1374"/>
            <p:cNvSpPr/>
            <p:nvPr/>
          </p:nvSpPr>
          <p:spPr>
            <a:xfrm>
              <a:off x="6029706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5" name="object 1375"/>
            <p:cNvSpPr/>
            <p:nvPr/>
          </p:nvSpPr>
          <p:spPr>
            <a:xfrm>
              <a:off x="6067806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6" name="object 1376"/>
            <p:cNvSpPr/>
            <p:nvPr/>
          </p:nvSpPr>
          <p:spPr>
            <a:xfrm>
              <a:off x="6115050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7" name="object 1377"/>
            <p:cNvSpPr/>
            <p:nvPr/>
          </p:nvSpPr>
          <p:spPr>
            <a:xfrm>
              <a:off x="6153150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8" name="object 1378"/>
            <p:cNvSpPr/>
            <p:nvPr/>
          </p:nvSpPr>
          <p:spPr>
            <a:xfrm>
              <a:off x="6191250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9" name="object 1379"/>
            <p:cNvSpPr/>
            <p:nvPr/>
          </p:nvSpPr>
          <p:spPr>
            <a:xfrm>
              <a:off x="6239256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0" name="object 1380"/>
            <p:cNvSpPr/>
            <p:nvPr/>
          </p:nvSpPr>
          <p:spPr>
            <a:xfrm>
              <a:off x="6277356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1" name="object 1381"/>
            <p:cNvSpPr/>
            <p:nvPr/>
          </p:nvSpPr>
          <p:spPr>
            <a:xfrm>
              <a:off x="6315456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2" name="object 1382"/>
            <p:cNvSpPr/>
            <p:nvPr/>
          </p:nvSpPr>
          <p:spPr>
            <a:xfrm>
              <a:off x="6362700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3" name="object 1383"/>
            <p:cNvSpPr/>
            <p:nvPr/>
          </p:nvSpPr>
          <p:spPr>
            <a:xfrm>
              <a:off x="6400800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4" name="object 1384"/>
            <p:cNvSpPr/>
            <p:nvPr/>
          </p:nvSpPr>
          <p:spPr>
            <a:xfrm>
              <a:off x="6438900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5" name="object 1385"/>
            <p:cNvSpPr/>
            <p:nvPr/>
          </p:nvSpPr>
          <p:spPr>
            <a:xfrm>
              <a:off x="6486906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6" name="object 1386"/>
            <p:cNvSpPr/>
            <p:nvPr/>
          </p:nvSpPr>
          <p:spPr>
            <a:xfrm>
              <a:off x="6525006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7" name="object 1387"/>
            <p:cNvSpPr/>
            <p:nvPr/>
          </p:nvSpPr>
          <p:spPr>
            <a:xfrm>
              <a:off x="6563106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8" name="object 1388"/>
            <p:cNvSpPr/>
            <p:nvPr/>
          </p:nvSpPr>
          <p:spPr>
            <a:xfrm>
              <a:off x="6610350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9" name="object 1389"/>
            <p:cNvSpPr/>
            <p:nvPr/>
          </p:nvSpPr>
          <p:spPr>
            <a:xfrm>
              <a:off x="6648450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0" name="object 1390"/>
            <p:cNvSpPr/>
            <p:nvPr/>
          </p:nvSpPr>
          <p:spPr>
            <a:xfrm>
              <a:off x="6686550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1" name="object 1391"/>
            <p:cNvSpPr/>
            <p:nvPr/>
          </p:nvSpPr>
          <p:spPr>
            <a:xfrm>
              <a:off x="6734556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2" name="object 1392"/>
            <p:cNvSpPr/>
            <p:nvPr/>
          </p:nvSpPr>
          <p:spPr>
            <a:xfrm>
              <a:off x="6772656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3" name="object 1393"/>
            <p:cNvSpPr/>
            <p:nvPr/>
          </p:nvSpPr>
          <p:spPr>
            <a:xfrm>
              <a:off x="6810756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4" name="object 1394"/>
            <p:cNvSpPr/>
            <p:nvPr/>
          </p:nvSpPr>
          <p:spPr>
            <a:xfrm>
              <a:off x="6858000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5" name="object 1395"/>
            <p:cNvSpPr/>
            <p:nvPr/>
          </p:nvSpPr>
          <p:spPr>
            <a:xfrm>
              <a:off x="6896100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6" name="object 1396"/>
            <p:cNvSpPr/>
            <p:nvPr/>
          </p:nvSpPr>
          <p:spPr>
            <a:xfrm>
              <a:off x="6934200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7" name="object 1397"/>
            <p:cNvSpPr/>
            <p:nvPr/>
          </p:nvSpPr>
          <p:spPr>
            <a:xfrm>
              <a:off x="6981444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8" name="object 1398"/>
            <p:cNvSpPr/>
            <p:nvPr/>
          </p:nvSpPr>
          <p:spPr>
            <a:xfrm>
              <a:off x="7019544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9" name="object 1399"/>
            <p:cNvSpPr/>
            <p:nvPr/>
          </p:nvSpPr>
          <p:spPr>
            <a:xfrm>
              <a:off x="7057644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0" name="object 1400"/>
            <p:cNvSpPr/>
            <p:nvPr/>
          </p:nvSpPr>
          <p:spPr>
            <a:xfrm>
              <a:off x="7095744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1" name="object 1401"/>
            <p:cNvSpPr/>
            <p:nvPr/>
          </p:nvSpPr>
          <p:spPr>
            <a:xfrm>
              <a:off x="7143750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2" name="object 1402"/>
            <p:cNvSpPr/>
            <p:nvPr/>
          </p:nvSpPr>
          <p:spPr>
            <a:xfrm>
              <a:off x="7181850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3" name="object 1403"/>
            <p:cNvSpPr/>
            <p:nvPr/>
          </p:nvSpPr>
          <p:spPr>
            <a:xfrm>
              <a:off x="7219950" y="6137147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04" name="object 1404"/>
            <p:cNvPicPr/>
            <p:nvPr/>
          </p:nvPicPr>
          <p:blipFill>
            <a:blip r:embed="rId232" cstate="print"/>
            <a:stretch>
              <a:fillRect/>
            </a:stretch>
          </p:blipFill>
          <p:spPr>
            <a:xfrm>
              <a:off x="7515606" y="5823203"/>
              <a:ext cx="774191" cy="141731"/>
            </a:xfrm>
            <a:prstGeom prst="rect">
              <a:avLst/>
            </a:prstGeom>
          </p:spPr>
        </p:pic>
        <p:pic>
          <p:nvPicPr>
            <p:cNvPr id="1405" name="object 1405"/>
            <p:cNvPicPr/>
            <p:nvPr/>
          </p:nvPicPr>
          <p:blipFill>
            <a:blip r:embed="rId233" cstate="print"/>
            <a:stretch>
              <a:fillRect/>
            </a:stretch>
          </p:blipFill>
          <p:spPr>
            <a:xfrm>
              <a:off x="6433566" y="6899909"/>
              <a:ext cx="364997" cy="283463"/>
            </a:xfrm>
            <a:prstGeom prst="rect">
              <a:avLst/>
            </a:prstGeom>
          </p:spPr>
        </p:pic>
        <p:pic>
          <p:nvPicPr>
            <p:cNvPr id="1406" name="object 1406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6809994" y="6902957"/>
              <a:ext cx="92201" cy="43434"/>
            </a:xfrm>
            <a:prstGeom prst="rect">
              <a:avLst/>
            </a:prstGeom>
          </p:spPr>
        </p:pic>
        <p:pic>
          <p:nvPicPr>
            <p:cNvPr id="1407" name="object 1407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6429756" y="6984491"/>
              <a:ext cx="42671" cy="260604"/>
            </a:xfrm>
            <a:prstGeom prst="rect">
              <a:avLst/>
            </a:prstGeom>
          </p:spPr>
        </p:pic>
        <p:pic>
          <p:nvPicPr>
            <p:cNvPr id="1408" name="object 1408"/>
            <p:cNvPicPr/>
            <p:nvPr/>
          </p:nvPicPr>
          <p:blipFill>
            <a:blip r:embed="rId234" cstate="print"/>
            <a:stretch>
              <a:fillRect/>
            </a:stretch>
          </p:blipFill>
          <p:spPr>
            <a:xfrm>
              <a:off x="6500622" y="6981443"/>
              <a:ext cx="402336" cy="141731"/>
            </a:xfrm>
            <a:prstGeom prst="rect">
              <a:avLst/>
            </a:prstGeom>
          </p:spPr>
        </p:pic>
        <p:sp>
          <p:nvSpPr>
            <p:cNvPr id="1409" name="object 1409"/>
            <p:cNvSpPr/>
            <p:nvPr/>
          </p:nvSpPr>
          <p:spPr>
            <a:xfrm>
              <a:off x="5797296" y="7050785"/>
              <a:ext cx="1727835" cy="99060"/>
            </a:xfrm>
            <a:custGeom>
              <a:avLst/>
              <a:gdLst/>
              <a:ahLst/>
              <a:cxnLst/>
              <a:rect l="l" t="t" r="r" b="b"/>
              <a:pathLst>
                <a:path w="1727834" h="99059">
                  <a:moveTo>
                    <a:pt x="1727453" y="96773"/>
                  </a:moveTo>
                  <a:lnTo>
                    <a:pt x="1727453" y="2285"/>
                  </a:lnTo>
                  <a:lnTo>
                    <a:pt x="1719071" y="0"/>
                  </a:lnTo>
                  <a:lnTo>
                    <a:pt x="7619" y="0"/>
                  </a:lnTo>
                  <a:lnTo>
                    <a:pt x="0" y="2285"/>
                  </a:lnTo>
                  <a:lnTo>
                    <a:pt x="0" y="96773"/>
                  </a:lnTo>
                  <a:lnTo>
                    <a:pt x="7619" y="99059"/>
                  </a:lnTo>
                  <a:lnTo>
                    <a:pt x="13715" y="99059"/>
                  </a:lnTo>
                  <a:lnTo>
                    <a:pt x="13715" y="10667"/>
                  </a:lnTo>
                  <a:lnTo>
                    <a:pt x="17525" y="8381"/>
                  </a:lnTo>
                  <a:lnTo>
                    <a:pt x="39624" y="8381"/>
                  </a:lnTo>
                  <a:lnTo>
                    <a:pt x="44957" y="7619"/>
                  </a:lnTo>
                  <a:lnTo>
                    <a:pt x="48768" y="10667"/>
                  </a:lnTo>
                  <a:lnTo>
                    <a:pt x="48768" y="99059"/>
                  </a:lnTo>
                  <a:lnTo>
                    <a:pt x="1678686" y="99059"/>
                  </a:lnTo>
                  <a:lnTo>
                    <a:pt x="1678686" y="10667"/>
                  </a:lnTo>
                  <a:lnTo>
                    <a:pt x="1682495" y="8381"/>
                  </a:lnTo>
                  <a:lnTo>
                    <a:pt x="1704594" y="8381"/>
                  </a:lnTo>
                  <a:lnTo>
                    <a:pt x="1709165" y="7619"/>
                  </a:lnTo>
                  <a:lnTo>
                    <a:pt x="1713738" y="10667"/>
                  </a:lnTo>
                  <a:lnTo>
                    <a:pt x="1713738" y="99059"/>
                  </a:lnTo>
                  <a:lnTo>
                    <a:pt x="1719071" y="99059"/>
                  </a:lnTo>
                  <a:lnTo>
                    <a:pt x="1727453" y="96773"/>
                  </a:lnTo>
                  <a:close/>
                </a:path>
                <a:path w="1727834" h="99059">
                  <a:moveTo>
                    <a:pt x="48768" y="46481"/>
                  </a:moveTo>
                  <a:lnTo>
                    <a:pt x="48768" y="16763"/>
                  </a:lnTo>
                  <a:lnTo>
                    <a:pt x="44957" y="19049"/>
                  </a:lnTo>
                  <a:lnTo>
                    <a:pt x="17525" y="19049"/>
                  </a:lnTo>
                  <a:lnTo>
                    <a:pt x="13715" y="16763"/>
                  </a:lnTo>
                  <a:lnTo>
                    <a:pt x="13715" y="46481"/>
                  </a:lnTo>
                  <a:lnTo>
                    <a:pt x="17525" y="44195"/>
                  </a:lnTo>
                  <a:lnTo>
                    <a:pt x="22859" y="43433"/>
                  </a:lnTo>
                  <a:lnTo>
                    <a:pt x="44957" y="43433"/>
                  </a:lnTo>
                  <a:lnTo>
                    <a:pt x="48768" y="46481"/>
                  </a:lnTo>
                  <a:close/>
                </a:path>
                <a:path w="1727834" h="99059">
                  <a:moveTo>
                    <a:pt x="48768" y="82295"/>
                  </a:moveTo>
                  <a:lnTo>
                    <a:pt x="48768" y="52577"/>
                  </a:lnTo>
                  <a:lnTo>
                    <a:pt x="44957" y="54863"/>
                  </a:lnTo>
                  <a:lnTo>
                    <a:pt x="17525" y="54863"/>
                  </a:lnTo>
                  <a:lnTo>
                    <a:pt x="13715" y="52577"/>
                  </a:lnTo>
                  <a:lnTo>
                    <a:pt x="13715" y="82295"/>
                  </a:lnTo>
                  <a:lnTo>
                    <a:pt x="17525" y="79247"/>
                  </a:lnTo>
                  <a:lnTo>
                    <a:pt x="44957" y="79247"/>
                  </a:lnTo>
                  <a:lnTo>
                    <a:pt x="48768" y="82295"/>
                  </a:lnTo>
                  <a:close/>
                </a:path>
                <a:path w="1727834" h="99059">
                  <a:moveTo>
                    <a:pt x="48768" y="99059"/>
                  </a:moveTo>
                  <a:lnTo>
                    <a:pt x="48768" y="88391"/>
                  </a:lnTo>
                  <a:lnTo>
                    <a:pt x="44957" y="90677"/>
                  </a:lnTo>
                  <a:lnTo>
                    <a:pt x="17525" y="90677"/>
                  </a:lnTo>
                  <a:lnTo>
                    <a:pt x="13715" y="88391"/>
                  </a:lnTo>
                  <a:lnTo>
                    <a:pt x="13715" y="99059"/>
                  </a:lnTo>
                  <a:lnTo>
                    <a:pt x="48768" y="99059"/>
                  </a:lnTo>
                  <a:close/>
                </a:path>
                <a:path w="1727834" h="99059">
                  <a:moveTo>
                    <a:pt x="1713738" y="46481"/>
                  </a:moveTo>
                  <a:lnTo>
                    <a:pt x="1713738" y="16763"/>
                  </a:lnTo>
                  <a:lnTo>
                    <a:pt x="1709165" y="19049"/>
                  </a:lnTo>
                  <a:lnTo>
                    <a:pt x="1682495" y="19049"/>
                  </a:lnTo>
                  <a:lnTo>
                    <a:pt x="1678686" y="16763"/>
                  </a:lnTo>
                  <a:lnTo>
                    <a:pt x="1678686" y="46481"/>
                  </a:lnTo>
                  <a:lnTo>
                    <a:pt x="1682495" y="44195"/>
                  </a:lnTo>
                  <a:lnTo>
                    <a:pt x="1687068" y="43433"/>
                  </a:lnTo>
                  <a:lnTo>
                    <a:pt x="1709165" y="43433"/>
                  </a:lnTo>
                  <a:lnTo>
                    <a:pt x="1713738" y="46481"/>
                  </a:lnTo>
                  <a:close/>
                </a:path>
                <a:path w="1727834" h="99059">
                  <a:moveTo>
                    <a:pt x="1713738" y="82295"/>
                  </a:moveTo>
                  <a:lnTo>
                    <a:pt x="1713738" y="52577"/>
                  </a:lnTo>
                  <a:lnTo>
                    <a:pt x="1709165" y="54863"/>
                  </a:lnTo>
                  <a:lnTo>
                    <a:pt x="1682495" y="54863"/>
                  </a:lnTo>
                  <a:lnTo>
                    <a:pt x="1678686" y="52577"/>
                  </a:lnTo>
                  <a:lnTo>
                    <a:pt x="1678686" y="82295"/>
                  </a:lnTo>
                  <a:lnTo>
                    <a:pt x="1682495" y="79247"/>
                  </a:lnTo>
                  <a:lnTo>
                    <a:pt x="1709165" y="79247"/>
                  </a:lnTo>
                  <a:lnTo>
                    <a:pt x="1713738" y="82295"/>
                  </a:lnTo>
                  <a:close/>
                </a:path>
                <a:path w="1727834" h="99059">
                  <a:moveTo>
                    <a:pt x="1713738" y="99059"/>
                  </a:moveTo>
                  <a:lnTo>
                    <a:pt x="1713738" y="88391"/>
                  </a:lnTo>
                  <a:lnTo>
                    <a:pt x="1709165" y="90677"/>
                  </a:lnTo>
                  <a:lnTo>
                    <a:pt x="1682495" y="90677"/>
                  </a:lnTo>
                  <a:lnTo>
                    <a:pt x="1678686" y="88391"/>
                  </a:lnTo>
                  <a:lnTo>
                    <a:pt x="1678686" y="99059"/>
                  </a:lnTo>
                  <a:lnTo>
                    <a:pt x="1713738" y="9905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0" name="object 1410"/>
            <p:cNvSpPr/>
            <p:nvPr/>
          </p:nvSpPr>
          <p:spPr>
            <a:xfrm>
              <a:off x="7475982" y="7130033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59" h="11429">
                  <a:moveTo>
                    <a:pt x="15240" y="11429"/>
                  </a:moveTo>
                  <a:lnTo>
                    <a:pt x="8382" y="11429"/>
                  </a:lnTo>
                  <a:lnTo>
                    <a:pt x="3810" y="11429"/>
                  </a:lnTo>
                  <a:lnTo>
                    <a:pt x="0" y="9143"/>
                  </a:lnTo>
                  <a:lnTo>
                    <a:pt x="0" y="6095"/>
                  </a:lnTo>
                  <a:lnTo>
                    <a:pt x="0" y="3047"/>
                  </a:lnTo>
                  <a:lnTo>
                    <a:pt x="3810" y="0"/>
                  </a:lnTo>
                  <a:lnTo>
                    <a:pt x="8382" y="0"/>
                  </a:lnTo>
                  <a:lnTo>
                    <a:pt x="25908" y="0"/>
                  </a:lnTo>
                  <a:lnTo>
                    <a:pt x="30480" y="0"/>
                  </a:lnTo>
                  <a:lnTo>
                    <a:pt x="35052" y="3047"/>
                  </a:lnTo>
                  <a:lnTo>
                    <a:pt x="35052" y="6095"/>
                  </a:lnTo>
                  <a:lnTo>
                    <a:pt x="35052" y="9143"/>
                  </a:lnTo>
                  <a:lnTo>
                    <a:pt x="30480" y="11429"/>
                  </a:lnTo>
                  <a:lnTo>
                    <a:pt x="25908" y="11429"/>
                  </a:lnTo>
                  <a:lnTo>
                    <a:pt x="15240" y="11429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1" name="object 1411"/>
            <p:cNvSpPr/>
            <p:nvPr/>
          </p:nvSpPr>
          <p:spPr>
            <a:xfrm>
              <a:off x="7475982" y="7094219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59" h="11429">
                  <a:moveTo>
                    <a:pt x="15240" y="11430"/>
                  </a:moveTo>
                  <a:lnTo>
                    <a:pt x="8382" y="11430"/>
                  </a:lnTo>
                  <a:lnTo>
                    <a:pt x="3810" y="11430"/>
                  </a:lnTo>
                  <a:lnTo>
                    <a:pt x="0" y="9144"/>
                  </a:lnTo>
                  <a:lnTo>
                    <a:pt x="0" y="6096"/>
                  </a:lnTo>
                  <a:lnTo>
                    <a:pt x="0" y="3048"/>
                  </a:lnTo>
                  <a:lnTo>
                    <a:pt x="3810" y="762"/>
                  </a:lnTo>
                  <a:lnTo>
                    <a:pt x="8382" y="0"/>
                  </a:lnTo>
                  <a:lnTo>
                    <a:pt x="25908" y="0"/>
                  </a:lnTo>
                  <a:lnTo>
                    <a:pt x="30480" y="0"/>
                  </a:lnTo>
                  <a:lnTo>
                    <a:pt x="35052" y="3048"/>
                  </a:lnTo>
                  <a:lnTo>
                    <a:pt x="35052" y="6096"/>
                  </a:lnTo>
                  <a:lnTo>
                    <a:pt x="35052" y="9144"/>
                  </a:lnTo>
                  <a:lnTo>
                    <a:pt x="30480" y="11430"/>
                  </a:lnTo>
                  <a:lnTo>
                    <a:pt x="25908" y="11430"/>
                  </a:lnTo>
                  <a:lnTo>
                    <a:pt x="15240" y="1143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2" name="object 1412"/>
            <p:cNvSpPr/>
            <p:nvPr/>
          </p:nvSpPr>
          <p:spPr>
            <a:xfrm>
              <a:off x="7475982" y="7058405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59" h="11429">
                  <a:moveTo>
                    <a:pt x="15240" y="11429"/>
                  </a:moveTo>
                  <a:lnTo>
                    <a:pt x="8382" y="11429"/>
                  </a:lnTo>
                  <a:lnTo>
                    <a:pt x="3810" y="11429"/>
                  </a:lnTo>
                  <a:lnTo>
                    <a:pt x="0" y="9143"/>
                  </a:lnTo>
                  <a:lnTo>
                    <a:pt x="0" y="6095"/>
                  </a:lnTo>
                  <a:lnTo>
                    <a:pt x="0" y="3047"/>
                  </a:lnTo>
                  <a:lnTo>
                    <a:pt x="3810" y="761"/>
                  </a:lnTo>
                  <a:lnTo>
                    <a:pt x="8382" y="761"/>
                  </a:lnTo>
                  <a:lnTo>
                    <a:pt x="25908" y="761"/>
                  </a:lnTo>
                  <a:lnTo>
                    <a:pt x="30480" y="0"/>
                  </a:lnTo>
                  <a:lnTo>
                    <a:pt x="35052" y="3047"/>
                  </a:lnTo>
                  <a:lnTo>
                    <a:pt x="35052" y="6095"/>
                  </a:lnTo>
                  <a:lnTo>
                    <a:pt x="35052" y="9143"/>
                  </a:lnTo>
                  <a:lnTo>
                    <a:pt x="30480" y="11429"/>
                  </a:lnTo>
                  <a:lnTo>
                    <a:pt x="25908" y="11429"/>
                  </a:lnTo>
                  <a:lnTo>
                    <a:pt x="15240" y="11429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3" name="object 1413"/>
            <p:cNvSpPr/>
            <p:nvPr/>
          </p:nvSpPr>
          <p:spPr>
            <a:xfrm>
              <a:off x="5811012" y="7130033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60" h="11429">
                  <a:moveTo>
                    <a:pt x="16001" y="11429"/>
                  </a:moveTo>
                  <a:lnTo>
                    <a:pt x="9143" y="11429"/>
                  </a:lnTo>
                  <a:lnTo>
                    <a:pt x="3809" y="11429"/>
                  </a:lnTo>
                  <a:lnTo>
                    <a:pt x="0" y="9143"/>
                  </a:lnTo>
                  <a:lnTo>
                    <a:pt x="0" y="6095"/>
                  </a:lnTo>
                  <a:lnTo>
                    <a:pt x="0" y="3047"/>
                  </a:lnTo>
                  <a:lnTo>
                    <a:pt x="3809" y="0"/>
                  </a:lnTo>
                  <a:lnTo>
                    <a:pt x="9143" y="0"/>
                  </a:lnTo>
                  <a:lnTo>
                    <a:pt x="25907" y="0"/>
                  </a:lnTo>
                  <a:lnTo>
                    <a:pt x="31241" y="0"/>
                  </a:lnTo>
                  <a:lnTo>
                    <a:pt x="35051" y="3047"/>
                  </a:lnTo>
                  <a:lnTo>
                    <a:pt x="35051" y="6095"/>
                  </a:lnTo>
                  <a:lnTo>
                    <a:pt x="35051" y="9143"/>
                  </a:lnTo>
                  <a:lnTo>
                    <a:pt x="31241" y="11429"/>
                  </a:lnTo>
                  <a:lnTo>
                    <a:pt x="25907" y="11429"/>
                  </a:lnTo>
                  <a:lnTo>
                    <a:pt x="16001" y="11429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4" name="object 1414"/>
            <p:cNvSpPr/>
            <p:nvPr/>
          </p:nvSpPr>
          <p:spPr>
            <a:xfrm>
              <a:off x="5811012" y="7094219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60" h="11429">
                  <a:moveTo>
                    <a:pt x="16001" y="11430"/>
                  </a:moveTo>
                  <a:lnTo>
                    <a:pt x="9143" y="11430"/>
                  </a:lnTo>
                  <a:lnTo>
                    <a:pt x="3809" y="11430"/>
                  </a:lnTo>
                  <a:lnTo>
                    <a:pt x="0" y="9144"/>
                  </a:lnTo>
                  <a:lnTo>
                    <a:pt x="0" y="6096"/>
                  </a:lnTo>
                  <a:lnTo>
                    <a:pt x="0" y="3048"/>
                  </a:lnTo>
                  <a:lnTo>
                    <a:pt x="3809" y="762"/>
                  </a:lnTo>
                  <a:lnTo>
                    <a:pt x="9143" y="0"/>
                  </a:lnTo>
                  <a:lnTo>
                    <a:pt x="25907" y="0"/>
                  </a:lnTo>
                  <a:lnTo>
                    <a:pt x="31241" y="0"/>
                  </a:lnTo>
                  <a:lnTo>
                    <a:pt x="35051" y="3048"/>
                  </a:lnTo>
                  <a:lnTo>
                    <a:pt x="35051" y="6096"/>
                  </a:lnTo>
                  <a:lnTo>
                    <a:pt x="35051" y="9144"/>
                  </a:lnTo>
                  <a:lnTo>
                    <a:pt x="31241" y="11430"/>
                  </a:lnTo>
                  <a:lnTo>
                    <a:pt x="25907" y="11430"/>
                  </a:lnTo>
                  <a:lnTo>
                    <a:pt x="16001" y="1143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5" name="object 1415"/>
            <p:cNvSpPr/>
            <p:nvPr/>
          </p:nvSpPr>
          <p:spPr>
            <a:xfrm>
              <a:off x="5811012" y="7058405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60" h="11429">
                  <a:moveTo>
                    <a:pt x="16001" y="11429"/>
                  </a:moveTo>
                  <a:lnTo>
                    <a:pt x="9143" y="11429"/>
                  </a:lnTo>
                  <a:lnTo>
                    <a:pt x="3809" y="11429"/>
                  </a:lnTo>
                  <a:lnTo>
                    <a:pt x="0" y="9143"/>
                  </a:lnTo>
                  <a:lnTo>
                    <a:pt x="0" y="6095"/>
                  </a:lnTo>
                  <a:lnTo>
                    <a:pt x="0" y="3047"/>
                  </a:lnTo>
                  <a:lnTo>
                    <a:pt x="3809" y="761"/>
                  </a:lnTo>
                  <a:lnTo>
                    <a:pt x="9143" y="761"/>
                  </a:lnTo>
                  <a:lnTo>
                    <a:pt x="25907" y="761"/>
                  </a:lnTo>
                  <a:lnTo>
                    <a:pt x="31241" y="0"/>
                  </a:lnTo>
                  <a:lnTo>
                    <a:pt x="35051" y="3047"/>
                  </a:lnTo>
                  <a:lnTo>
                    <a:pt x="35051" y="6095"/>
                  </a:lnTo>
                  <a:lnTo>
                    <a:pt x="35051" y="9143"/>
                  </a:lnTo>
                  <a:lnTo>
                    <a:pt x="31241" y="11429"/>
                  </a:lnTo>
                  <a:lnTo>
                    <a:pt x="25907" y="11429"/>
                  </a:lnTo>
                  <a:lnTo>
                    <a:pt x="16001" y="11429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6" name="object 1416"/>
            <p:cNvSpPr/>
            <p:nvPr/>
          </p:nvSpPr>
          <p:spPr>
            <a:xfrm>
              <a:off x="5797296" y="7050785"/>
              <a:ext cx="1727835" cy="99060"/>
            </a:xfrm>
            <a:custGeom>
              <a:avLst/>
              <a:gdLst/>
              <a:ahLst/>
              <a:cxnLst/>
              <a:rect l="l" t="t" r="r" b="b"/>
              <a:pathLst>
                <a:path w="1727834" h="99059">
                  <a:moveTo>
                    <a:pt x="18287" y="99059"/>
                  </a:moveTo>
                  <a:lnTo>
                    <a:pt x="1709165" y="99059"/>
                  </a:lnTo>
                  <a:lnTo>
                    <a:pt x="1719071" y="99059"/>
                  </a:lnTo>
                  <a:lnTo>
                    <a:pt x="1727454" y="96773"/>
                  </a:lnTo>
                  <a:lnTo>
                    <a:pt x="1727454" y="92963"/>
                  </a:lnTo>
                  <a:lnTo>
                    <a:pt x="1727454" y="5333"/>
                  </a:lnTo>
                  <a:lnTo>
                    <a:pt x="1727454" y="2285"/>
                  </a:lnTo>
                  <a:lnTo>
                    <a:pt x="1719071" y="0"/>
                  </a:lnTo>
                  <a:lnTo>
                    <a:pt x="1709165" y="0"/>
                  </a:lnTo>
                  <a:lnTo>
                    <a:pt x="18287" y="0"/>
                  </a:lnTo>
                  <a:lnTo>
                    <a:pt x="7619" y="0"/>
                  </a:lnTo>
                  <a:lnTo>
                    <a:pt x="0" y="2285"/>
                  </a:lnTo>
                  <a:lnTo>
                    <a:pt x="0" y="5333"/>
                  </a:lnTo>
                  <a:lnTo>
                    <a:pt x="0" y="92963"/>
                  </a:lnTo>
                  <a:lnTo>
                    <a:pt x="0" y="96773"/>
                  </a:lnTo>
                  <a:lnTo>
                    <a:pt x="7619" y="99059"/>
                  </a:lnTo>
                  <a:lnTo>
                    <a:pt x="18287" y="99059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7" name="object 1417"/>
            <p:cNvSpPr/>
            <p:nvPr/>
          </p:nvSpPr>
          <p:spPr>
            <a:xfrm>
              <a:off x="5871210" y="7050785"/>
              <a:ext cx="1290320" cy="99060"/>
            </a:xfrm>
            <a:custGeom>
              <a:avLst/>
              <a:gdLst/>
              <a:ahLst/>
              <a:cxnLst/>
              <a:rect l="l" t="t" r="r" b="b"/>
              <a:pathLst>
                <a:path w="1290320" h="99059">
                  <a:moveTo>
                    <a:pt x="1290065" y="99059"/>
                  </a:moveTo>
                  <a:lnTo>
                    <a:pt x="1290065" y="0"/>
                  </a:lnTo>
                  <a:lnTo>
                    <a:pt x="0" y="0"/>
                  </a:lnTo>
                  <a:lnTo>
                    <a:pt x="0" y="99059"/>
                  </a:lnTo>
                  <a:lnTo>
                    <a:pt x="1290065" y="99059"/>
                  </a:lnTo>
                  <a:close/>
                </a:path>
              </a:pathLst>
            </a:custGeom>
            <a:solidFill>
              <a:srgbClr val="C1C5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8" name="object 1418"/>
            <p:cNvSpPr/>
            <p:nvPr/>
          </p:nvSpPr>
          <p:spPr>
            <a:xfrm>
              <a:off x="7193280" y="7056894"/>
              <a:ext cx="47625" cy="15240"/>
            </a:xfrm>
            <a:custGeom>
              <a:avLst/>
              <a:gdLst/>
              <a:ahLst/>
              <a:cxnLst/>
              <a:rect l="l" t="t" r="r" b="b"/>
              <a:pathLst>
                <a:path w="47625" h="15240">
                  <a:moveTo>
                    <a:pt x="2286" y="4559"/>
                  </a:moveTo>
                  <a:lnTo>
                    <a:pt x="1524" y="3797"/>
                  </a:lnTo>
                  <a:lnTo>
                    <a:pt x="762" y="3797"/>
                  </a:lnTo>
                  <a:lnTo>
                    <a:pt x="0" y="4559"/>
                  </a:lnTo>
                  <a:lnTo>
                    <a:pt x="0" y="6845"/>
                  </a:lnTo>
                  <a:lnTo>
                    <a:pt x="2286" y="6845"/>
                  </a:lnTo>
                  <a:lnTo>
                    <a:pt x="2286" y="4559"/>
                  </a:lnTo>
                  <a:close/>
                </a:path>
                <a:path w="47625" h="15240">
                  <a:moveTo>
                    <a:pt x="7620" y="2273"/>
                  </a:moveTo>
                  <a:lnTo>
                    <a:pt x="6096" y="2273"/>
                  </a:lnTo>
                  <a:lnTo>
                    <a:pt x="6096" y="6845"/>
                  </a:lnTo>
                  <a:lnTo>
                    <a:pt x="7620" y="6845"/>
                  </a:lnTo>
                  <a:lnTo>
                    <a:pt x="7620" y="2273"/>
                  </a:lnTo>
                  <a:close/>
                </a:path>
                <a:path w="47625" h="15240">
                  <a:moveTo>
                    <a:pt x="10668" y="10655"/>
                  </a:moveTo>
                  <a:lnTo>
                    <a:pt x="9906" y="9893"/>
                  </a:lnTo>
                  <a:lnTo>
                    <a:pt x="6096" y="9893"/>
                  </a:lnTo>
                  <a:lnTo>
                    <a:pt x="4572" y="11417"/>
                  </a:lnTo>
                  <a:lnTo>
                    <a:pt x="4572" y="14465"/>
                  </a:lnTo>
                  <a:lnTo>
                    <a:pt x="6858" y="15227"/>
                  </a:lnTo>
                  <a:lnTo>
                    <a:pt x="10668" y="15227"/>
                  </a:lnTo>
                  <a:lnTo>
                    <a:pt x="10668" y="13703"/>
                  </a:lnTo>
                  <a:lnTo>
                    <a:pt x="9906" y="14465"/>
                  </a:lnTo>
                  <a:lnTo>
                    <a:pt x="7620" y="14465"/>
                  </a:lnTo>
                  <a:lnTo>
                    <a:pt x="6858" y="13703"/>
                  </a:lnTo>
                  <a:lnTo>
                    <a:pt x="6858" y="12179"/>
                  </a:lnTo>
                  <a:lnTo>
                    <a:pt x="7620" y="11417"/>
                  </a:lnTo>
                  <a:lnTo>
                    <a:pt x="10668" y="11417"/>
                  </a:lnTo>
                  <a:lnTo>
                    <a:pt x="10668" y="10655"/>
                  </a:lnTo>
                  <a:close/>
                </a:path>
                <a:path w="47625" h="15240">
                  <a:moveTo>
                    <a:pt x="13716" y="0"/>
                  </a:moveTo>
                  <a:lnTo>
                    <a:pt x="11430" y="0"/>
                  </a:lnTo>
                  <a:lnTo>
                    <a:pt x="11430" y="7620"/>
                  </a:lnTo>
                  <a:lnTo>
                    <a:pt x="12192" y="8382"/>
                  </a:lnTo>
                  <a:lnTo>
                    <a:pt x="12954" y="8382"/>
                  </a:lnTo>
                  <a:lnTo>
                    <a:pt x="13716" y="7620"/>
                  </a:lnTo>
                  <a:lnTo>
                    <a:pt x="13716" y="0"/>
                  </a:lnTo>
                  <a:close/>
                </a:path>
                <a:path w="47625" h="15240">
                  <a:moveTo>
                    <a:pt x="15240" y="10655"/>
                  </a:moveTo>
                  <a:lnTo>
                    <a:pt x="13716" y="10655"/>
                  </a:lnTo>
                  <a:lnTo>
                    <a:pt x="13716" y="15240"/>
                  </a:lnTo>
                  <a:lnTo>
                    <a:pt x="15240" y="15240"/>
                  </a:lnTo>
                  <a:lnTo>
                    <a:pt x="15240" y="10655"/>
                  </a:lnTo>
                  <a:close/>
                </a:path>
                <a:path w="47625" h="15240">
                  <a:moveTo>
                    <a:pt x="19050" y="2273"/>
                  </a:moveTo>
                  <a:lnTo>
                    <a:pt x="17526" y="2273"/>
                  </a:lnTo>
                  <a:lnTo>
                    <a:pt x="16764" y="3035"/>
                  </a:lnTo>
                  <a:lnTo>
                    <a:pt x="16764" y="6845"/>
                  </a:lnTo>
                  <a:lnTo>
                    <a:pt x="19050" y="6845"/>
                  </a:lnTo>
                  <a:lnTo>
                    <a:pt x="19050" y="2273"/>
                  </a:lnTo>
                  <a:close/>
                </a:path>
                <a:path w="47625" h="15240">
                  <a:moveTo>
                    <a:pt x="23622" y="10655"/>
                  </a:moveTo>
                  <a:lnTo>
                    <a:pt x="22098" y="9893"/>
                  </a:lnTo>
                  <a:lnTo>
                    <a:pt x="19812" y="9893"/>
                  </a:lnTo>
                  <a:lnTo>
                    <a:pt x="18288" y="10655"/>
                  </a:lnTo>
                  <a:lnTo>
                    <a:pt x="18288" y="12941"/>
                  </a:lnTo>
                  <a:lnTo>
                    <a:pt x="19050" y="12941"/>
                  </a:lnTo>
                  <a:lnTo>
                    <a:pt x="20574" y="13703"/>
                  </a:lnTo>
                  <a:lnTo>
                    <a:pt x="22098" y="13703"/>
                  </a:lnTo>
                  <a:lnTo>
                    <a:pt x="22098" y="14465"/>
                  </a:lnTo>
                  <a:lnTo>
                    <a:pt x="18288" y="14465"/>
                  </a:lnTo>
                  <a:lnTo>
                    <a:pt x="18288" y="15227"/>
                  </a:lnTo>
                  <a:lnTo>
                    <a:pt x="22098" y="15227"/>
                  </a:lnTo>
                  <a:lnTo>
                    <a:pt x="23622" y="15227"/>
                  </a:lnTo>
                  <a:lnTo>
                    <a:pt x="23622" y="12941"/>
                  </a:lnTo>
                  <a:lnTo>
                    <a:pt x="22098" y="12179"/>
                  </a:lnTo>
                  <a:lnTo>
                    <a:pt x="20574" y="12179"/>
                  </a:lnTo>
                  <a:lnTo>
                    <a:pt x="20574" y="11417"/>
                  </a:lnTo>
                  <a:lnTo>
                    <a:pt x="23622" y="11417"/>
                  </a:lnTo>
                  <a:lnTo>
                    <a:pt x="23622" y="10655"/>
                  </a:lnTo>
                  <a:close/>
                </a:path>
                <a:path w="47625" h="15240">
                  <a:moveTo>
                    <a:pt x="24384" y="3797"/>
                  </a:moveTo>
                  <a:lnTo>
                    <a:pt x="22860" y="3797"/>
                  </a:lnTo>
                  <a:lnTo>
                    <a:pt x="22860" y="6845"/>
                  </a:lnTo>
                  <a:lnTo>
                    <a:pt x="24384" y="6845"/>
                  </a:lnTo>
                  <a:lnTo>
                    <a:pt x="24384" y="3797"/>
                  </a:lnTo>
                  <a:close/>
                </a:path>
                <a:path w="47625" h="15240">
                  <a:moveTo>
                    <a:pt x="30480" y="3035"/>
                  </a:moveTo>
                  <a:lnTo>
                    <a:pt x="29718" y="2273"/>
                  </a:lnTo>
                  <a:lnTo>
                    <a:pt x="28956" y="2273"/>
                  </a:lnTo>
                  <a:lnTo>
                    <a:pt x="28194" y="3035"/>
                  </a:lnTo>
                  <a:lnTo>
                    <a:pt x="28194" y="6845"/>
                  </a:lnTo>
                  <a:lnTo>
                    <a:pt x="30480" y="6845"/>
                  </a:lnTo>
                  <a:lnTo>
                    <a:pt x="30480" y="3035"/>
                  </a:lnTo>
                  <a:close/>
                </a:path>
                <a:path w="47625" h="15240">
                  <a:moveTo>
                    <a:pt x="32004" y="10655"/>
                  </a:moveTo>
                  <a:lnTo>
                    <a:pt x="31242" y="9893"/>
                  </a:lnTo>
                  <a:lnTo>
                    <a:pt x="27432" y="9893"/>
                  </a:lnTo>
                  <a:lnTo>
                    <a:pt x="25908" y="11417"/>
                  </a:lnTo>
                  <a:lnTo>
                    <a:pt x="25908" y="14465"/>
                  </a:lnTo>
                  <a:lnTo>
                    <a:pt x="28194" y="15227"/>
                  </a:lnTo>
                  <a:lnTo>
                    <a:pt x="32004" y="15227"/>
                  </a:lnTo>
                  <a:lnTo>
                    <a:pt x="32004" y="13703"/>
                  </a:lnTo>
                  <a:lnTo>
                    <a:pt x="31242" y="14465"/>
                  </a:lnTo>
                  <a:lnTo>
                    <a:pt x="28956" y="14465"/>
                  </a:lnTo>
                  <a:lnTo>
                    <a:pt x="28194" y="13703"/>
                  </a:lnTo>
                  <a:lnTo>
                    <a:pt x="28194" y="12179"/>
                  </a:lnTo>
                  <a:lnTo>
                    <a:pt x="28956" y="11417"/>
                  </a:lnTo>
                  <a:lnTo>
                    <a:pt x="32004" y="11417"/>
                  </a:lnTo>
                  <a:lnTo>
                    <a:pt x="32004" y="10655"/>
                  </a:lnTo>
                  <a:close/>
                </a:path>
                <a:path w="47625" h="15240">
                  <a:moveTo>
                    <a:pt x="35814" y="0"/>
                  </a:moveTo>
                  <a:lnTo>
                    <a:pt x="34290" y="0"/>
                  </a:lnTo>
                  <a:lnTo>
                    <a:pt x="34290" y="8382"/>
                  </a:lnTo>
                  <a:lnTo>
                    <a:pt x="35814" y="8382"/>
                  </a:lnTo>
                  <a:lnTo>
                    <a:pt x="35814" y="0"/>
                  </a:lnTo>
                  <a:close/>
                </a:path>
                <a:path w="47625" h="15240">
                  <a:moveTo>
                    <a:pt x="41910" y="3035"/>
                  </a:moveTo>
                  <a:lnTo>
                    <a:pt x="41148" y="2273"/>
                  </a:lnTo>
                  <a:lnTo>
                    <a:pt x="39624" y="2273"/>
                  </a:lnTo>
                  <a:lnTo>
                    <a:pt x="39624" y="6845"/>
                  </a:lnTo>
                  <a:lnTo>
                    <a:pt x="41910" y="6845"/>
                  </a:lnTo>
                  <a:lnTo>
                    <a:pt x="41910" y="3035"/>
                  </a:lnTo>
                  <a:close/>
                </a:path>
                <a:path w="47625" h="15240">
                  <a:moveTo>
                    <a:pt x="42672" y="11417"/>
                  </a:moveTo>
                  <a:lnTo>
                    <a:pt x="41148" y="9893"/>
                  </a:lnTo>
                  <a:lnTo>
                    <a:pt x="41148" y="12179"/>
                  </a:lnTo>
                  <a:lnTo>
                    <a:pt x="41148" y="13703"/>
                  </a:lnTo>
                  <a:lnTo>
                    <a:pt x="39624" y="14465"/>
                  </a:lnTo>
                  <a:lnTo>
                    <a:pt x="37338" y="14465"/>
                  </a:lnTo>
                  <a:lnTo>
                    <a:pt x="36576" y="13703"/>
                  </a:lnTo>
                  <a:lnTo>
                    <a:pt x="36576" y="12179"/>
                  </a:lnTo>
                  <a:lnTo>
                    <a:pt x="37338" y="11417"/>
                  </a:lnTo>
                  <a:lnTo>
                    <a:pt x="39624" y="11417"/>
                  </a:lnTo>
                  <a:lnTo>
                    <a:pt x="41148" y="12179"/>
                  </a:lnTo>
                  <a:lnTo>
                    <a:pt x="41148" y="9893"/>
                  </a:lnTo>
                  <a:lnTo>
                    <a:pt x="35814" y="9893"/>
                  </a:lnTo>
                  <a:lnTo>
                    <a:pt x="34290" y="11417"/>
                  </a:lnTo>
                  <a:lnTo>
                    <a:pt x="34290" y="14465"/>
                  </a:lnTo>
                  <a:lnTo>
                    <a:pt x="35814" y="15227"/>
                  </a:lnTo>
                  <a:lnTo>
                    <a:pt x="36576" y="15227"/>
                  </a:lnTo>
                  <a:lnTo>
                    <a:pt x="41148" y="15227"/>
                  </a:lnTo>
                  <a:lnTo>
                    <a:pt x="42672" y="14465"/>
                  </a:lnTo>
                  <a:lnTo>
                    <a:pt x="42672" y="11417"/>
                  </a:lnTo>
                  <a:close/>
                </a:path>
                <a:path w="47625" h="15240">
                  <a:moveTo>
                    <a:pt x="45720" y="14465"/>
                  </a:moveTo>
                  <a:lnTo>
                    <a:pt x="44958" y="14465"/>
                  </a:lnTo>
                  <a:lnTo>
                    <a:pt x="44958" y="15240"/>
                  </a:lnTo>
                  <a:lnTo>
                    <a:pt x="45720" y="15240"/>
                  </a:lnTo>
                  <a:lnTo>
                    <a:pt x="45720" y="14465"/>
                  </a:lnTo>
                  <a:close/>
                </a:path>
                <a:path w="47625" h="15240">
                  <a:moveTo>
                    <a:pt x="47244" y="4559"/>
                  </a:moveTo>
                  <a:lnTo>
                    <a:pt x="46482" y="3797"/>
                  </a:lnTo>
                  <a:lnTo>
                    <a:pt x="45720" y="3797"/>
                  </a:lnTo>
                  <a:lnTo>
                    <a:pt x="44958" y="4559"/>
                  </a:lnTo>
                  <a:lnTo>
                    <a:pt x="44958" y="6845"/>
                  </a:lnTo>
                  <a:lnTo>
                    <a:pt x="47244" y="6845"/>
                  </a:lnTo>
                  <a:lnTo>
                    <a:pt x="47244" y="455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19" name="object 1419"/>
            <p:cNvPicPr/>
            <p:nvPr/>
          </p:nvPicPr>
          <p:blipFill>
            <a:blip r:embed="rId235" cstate="print"/>
            <a:stretch>
              <a:fillRect/>
            </a:stretch>
          </p:blipFill>
          <p:spPr>
            <a:xfrm>
              <a:off x="5883402" y="7054754"/>
              <a:ext cx="47085" cy="26511"/>
            </a:xfrm>
            <a:prstGeom prst="rect">
              <a:avLst/>
            </a:prstGeom>
          </p:spPr>
        </p:pic>
        <p:pic>
          <p:nvPicPr>
            <p:cNvPr id="1420" name="object 1420"/>
            <p:cNvPicPr/>
            <p:nvPr/>
          </p:nvPicPr>
          <p:blipFill>
            <a:blip r:embed="rId236" cstate="print"/>
            <a:stretch>
              <a:fillRect/>
            </a:stretch>
          </p:blipFill>
          <p:spPr>
            <a:xfrm>
              <a:off x="7046976" y="7139939"/>
              <a:ext cx="80772" cy="27432"/>
            </a:xfrm>
            <a:prstGeom prst="rect">
              <a:avLst/>
            </a:prstGeom>
          </p:spPr>
        </p:pic>
        <p:sp>
          <p:nvSpPr>
            <p:cNvPr id="1421" name="object 1421"/>
            <p:cNvSpPr/>
            <p:nvPr/>
          </p:nvSpPr>
          <p:spPr>
            <a:xfrm>
              <a:off x="5870702" y="7050785"/>
              <a:ext cx="1290320" cy="99695"/>
            </a:xfrm>
            <a:custGeom>
              <a:avLst/>
              <a:gdLst/>
              <a:ahLst/>
              <a:cxnLst/>
              <a:rect l="l" t="t" r="r" b="b"/>
              <a:pathLst>
                <a:path w="1290320" h="99695">
                  <a:moveTo>
                    <a:pt x="1290320" y="330"/>
                  </a:moveTo>
                  <a:lnTo>
                    <a:pt x="1289050" y="330"/>
                  </a:lnTo>
                  <a:lnTo>
                    <a:pt x="1289050" y="0"/>
                  </a:lnTo>
                  <a:lnTo>
                    <a:pt x="1286510" y="0"/>
                  </a:lnTo>
                  <a:lnTo>
                    <a:pt x="1286510" y="2679"/>
                  </a:lnTo>
                  <a:lnTo>
                    <a:pt x="1286510" y="95631"/>
                  </a:lnTo>
                  <a:lnTo>
                    <a:pt x="1283970" y="95631"/>
                  </a:lnTo>
                  <a:lnTo>
                    <a:pt x="1283970" y="96012"/>
                  </a:lnTo>
                  <a:lnTo>
                    <a:pt x="6350" y="96024"/>
                  </a:lnTo>
                  <a:lnTo>
                    <a:pt x="6350" y="95897"/>
                  </a:lnTo>
                  <a:lnTo>
                    <a:pt x="5080" y="95897"/>
                  </a:lnTo>
                  <a:lnTo>
                    <a:pt x="5080" y="2425"/>
                  </a:lnTo>
                  <a:lnTo>
                    <a:pt x="6350" y="2425"/>
                  </a:lnTo>
                  <a:lnTo>
                    <a:pt x="6350" y="2298"/>
                  </a:lnTo>
                  <a:lnTo>
                    <a:pt x="1283970" y="2286"/>
                  </a:lnTo>
                  <a:lnTo>
                    <a:pt x="1283970" y="2679"/>
                  </a:lnTo>
                  <a:lnTo>
                    <a:pt x="1286510" y="2679"/>
                  </a:lnTo>
                  <a:lnTo>
                    <a:pt x="1286510" y="0"/>
                  </a:lnTo>
                  <a:lnTo>
                    <a:pt x="1283970" y="0"/>
                  </a:lnTo>
                  <a:lnTo>
                    <a:pt x="6350" y="12"/>
                  </a:lnTo>
                  <a:lnTo>
                    <a:pt x="5080" y="12"/>
                  </a:lnTo>
                  <a:lnTo>
                    <a:pt x="1270" y="12"/>
                  </a:lnTo>
                  <a:lnTo>
                    <a:pt x="1270" y="647"/>
                  </a:lnTo>
                  <a:lnTo>
                    <a:pt x="0" y="647"/>
                  </a:lnTo>
                  <a:lnTo>
                    <a:pt x="0" y="98437"/>
                  </a:lnTo>
                  <a:lnTo>
                    <a:pt x="1270" y="98437"/>
                  </a:lnTo>
                  <a:lnTo>
                    <a:pt x="1270" y="99072"/>
                  </a:lnTo>
                  <a:lnTo>
                    <a:pt x="5080" y="99072"/>
                  </a:lnTo>
                  <a:lnTo>
                    <a:pt x="6350" y="99072"/>
                  </a:lnTo>
                  <a:lnTo>
                    <a:pt x="1283970" y="99060"/>
                  </a:lnTo>
                  <a:lnTo>
                    <a:pt x="1286510" y="99060"/>
                  </a:lnTo>
                  <a:lnTo>
                    <a:pt x="1289050" y="99060"/>
                  </a:lnTo>
                  <a:lnTo>
                    <a:pt x="1289050" y="98742"/>
                  </a:lnTo>
                  <a:lnTo>
                    <a:pt x="1290320" y="98742"/>
                  </a:lnTo>
                  <a:lnTo>
                    <a:pt x="1290320" y="33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2" name="object 1422"/>
            <p:cNvSpPr/>
            <p:nvPr/>
          </p:nvSpPr>
          <p:spPr>
            <a:xfrm>
              <a:off x="5875782" y="7053071"/>
              <a:ext cx="1281430" cy="93980"/>
            </a:xfrm>
            <a:custGeom>
              <a:avLst/>
              <a:gdLst/>
              <a:ahLst/>
              <a:cxnLst/>
              <a:rect l="l" t="t" r="r" b="b"/>
              <a:pathLst>
                <a:path w="1281429" h="93979">
                  <a:moveTo>
                    <a:pt x="0" y="92201"/>
                  </a:moveTo>
                  <a:lnTo>
                    <a:pt x="0" y="2285"/>
                  </a:lnTo>
                  <a:lnTo>
                    <a:pt x="0" y="761"/>
                  </a:lnTo>
                  <a:lnTo>
                    <a:pt x="761" y="0"/>
                  </a:lnTo>
                  <a:lnTo>
                    <a:pt x="2285" y="0"/>
                  </a:lnTo>
                  <a:lnTo>
                    <a:pt x="1277874" y="0"/>
                  </a:lnTo>
                  <a:lnTo>
                    <a:pt x="1279398" y="0"/>
                  </a:lnTo>
                  <a:lnTo>
                    <a:pt x="1280922" y="761"/>
                  </a:lnTo>
                  <a:lnTo>
                    <a:pt x="1280922" y="2285"/>
                  </a:lnTo>
                  <a:lnTo>
                    <a:pt x="1280922" y="92201"/>
                  </a:lnTo>
                  <a:lnTo>
                    <a:pt x="1280922" y="92963"/>
                  </a:lnTo>
                  <a:lnTo>
                    <a:pt x="1279398" y="93725"/>
                  </a:lnTo>
                  <a:lnTo>
                    <a:pt x="1277874" y="93725"/>
                  </a:lnTo>
                  <a:lnTo>
                    <a:pt x="2286" y="93725"/>
                  </a:lnTo>
                  <a:lnTo>
                    <a:pt x="762" y="93725"/>
                  </a:lnTo>
                  <a:lnTo>
                    <a:pt x="0" y="92963"/>
                  </a:lnTo>
                  <a:lnTo>
                    <a:pt x="0" y="92201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3" name="object 1423"/>
            <p:cNvSpPr/>
            <p:nvPr/>
          </p:nvSpPr>
          <p:spPr>
            <a:xfrm>
              <a:off x="5871210" y="7050785"/>
              <a:ext cx="1290320" cy="99060"/>
            </a:xfrm>
            <a:custGeom>
              <a:avLst/>
              <a:gdLst/>
              <a:ahLst/>
              <a:cxnLst/>
              <a:rect l="l" t="t" r="r" b="b"/>
              <a:pathLst>
                <a:path w="1290320" h="99059">
                  <a:moveTo>
                    <a:pt x="2286" y="99060"/>
                  </a:moveTo>
                  <a:lnTo>
                    <a:pt x="1287018" y="99060"/>
                  </a:lnTo>
                  <a:lnTo>
                    <a:pt x="1288542" y="99060"/>
                  </a:lnTo>
                  <a:lnTo>
                    <a:pt x="1290066" y="98298"/>
                  </a:lnTo>
                  <a:lnTo>
                    <a:pt x="1290066" y="97536"/>
                  </a:lnTo>
                  <a:lnTo>
                    <a:pt x="1290066" y="1524"/>
                  </a:lnTo>
                  <a:lnTo>
                    <a:pt x="1290066" y="762"/>
                  </a:lnTo>
                  <a:lnTo>
                    <a:pt x="1288542" y="0"/>
                  </a:lnTo>
                  <a:lnTo>
                    <a:pt x="1287018" y="0"/>
                  </a:lnTo>
                  <a:lnTo>
                    <a:pt x="2286" y="0"/>
                  </a:lnTo>
                  <a:lnTo>
                    <a:pt x="762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0" y="97536"/>
                  </a:lnTo>
                  <a:lnTo>
                    <a:pt x="0" y="98298"/>
                  </a:lnTo>
                  <a:lnTo>
                    <a:pt x="762" y="99060"/>
                  </a:lnTo>
                  <a:lnTo>
                    <a:pt x="2286" y="9906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4" name="object 1424"/>
            <p:cNvPicPr/>
            <p:nvPr/>
          </p:nvPicPr>
          <p:blipFill>
            <a:blip r:embed="rId237" cstate="print"/>
            <a:stretch>
              <a:fillRect/>
            </a:stretch>
          </p:blipFill>
          <p:spPr>
            <a:xfrm>
              <a:off x="5870829" y="7066787"/>
              <a:ext cx="1290827" cy="3809"/>
            </a:xfrm>
            <a:prstGeom prst="rect">
              <a:avLst/>
            </a:prstGeom>
          </p:spPr>
        </p:pic>
        <p:sp>
          <p:nvSpPr>
            <p:cNvPr id="1425" name="object 1425"/>
            <p:cNvSpPr/>
            <p:nvPr/>
          </p:nvSpPr>
          <p:spPr>
            <a:xfrm>
              <a:off x="7161276" y="7050798"/>
              <a:ext cx="289560" cy="99060"/>
            </a:xfrm>
            <a:custGeom>
              <a:avLst/>
              <a:gdLst/>
              <a:ahLst/>
              <a:cxnLst/>
              <a:rect l="l" t="t" r="r" b="b"/>
              <a:pathLst>
                <a:path w="289559" h="99059">
                  <a:moveTo>
                    <a:pt x="289560" y="444"/>
                  </a:moveTo>
                  <a:lnTo>
                    <a:pt x="288290" y="444"/>
                  </a:lnTo>
                  <a:lnTo>
                    <a:pt x="288290" y="0"/>
                  </a:lnTo>
                  <a:lnTo>
                    <a:pt x="284480" y="0"/>
                  </a:lnTo>
                  <a:lnTo>
                    <a:pt x="284480" y="2476"/>
                  </a:lnTo>
                  <a:lnTo>
                    <a:pt x="284480" y="95821"/>
                  </a:lnTo>
                  <a:lnTo>
                    <a:pt x="283210" y="95821"/>
                  </a:lnTo>
                  <a:lnTo>
                    <a:pt x="283210" y="96012"/>
                  </a:lnTo>
                  <a:lnTo>
                    <a:pt x="5080" y="96012"/>
                  </a:lnTo>
                  <a:lnTo>
                    <a:pt x="5080" y="95567"/>
                  </a:lnTo>
                  <a:lnTo>
                    <a:pt x="3810" y="95567"/>
                  </a:lnTo>
                  <a:lnTo>
                    <a:pt x="3810" y="2730"/>
                  </a:lnTo>
                  <a:lnTo>
                    <a:pt x="5080" y="2730"/>
                  </a:lnTo>
                  <a:lnTo>
                    <a:pt x="5080" y="2286"/>
                  </a:lnTo>
                  <a:lnTo>
                    <a:pt x="283210" y="2286"/>
                  </a:lnTo>
                  <a:lnTo>
                    <a:pt x="283210" y="2476"/>
                  </a:lnTo>
                  <a:lnTo>
                    <a:pt x="284480" y="2476"/>
                  </a:lnTo>
                  <a:lnTo>
                    <a:pt x="284480" y="0"/>
                  </a:lnTo>
                  <a:lnTo>
                    <a:pt x="283210" y="0"/>
                  </a:lnTo>
                  <a:lnTo>
                    <a:pt x="5080" y="0"/>
                  </a:lnTo>
                  <a:lnTo>
                    <a:pt x="3810" y="0"/>
                  </a:lnTo>
                  <a:lnTo>
                    <a:pt x="1270" y="0"/>
                  </a:lnTo>
                  <a:lnTo>
                    <a:pt x="1270" y="127"/>
                  </a:lnTo>
                  <a:lnTo>
                    <a:pt x="0" y="127"/>
                  </a:lnTo>
                  <a:lnTo>
                    <a:pt x="0" y="98933"/>
                  </a:lnTo>
                  <a:lnTo>
                    <a:pt x="1270" y="98933"/>
                  </a:lnTo>
                  <a:lnTo>
                    <a:pt x="1270" y="99060"/>
                  </a:lnTo>
                  <a:lnTo>
                    <a:pt x="288290" y="99060"/>
                  </a:lnTo>
                  <a:lnTo>
                    <a:pt x="288290" y="98615"/>
                  </a:lnTo>
                  <a:lnTo>
                    <a:pt x="289560" y="98615"/>
                  </a:lnTo>
                  <a:lnTo>
                    <a:pt x="289560" y="444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6" name="object 1426"/>
            <p:cNvSpPr/>
            <p:nvPr/>
          </p:nvSpPr>
          <p:spPr>
            <a:xfrm>
              <a:off x="7165086" y="7053071"/>
              <a:ext cx="281305" cy="93980"/>
            </a:xfrm>
            <a:custGeom>
              <a:avLst/>
              <a:gdLst/>
              <a:ahLst/>
              <a:cxnLst/>
              <a:rect l="l" t="t" r="r" b="b"/>
              <a:pathLst>
                <a:path w="281304" h="93979">
                  <a:moveTo>
                    <a:pt x="0" y="92201"/>
                  </a:moveTo>
                  <a:lnTo>
                    <a:pt x="0" y="2285"/>
                  </a:lnTo>
                  <a:lnTo>
                    <a:pt x="0" y="761"/>
                  </a:lnTo>
                  <a:lnTo>
                    <a:pt x="1523" y="0"/>
                  </a:lnTo>
                  <a:lnTo>
                    <a:pt x="3047" y="0"/>
                  </a:lnTo>
                  <a:lnTo>
                    <a:pt x="278130" y="0"/>
                  </a:lnTo>
                  <a:lnTo>
                    <a:pt x="279654" y="0"/>
                  </a:lnTo>
                  <a:lnTo>
                    <a:pt x="281178" y="761"/>
                  </a:lnTo>
                  <a:lnTo>
                    <a:pt x="281178" y="2285"/>
                  </a:lnTo>
                  <a:lnTo>
                    <a:pt x="281178" y="92201"/>
                  </a:lnTo>
                  <a:lnTo>
                    <a:pt x="281178" y="92963"/>
                  </a:lnTo>
                  <a:lnTo>
                    <a:pt x="279654" y="93725"/>
                  </a:lnTo>
                  <a:lnTo>
                    <a:pt x="278130" y="93725"/>
                  </a:lnTo>
                  <a:lnTo>
                    <a:pt x="3048" y="93725"/>
                  </a:lnTo>
                  <a:lnTo>
                    <a:pt x="1524" y="93725"/>
                  </a:lnTo>
                  <a:lnTo>
                    <a:pt x="0" y="92963"/>
                  </a:lnTo>
                  <a:lnTo>
                    <a:pt x="0" y="92201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7" name="object 1427"/>
            <p:cNvSpPr/>
            <p:nvPr/>
          </p:nvSpPr>
          <p:spPr>
            <a:xfrm>
              <a:off x="7161276" y="7050785"/>
              <a:ext cx="289560" cy="99060"/>
            </a:xfrm>
            <a:custGeom>
              <a:avLst/>
              <a:gdLst/>
              <a:ahLst/>
              <a:cxnLst/>
              <a:rect l="l" t="t" r="r" b="b"/>
              <a:pathLst>
                <a:path w="289559" h="99059">
                  <a:moveTo>
                    <a:pt x="2285" y="99060"/>
                  </a:moveTo>
                  <a:lnTo>
                    <a:pt x="286511" y="99060"/>
                  </a:lnTo>
                  <a:lnTo>
                    <a:pt x="288035" y="99060"/>
                  </a:lnTo>
                  <a:lnTo>
                    <a:pt x="289559" y="98298"/>
                  </a:lnTo>
                  <a:lnTo>
                    <a:pt x="289559" y="97536"/>
                  </a:lnTo>
                  <a:lnTo>
                    <a:pt x="289559" y="1524"/>
                  </a:lnTo>
                  <a:lnTo>
                    <a:pt x="289559" y="762"/>
                  </a:lnTo>
                  <a:lnTo>
                    <a:pt x="288035" y="0"/>
                  </a:lnTo>
                  <a:lnTo>
                    <a:pt x="286511" y="0"/>
                  </a:lnTo>
                  <a:lnTo>
                    <a:pt x="2285" y="0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0" y="97536"/>
                  </a:lnTo>
                  <a:lnTo>
                    <a:pt x="0" y="98298"/>
                  </a:lnTo>
                  <a:lnTo>
                    <a:pt x="761" y="99060"/>
                  </a:lnTo>
                  <a:lnTo>
                    <a:pt x="2285" y="9906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8" name="object 1428"/>
            <p:cNvPicPr/>
            <p:nvPr/>
          </p:nvPicPr>
          <p:blipFill>
            <a:blip r:embed="rId238" cstate="print"/>
            <a:stretch>
              <a:fillRect/>
            </a:stretch>
          </p:blipFill>
          <p:spPr>
            <a:xfrm>
              <a:off x="7380732" y="7060691"/>
              <a:ext cx="36576" cy="28193"/>
            </a:xfrm>
            <a:prstGeom prst="rect">
              <a:avLst/>
            </a:prstGeom>
          </p:spPr>
        </p:pic>
        <p:pic>
          <p:nvPicPr>
            <p:cNvPr id="1429" name="object 1429"/>
            <p:cNvPicPr/>
            <p:nvPr/>
          </p:nvPicPr>
          <p:blipFill>
            <a:blip r:embed="rId239" cstate="print"/>
            <a:stretch>
              <a:fillRect/>
            </a:stretch>
          </p:blipFill>
          <p:spPr>
            <a:xfrm>
              <a:off x="5900166" y="7070597"/>
              <a:ext cx="302513" cy="57150"/>
            </a:xfrm>
            <a:prstGeom prst="rect">
              <a:avLst/>
            </a:prstGeom>
          </p:spPr>
        </p:pic>
        <p:sp>
          <p:nvSpPr>
            <p:cNvPr id="1430" name="object 1430"/>
            <p:cNvSpPr/>
            <p:nvPr/>
          </p:nvSpPr>
          <p:spPr>
            <a:xfrm>
              <a:off x="5900166" y="7070597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292608" y="0"/>
                  </a:moveTo>
                  <a:lnTo>
                    <a:pt x="9906" y="0"/>
                  </a:lnTo>
                  <a:lnTo>
                    <a:pt x="9906" y="3810"/>
                  </a:lnTo>
                  <a:lnTo>
                    <a:pt x="0" y="3810"/>
                  </a:lnTo>
                  <a:lnTo>
                    <a:pt x="0" y="52578"/>
                  </a:lnTo>
                  <a:lnTo>
                    <a:pt x="9906" y="52578"/>
                  </a:lnTo>
                  <a:lnTo>
                    <a:pt x="9906" y="57150"/>
                  </a:lnTo>
                  <a:lnTo>
                    <a:pt x="292608" y="57150"/>
                  </a:lnTo>
                  <a:lnTo>
                    <a:pt x="292608" y="52577"/>
                  </a:lnTo>
                  <a:lnTo>
                    <a:pt x="302514" y="52577"/>
                  </a:lnTo>
                  <a:lnTo>
                    <a:pt x="302514" y="3809"/>
                  </a:lnTo>
                  <a:lnTo>
                    <a:pt x="292608" y="3810"/>
                  </a:lnTo>
                  <a:lnTo>
                    <a:pt x="292608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1" name="object 1431"/>
            <p:cNvSpPr/>
            <p:nvPr/>
          </p:nvSpPr>
          <p:spPr>
            <a:xfrm>
              <a:off x="5903976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8287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3715" y="18287"/>
                  </a:lnTo>
                  <a:lnTo>
                    <a:pt x="13715" y="19811"/>
                  </a:lnTo>
                  <a:lnTo>
                    <a:pt x="17525" y="19811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1241" y="19811"/>
                  </a:lnTo>
                  <a:lnTo>
                    <a:pt x="31241" y="18287"/>
                  </a:lnTo>
                  <a:lnTo>
                    <a:pt x="45719" y="182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2" name="object 1432"/>
            <p:cNvSpPr/>
            <p:nvPr/>
          </p:nvSpPr>
          <p:spPr>
            <a:xfrm>
              <a:off x="5903976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8287"/>
                  </a:lnTo>
                  <a:lnTo>
                    <a:pt x="31241" y="18287"/>
                  </a:lnTo>
                  <a:lnTo>
                    <a:pt x="31241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811"/>
                  </a:lnTo>
                  <a:lnTo>
                    <a:pt x="13715" y="19811"/>
                  </a:lnTo>
                  <a:lnTo>
                    <a:pt x="13715" y="18287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3" name="object 1433"/>
            <p:cNvSpPr/>
            <p:nvPr/>
          </p:nvSpPr>
          <p:spPr>
            <a:xfrm>
              <a:off x="5953506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8287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4477" y="18287"/>
                  </a:lnTo>
                  <a:lnTo>
                    <a:pt x="14477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811"/>
                  </a:lnTo>
                  <a:lnTo>
                    <a:pt x="32003" y="19811"/>
                  </a:lnTo>
                  <a:lnTo>
                    <a:pt x="32003" y="18287"/>
                  </a:lnTo>
                  <a:lnTo>
                    <a:pt x="45719" y="182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4" name="object 1434"/>
            <p:cNvSpPr/>
            <p:nvPr/>
          </p:nvSpPr>
          <p:spPr>
            <a:xfrm>
              <a:off x="5953506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8287"/>
                  </a:lnTo>
                  <a:lnTo>
                    <a:pt x="32003" y="18287"/>
                  </a:lnTo>
                  <a:lnTo>
                    <a:pt x="32003" y="19811"/>
                  </a:lnTo>
                  <a:lnTo>
                    <a:pt x="28193" y="19811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4477" y="19811"/>
                  </a:lnTo>
                  <a:lnTo>
                    <a:pt x="14477" y="18287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5" name="object 1435"/>
            <p:cNvSpPr/>
            <p:nvPr/>
          </p:nvSpPr>
          <p:spPr>
            <a:xfrm>
              <a:off x="6003798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8287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3715" y="18287"/>
                  </a:lnTo>
                  <a:lnTo>
                    <a:pt x="13715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2003" y="19811"/>
                  </a:lnTo>
                  <a:lnTo>
                    <a:pt x="32003" y="18287"/>
                  </a:lnTo>
                  <a:lnTo>
                    <a:pt x="45719" y="182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6" name="object 1436"/>
            <p:cNvSpPr/>
            <p:nvPr/>
          </p:nvSpPr>
          <p:spPr>
            <a:xfrm>
              <a:off x="6003798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8287"/>
                  </a:lnTo>
                  <a:lnTo>
                    <a:pt x="32003" y="18287"/>
                  </a:lnTo>
                  <a:lnTo>
                    <a:pt x="32003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3715" y="19811"/>
                  </a:lnTo>
                  <a:lnTo>
                    <a:pt x="13715" y="18287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7" name="object 1437"/>
            <p:cNvSpPr/>
            <p:nvPr/>
          </p:nvSpPr>
          <p:spPr>
            <a:xfrm>
              <a:off x="6054090" y="7104125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18287"/>
                  </a:moveTo>
                  <a:lnTo>
                    <a:pt x="44957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3715" y="18287"/>
                  </a:lnTo>
                  <a:lnTo>
                    <a:pt x="13715" y="19811"/>
                  </a:lnTo>
                  <a:lnTo>
                    <a:pt x="17525" y="19811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1241" y="19811"/>
                  </a:lnTo>
                  <a:lnTo>
                    <a:pt x="31241" y="18287"/>
                  </a:lnTo>
                  <a:lnTo>
                    <a:pt x="44957" y="182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8" name="object 1438"/>
            <p:cNvSpPr/>
            <p:nvPr/>
          </p:nvSpPr>
          <p:spPr>
            <a:xfrm>
              <a:off x="6054090" y="7104125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44957" y="0"/>
                  </a:lnTo>
                  <a:lnTo>
                    <a:pt x="44957" y="18287"/>
                  </a:lnTo>
                  <a:lnTo>
                    <a:pt x="31241" y="18287"/>
                  </a:lnTo>
                  <a:lnTo>
                    <a:pt x="31241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811"/>
                  </a:lnTo>
                  <a:lnTo>
                    <a:pt x="13715" y="19811"/>
                  </a:lnTo>
                  <a:lnTo>
                    <a:pt x="13715" y="18287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9" name="object 1439"/>
            <p:cNvSpPr/>
            <p:nvPr/>
          </p:nvSpPr>
          <p:spPr>
            <a:xfrm>
              <a:off x="6103620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8287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4477" y="18287"/>
                  </a:lnTo>
                  <a:lnTo>
                    <a:pt x="14477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811"/>
                  </a:lnTo>
                  <a:lnTo>
                    <a:pt x="32003" y="19811"/>
                  </a:lnTo>
                  <a:lnTo>
                    <a:pt x="32003" y="18287"/>
                  </a:lnTo>
                  <a:lnTo>
                    <a:pt x="45719" y="182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0" name="object 1440"/>
            <p:cNvSpPr/>
            <p:nvPr/>
          </p:nvSpPr>
          <p:spPr>
            <a:xfrm>
              <a:off x="6103620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8287"/>
                  </a:lnTo>
                  <a:lnTo>
                    <a:pt x="32003" y="18287"/>
                  </a:lnTo>
                  <a:lnTo>
                    <a:pt x="32003" y="19811"/>
                  </a:lnTo>
                  <a:lnTo>
                    <a:pt x="28193" y="19811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4477" y="19811"/>
                  </a:lnTo>
                  <a:lnTo>
                    <a:pt x="14477" y="18287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1" name="object 1441"/>
            <p:cNvSpPr/>
            <p:nvPr/>
          </p:nvSpPr>
          <p:spPr>
            <a:xfrm>
              <a:off x="6153912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8287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3715" y="18287"/>
                  </a:lnTo>
                  <a:lnTo>
                    <a:pt x="13715" y="19811"/>
                  </a:lnTo>
                  <a:lnTo>
                    <a:pt x="17525" y="19811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2003" y="19811"/>
                  </a:lnTo>
                  <a:lnTo>
                    <a:pt x="32003" y="18287"/>
                  </a:lnTo>
                  <a:lnTo>
                    <a:pt x="45719" y="182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2" name="object 1442"/>
            <p:cNvSpPr/>
            <p:nvPr/>
          </p:nvSpPr>
          <p:spPr>
            <a:xfrm>
              <a:off x="6153912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8287"/>
                  </a:lnTo>
                  <a:lnTo>
                    <a:pt x="32003" y="18287"/>
                  </a:lnTo>
                  <a:lnTo>
                    <a:pt x="32003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811"/>
                  </a:lnTo>
                  <a:lnTo>
                    <a:pt x="13715" y="19811"/>
                  </a:lnTo>
                  <a:lnTo>
                    <a:pt x="13715" y="18287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3" name="object 1443"/>
            <p:cNvSpPr/>
            <p:nvPr/>
          </p:nvSpPr>
          <p:spPr>
            <a:xfrm>
              <a:off x="5903976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4" name="object 1444"/>
            <p:cNvSpPr/>
            <p:nvPr/>
          </p:nvSpPr>
          <p:spPr>
            <a:xfrm>
              <a:off x="5903976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5" name="object 1445"/>
            <p:cNvSpPr/>
            <p:nvPr/>
          </p:nvSpPr>
          <p:spPr>
            <a:xfrm>
              <a:off x="5953506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6" name="object 1446"/>
            <p:cNvSpPr/>
            <p:nvPr/>
          </p:nvSpPr>
          <p:spPr>
            <a:xfrm>
              <a:off x="5953506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7" name="object 1447"/>
            <p:cNvSpPr/>
            <p:nvPr/>
          </p:nvSpPr>
          <p:spPr>
            <a:xfrm>
              <a:off x="6003798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8" name="object 1448"/>
            <p:cNvSpPr/>
            <p:nvPr/>
          </p:nvSpPr>
          <p:spPr>
            <a:xfrm>
              <a:off x="6003798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9" name="object 1449"/>
            <p:cNvSpPr/>
            <p:nvPr/>
          </p:nvSpPr>
          <p:spPr>
            <a:xfrm>
              <a:off x="6054090" y="707212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21336"/>
                  </a:move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0" name="object 1450"/>
            <p:cNvSpPr/>
            <p:nvPr/>
          </p:nvSpPr>
          <p:spPr>
            <a:xfrm>
              <a:off x="6054090" y="707212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1" name="object 1451"/>
            <p:cNvSpPr/>
            <p:nvPr/>
          </p:nvSpPr>
          <p:spPr>
            <a:xfrm>
              <a:off x="6103620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2" name="object 1452"/>
            <p:cNvSpPr/>
            <p:nvPr/>
          </p:nvSpPr>
          <p:spPr>
            <a:xfrm>
              <a:off x="6103620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3" name="object 1453"/>
            <p:cNvSpPr/>
            <p:nvPr/>
          </p:nvSpPr>
          <p:spPr>
            <a:xfrm>
              <a:off x="6153912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4" name="object 1454"/>
            <p:cNvSpPr/>
            <p:nvPr/>
          </p:nvSpPr>
          <p:spPr>
            <a:xfrm>
              <a:off x="6153912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5" name="object 1455"/>
            <p:cNvSpPr/>
            <p:nvPr/>
          </p:nvSpPr>
          <p:spPr>
            <a:xfrm>
              <a:off x="5900166" y="7070597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9905" y="0"/>
                  </a:moveTo>
                  <a:lnTo>
                    <a:pt x="9905" y="2286"/>
                  </a:lnTo>
                  <a:lnTo>
                    <a:pt x="9905" y="3048"/>
                  </a:lnTo>
                  <a:lnTo>
                    <a:pt x="8381" y="3810"/>
                  </a:lnTo>
                  <a:lnTo>
                    <a:pt x="6857" y="3810"/>
                  </a:lnTo>
                  <a:lnTo>
                    <a:pt x="6095" y="3810"/>
                  </a:lnTo>
                  <a:lnTo>
                    <a:pt x="3047" y="3810"/>
                  </a:lnTo>
                  <a:lnTo>
                    <a:pt x="0" y="6096"/>
                  </a:lnTo>
                  <a:lnTo>
                    <a:pt x="0" y="7620"/>
                  </a:lnTo>
                  <a:lnTo>
                    <a:pt x="0" y="49530"/>
                  </a:lnTo>
                  <a:lnTo>
                    <a:pt x="0" y="51053"/>
                  </a:lnTo>
                  <a:lnTo>
                    <a:pt x="2285" y="52577"/>
                  </a:lnTo>
                  <a:lnTo>
                    <a:pt x="5333" y="52577"/>
                  </a:lnTo>
                  <a:lnTo>
                    <a:pt x="6857" y="52577"/>
                  </a:lnTo>
                  <a:lnTo>
                    <a:pt x="8381" y="52577"/>
                  </a:lnTo>
                  <a:lnTo>
                    <a:pt x="9905" y="53340"/>
                  </a:lnTo>
                  <a:lnTo>
                    <a:pt x="9905" y="54864"/>
                  </a:lnTo>
                  <a:lnTo>
                    <a:pt x="9905" y="57150"/>
                  </a:lnTo>
                  <a:lnTo>
                    <a:pt x="292607" y="57149"/>
                  </a:lnTo>
                  <a:lnTo>
                    <a:pt x="292607" y="55625"/>
                  </a:lnTo>
                  <a:lnTo>
                    <a:pt x="292607" y="54101"/>
                  </a:lnTo>
                  <a:lnTo>
                    <a:pt x="294893" y="52577"/>
                  </a:lnTo>
                  <a:lnTo>
                    <a:pt x="297941" y="52577"/>
                  </a:lnTo>
                  <a:lnTo>
                    <a:pt x="300227" y="52577"/>
                  </a:lnTo>
                  <a:lnTo>
                    <a:pt x="302513" y="51053"/>
                  </a:lnTo>
                  <a:lnTo>
                    <a:pt x="302513" y="49529"/>
                  </a:lnTo>
                  <a:lnTo>
                    <a:pt x="302513" y="7619"/>
                  </a:lnTo>
                  <a:lnTo>
                    <a:pt x="302513" y="5333"/>
                  </a:lnTo>
                  <a:lnTo>
                    <a:pt x="300227" y="3809"/>
                  </a:lnTo>
                  <a:lnTo>
                    <a:pt x="297941" y="3809"/>
                  </a:lnTo>
                  <a:lnTo>
                    <a:pt x="296417" y="3809"/>
                  </a:lnTo>
                  <a:lnTo>
                    <a:pt x="294131" y="3809"/>
                  </a:lnTo>
                  <a:lnTo>
                    <a:pt x="292607" y="3047"/>
                  </a:lnTo>
                  <a:lnTo>
                    <a:pt x="292607" y="2285"/>
                  </a:lnTo>
                  <a:lnTo>
                    <a:pt x="292607" y="0"/>
                  </a:lnTo>
                </a:path>
              </a:pathLst>
            </a:custGeom>
            <a:ln w="3175">
              <a:solidFill>
                <a:srgbClr val="C9C1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6" name="object 1456"/>
            <p:cNvPicPr/>
            <p:nvPr/>
          </p:nvPicPr>
          <p:blipFill>
            <a:blip r:embed="rId240" cstate="print"/>
            <a:stretch>
              <a:fillRect/>
            </a:stretch>
          </p:blipFill>
          <p:spPr>
            <a:xfrm>
              <a:off x="6195822" y="7070597"/>
              <a:ext cx="324611" cy="73152"/>
            </a:xfrm>
            <a:prstGeom prst="rect">
              <a:avLst/>
            </a:prstGeom>
          </p:spPr>
        </p:pic>
        <p:sp>
          <p:nvSpPr>
            <p:cNvPr id="1457" name="object 1457"/>
            <p:cNvSpPr/>
            <p:nvPr/>
          </p:nvSpPr>
          <p:spPr>
            <a:xfrm>
              <a:off x="6217920" y="7070597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292608" y="0"/>
                  </a:moveTo>
                  <a:lnTo>
                    <a:pt x="9906" y="0"/>
                  </a:lnTo>
                  <a:lnTo>
                    <a:pt x="9906" y="3810"/>
                  </a:lnTo>
                  <a:lnTo>
                    <a:pt x="0" y="3810"/>
                  </a:lnTo>
                  <a:lnTo>
                    <a:pt x="0" y="52578"/>
                  </a:lnTo>
                  <a:lnTo>
                    <a:pt x="9906" y="52578"/>
                  </a:lnTo>
                  <a:lnTo>
                    <a:pt x="9906" y="57150"/>
                  </a:lnTo>
                  <a:lnTo>
                    <a:pt x="292608" y="57150"/>
                  </a:lnTo>
                  <a:lnTo>
                    <a:pt x="292608" y="52577"/>
                  </a:lnTo>
                  <a:lnTo>
                    <a:pt x="302514" y="52577"/>
                  </a:lnTo>
                  <a:lnTo>
                    <a:pt x="302514" y="3809"/>
                  </a:lnTo>
                  <a:lnTo>
                    <a:pt x="292608" y="3810"/>
                  </a:lnTo>
                  <a:lnTo>
                    <a:pt x="292608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8" name="object 1458"/>
            <p:cNvSpPr/>
            <p:nvPr/>
          </p:nvSpPr>
          <p:spPr>
            <a:xfrm>
              <a:off x="6220968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8287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4477" y="18287"/>
                  </a:lnTo>
                  <a:lnTo>
                    <a:pt x="14477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811"/>
                  </a:lnTo>
                  <a:lnTo>
                    <a:pt x="32003" y="19811"/>
                  </a:lnTo>
                  <a:lnTo>
                    <a:pt x="32003" y="18287"/>
                  </a:lnTo>
                  <a:lnTo>
                    <a:pt x="45719" y="182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9" name="object 1459"/>
            <p:cNvSpPr/>
            <p:nvPr/>
          </p:nvSpPr>
          <p:spPr>
            <a:xfrm>
              <a:off x="6220968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8287"/>
                  </a:lnTo>
                  <a:lnTo>
                    <a:pt x="32003" y="18287"/>
                  </a:lnTo>
                  <a:lnTo>
                    <a:pt x="32003" y="19811"/>
                  </a:lnTo>
                  <a:lnTo>
                    <a:pt x="28193" y="19811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4477" y="19811"/>
                  </a:lnTo>
                  <a:lnTo>
                    <a:pt x="14477" y="18287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0" name="object 1460"/>
            <p:cNvSpPr/>
            <p:nvPr/>
          </p:nvSpPr>
          <p:spPr>
            <a:xfrm>
              <a:off x="6271260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8287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3715" y="18287"/>
                  </a:lnTo>
                  <a:lnTo>
                    <a:pt x="13715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2003" y="19811"/>
                  </a:lnTo>
                  <a:lnTo>
                    <a:pt x="32003" y="18287"/>
                  </a:lnTo>
                  <a:lnTo>
                    <a:pt x="45719" y="182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1" name="object 1461"/>
            <p:cNvSpPr/>
            <p:nvPr/>
          </p:nvSpPr>
          <p:spPr>
            <a:xfrm>
              <a:off x="6271260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8287"/>
                  </a:lnTo>
                  <a:lnTo>
                    <a:pt x="32003" y="18287"/>
                  </a:lnTo>
                  <a:lnTo>
                    <a:pt x="32003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3715" y="19811"/>
                  </a:lnTo>
                  <a:lnTo>
                    <a:pt x="13715" y="18287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2" name="object 1462"/>
            <p:cNvSpPr/>
            <p:nvPr/>
          </p:nvSpPr>
          <p:spPr>
            <a:xfrm>
              <a:off x="6321552" y="7104125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18287"/>
                  </a:moveTo>
                  <a:lnTo>
                    <a:pt x="44957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3715" y="18287"/>
                  </a:lnTo>
                  <a:lnTo>
                    <a:pt x="13715" y="19811"/>
                  </a:lnTo>
                  <a:lnTo>
                    <a:pt x="17525" y="19811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1241" y="19811"/>
                  </a:lnTo>
                  <a:lnTo>
                    <a:pt x="31241" y="18287"/>
                  </a:lnTo>
                  <a:lnTo>
                    <a:pt x="44957" y="182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3" name="object 1463"/>
            <p:cNvSpPr/>
            <p:nvPr/>
          </p:nvSpPr>
          <p:spPr>
            <a:xfrm>
              <a:off x="6321552" y="7104125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44957" y="0"/>
                  </a:lnTo>
                  <a:lnTo>
                    <a:pt x="44957" y="18287"/>
                  </a:lnTo>
                  <a:lnTo>
                    <a:pt x="31241" y="18287"/>
                  </a:lnTo>
                  <a:lnTo>
                    <a:pt x="31241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811"/>
                  </a:lnTo>
                  <a:lnTo>
                    <a:pt x="13715" y="19811"/>
                  </a:lnTo>
                  <a:lnTo>
                    <a:pt x="13715" y="18287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4" name="object 1464"/>
            <p:cNvSpPr/>
            <p:nvPr/>
          </p:nvSpPr>
          <p:spPr>
            <a:xfrm>
              <a:off x="6371082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8287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3715" y="18287"/>
                  </a:lnTo>
                  <a:lnTo>
                    <a:pt x="13715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811"/>
                  </a:lnTo>
                  <a:lnTo>
                    <a:pt x="32003" y="19811"/>
                  </a:lnTo>
                  <a:lnTo>
                    <a:pt x="32003" y="18287"/>
                  </a:lnTo>
                  <a:lnTo>
                    <a:pt x="45719" y="182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5" name="object 1465"/>
            <p:cNvSpPr/>
            <p:nvPr/>
          </p:nvSpPr>
          <p:spPr>
            <a:xfrm>
              <a:off x="6371082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8287"/>
                  </a:lnTo>
                  <a:lnTo>
                    <a:pt x="32003" y="18287"/>
                  </a:lnTo>
                  <a:lnTo>
                    <a:pt x="32003" y="19811"/>
                  </a:lnTo>
                  <a:lnTo>
                    <a:pt x="28193" y="19811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3715" y="19811"/>
                  </a:lnTo>
                  <a:lnTo>
                    <a:pt x="13715" y="18287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6" name="object 1466"/>
            <p:cNvSpPr/>
            <p:nvPr/>
          </p:nvSpPr>
          <p:spPr>
            <a:xfrm>
              <a:off x="6421374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8287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3715" y="18287"/>
                  </a:lnTo>
                  <a:lnTo>
                    <a:pt x="13715" y="19811"/>
                  </a:lnTo>
                  <a:lnTo>
                    <a:pt x="17525" y="19811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1241" y="19811"/>
                  </a:lnTo>
                  <a:lnTo>
                    <a:pt x="31241" y="18287"/>
                  </a:lnTo>
                  <a:lnTo>
                    <a:pt x="45719" y="182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7" name="object 1467"/>
            <p:cNvSpPr/>
            <p:nvPr/>
          </p:nvSpPr>
          <p:spPr>
            <a:xfrm>
              <a:off x="6421374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8287"/>
                  </a:lnTo>
                  <a:lnTo>
                    <a:pt x="31241" y="18287"/>
                  </a:lnTo>
                  <a:lnTo>
                    <a:pt x="31241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811"/>
                  </a:lnTo>
                  <a:lnTo>
                    <a:pt x="13715" y="19811"/>
                  </a:lnTo>
                  <a:lnTo>
                    <a:pt x="13715" y="18287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8" name="object 1468"/>
            <p:cNvSpPr/>
            <p:nvPr/>
          </p:nvSpPr>
          <p:spPr>
            <a:xfrm>
              <a:off x="6471666" y="7104125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7" y="18287"/>
                  </a:moveTo>
                  <a:lnTo>
                    <a:pt x="44957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3715" y="18287"/>
                  </a:lnTo>
                  <a:lnTo>
                    <a:pt x="13715" y="19811"/>
                  </a:lnTo>
                  <a:lnTo>
                    <a:pt x="17525" y="19811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1241" y="19811"/>
                  </a:lnTo>
                  <a:lnTo>
                    <a:pt x="31241" y="18287"/>
                  </a:lnTo>
                  <a:lnTo>
                    <a:pt x="44957" y="182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9" name="object 1469"/>
            <p:cNvSpPr/>
            <p:nvPr/>
          </p:nvSpPr>
          <p:spPr>
            <a:xfrm>
              <a:off x="6471666" y="7104125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5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44957" y="0"/>
                  </a:lnTo>
                  <a:lnTo>
                    <a:pt x="44957" y="18287"/>
                  </a:lnTo>
                  <a:lnTo>
                    <a:pt x="31241" y="18287"/>
                  </a:lnTo>
                  <a:lnTo>
                    <a:pt x="31241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811"/>
                  </a:lnTo>
                  <a:lnTo>
                    <a:pt x="13715" y="19811"/>
                  </a:lnTo>
                  <a:lnTo>
                    <a:pt x="13715" y="18287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0" name="object 1470"/>
            <p:cNvSpPr/>
            <p:nvPr/>
          </p:nvSpPr>
          <p:spPr>
            <a:xfrm>
              <a:off x="6220968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1" name="object 1471"/>
            <p:cNvSpPr/>
            <p:nvPr/>
          </p:nvSpPr>
          <p:spPr>
            <a:xfrm>
              <a:off x="6220968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2" name="object 1472"/>
            <p:cNvSpPr/>
            <p:nvPr/>
          </p:nvSpPr>
          <p:spPr>
            <a:xfrm>
              <a:off x="6271260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3" name="object 1473"/>
            <p:cNvSpPr/>
            <p:nvPr/>
          </p:nvSpPr>
          <p:spPr>
            <a:xfrm>
              <a:off x="6271260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4" name="object 1474"/>
            <p:cNvSpPr/>
            <p:nvPr/>
          </p:nvSpPr>
          <p:spPr>
            <a:xfrm>
              <a:off x="6321552" y="707212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21336"/>
                  </a:move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5" name="object 1475"/>
            <p:cNvSpPr/>
            <p:nvPr/>
          </p:nvSpPr>
          <p:spPr>
            <a:xfrm>
              <a:off x="6321552" y="707212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6" name="object 1476"/>
            <p:cNvSpPr/>
            <p:nvPr/>
          </p:nvSpPr>
          <p:spPr>
            <a:xfrm>
              <a:off x="6371082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7" name="object 1477"/>
            <p:cNvSpPr/>
            <p:nvPr/>
          </p:nvSpPr>
          <p:spPr>
            <a:xfrm>
              <a:off x="6371082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8" name="object 1478"/>
            <p:cNvSpPr/>
            <p:nvPr/>
          </p:nvSpPr>
          <p:spPr>
            <a:xfrm>
              <a:off x="6421374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9" name="object 1479"/>
            <p:cNvSpPr/>
            <p:nvPr/>
          </p:nvSpPr>
          <p:spPr>
            <a:xfrm>
              <a:off x="6421374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0" name="object 1480"/>
            <p:cNvSpPr/>
            <p:nvPr/>
          </p:nvSpPr>
          <p:spPr>
            <a:xfrm>
              <a:off x="6471666" y="707212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7" y="21336"/>
                  </a:move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1" name="object 1481"/>
            <p:cNvSpPr/>
            <p:nvPr/>
          </p:nvSpPr>
          <p:spPr>
            <a:xfrm>
              <a:off x="6471666" y="707212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2" name="object 1482"/>
            <p:cNvSpPr/>
            <p:nvPr/>
          </p:nvSpPr>
          <p:spPr>
            <a:xfrm>
              <a:off x="6217920" y="7070597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9905" y="0"/>
                  </a:moveTo>
                  <a:lnTo>
                    <a:pt x="9905" y="2286"/>
                  </a:lnTo>
                  <a:lnTo>
                    <a:pt x="9905" y="3048"/>
                  </a:lnTo>
                  <a:lnTo>
                    <a:pt x="8381" y="3810"/>
                  </a:lnTo>
                  <a:lnTo>
                    <a:pt x="6095" y="3810"/>
                  </a:lnTo>
                  <a:lnTo>
                    <a:pt x="5333" y="3810"/>
                  </a:lnTo>
                  <a:lnTo>
                    <a:pt x="2285" y="3810"/>
                  </a:lnTo>
                  <a:lnTo>
                    <a:pt x="0" y="6096"/>
                  </a:lnTo>
                  <a:lnTo>
                    <a:pt x="0" y="7620"/>
                  </a:lnTo>
                  <a:lnTo>
                    <a:pt x="0" y="49530"/>
                  </a:lnTo>
                  <a:lnTo>
                    <a:pt x="0" y="51053"/>
                  </a:lnTo>
                  <a:lnTo>
                    <a:pt x="2285" y="52577"/>
                  </a:lnTo>
                  <a:lnTo>
                    <a:pt x="4571" y="52577"/>
                  </a:lnTo>
                  <a:lnTo>
                    <a:pt x="6095" y="52577"/>
                  </a:lnTo>
                  <a:lnTo>
                    <a:pt x="8381" y="52577"/>
                  </a:lnTo>
                  <a:lnTo>
                    <a:pt x="9905" y="53340"/>
                  </a:lnTo>
                  <a:lnTo>
                    <a:pt x="9905" y="54864"/>
                  </a:lnTo>
                  <a:lnTo>
                    <a:pt x="9905" y="57150"/>
                  </a:lnTo>
                  <a:lnTo>
                    <a:pt x="292607" y="57149"/>
                  </a:lnTo>
                  <a:lnTo>
                    <a:pt x="292607" y="55625"/>
                  </a:lnTo>
                  <a:lnTo>
                    <a:pt x="292607" y="54101"/>
                  </a:lnTo>
                  <a:lnTo>
                    <a:pt x="294893" y="52577"/>
                  </a:lnTo>
                  <a:lnTo>
                    <a:pt x="297179" y="52577"/>
                  </a:lnTo>
                  <a:lnTo>
                    <a:pt x="300227" y="52577"/>
                  </a:lnTo>
                  <a:lnTo>
                    <a:pt x="302513" y="51053"/>
                  </a:lnTo>
                  <a:lnTo>
                    <a:pt x="302513" y="49529"/>
                  </a:lnTo>
                  <a:lnTo>
                    <a:pt x="302513" y="7619"/>
                  </a:lnTo>
                  <a:lnTo>
                    <a:pt x="302513" y="5333"/>
                  </a:lnTo>
                  <a:lnTo>
                    <a:pt x="300227" y="3809"/>
                  </a:lnTo>
                  <a:lnTo>
                    <a:pt x="297179" y="3809"/>
                  </a:lnTo>
                  <a:lnTo>
                    <a:pt x="296417" y="3809"/>
                  </a:lnTo>
                  <a:lnTo>
                    <a:pt x="294131" y="3809"/>
                  </a:lnTo>
                  <a:lnTo>
                    <a:pt x="292607" y="3047"/>
                  </a:lnTo>
                  <a:lnTo>
                    <a:pt x="292607" y="2285"/>
                  </a:lnTo>
                  <a:lnTo>
                    <a:pt x="292607" y="0"/>
                  </a:lnTo>
                </a:path>
              </a:pathLst>
            </a:custGeom>
            <a:ln w="3175">
              <a:solidFill>
                <a:srgbClr val="C9C1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83" name="object 1483"/>
            <p:cNvPicPr/>
            <p:nvPr/>
          </p:nvPicPr>
          <p:blipFill>
            <a:blip r:embed="rId241" cstate="print"/>
            <a:stretch>
              <a:fillRect/>
            </a:stretch>
          </p:blipFill>
          <p:spPr>
            <a:xfrm>
              <a:off x="6513576" y="7070597"/>
              <a:ext cx="323850" cy="73152"/>
            </a:xfrm>
            <a:prstGeom prst="rect">
              <a:avLst/>
            </a:prstGeom>
          </p:spPr>
        </p:pic>
        <p:sp>
          <p:nvSpPr>
            <p:cNvPr id="1484" name="object 1484"/>
            <p:cNvSpPr/>
            <p:nvPr/>
          </p:nvSpPr>
          <p:spPr>
            <a:xfrm>
              <a:off x="6534912" y="7070597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292607" y="0"/>
                  </a:moveTo>
                  <a:lnTo>
                    <a:pt x="9905" y="0"/>
                  </a:lnTo>
                  <a:lnTo>
                    <a:pt x="9905" y="3810"/>
                  </a:lnTo>
                  <a:lnTo>
                    <a:pt x="0" y="3810"/>
                  </a:lnTo>
                  <a:lnTo>
                    <a:pt x="0" y="52578"/>
                  </a:lnTo>
                  <a:lnTo>
                    <a:pt x="9905" y="52578"/>
                  </a:lnTo>
                  <a:lnTo>
                    <a:pt x="9905" y="57150"/>
                  </a:lnTo>
                  <a:lnTo>
                    <a:pt x="292607" y="57150"/>
                  </a:lnTo>
                  <a:lnTo>
                    <a:pt x="292607" y="52577"/>
                  </a:lnTo>
                  <a:lnTo>
                    <a:pt x="302513" y="52577"/>
                  </a:lnTo>
                  <a:lnTo>
                    <a:pt x="302513" y="3809"/>
                  </a:lnTo>
                  <a:lnTo>
                    <a:pt x="292607" y="3810"/>
                  </a:lnTo>
                  <a:lnTo>
                    <a:pt x="292607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5" name="object 1485"/>
            <p:cNvSpPr/>
            <p:nvPr/>
          </p:nvSpPr>
          <p:spPr>
            <a:xfrm>
              <a:off x="6538722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8287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3716" y="18287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2004" y="19811"/>
                  </a:lnTo>
                  <a:lnTo>
                    <a:pt x="32004" y="18287"/>
                  </a:lnTo>
                  <a:lnTo>
                    <a:pt x="45720" y="182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6" name="object 1486"/>
            <p:cNvSpPr/>
            <p:nvPr/>
          </p:nvSpPr>
          <p:spPr>
            <a:xfrm>
              <a:off x="6538722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8287"/>
                  </a:lnTo>
                  <a:lnTo>
                    <a:pt x="32004" y="18287"/>
                  </a:lnTo>
                  <a:lnTo>
                    <a:pt x="32004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8287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7" name="object 1487"/>
            <p:cNvSpPr/>
            <p:nvPr/>
          </p:nvSpPr>
          <p:spPr>
            <a:xfrm>
              <a:off x="6589014" y="7104125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8287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3716" y="18287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1242" y="19811"/>
                  </a:lnTo>
                  <a:lnTo>
                    <a:pt x="31242" y="18287"/>
                  </a:lnTo>
                  <a:lnTo>
                    <a:pt x="44958" y="182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8" name="object 1488"/>
            <p:cNvSpPr/>
            <p:nvPr/>
          </p:nvSpPr>
          <p:spPr>
            <a:xfrm>
              <a:off x="6589014" y="7104125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8287"/>
                  </a:lnTo>
                  <a:lnTo>
                    <a:pt x="31242" y="18287"/>
                  </a:lnTo>
                  <a:lnTo>
                    <a:pt x="31242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8287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9" name="object 1489"/>
            <p:cNvSpPr/>
            <p:nvPr/>
          </p:nvSpPr>
          <p:spPr>
            <a:xfrm>
              <a:off x="6638544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8287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3716" y="18287"/>
                  </a:lnTo>
                  <a:lnTo>
                    <a:pt x="13716" y="19811"/>
                  </a:lnTo>
                  <a:lnTo>
                    <a:pt x="18288" y="19811"/>
                  </a:lnTo>
                  <a:lnTo>
                    <a:pt x="18288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2004" y="19811"/>
                  </a:lnTo>
                  <a:lnTo>
                    <a:pt x="32004" y="18287"/>
                  </a:lnTo>
                  <a:lnTo>
                    <a:pt x="45720" y="182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0" name="object 1490"/>
            <p:cNvSpPr/>
            <p:nvPr/>
          </p:nvSpPr>
          <p:spPr>
            <a:xfrm>
              <a:off x="6638544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8287"/>
                  </a:lnTo>
                  <a:lnTo>
                    <a:pt x="32004" y="18287"/>
                  </a:lnTo>
                  <a:lnTo>
                    <a:pt x="32004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8288" y="21335"/>
                  </a:lnTo>
                  <a:lnTo>
                    <a:pt x="18288" y="19811"/>
                  </a:lnTo>
                  <a:lnTo>
                    <a:pt x="13716" y="19811"/>
                  </a:lnTo>
                  <a:lnTo>
                    <a:pt x="13716" y="18287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1" name="object 1491"/>
            <p:cNvSpPr/>
            <p:nvPr/>
          </p:nvSpPr>
          <p:spPr>
            <a:xfrm>
              <a:off x="6688836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8287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3716" y="18287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1242" y="19811"/>
                  </a:lnTo>
                  <a:lnTo>
                    <a:pt x="31242" y="18287"/>
                  </a:lnTo>
                  <a:lnTo>
                    <a:pt x="45720" y="182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2" name="object 1492"/>
            <p:cNvSpPr/>
            <p:nvPr/>
          </p:nvSpPr>
          <p:spPr>
            <a:xfrm>
              <a:off x="6688836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8287"/>
                  </a:lnTo>
                  <a:lnTo>
                    <a:pt x="31242" y="18287"/>
                  </a:lnTo>
                  <a:lnTo>
                    <a:pt x="31242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8287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3" name="object 1493"/>
            <p:cNvSpPr/>
            <p:nvPr/>
          </p:nvSpPr>
          <p:spPr>
            <a:xfrm>
              <a:off x="6739128" y="7104125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8287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3716" y="18287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1242" y="19811"/>
                  </a:lnTo>
                  <a:lnTo>
                    <a:pt x="31242" y="18287"/>
                  </a:lnTo>
                  <a:lnTo>
                    <a:pt x="44958" y="182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4" name="object 1494"/>
            <p:cNvSpPr/>
            <p:nvPr/>
          </p:nvSpPr>
          <p:spPr>
            <a:xfrm>
              <a:off x="6739128" y="7104125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8287"/>
                  </a:lnTo>
                  <a:lnTo>
                    <a:pt x="31242" y="18287"/>
                  </a:lnTo>
                  <a:lnTo>
                    <a:pt x="31242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8287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5" name="object 1495"/>
            <p:cNvSpPr/>
            <p:nvPr/>
          </p:nvSpPr>
          <p:spPr>
            <a:xfrm>
              <a:off x="6788658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8287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3716" y="18287"/>
                  </a:lnTo>
                  <a:lnTo>
                    <a:pt x="13716" y="19811"/>
                  </a:lnTo>
                  <a:lnTo>
                    <a:pt x="18288" y="19811"/>
                  </a:lnTo>
                  <a:lnTo>
                    <a:pt x="18288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2004" y="19811"/>
                  </a:lnTo>
                  <a:lnTo>
                    <a:pt x="32004" y="18287"/>
                  </a:lnTo>
                  <a:lnTo>
                    <a:pt x="45720" y="182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6" name="object 1496"/>
            <p:cNvSpPr/>
            <p:nvPr/>
          </p:nvSpPr>
          <p:spPr>
            <a:xfrm>
              <a:off x="6788658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8287"/>
                  </a:lnTo>
                  <a:lnTo>
                    <a:pt x="32004" y="18287"/>
                  </a:lnTo>
                  <a:lnTo>
                    <a:pt x="32004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8288" y="21335"/>
                  </a:lnTo>
                  <a:lnTo>
                    <a:pt x="18288" y="19811"/>
                  </a:lnTo>
                  <a:lnTo>
                    <a:pt x="13716" y="19811"/>
                  </a:lnTo>
                  <a:lnTo>
                    <a:pt x="13716" y="18287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7" name="object 1497"/>
            <p:cNvSpPr/>
            <p:nvPr/>
          </p:nvSpPr>
          <p:spPr>
            <a:xfrm>
              <a:off x="6538722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8" name="object 1498"/>
            <p:cNvSpPr/>
            <p:nvPr/>
          </p:nvSpPr>
          <p:spPr>
            <a:xfrm>
              <a:off x="6538722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9" name="object 1499"/>
            <p:cNvSpPr/>
            <p:nvPr/>
          </p:nvSpPr>
          <p:spPr>
            <a:xfrm>
              <a:off x="6589014" y="707212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6"/>
                  </a:move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0" name="object 1500"/>
            <p:cNvSpPr/>
            <p:nvPr/>
          </p:nvSpPr>
          <p:spPr>
            <a:xfrm>
              <a:off x="6589014" y="707212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1" name="object 1501"/>
            <p:cNvSpPr/>
            <p:nvPr/>
          </p:nvSpPr>
          <p:spPr>
            <a:xfrm>
              <a:off x="6638544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2" name="object 1502"/>
            <p:cNvSpPr/>
            <p:nvPr/>
          </p:nvSpPr>
          <p:spPr>
            <a:xfrm>
              <a:off x="6638544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3" name="object 1503"/>
            <p:cNvSpPr/>
            <p:nvPr/>
          </p:nvSpPr>
          <p:spPr>
            <a:xfrm>
              <a:off x="6688836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4" name="object 1504"/>
            <p:cNvSpPr/>
            <p:nvPr/>
          </p:nvSpPr>
          <p:spPr>
            <a:xfrm>
              <a:off x="6688836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5" name="object 1505"/>
            <p:cNvSpPr/>
            <p:nvPr/>
          </p:nvSpPr>
          <p:spPr>
            <a:xfrm>
              <a:off x="6739128" y="707212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6"/>
                  </a:move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6" name="object 1506"/>
            <p:cNvSpPr/>
            <p:nvPr/>
          </p:nvSpPr>
          <p:spPr>
            <a:xfrm>
              <a:off x="6739128" y="707212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7" name="object 1507"/>
            <p:cNvSpPr/>
            <p:nvPr/>
          </p:nvSpPr>
          <p:spPr>
            <a:xfrm>
              <a:off x="6788658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8" name="object 1508"/>
            <p:cNvSpPr/>
            <p:nvPr/>
          </p:nvSpPr>
          <p:spPr>
            <a:xfrm>
              <a:off x="6788658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9" name="object 1509"/>
            <p:cNvSpPr/>
            <p:nvPr/>
          </p:nvSpPr>
          <p:spPr>
            <a:xfrm>
              <a:off x="6534912" y="7070597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9905" y="0"/>
                  </a:moveTo>
                  <a:lnTo>
                    <a:pt x="9905" y="2286"/>
                  </a:lnTo>
                  <a:lnTo>
                    <a:pt x="9905" y="3048"/>
                  </a:lnTo>
                  <a:lnTo>
                    <a:pt x="8381" y="3810"/>
                  </a:lnTo>
                  <a:lnTo>
                    <a:pt x="6857" y="3810"/>
                  </a:lnTo>
                  <a:lnTo>
                    <a:pt x="6095" y="3810"/>
                  </a:lnTo>
                  <a:lnTo>
                    <a:pt x="3047" y="3810"/>
                  </a:lnTo>
                  <a:lnTo>
                    <a:pt x="0" y="6096"/>
                  </a:lnTo>
                  <a:lnTo>
                    <a:pt x="0" y="7620"/>
                  </a:lnTo>
                  <a:lnTo>
                    <a:pt x="0" y="49530"/>
                  </a:lnTo>
                  <a:lnTo>
                    <a:pt x="0" y="51053"/>
                  </a:lnTo>
                  <a:lnTo>
                    <a:pt x="2285" y="52577"/>
                  </a:lnTo>
                  <a:lnTo>
                    <a:pt x="5333" y="52577"/>
                  </a:lnTo>
                  <a:lnTo>
                    <a:pt x="6857" y="52577"/>
                  </a:lnTo>
                  <a:lnTo>
                    <a:pt x="8381" y="52577"/>
                  </a:lnTo>
                  <a:lnTo>
                    <a:pt x="9905" y="53340"/>
                  </a:lnTo>
                  <a:lnTo>
                    <a:pt x="9905" y="54864"/>
                  </a:lnTo>
                  <a:lnTo>
                    <a:pt x="9905" y="57150"/>
                  </a:lnTo>
                  <a:lnTo>
                    <a:pt x="292607" y="57149"/>
                  </a:lnTo>
                  <a:lnTo>
                    <a:pt x="292607" y="55625"/>
                  </a:lnTo>
                  <a:lnTo>
                    <a:pt x="292607" y="54101"/>
                  </a:lnTo>
                  <a:lnTo>
                    <a:pt x="294893" y="52577"/>
                  </a:lnTo>
                  <a:lnTo>
                    <a:pt x="297941" y="52577"/>
                  </a:lnTo>
                  <a:lnTo>
                    <a:pt x="300989" y="52577"/>
                  </a:lnTo>
                  <a:lnTo>
                    <a:pt x="302513" y="51053"/>
                  </a:lnTo>
                  <a:lnTo>
                    <a:pt x="302513" y="49529"/>
                  </a:lnTo>
                  <a:lnTo>
                    <a:pt x="302513" y="7619"/>
                  </a:lnTo>
                  <a:lnTo>
                    <a:pt x="302513" y="5333"/>
                  </a:lnTo>
                  <a:lnTo>
                    <a:pt x="300989" y="3809"/>
                  </a:lnTo>
                  <a:lnTo>
                    <a:pt x="297941" y="3809"/>
                  </a:lnTo>
                  <a:lnTo>
                    <a:pt x="296417" y="3809"/>
                  </a:lnTo>
                  <a:lnTo>
                    <a:pt x="294893" y="3809"/>
                  </a:lnTo>
                  <a:lnTo>
                    <a:pt x="292607" y="3047"/>
                  </a:lnTo>
                  <a:lnTo>
                    <a:pt x="292607" y="2285"/>
                  </a:lnTo>
                  <a:lnTo>
                    <a:pt x="292607" y="0"/>
                  </a:lnTo>
                </a:path>
              </a:pathLst>
            </a:custGeom>
            <a:ln w="3175">
              <a:solidFill>
                <a:srgbClr val="C9C1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10" name="object 1510"/>
            <p:cNvPicPr/>
            <p:nvPr/>
          </p:nvPicPr>
          <p:blipFill>
            <a:blip r:embed="rId242" cstate="print"/>
            <a:stretch>
              <a:fillRect/>
            </a:stretch>
          </p:blipFill>
          <p:spPr>
            <a:xfrm>
              <a:off x="6832092" y="7070597"/>
              <a:ext cx="329183" cy="73152"/>
            </a:xfrm>
            <a:prstGeom prst="rect">
              <a:avLst/>
            </a:prstGeom>
          </p:spPr>
        </p:pic>
        <p:sp>
          <p:nvSpPr>
            <p:cNvPr id="1511" name="object 1511"/>
            <p:cNvSpPr/>
            <p:nvPr/>
          </p:nvSpPr>
          <p:spPr>
            <a:xfrm>
              <a:off x="6852666" y="7070597"/>
              <a:ext cx="308610" cy="57150"/>
            </a:xfrm>
            <a:custGeom>
              <a:avLst/>
              <a:gdLst/>
              <a:ahLst/>
              <a:cxnLst/>
              <a:rect l="l" t="t" r="r" b="b"/>
              <a:pathLst>
                <a:path w="308609" h="57150">
                  <a:moveTo>
                    <a:pt x="308609" y="0"/>
                  </a:moveTo>
                  <a:lnTo>
                    <a:pt x="10667" y="0"/>
                  </a:lnTo>
                  <a:lnTo>
                    <a:pt x="10667" y="3810"/>
                  </a:lnTo>
                  <a:lnTo>
                    <a:pt x="0" y="3810"/>
                  </a:lnTo>
                  <a:lnTo>
                    <a:pt x="0" y="52578"/>
                  </a:lnTo>
                  <a:lnTo>
                    <a:pt x="10667" y="52578"/>
                  </a:lnTo>
                  <a:lnTo>
                    <a:pt x="10667" y="57150"/>
                  </a:lnTo>
                  <a:lnTo>
                    <a:pt x="308609" y="57150"/>
                  </a:lnTo>
                  <a:lnTo>
                    <a:pt x="308609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2" name="object 1512"/>
            <p:cNvSpPr/>
            <p:nvPr/>
          </p:nvSpPr>
          <p:spPr>
            <a:xfrm>
              <a:off x="6856476" y="7104125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8287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3716" y="18287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1242" y="19811"/>
                  </a:lnTo>
                  <a:lnTo>
                    <a:pt x="31242" y="18287"/>
                  </a:lnTo>
                  <a:lnTo>
                    <a:pt x="44958" y="182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3" name="object 1513"/>
            <p:cNvSpPr/>
            <p:nvPr/>
          </p:nvSpPr>
          <p:spPr>
            <a:xfrm>
              <a:off x="6856476" y="7104125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8287"/>
                  </a:lnTo>
                  <a:lnTo>
                    <a:pt x="31242" y="18287"/>
                  </a:lnTo>
                  <a:lnTo>
                    <a:pt x="31242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8287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4" name="object 1514"/>
            <p:cNvSpPr/>
            <p:nvPr/>
          </p:nvSpPr>
          <p:spPr>
            <a:xfrm>
              <a:off x="6906006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8287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3716" y="18287"/>
                  </a:lnTo>
                  <a:lnTo>
                    <a:pt x="13716" y="19811"/>
                  </a:lnTo>
                  <a:lnTo>
                    <a:pt x="18288" y="19811"/>
                  </a:lnTo>
                  <a:lnTo>
                    <a:pt x="18288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2004" y="19811"/>
                  </a:lnTo>
                  <a:lnTo>
                    <a:pt x="32004" y="18287"/>
                  </a:lnTo>
                  <a:lnTo>
                    <a:pt x="45720" y="182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5" name="object 1515"/>
            <p:cNvSpPr/>
            <p:nvPr/>
          </p:nvSpPr>
          <p:spPr>
            <a:xfrm>
              <a:off x="6906006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8287"/>
                  </a:lnTo>
                  <a:lnTo>
                    <a:pt x="32004" y="18287"/>
                  </a:lnTo>
                  <a:lnTo>
                    <a:pt x="32004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8288" y="21335"/>
                  </a:lnTo>
                  <a:lnTo>
                    <a:pt x="18288" y="19811"/>
                  </a:lnTo>
                  <a:lnTo>
                    <a:pt x="13716" y="19811"/>
                  </a:lnTo>
                  <a:lnTo>
                    <a:pt x="13716" y="18287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6" name="object 1516"/>
            <p:cNvSpPr/>
            <p:nvPr/>
          </p:nvSpPr>
          <p:spPr>
            <a:xfrm>
              <a:off x="6956298" y="7104125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8287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3716" y="18287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1242" y="19811"/>
                  </a:lnTo>
                  <a:lnTo>
                    <a:pt x="31242" y="18287"/>
                  </a:lnTo>
                  <a:lnTo>
                    <a:pt x="44958" y="182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7" name="object 1517"/>
            <p:cNvSpPr/>
            <p:nvPr/>
          </p:nvSpPr>
          <p:spPr>
            <a:xfrm>
              <a:off x="6956298" y="7104125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8287"/>
                  </a:lnTo>
                  <a:lnTo>
                    <a:pt x="31242" y="18287"/>
                  </a:lnTo>
                  <a:lnTo>
                    <a:pt x="31242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8287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8" name="object 1518"/>
            <p:cNvSpPr/>
            <p:nvPr/>
          </p:nvSpPr>
          <p:spPr>
            <a:xfrm>
              <a:off x="7005828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8287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4477" y="18287"/>
                  </a:lnTo>
                  <a:lnTo>
                    <a:pt x="14477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811"/>
                  </a:lnTo>
                  <a:lnTo>
                    <a:pt x="32003" y="19811"/>
                  </a:lnTo>
                  <a:lnTo>
                    <a:pt x="32003" y="18287"/>
                  </a:lnTo>
                  <a:lnTo>
                    <a:pt x="45719" y="182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9" name="object 1519"/>
            <p:cNvSpPr/>
            <p:nvPr/>
          </p:nvSpPr>
          <p:spPr>
            <a:xfrm>
              <a:off x="7005828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8287"/>
                  </a:lnTo>
                  <a:lnTo>
                    <a:pt x="32003" y="18287"/>
                  </a:lnTo>
                  <a:lnTo>
                    <a:pt x="32003" y="19811"/>
                  </a:lnTo>
                  <a:lnTo>
                    <a:pt x="28193" y="19811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4477" y="19811"/>
                  </a:lnTo>
                  <a:lnTo>
                    <a:pt x="14477" y="18287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0" name="object 1520"/>
            <p:cNvSpPr/>
            <p:nvPr/>
          </p:nvSpPr>
          <p:spPr>
            <a:xfrm>
              <a:off x="7056120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8287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3716" y="18287"/>
                  </a:lnTo>
                  <a:lnTo>
                    <a:pt x="13716" y="19811"/>
                  </a:lnTo>
                  <a:lnTo>
                    <a:pt x="18288" y="19811"/>
                  </a:lnTo>
                  <a:lnTo>
                    <a:pt x="18288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2004" y="19811"/>
                  </a:lnTo>
                  <a:lnTo>
                    <a:pt x="32004" y="18287"/>
                  </a:lnTo>
                  <a:lnTo>
                    <a:pt x="45720" y="182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1" name="object 1521"/>
            <p:cNvSpPr/>
            <p:nvPr/>
          </p:nvSpPr>
          <p:spPr>
            <a:xfrm>
              <a:off x="7056120" y="7104125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8287"/>
                  </a:lnTo>
                  <a:lnTo>
                    <a:pt x="32004" y="18287"/>
                  </a:lnTo>
                  <a:lnTo>
                    <a:pt x="32004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8288" y="21335"/>
                  </a:lnTo>
                  <a:lnTo>
                    <a:pt x="18288" y="19811"/>
                  </a:lnTo>
                  <a:lnTo>
                    <a:pt x="13716" y="19811"/>
                  </a:lnTo>
                  <a:lnTo>
                    <a:pt x="13716" y="18287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2" name="object 1522"/>
            <p:cNvSpPr/>
            <p:nvPr/>
          </p:nvSpPr>
          <p:spPr>
            <a:xfrm>
              <a:off x="7106412" y="7104125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8287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8287"/>
                  </a:lnTo>
                  <a:lnTo>
                    <a:pt x="13716" y="18287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1242" y="19811"/>
                  </a:lnTo>
                  <a:lnTo>
                    <a:pt x="31242" y="18287"/>
                  </a:lnTo>
                  <a:lnTo>
                    <a:pt x="44958" y="1828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3" name="object 1523"/>
            <p:cNvSpPr/>
            <p:nvPr/>
          </p:nvSpPr>
          <p:spPr>
            <a:xfrm>
              <a:off x="7106412" y="7104125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8287"/>
                  </a:lnTo>
                  <a:lnTo>
                    <a:pt x="31242" y="18287"/>
                  </a:lnTo>
                  <a:lnTo>
                    <a:pt x="31242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8287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4" name="object 1524"/>
            <p:cNvSpPr/>
            <p:nvPr/>
          </p:nvSpPr>
          <p:spPr>
            <a:xfrm>
              <a:off x="6856476" y="707212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6"/>
                  </a:move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5" name="object 1525"/>
            <p:cNvSpPr/>
            <p:nvPr/>
          </p:nvSpPr>
          <p:spPr>
            <a:xfrm>
              <a:off x="6856476" y="707212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6" name="object 1526"/>
            <p:cNvSpPr/>
            <p:nvPr/>
          </p:nvSpPr>
          <p:spPr>
            <a:xfrm>
              <a:off x="6906006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7" name="object 1527"/>
            <p:cNvSpPr/>
            <p:nvPr/>
          </p:nvSpPr>
          <p:spPr>
            <a:xfrm>
              <a:off x="6906006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8" name="object 1528"/>
            <p:cNvSpPr/>
            <p:nvPr/>
          </p:nvSpPr>
          <p:spPr>
            <a:xfrm>
              <a:off x="6956298" y="707212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6"/>
                  </a:move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9" name="object 1529"/>
            <p:cNvSpPr/>
            <p:nvPr/>
          </p:nvSpPr>
          <p:spPr>
            <a:xfrm>
              <a:off x="6956298" y="707212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0" name="object 1530"/>
            <p:cNvSpPr/>
            <p:nvPr/>
          </p:nvSpPr>
          <p:spPr>
            <a:xfrm>
              <a:off x="7005828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1" name="object 1531"/>
            <p:cNvSpPr/>
            <p:nvPr/>
          </p:nvSpPr>
          <p:spPr>
            <a:xfrm>
              <a:off x="7005828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2" name="object 1532"/>
            <p:cNvSpPr/>
            <p:nvPr/>
          </p:nvSpPr>
          <p:spPr>
            <a:xfrm>
              <a:off x="7056120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3" name="object 1533"/>
            <p:cNvSpPr/>
            <p:nvPr/>
          </p:nvSpPr>
          <p:spPr>
            <a:xfrm>
              <a:off x="7056120" y="7072121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4" name="object 1534"/>
            <p:cNvSpPr/>
            <p:nvPr/>
          </p:nvSpPr>
          <p:spPr>
            <a:xfrm>
              <a:off x="7106412" y="707212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6"/>
                  </a:move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5" name="object 1535"/>
            <p:cNvSpPr/>
            <p:nvPr/>
          </p:nvSpPr>
          <p:spPr>
            <a:xfrm>
              <a:off x="7106412" y="7072121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6" name="object 1536"/>
            <p:cNvSpPr/>
            <p:nvPr/>
          </p:nvSpPr>
          <p:spPr>
            <a:xfrm>
              <a:off x="6852666" y="7070597"/>
              <a:ext cx="304165" cy="57150"/>
            </a:xfrm>
            <a:custGeom>
              <a:avLst/>
              <a:gdLst/>
              <a:ahLst/>
              <a:cxnLst/>
              <a:rect l="l" t="t" r="r" b="b"/>
              <a:pathLst>
                <a:path w="304165" h="57150">
                  <a:moveTo>
                    <a:pt x="9905" y="0"/>
                  </a:moveTo>
                  <a:lnTo>
                    <a:pt x="9905" y="2286"/>
                  </a:lnTo>
                  <a:lnTo>
                    <a:pt x="9905" y="3048"/>
                  </a:lnTo>
                  <a:lnTo>
                    <a:pt x="8381" y="3810"/>
                  </a:lnTo>
                  <a:lnTo>
                    <a:pt x="6095" y="3810"/>
                  </a:lnTo>
                  <a:lnTo>
                    <a:pt x="5333" y="3810"/>
                  </a:lnTo>
                  <a:lnTo>
                    <a:pt x="2285" y="3810"/>
                  </a:lnTo>
                  <a:lnTo>
                    <a:pt x="0" y="6096"/>
                  </a:lnTo>
                  <a:lnTo>
                    <a:pt x="0" y="7620"/>
                  </a:lnTo>
                  <a:lnTo>
                    <a:pt x="0" y="49530"/>
                  </a:lnTo>
                  <a:lnTo>
                    <a:pt x="0" y="51053"/>
                  </a:lnTo>
                  <a:lnTo>
                    <a:pt x="2285" y="52577"/>
                  </a:lnTo>
                  <a:lnTo>
                    <a:pt x="4571" y="52577"/>
                  </a:lnTo>
                  <a:lnTo>
                    <a:pt x="6095" y="52577"/>
                  </a:lnTo>
                  <a:lnTo>
                    <a:pt x="8381" y="52577"/>
                  </a:lnTo>
                  <a:lnTo>
                    <a:pt x="9905" y="53340"/>
                  </a:lnTo>
                  <a:lnTo>
                    <a:pt x="9905" y="54864"/>
                  </a:lnTo>
                  <a:lnTo>
                    <a:pt x="9905" y="57150"/>
                  </a:lnTo>
                  <a:lnTo>
                    <a:pt x="304037" y="57149"/>
                  </a:lnTo>
                </a:path>
              </a:pathLst>
            </a:custGeom>
            <a:ln w="3175">
              <a:solidFill>
                <a:srgbClr val="C9C1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7" name="object 1537"/>
            <p:cNvSpPr/>
            <p:nvPr/>
          </p:nvSpPr>
          <p:spPr>
            <a:xfrm>
              <a:off x="5942076" y="7053071"/>
              <a:ext cx="81280" cy="14604"/>
            </a:xfrm>
            <a:custGeom>
              <a:avLst/>
              <a:gdLst/>
              <a:ahLst/>
              <a:cxnLst/>
              <a:rect l="l" t="t" r="r" b="b"/>
              <a:pathLst>
                <a:path w="81279" h="14604">
                  <a:moveTo>
                    <a:pt x="80772" y="14477"/>
                  </a:moveTo>
                  <a:lnTo>
                    <a:pt x="80772" y="7619"/>
                  </a:lnTo>
                  <a:lnTo>
                    <a:pt x="44958" y="7619"/>
                  </a:lnTo>
                  <a:lnTo>
                    <a:pt x="44958" y="0"/>
                  </a:lnTo>
                  <a:lnTo>
                    <a:pt x="0" y="0"/>
                  </a:lnTo>
                  <a:lnTo>
                    <a:pt x="0" y="14477"/>
                  </a:lnTo>
                  <a:lnTo>
                    <a:pt x="80772" y="14477"/>
                  </a:lnTo>
                  <a:close/>
                </a:path>
              </a:pathLst>
            </a:custGeom>
            <a:solidFill>
              <a:srgbClr val="AFC2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8" name="object 1538"/>
            <p:cNvSpPr/>
            <p:nvPr/>
          </p:nvSpPr>
          <p:spPr>
            <a:xfrm>
              <a:off x="6006846" y="7064501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5">
                  <a:moveTo>
                    <a:pt x="0" y="0"/>
                  </a:moveTo>
                  <a:lnTo>
                    <a:pt x="1295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9" name="object 1539"/>
            <p:cNvSpPr/>
            <p:nvPr/>
          </p:nvSpPr>
          <p:spPr>
            <a:xfrm>
              <a:off x="6006084" y="7063739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3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3"/>
                  </a:lnTo>
                  <a:lnTo>
                    <a:pt x="1524" y="15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0" name="object 1540"/>
            <p:cNvSpPr/>
            <p:nvPr/>
          </p:nvSpPr>
          <p:spPr>
            <a:xfrm>
              <a:off x="6009894" y="7062977"/>
              <a:ext cx="3810" cy="1905"/>
            </a:xfrm>
            <a:custGeom>
              <a:avLst/>
              <a:gdLst/>
              <a:ahLst/>
              <a:cxnLst/>
              <a:rect l="l" t="t" r="r" b="b"/>
              <a:pathLst>
                <a:path w="3810" h="1904">
                  <a:moveTo>
                    <a:pt x="0" y="1524"/>
                  </a:moveTo>
                  <a:lnTo>
                    <a:pt x="761" y="762"/>
                  </a:lnTo>
                  <a:lnTo>
                    <a:pt x="1523" y="0"/>
                  </a:lnTo>
                  <a:lnTo>
                    <a:pt x="38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1" name="object 1541"/>
            <p:cNvSpPr/>
            <p:nvPr/>
          </p:nvSpPr>
          <p:spPr>
            <a:xfrm>
              <a:off x="6012180" y="7061453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3048" y="1524"/>
                  </a:moveTo>
                  <a:lnTo>
                    <a:pt x="3048" y="762"/>
                  </a:lnTo>
                  <a:lnTo>
                    <a:pt x="2286" y="0"/>
                  </a:lnTo>
                  <a:lnTo>
                    <a:pt x="761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762" y="2286"/>
                  </a:lnTo>
                  <a:lnTo>
                    <a:pt x="2286" y="2286"/>
                  </a:lnTo>
                  <a:lnTo>
                    <a:pt x="3048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2" name="object 1542"/>
            <p:cNvSpPr/>
            <p:nvPr/>
          </p:nvSpPr>
          <p:spPr>
            <a:xfrm>
              <a:off x="6012180" y="7064501"/>
              <a:ext cx="3810" cy="1905"/>
            </a:xfrm>
            <a:custGeom>
              <a:avLst/>
              <a:gdLst/>
              <a:ahLst/>
              <a:cxnLst/>
              <a:rect l="l" t="t" r="r" b="b"/>
              <a:pathLst>
                <a:path w="3810" h="1904">
                  <a:moveTo>
                    <a:pt x="0" y="0"/>
                  </a:moveTo>
                  <a:lnTo>
                    <a:pt x="0" y="762"/>
                  </a:lnTo>
                  <a:lnTo>
                    <a:pt x="1524" y="1523"/>
                  </a:lnTo>
                  <a:lnTo>
                    <a:pt x="3810" y="152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3" name="object 1543"/>
            <p:cNvSpPr/>
            <p:nvPr/>
          </p:nvSpPr>
          <p:spPr>
            <a:xfrm>
              <a:off x="6014466" y="7063739"/>
              <a:ext cx="6350" cy="3175"/>
            </a:xfrm>
            <a:custGeom>
              <a:avLst/>
              <a:gdLst/>
              <a:ahLst/>
              <a:cxnLst/>
              <a:rect l="l" t="t" r="r" b="b"/>
              <a:pathLst>
                <a:path w="6350" h="3175">
                  <a:moveTo>
                    <a:pt x="3048" y="1524"/>
                  </a:moveTo>
                  <a:lnTo>
                    <a:pt x="0" y="1524"/>
                  </a:lnTo>
                  <a:lnTo>
                    <a:pt x="0" y="2286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1524"/>
                  </a:lnTo>
                  <a:close/>
                </a:path>
                <a:path w="6350" h="3175">
                  <a:moveTo>
                    <a:pt x="6096" y="762"/>
                  </a:moveTo>
                  <a:lnTo>
                    <a:pt x="3810" y="0"/>
                  </a:lnTo>
                  <a:lnTo>
                    <a:pt x="3810" y="1524"/>
                  </a:lnTo>
                  <a:lnTo>
                    <a:pt x="6096" y="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4" name="object 1544"/>
            <p:cNvSpPr/>
            <p:nvPr/>
          </p:nvSpPr>
          <p:spPr>
            <a:xfrm>
              <a:off x="5990082" y="7056132"/>
              <a:ext cx="11430" cy="10795"/>
            </a:xfrm>
            <a:custGeom>
              <a:avLst/>
              <a:gdLst/>
              <a:ahLst/>
              <a:cxnLst/>
              <a:rect l="l" t="t" r="r" b="b"/>
              <a:pathLst>
                <a:path w="11429" h="10795">
                  <a:moveTo>
                    <a:pt x="11430" y="6845"/>
                  </a:moveTo>
                  <a:lnTo>
                    <a:pt x="9144" y="6083"/>
                  </a:lnTo>
                  <a:lnTo>
                    <a:pt x="3048" y="6083"/>
                  </a:lnTo>
                  <a:lnTo>
                    <a:pt x="0" y="6845"/>
                  </a:lnTo>
                  <a:lnTo>
                    <a:pt x="0" y="9131"/>
                  </a:lnTo>
                  <a:lnTo>
                    <a:pt x="3048" y="10655"/>
                  </a:lnTo>
                  <a:lnTo>
                    <a:pt x="9144" y="10655"/>
                  </a:lnTo>
                  <a:lnTo>
                    <a:pt x="11430" y="9131"/>
                  </a:lnTo>
                  <a:lnTo>
                    <a:pt x="11430" y="8369"/>
                  </a:lnTo>
                  <a:lnTo>
                    <a:pt x="11430" y="6845"/>
                  </a:lnTo>
                  <a:close/>
                </a:path>
                <a:path w="11429" h="10795">
                  <a:moveTo>
                    <a:pt x="11430" y="0"/>
                  </a:moveTo>
                  <a:lnTo>
                    <a:pt x="1524" y="0"/>
                  </a:lnTo>
                  <a:lnTo>
                    <a:pt x="1524" y="1524"/>
                  </a:lnTo>
                  <a:lnTo>
                    <a:pt x="11430" y="1524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5" name="object 1545"/>
            <p:cNvSpPr/>
            <p:nvPr/>
          </p:nvSpPr>
          <p:spPr>
            <a:xfrm>
              <a:off x="6228588" y="7055357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8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8"/>
                  </a:lnTo>
                  <a:lnTo>
                    <a:pt x="85344" y="10668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6" name="object 1546"/>
            <p:cNvSpPr/>
            <p:nvPr/>
          </p:nvSpPr>
          <p:spPr>
            <a:xfrm>
              <a:off x="6228588" y="7055357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8"/>
                  </a:lnTo>
                  <a:lnTo>
                    <a:pt x="85344" y="10668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7" name="object 1547"/>
            <p:cNvSpPr/>
            <p:nvPr/>
          </p:nvSpPr>
          <p:spPr>
            <a:xfrm>
              <a:off x="6234684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8" name="object 1548"/>
            <p:cNvSpPr/>
            <p:nvPr/>
          </p:nvSpPr>
          <p:spPr>
            <a:xfrm>
              <a:off x="6233160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9" name="object 1549"/>
            <p:cNvSpPr/>
            <p:nvPr/>
          </p:nvSpPr>
          <p:spPr>
            <a:xfrm>
              <a:off x="6265926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0" name="object 1550"/>
            <p:cNvSpPr/>
            <p:nvPr/>
          </p:nvSpPr>
          <p:spPr>
            <a:xfrm>
              <a:off x="6264402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1" name="object 1551"/>
            <p:cNvSpPr/>
            <p:nvPr/>
          </p:nvSpPr>
          <p:spPr>
            <a:xfrm>
              <a:off x="6295644" y="7055357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4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2" name="object 1552"/>
            <p:cNvSpPr/>
            <p:nvPr/>
          </p:nvSpPr>
          <p:spPr>
            <a:xfrm>
              <a:off x="6297168" y="7055357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3" name="object 1553"/>
            <p:cNvSpPr/>
            <p:nvPr/>
          </p:nvSpPr>
          <p:spPr>
            <a:xfrm>
              <a:off x="6325362" y="7055357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8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8"/>
                  </a:lnTo>
                  <a:lnTo>
                    <a:pt x="85344" y="10668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4" name="object 1554"/>
            <p:cNvSpPr/>
            <p:nvPr/>
          </p:nvSpPr>
          <p:spPr>
            <a:xfrm>
              <a:off x="6325362" y="7055357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8"/>
                  </a:lnTo>
                  <a:lnTo>
                    <a:pt x="85344" y="10668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5" name="object 1555"/>
            <p:cNvSpPr/>
            <p:nvPr/>
          </p:nvSpPr>
          <p:spPr>
            <a:xfrm>
              <a:off x="6331458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6" name="object 1556"/>
            <p:cNvSpPr/>
            <p:nvPr/>
          </p:nvSpPr>
          <p:spPr>
            <a:xfrm>
              <a:off x="6329934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7" name="object 1557"/>
            <p:cNvSpPr/>
            <p:nvPr/>
          </p:nvSpPr>
          <p:spPr>
            <a:xfrm>
              <a:off x="6362700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8" name="object 1558"/>
            <p:cNvSpPr/>
            <p:nvPr/>
          </p:nvSpPr>
          <p:spPr>
            <a:xfrm>
              <a:off x="6361176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9" name="object 1559"/>
            <p:cNvSpPr/>
            <p:nvPr/>
          </p:nvSpPr>
          <p:spPr>
            <a:xfrm>
              <a:off x="6392418" y="7055357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4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0" name="object 1560"/>
            <p:cNvSpPr/>
            <p:nvPr/>
          </p:nvSpPr>
          <p:spPr>
            <a:xfrm>
              <a:off x="6393942" y="7055357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1" name="object 1561"/>
            <p:cNvSpPr/>
            <p:nvPr/>
          </p:nvSpPr>
          <p:spPr>
            <a:xfrm>
              <a:off x="6422136" y="7055357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3" y="10668"/>
                  </a:moveTo>
                  <a:lnTo>
                    <a:pt x="85343" y="0"/>
                  </a:lnTo>
                  <a:lnTo>
                    <a:pt x="0" y="0"/>
                  </a:lnTo>
                  <a:lnTo>
                    <a:pt x="0" y="10668"/>
                  </a:lnTo>
                  <a:lnTo>
                    <a:pt x="85343" y="10668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2" name="object 1562"/>
            <p:cNvSpPr/>
            <p:nvPr/>
          </p:nvSpPr>
          <p:spPr>
            <a:xfrm>
              <a:off x="6422136" y="7055357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8"/>
                  </a:lnTo>
                  <a:lnTo>
                    <a:pt x="85344" y="10668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3" name="object 1563"/>
            <p:cNvSpPr/>
            <p:nvPr/>
          </p:nvSpPr>
          <p:spPr>
            <a:xfrm>
              <a:off x="6427470" y="7055357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4" name="object 1564"/>
            <p:cNvSpPr/>
            <p:nvPr/>
          </p:nvSpPr>
          <p:spPr>
            <a:xfrm>
              <a:off x="6426708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5" name="object 1565"/>
            <p:cNvSpPr/>
            <p:nvPr/>
          </p:nvSpPr>
          <p:spPr>
            <a:xfrm>
              <a:off x="6458712" y="7055357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6" name="object 1566"/>
            <p:cNvSpPr/>
            <p:nvPr/>
          </p:nvSpPr>
          <p:spPr>
            <a:xfrm>
              <a:off x="6457950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7" name="object 1567"/>
            <p:cNvSpPr/>
            <p:nvPr/>
          </p:nvSpPr>
          <p:spPr>
            <a:xfrm>
              <a:off x="6489192" y="7055357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5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8" name="object 1568"/>
            <p:cNvSpPr/>
            <p:nvPr/>
          </p:nvSpPr>
          <p:spPr>
            <a:xfrm>
              <a:off x="6489954" y="7055357"/>
              <a:ext cx="17780" cy="9525"/>
            </a:xfrm>
            <a:custGeom>
              <a:avLst/>
              <a:gdLst/>
              <a:ahLst/>
              <a:cxnLst/>
              <a:rect l="l" t="t" r="r" b="b"/>
              <a:pathLst>
                <a:path w="17779" h="9525">
                  <a:moveTo>
                    <a:pt x="0" y="0"/>
                  </a:moveTo>
                  <a:lnTo>
                    <a:pt x="17526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9" name="object 1569"/>
            <p:cNvSpPr/>
            <p:nvPr/>
          </p:nvSpPr>
          <p:spPr>
            <a:xfrm>
              <a:off x="6550152" y="7055357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8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8"/>
                  </a:lnTo>
                  <a:lnTo>
                    <a:pt x="85344" y="10668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0" name="object 1570"/>
            <p:cNvSpPr/>
            <p:nvPr/>
          </p:nvSpPr>
          <p:spPr>
            <a:xfrm>
              <a:off x="6550152" y="7055357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8"/>
                  </a:lnTo>
                  <a:lnTo>
                    <a:pt x="85344" y="10668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1" name="object 1571"/>
            <p:cNvSpPr/>
            <p:nvPr/>
          </p:nvSpPr>
          <p:spPr>
            <a:xfrm>
              <a:off x="6555486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2" name="object 1572"/>
            <p:cNvSpPr/>
            <p:nvPr/>
          </p:nvSpPr>
          <p:spPr>
            <a:xfrm>
              <a:off x="6553962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3" name="object 1573"/>
            <p:cNvSpPr/>
            <p:nvPr/>
          </p:nvSpPr>
          <p:spPr>
            <a:xfrm>
              <a:off x="6586728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4" name="object 1574"/>
            <p:cNvSpPr/>
            <p:nvPr/>
          </p:nvSpPr>
          <p:spPr>
            <a:xfrm>
              <a:off x="6585204" y="7055357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5" name="object 1575"/>
            <p:cNvSpPr/>
            <p:nvPr/>
          </p:nvSpPr>
          <p:spPr>
            <a:xfrm>
              <a:off x="6616446" y="7055357"/>
              <a:ext cx="19050" cy="10160"/>
            </a:xfrm>
            <a:custGeom>
              <a:avLst/>
              <a:gdLst/>
              <a:ahLst/>
              <a:cxnLst/>
              <a:rect l="l" t="t" r="r" b="b"/>
              <a:pathLst>
                <a:path w="19050" h="10159">
                  <a:moveTo>
                    <a:pt x="0" y="0"/>
                  </a:moveTo>
                  <a:lnTo>
                    <a:pt x="19050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6" name="object 1576"/>
            <p:cNvSpPr/>
            <p:nvPr/>
          </p:nvSpPr>
          <p:spPr>
            <a:xfrm>
              <a:off x="6617970" y="7055357"/>
              <a:ext cx="17780" cy="9525"/>
            </a:xfrm>
            <a:custGeom>
              <a:avLst/>
              <a:gdLst/>
              <a:ahLst/>
              <a:cxnLst/>
              <a:rect l="l" t="t" r="r" b="b"/>
              <a:pathLst>
                <a:path w="17779" h="9525">
                  <a:moveTo>
                    <a:pt x="0" y="0"/>
                  </a:moveTo>
                  <a:lnTo>
                    <a:pt x="17526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7" name="object 1577"/>
            <p:cNvSpPr/>
            <p:nvPr/>
          </p:nvSpPr>
          <p:spPr>
            <a:xfrm>
              <a:off x="6646926" y="7055357"/>
              <a:ext cx="85090" cy="10795"/>
            </a:xfrm>
            <a:custGeom>
              <a:avLst/>
              <a:gdLst/>
              <a:ahLst/>
              <a:cxnLst/>
              <a:rect l="l" t="t" r="r" b="b"/>
              <a:pathLst>
                <a:path w="85090" h="10795">
                  <a:moveTo>
                    <a:pt x="84581" y="10668"/>
                  </a:moveTo>
                  <a:lnTo>
                    <a:pt x="84581" y="0"/>
                  </a:lnTo>
                  <a:lnTo>
                    <a:pt x="0" y="0"/>
                  </a:lnTo>
                  <a:lnTo>
                    <a:pt x="0" y="10668"/>
                  </a:lnTo>
                  <a:lnTo>
                    <a:pt x="84581" y="10668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8" name="object 1578"/>
            <p:cNvSpPr/>
            <p:nvPr/>
          </p:nvSpPr>
          <p:spPr>
            <a:xfrm>
              <a:off x="6646926" y="7055357"/>
              <a:ext cx="85090" cy="10795"/>
            </a:xfrm>
            <a:custGeom>
              <a:avLst/>
              <a:gdLst/>
              <a:ahLst/>
              <a:cxnLst/>
              <a:rect l="l" t="t" r="r" b="b"/>
              <a:pathLst>
                <a:path w="85090" h="10795">
                  <a:moveTo>
                    <a:pt x="0" y="0"/>
                  </a:moveTo>
                  <a:lnTo>
                    <a:pt x="0" y="10668"/>
                  </a:lnTo>
                  <a:lnTo>
                    <a:pt x="84582" y="10668"/>
                  </a:lnTo>
                  <a:lnTo>
                    <a:pt x="84582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9" name="object 1579"/>
            <p:cNvSpPr/>
            <p:nvPr/>
          </p:nvSpPr>
          <p:spPr>
            <a:xfrm>
              <a:off x="6652260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0" name="object 1580"/>
            <p:cNvSpPr/>
            <p:nvPr/>
          </p:nvSpPr>
          <p:spPr>
            <a:xfrm>
              <a:off x="6650736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1" name="object 1581"/>
            <p:cNvSpPr/>
            <p:nvPr/>
          </p:nvSpPr>
          <p:spPr>
            <a:xfrm>
              <a:off x="6683502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2" name="object 1582"/>
            <p:cNvSpPr/>
            <p:nvPr/>
          </p:nvSpPr>
          <p:spPr>
            <a:xfrm>
              <a:off x="6681978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3" name="object 1583"/>
            <p:cNvSpPr/>
            <p:nvPr/>
          </p:nvSpPr>
          <p:spPr>
            <a:xfrm>
              <a:off x="6713220" y="7055357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5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4" name="object 1584"/>
            <p:cNvSpPr/>
            <p:nvPr/>
          </p:nvSpPr>
          <p:spPr>
            <a:xfrm>
              <a:off x="6714744" y="7055357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5" name="object 1585"/>
            <p:cNvSpPr/>
            <p:nvPr/>
          </p:nvSpPr>
          <p:spPr>
            <a:xfrm>
              <a:off x="6742938" y="7055357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8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8"/>
                  </a:lnTo>
                  <a:lnTo>
                    <a:pt x="85344" y="10668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6" name="object 1586"/>
            <p:cNvSpPr/>
            <p:nvPr/>
          </p:nvSpPr>
          <p:spPr>
            <a:xfrm>
              <a:off x="6742938" y="7055357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8"/>
                  </a:lnTo>
                  <a:lnTo>
                    <a:pt x="85344" y="10668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7" name="object 1587"/>
            <p:cNvSpPr/>
            <p:nvPr/>
          </p:nvSpPr>
          <p:spPr>
            <a:xfrm>
              <a:off x="6749034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8" name="object 1588"/>
            <p:cNvSpPr/>
            <p:nvPr/>
          </p:nvSpPr>
          <p:spPr>
            <a:xfrm>
              <a:off x="6747510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9" name="object 1589"/>
            <p:cNvSpPr/>
            <p:nvPr/>
          </p:nvSpPr>
          <p:spPr>
            <a:xfrm>
              <a:off x="6780276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0" name="object 1590"/>
            <p:cNvSpPr/>
            <p:nvPr/>
          </p:nvSpPr>
          <p:spPr>
            <a:xfrm>
              <a:off x="6778752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1" name="object 1591"/>
            <p:cNvSpPr/>
            <p:nvPr/>
          </p:nvSpPr>
          <p:spPr>
            <a:xfrm>
              <a:off x="6809994" y="7055357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5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2" name="object 1592"/>
            <p:cNvSpPr/>
            <p:nvPr/>
          </p:nvSpPr>
          <p:spPr>
            <a:xfrm>
              <a:off x="6811518" y="7055357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3" name="object 1593"/>
            <p:cNvSpPr/>
            <p:nvPr/>
          </p:nvSpPr>
          <p:spPr>
            <a:xfrm>
              <a:off x="6870954" y="7055357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8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8"/>
                  </a:lnTo>
                  <a:lnTo>
                    <a:pt x="85344" y="10668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4" name="object 1594"/>
            <p:cNvSpPr/>
            <p:nvPr/>
          </p:nvSpPr>
          <p:spPr>
            <a:xfrm>
              <a:off x="6870954" y="7055357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8"/>
                  </a:lnTo>
                  <a:lnTo>
                    <a:pt x="85344" y="10668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5" name="object 1595"/>
            <p:cNvSpPr/>
            <p:nvPr/>
          </p:nvSpPr>
          <p:spPr>
            <a:xfrm>
              <a:off x="6877050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6" name="object 1596"/>
            <p:cNvSpPr/>
            <p:nvPr/>
          </p:nvSpPr>
          <p:spPr>
            <a:xfrm>
              <a:off x="6875526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7" name="object 1597"/>
            <p:cNvSpPr/>
            <p:nvPr/>
          </p:nvSpPr>
          <p:spPr>
            <a:xfrm>
              <a:off x="6908292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8" name="object 1598"/>
            <p:cNvSpPr/>
            <p:nvPr/>
          </p:nvSpPr>
          <p:spPr>
            <a:xfrm>
              <a:off x="6906768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9" name="object 1599"/>
            <p:cNvSpPr/>
            <p:nvPr/>
          </p:nvSpPr>
          <p:spPr>
            <a:xfrm>
              <a:off x="6938010" y="7055357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5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0" name="object 1600"/>
            <p:cNvSpPr/>
            <p:nvPr/>
          </p:nvSpPr>
          <p:spPr>
            <a:xfrm>
              <a:off x="6939534" y="7055357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1" name="object 1601"/>
            <p:cNvSpPr/>
            <p:nvPr/>
          </p:nvSpPr>
          <p:spPr>
            <a:xfrm>
              <a:off x="6967728" y="7055357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8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8"/>
                  </a:lnTo>
                  <a:lnTo>
                    <a:pt x="85344" y="10668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2" name="object 1602"/>
            <p:cNvSpPr/>
            <p:nvPr/>
          </p:nvSpPr>
          <p:spPr>
            <a:xfrm>
              <a:off x="6967728" y="7055357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8"/>
                  </a:lnTo>
                  <a:lnTo>
                    <a:pt x="85344" y="10668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3" name="object 1603"/>
            <p:cNvSpPr/>
            <p:nvPr/>
          </p:nvSpPr>
          <p:spPr>
            <a:xfrm>
              <a:off x="6973062" y="7055357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4" name="object 1604"/>
            <p:cNvSpPr/>
            <p:nvPr/>
          </p:nvSpPr>
          <p:spPr>
            <a:xfrm>
              <a:off x="6972300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5" name="object 1605"/>
            <p:cNvSpPr/>
            <p:nvPr/>
          </p:nvSpPr>
          <p:spPr>
            <a:xfrm>
              <a:off x="7004304" y="7055357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6" name="object 1606"/>
            <p:cNvSpPr/>
            <p:nvPr/>
          </p:nvSpPr>
          <p:spPr>
            <a:xfrm>
              <a:off x="7003542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7" name="object 1607"/>
            <p:cNvSpPr/>
            <p:nvPr/>
          </p:nvSpPr>
          <p:spPr>
            <a:xfrm>
              <a:off x="7034784" y="7055357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5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8" name="object 1608"/>
            <p:cNvSpPr/>
            <p:nvPr/>
          </p:nvSpPr>
          <p:spPr>
            <a:xfrm>
              <a:off x="7035546" y="7055357"/>
              <a:ext cx="17780" cy="9525"/>
            </a:xfrm>
            <a:custGeom>
              <a:avLst/>
              <a:gdLst/>
              <a:ahLst/>
              <a:cxnLst/>
              <a:rect l="l" t="t" r="r" b="b"/>
              <a:pathLst>
                <a:path w="17779" h="9525">
                  <a:moveTo>
                    <a:pt x="0" y="0"/>
                  </a:moveTo>
                  <a:lnTo>
                    <a:pt x="17526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9" name="object 1609"/>
            <p:cNvSpPr/>
            <p:nvPr/>
          </p:nvSpPr>
          <p:spPr>
            <a:xfrm>
              <a:off x="7064502" y="7055357"/>
              <a:ext cx="56515" cy="10795"/>
            </a:xfrm>
            <a:custGeom>
              <a:avLst/>
              <a:gdLst/>
              <a:ahLst/>
              <a:cxnLst/>
              <a:rect l="l" t="t" r="r" b="b"/>
              <a:pathLst>
                <a:path w="56515" h="10795">
                  <a:moveTo>
                    <a:pt x="56386" y="10668"/>
                  </a:moveTo>
                  <a:lnTo>
                    <a:pt x="56386" y="0"/>
                  </a:lnTo>
                  <a:lnTo>
                    <a:pt x="0" y="0"/>
                  </a:lnTo>
                  <a:lnTo>
                    <a:pt x="0" y="10668"/>
                  </a:lnTo>
                  <a:lnTo>
                    <a:pt x="56386" y="10668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0" name="object 1610"/>
            <p:cNvSpPr/>
            <p:nvPr/>
          </p:nvSpPr>
          <p:spPr>
            <a:xfrm>
              <a:off x="7064502" y="7055357"/>
              <a:ext cx="56515" cy="10795"/>
            </a:xfrm>
            <a:custGeom>
              <a:avLst/>
              <a:gdLst/>
              <a:ahLst/>
              <a:cxnLst/>
              <a:rect l="l" t="t" r="r" b="b"/>
              <a:pathLst>
                <a:path w="56515" h="10795">
                  <a:moveTo>
                    <a:pt x="0" y="0"/>
                  </a:moveTo>
                  <a:lnTo>
                    <a:pt x="0" y="10668"/>
                  </a:lnTo>
                  <a:lnTo>
                    <a:pt x="56386" y="10668"/>
                  </a:lnTo>
                  <a:lnTo>
                    <a:pt x="56386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1" name="object 1611"/>
            <p:cNvSpPr/>
            <p:nvPr/>
          </p:nvSpPr>
          <p:spPr>
            <a:xfrm>
              <a:off x="7069836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2" name="object 1612"/>
            <p:cNvSpPr/>
            <p:nvPr/>
          </p:nvSpPr>
          <p:spPr>
            <a:xfrm>
              <a:off x="7068312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3" name="object 1613"/>
            <p:cNvSpPr/>
            <p:nvPr/>
          </p:nvSpPr>
          <p:spPr>
            <a:xfrm>
              <a:off x="7101078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4" name="object 1614"/>
            <p:cNvSpPr/>
            <p:nvPr/>
          </p:nvSpPr>
          <p:spPr>
            <a:xfrm>
              <a:off x="7099554" y="7055357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5" name="object 1615"/>
            <p:cNvSpPr/>
            <p:nvPr/>
          </p:nvSpPr>
          <p:spPr>
            <a:xfrm>
              <a:off x="7230618" y="7076693"/>
              <a:ext cx="150495" cy="14604"/>
            </a:xfrm>
            <a:custGeom>
              <a:avLst/>
              <a:gdLst/>
              <a:ahLst/>
              <a:cxnLst/>
              <a:rect l="l" t="t" r="r" b="b"/>
              <a:pathLst>
                <a:path w="150495" h="14604">
                  <a:moveTo>
                    <a:pt x="150114" y="14477"/>
                  </a:moveTo>
                  <a:lnTo>
                    <a:pt x="150114" y="0"/>
                  </a:lnTo>
                  <a:lnTo>
                    <a:pt x="0" y="0"/>
                  </a:lnTo>
                  <a:lnTo>
                    <a:pt x="0" y="14477"/>
                  </a:lnTo>
                  <a:lnTo>
                    <a:pt x="150114" y="14477"/>
                  </a:lnTo>
                  <a:close/>
                </a:path>
              </a:pathLst>
            </a:custGeom>
            <a:solidFill>
              <a:srgbClr val="2E74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6" name="object 1616"/>
            <p:cNvSpPr/>
            <p:nvPr/>
          </p:nvSpPr>
          <p:spPr>
            <a:xfrm>
              <a:off x="7206234" y="7096518"/>
              <a:ext cx="199390" cy="6985"/>
            </a:xfrm>
            <a:custGeom>
              <a:avLst/>
              <a:gdLst/>
              <a:ahLst/>
              <a:cxnLst/>
              <a:rect l="l" t="t" r="r" b="b"/>
              <a:pathLst>
                <a:path w="199390" h="6984">
                  <a:moveTo>
                    <a:pt x="11417" y="0"/>
                  </a:moveTo>
                  <a:lnTo>
                    <a:pt x="0" y="0"/>
                  </a:lnTo>
                  <a:lnTo>
                    <a:pt x="0" y="6845"/>
                  </a:lnTo>
                  <a:lnTo>
                    <a:pt x="11417" y="6845"/>
                  </a:lnTo>
                  <a:lnTo>
                    <a:pt x="11417" y="0"/>
                  </a:lnTo>
                  <a:close/>
                </a:path>
                <a:path w="199390" h="6984">
                  <a:moveTo>
                    <a:pt x="27419" y="0"/>
                  </a:moveTo>
                  <a:lnTo>
                    <a:pt x="16002" y="0"/>
                  </a:lnTo>
                  <a:lnTo>
                    <a:pt x="16002" y="6845"/>
                  </a:lnTo>
                  <a:lnTo>
                    <a:pt x="27419" y="6845"/>
                  </a:lnTo>
                  <a:lnTo>
                    <a:pt x="27419" y="0"/>
                  </a:lnTo>
                  <a:close/>
                </a:path>
                <a:path w="199390" h="6984">
                  <a:moveTo>
                    <a:pt x="198869" y="0"/>
                  </a:moveTo>
                  <a:lnTo>
                    <a:pt x="187452" y="0"/>
                  </a:lnTo>
                  <a:lnTo>
                    <a:pt x="187452" y="6845"/>
                  </a:lnTo>
                  <a:lnTo>
                    <a:pt x="198869" y="6845"/>
                  </a:lnTo>
                  <a:lnTo>
                    <a:pt x="198869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7" name="object 1617"/>
            <p:cNvSpPr/>
            <p:nvPr/>
          </p:nvSpPr>
          <p:spPr>
            <a:xfrm>
              <a:off x="7253478" y="7099934"/>
              <a:ext cx="136525" cy="0"/>
            </a:xfrm>
            <a:custGeom>
              <a:avLst/>
              <a:gdLst/>
              <a:ahLst/>
              <a:cxnLst/>
              <a:rect l="l" t="t" r="r" b="b"/>
              <a:pathLst>
                <a:path w="136525">
                  <a:moveTo>
                    <a:pt x="0" y="0"/>
                  </a:moveTo>
                  <a:lnTo>
                    <a:pt x="136398" y="0"/>
                  </a:lnTo>
                </a:path>
              </a:pathLst>
            </a:custGeom>
            <a:ln w="6857">
              <a:solidFill>
                <a:srgbClr val="40404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8" name="object 1618"/>
            <p:cNvSpPr/>
            <p:nvPr/>
          </p:nvSpPr>
          <p:spPr>
            <a:xfrm>
              <a:off x="7237476" y="7074420"/>
              <a:ext cx="136525" cy="29209"/>
            </a:xfrm>
            <a:custGeom>
              <a:avLst/>
              <a:gdLst/>
              <a:ahLst/>
              <a:cxnLst/>
              <a:rect l="l" t="t" r="r" b="b"/>
              <a:pathLst>
                <a:path w="136525" h="29209">
                  <a:moveTo>
                    <a:pt x="11417" y="22098"/>
                  </a:moveTo>
                  <a:lnTo>
                    <a:pt x="0" y="22098"/>
                  </a:lnTo>
                  <a:lnTo>
                    <a:pt x="0" y="28943"/>
                  </a:lnTo>
                  <a:lnTo>
                    <a:pt x="11417" y="28943"/>
                  </a:lnTo>
                  <a:lnTo>
                    <a:pt x="11417" y="22098"/>
                  </a:lnTo>
                  <a:close/>
                </a:path>
                <a:path w="136525" h="29209">
                  <a:moveTo>
                    <a:pt x="11417" y="11430"/>
                  </a:moveTo>
                  <a:lnTo>
                    <a:pt x="0" y="11430"/>
                  </a:lnTo>
                  <a:lnTo>
                    <a:pt x="0" y="18288"/>
                  </a:lnTo>
                  <a:lnTo>
                    <a:pt x="11417" y="18288"/>
                  </a:lnTo>
                  <a:lnTo>
                    <a:pt x="11417" y="11430"/>
                  </a:lnTo>
                  <a:close/>
                </a:path>
                <a:path w="136525" h="29209">
                  <a:moveTo>
                    <a:pt x="11417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11417" y="7620"/>
                  </a:lnTo>
                  <a:lnTo>
                    <a:pt x="11417" y="0"/>
                  </a:lnTo>
                  <a:close/>
                </a:path>
                <a:path w="136525" h="29209">
                  <a:moveTo>
                    <a:pt x="27419" y="11430"/>
                  </a:moveTo>
                  <a:lnTo>
                    <a:pt x="16002" y="11430"/>
                  </a:lnTo>
                  <a:lnTo>
                    <a:pt x="16002" y="18288"/>
                  </a:lnTo>
                  <a:lnTo>
                    <a:pt x="27419" y="18288"/>
                  </a:lnTo>
                  <a:lnTo>
                    <a:pt x="27419" y="11430"/>
                  </a:lnTo>
                  <a:close/>
                </a:path>
                <a:path w="136525" h="29209">
                  <a:moveTo>
                    <a:pt x="27419" y="0"/>
                  </a:moveTo>
                  <a:lnTo>
                    <a:pt x="16002" y="0"/>
                  </a:lnTo>
                  <a:lnTo>
                    <a:pt x="16002" y="7620"/>
                  </a:lnTo>
                  <a:lnTo>
                    <a:pt x="27419" y="7620"/>
                  </a:lnTo>
                  <a:lnTo>
                    <a:pt x="27419" y="0"/>
                  </a:lnTo>
                  <a:close/>
                </a:path>
                <a:path w="136525" h="29209">
                  <a:moveTo>
                    <a:pt x="42672" y="11430"/>
                  </a:moveTo>
                  <a:lnTo>
                    <a:pt x="31242" y="11430"/>
                  </a:lnTo>
                  <a:lnTo>
                    <a:pt x="31242" y="18288"/>
                  </a:lnTo>
                  <a:lnTo>
                    <a:pt x="42672" y="18288"/>
                  </a:lnTo>
                  <a:lnTo>
                    <a:pt x="42672" y="11430"/>
                  </a:lnTo>
                  <a:close/>
                </a:path>
                <a:path w="136525" h="29209">
                  <a:moveTo>
                    <a:pt x="42672" y="0"/>
                  </a:moveTo>
                  <a:lnTo>
                    <a:pt x="31242" y="0"/>
                  </a:lnTo>
                  <a:lnTo>
                    <a:pt x="31242" y="7620"/>
                  </a:lnTo>
                  <a:lnTo>
                    <a:pt x="42672" y="7620"/>
                  </a:lnTo>
                  <a:lnTo>
                    <a:pt x="42672" y="0"/>
                  </a:lnTo>
                  <a:close/>
                </a:path>
                <a:path w="136525" h="29209">
                  <a:moveTo>
                    <a:pt x="58674" y="11430"/>
                  </a:moveTo>
                  <a:lnTo>
                    <a:pt x="47244" y="11430"/>
                  </a:lnTo>
                  <a:lnTo>
                    <a:pt x="47244" y="18288"/>
                  </a:lnTo>
                  <a:lnTo>
                    <a:pt x="58674" y="18288"/>
                  </a:lnTo>
                  <a:lnTo>
                    <a:pt x="58674" y="11430"/>
                  </a:lnTo>
                  <a:close/>
                </a:path>
                <a:path w="136525" h="29209">
                  <a:moveTo>
                    <a:pt x="58674" y="0"/>
                  </a:moveTo>
                  <a:lnTo>
                    <a:pt x="47244" y="0"/>
                  </a:lnTo>
                  <a:lnTo>
                    <a:pt x="47244" y="7620"/>
                  </a:lnTo>
                  <a:lnTo>
                    <a:pt x="58674" y="7620"/>
                  </a:lnTo>
                  <a:lnTo>
                    <a:pt x="58674" y="0"/>
                  </a:lnTo>
                  <a:close/>
                </a:path>
                <a:path w="136525" h="29209">
                  <a:moveTo>
                    <a:pt x="73901" y="11430"/>
                  </a:moveTo>
                  <a:lnTo>
                    <a:pt x="62484" y="11430"/>
                  </a:lnTo>
                  <a:lnTo>
                    <a:pt x="62484" y="18288"/>
                  </a:lnTo>
                  <a:lnTo>
                    <a:pt x="73901" y="18288"/>
                  </a:lnTo>
                  <a:lnTo>
                    <a:pt x="73901" y="11430"/>
                  </a:lnTo>
                  <a:close/>
                </a:path>
                <a:path w="136525" h="29209">
                  <a:moveTo>
                    <a:pt x="73901" y="0"/>
                  </a:moveTo>
                  <a:lnTo>
                    <a:pt x="62484" y="0"/>
                  </a:lnTo>
                  <a:lnTo>
                    <a:pt x="62484" y="7620"/>
                  </a:lnTo>
                  <a:lnTo>
                    <a:pt x="73901" y="7620"/>
                  </a:lnTo>
                  <a:lnTo>
                    <a:pt x="73901" y="0"/>
                  </a:lnTo>
                  <a:close/>
                </a:path>
                <a:path w="136525" h="29209">
                  <a:moveTo>
                    <a:pt x="89903" y="11430"/>
                  </a:moveTo>
                  <a:lnTo>
                    <a:pt x="78486" y="11430"/>
                  </a:lnTo>
                  <a:lnTo>
                    <a:pt x="78486" y="18288"/>
                  </a:lnTo>
                  <a:lnTo>
                    <a:pt x="89903" y="18288"/>
                  </a:lnTo>
                  <a:lnTo>
                    <a:pt x="89903" y="11430"/>
                  </a:lnTo>
                  <a:close/>
                </a:path>
                <a:path w="136525" h="29209">
                  <a:moveTo>
                    <a:pt x="89903" y="0"/>
                  </a:moveTo>
                  <a:lnTo>
                    <a:pt x="78486" y="0"/>
                  </a:lnTo>
                  <a:lnTo>
                    <a:pt x="78486" y="7620"/>
                  </a:lnTo>
                  <a:lnTo>
                    <a:pt x="89903" y="7620"/>
                  </a:lnTo>
                  <a:lnTo>
                    <a:pt x="89903" y="0"/>
                  </a:lnTo>
                  <a:close/>
                </a:path>
                <a:path w="136525" h="29209">
                  <a:moveTo>
                    <a:pt x="105143" y="11430"/>
                  </a:moveTo>
                  <a:lnTo>
                    <a:pt x="93726" y="11430"/>
                  </a:lnTo>
                  <a:lnTo>
                    <a:pt x="93726" y="18288"/>
                  </a:lnTo>
                  <a:lnTo>
                    <a:pt x="105143" y="18288"/>
                  </a:lnTo>
                  <a:lnTo>
                    <a:pt x="105143" y="11430"/>
                  </a:lnTo>
                  <a:close/>
                </a:path>
                <a:path w="136525" h="29209">
                  <a:moveTo>
                    <a:pt x="105143" y="0"/>
                  </a:moveTo>
                  <a:lnTo>
                    <a:pt x="93726" y="0"/>
                  </a:lnTo>
                  <a:lnTo>
                    <a:pt x="93726" y="7620"/>
                  </a:lnTo>
                  <a:lnTo>
                    <a:pt x="105143" y="7620"/>
                  </a:lnTo>
                  <a:lnTo>
                    <a:pt x="105143" y="0"/>
                  </a:lnTo>
                  <a:close/>
                </a:path>
                <a:path w="136525" h="29209">
                  <a:moveTo>
                    <a:pt x="121158" y="11430"/>
                  </a:moveTo>
                  <a:lnTo>
                    <a:pt x="109728" y="11430"/>
                  </a:lnTo>
                  <a:lnTo>
                    <a:pt x="109728" y="18288"/>
                  </a:lnTo>
                  <a:lnTo>
                    <a:pt x="121158" y="18288"/>
                  </a:lnTo>
                  <a:lnTo>
                    <a:pt x="121158" y="11430"/>
                  </a:lnTo>
                  <a:close/>
                </a:path>
                <a:path w="136525" h="29209">
                  <a:moveTo>
                    <a:pt x="121158" y="0"/>
                  </a:moveTo>
                  <a:lnTo>
                    <a:pt x="109728" y="0"/>
                  </a:lnTo>
                  <a:lnTo>
                    <a:pt x="109728" y="7620"/>
                  </a:lnTo>
                  <a:lnTo>
                    <a:pt x="121158" y="7620"/>
                  </a:lnTo>
                  <a:lnTo>
                    <a:pt x="121158" y="0"/>
                  </a:lnTo>
                  <a:close/>
                </a:path>
                <a:path w="136525" h="29209">
                  <a:moveTo>
                    <a:pt x="136398" y="11430"/>
                  </a:moveTo>
                  <a:lnTo>
                    <a:pt x="124968" y="11430"/>
                  </a:lnTo>
                  <a:lnTo>
                    <a:pt x="124968" y="18288"/>
                  </a:lnTo>
                  <a:lnTo>
                    <a:pt x="136398" y="18288"/>
                  </a:lnTo>
                  <a:lnTo>
                    <a:pt x="136398" y="11430"/>
                  </a:lnTo>
                  <a:close/>
                </a:path>
                <a:path w="136525" h="29209">
                  <a:moveTo>
                    <a:pt x="136398" y="0"/>
                  </a:moveTo>
                  <a:lnTo>
                    <a:pt x="124968" y="0"/>
                  </a:lnTo>
                  <a:lnTo>
                    <a:pt x="124968" y="7620"/>
                  </a:lnTo>
                  <a:lnTo>
                    <a:pt x="136398" y="7620"/>
                  </a:lnTo>
                  <a:lnTo>
                    <a:pt x="13639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9" name="object 1619"/>
            <p:cNvSpPr/>
            <p:nvPr/>
          </p:nvSpPr>
          <p:spPr>
            <a:xfrm>
              <a:off x="7206234" y="7096505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7"/>
                  </a:lnTo>
                  <a:lnTo>
                    <a:pt x="11429" y="6857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0" name="object 1620"/>
            <p:cNvSpPr/>
            <p:nvPr/>
          </p:nvSpPr>
          <p:spPr>
            <a:xfrm>
              <a:off x="7222236" y="7096505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7"/>
                  </a:lnTo>
                  <a:lnTo>
                    <a:pt x="11429" y="6857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1" name="object 1621"/>
            <p:cNvSpPr/>
            <p:nvPr/>
          </p:nvSpPr>
          <p:spPr>
            <a:xfrm>
              <a:off x="7393686" y="7096505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7"/>
                  </a:lnTo>
                  <a:lnTo>
                    <a:pt x="11429" y="6857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2" name="object 1622"/>
            <p:cNvSpPr/>
            <p:nvPr/>
          </p:nvSpPr>
          <p:spPr>
            <a:xfrm>
              <a:off x="7237476" y="7085837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29" y="6858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3" name="object 1623"/>
            <p:cNvSpPr/>
            <p:nvPr/>
          </p:nvSpPr>
          <p:spPr>
            <a:xfrm>
              <a:off x="7237476" y="70744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4" name="object 1624"/>
            <p:cNvSpPr/>
            <p:nvPr/>
          </p:nvSpPr>
          <p:spPr>
            <a:xfrm>
              <a:off x="7237476" y="7096505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7"/>
                  </a:lnTo>
                  <a:lnTo>
                    <a:pt x="11429" y="6857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5" name="object 1625"/>
            <p:cNvSpPr/>
            <p:nvPr/>
          </p:nvSpPr>
          <p:spPr>
            <a:xfrm>
              <a:off x="7362444" y="7085837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30" y="6858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6" name="object 1626"/>
            <p:cNvSpPr/>
            <p:nvPr/>
          </p:nvSpPr>
          <p:spPr>
            <a:xfrm>
              <a:off x="7362444" y="70744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30" y="7620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7" name="object 1627"/>
            <p:cNvSpPr/>
            <p:nvPr/>
          </p:nvSpPr>
          <p:spPr>
            <a:xfrm>
              <a:off x="7347204" y="7085837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30" y="6858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8" name="object 1628"/>
            <p:cNvSpPr/>
            <p:nvPr/>
          </p:nvSpPr>
          <p:spPr>
            <a:xfrm>
              <a:off x="7347204" y="70744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30" y="7620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9" name="object 1629"/>
            <p:cNvSpPr/>
            <p:nvPr/>
          </p:nvSpPr>
          <p:spPr>
            <a:xfrm>
              <a:off x="7331202" y="7085837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29" y="6858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0" name="object 1630"/>
            <p:cNvSpPr/>
            <p:nvPr/>
          </p:nvSpPr>
          <p:spPr>
            <a:xfrm>
              <a:off x="7331202" y="70744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1" name="object 1631"/>
            <p:cNvSpPr/>
            <p:nvPr/>
          </p:nvSpPr>
          <p:spPr>
            <a:xfrm>
              <a:off x="7315962" y="7085837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29" y="6858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2" name="object 1632"/>
            <p:cNvSpPr/>
            <p:nvPr/>
          </p:nvSpPr>
          <p:spPr>
            <a:xfrm>
              <a:off x="7315962" y="70744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3" name="object 1633"/>
            <p:cNvSpPr/>
            <p:nvPr/>
          </p:nvSpPr>
          <p:spPr>
            <a:xfrm>
              <a:off x="7299960" y="7085837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29" y="6858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4" name="object 1634"/>
            <p:cNvSpPr/>
            <p:nvPr/>
          </p:nvSpPr>
          <p:spPr>
            <a:xfrm>
              <a:off x="7299960" y="70744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5" name="object 1635"/>
            <p:cNvSpPr/>
            <p:nvPr/>
          </p:nvSpPr>
          <p:spPr>
            <a:xfrm>
              <a:off x="7284720" y="7085837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30" y="6858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6" name="object 1636"/>
            <p:cNvSpPr/>
            <p:nvPr/>
          </p:nvSpPr>
          <p:spPr>
            <a:xfrm>
              <a:off x="7284720" y="70744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30" y="7620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7" name="object 1637"/>
            <p:cNvSpPr/>
            <p:nvPr/>
          </p:nvSpPr>
          <p:spPr>
            <a:xfrm>
              <a:off x="7268718" y="7085837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30" y="6858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8" name="object 1638"/>
            <p:cNvSpPr/>
            <p:nvPr/>
          </p:nvSpPr>
          <p:spPr>
            <a:xfrm>
              <a:off x="7268718" y="70744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30" y="7620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9" name="object 1639"/>
            <p:cNvSpPr/>
            <p:nvPr/>
          </p:nvSpPr>
          <p:spPr>
            <a:xfrm>
              <a:off x="7253478" y="7085837"/>
              <a:ext cx="11430" cy="6985"/>
            </a:xfrm>
            <a:custGeom>
              <a:avLst/>
              <a:gdLst/>
              <a:ahLst/>
              <a:cxnLst/>
              <a:rect l="l" t="t" r="r" b="b"/>
              <a:pathLst>
                <a:path w="11429" h="6984">
                  <a:moveTo>
                    <a:pt x="0" y="0"/>
                  </a:moveTo>
                  <a:lnTo>
                    <a:pt x="0" y="6858"/>
                  </a:lnTo>
                  <a:lnTo>
                    <a:pt x="11429" y="6858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0" name="object 1640"/>
            <p:cNvSpPr/>
            <p:nvPr/>
          </p:nvSpPr>
          <p:spPr>
            <a:xfrm>
              <a:off x="7253478" y="70744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41" name="object 1641"/>
            <p:cNvPicPr/>
            <p:nvPr/>
          </p:nvPicPr>
          <p:blipFill>
            <a:blip r:embed="rId243" cstate="print"/>
            <a:stretch>
              <a:fillRect/>
            </a:stretch>
          </p:blipFill>
          <p:spPr>
            <a:xfrm>
              <a:off x="7165086" y="7072883"/>
              <a:ext cx="31242" cy="16001"/>
            </a:xfrm>
            <a:prstGeom prst="rect">
              <a:avLst/>
            </a:prstGeom>
          </p:spPr>
        </p:pic>
        <p:pic>
          <p:nvPicPr>
            <p:cNvPr id="1642" name="object 1642"/>
            <p:cNvPicPr/>
            <p:nvPr/>
          </p:nvPicPr>
          <p:blipFill>
            <a:blip r:embed="rId244" cstate="print"/>
            <a:stretch>
              <a:fillRect/>
            </a:stretch>
          </p:blipFill>
          <p:spPr>
            <a:xfrm>
              <a:off x="5950458" y="7053833"/>
              <a:ext cx="222503" cy="22860"/>
            </a:xfrm>
            <a:prstGeom prst="rect">
              <a:avLst/>
            </a:prstGeom>
          </p:spPr>
        </p:pic>
        <p:sp>
          <p:nvSpPr>
            <p:cNvPr id="1643" name="object 1643"/>
            <p:cNvSpPr/>
            <p:nvPr/>
          </p:nvSpPr>
          <p:spPr>
            <a:xfrm>
              <a:off x="7169658" y="7072883"/>
              <a:ext cx="25400" cy="16510"/>
            </a:xfrm>
            <a:custGeom>
              <a:avLst/>
              <a:gdLst/>
              <a:ahLst/>
              <a:cxnLst/>
              <a:rect l="l" t="t" r="r" b="b"/>
              <a:pathLst>
                <a:path w="25400" h="16509">
                  <a:moveTo>
                    <a:pt x="20574" y="12953"/>
                  </a:moveTo>
                  <a:lnTo>
                    <a:pt x="25146" y="10667"/>
                  </a:lnTo>
                  <a:lnTo>
                    <a:pt x="25146" y="6095"/>
                  </a:lnTo>
                  <a:lnTo>
                    <a:pt x="20574" y="3047"/>
                  </a:lnTo>
                  <a:lnTo>
                    <a:pt x="16002" y="0"/>
                  </a:lnTo>
                  <a:lnTo>
                    <a:pt x="9144" y="0"/>
                  </a:lnTo>
                  <a:lnTo>
                    <a:pt x="4572" y="3047"/>
                  </a:lnTo>
                  <a:lnTo>
                    <a:pt x="0" y="6095"/>
                  </a:lnTo>
                  <a:lnTo>
                    <a:pt x="0" y="10667"/>
                  </a:lnTo>
                  <a:lnTo>
                    <a:pt x="4572" y="13715"/>
                  </a:lnTo>
                  <a:lnTo>
                    <a:pt x="9144" y="16001"/>
                  </a:lnTo>
                  <a:lnTo>
                    <a:pt x="16764" y="16001"/>
                  </a:lnTo>
                  <a:lnTo>
                    <a:pt x="20574" y="12953"/>
                  </a:lnTo>
                  <a:close/>
                </a:path>
              </a:pathLst>
            </a:custGeom>
            <a:ln w="3175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4" name="object 1644"/>
            <p:cNvSpPr/>
            <p:nvPr/>
          </p:nvSpPr>
          <p:spPr>
            <a:xfrm>
              <a:off x="7177278" y="7078217"/>
              <a:ext cx="10160" cy="6350"/>
            </a:xfrm>
            <a:custGeom>
              <a:avLst/>
              <a:gdLst/>
              <a:ahLst/>
              <a:cxnLst/>
              <a:rect l="l" t="t" r="r" b="b"/>
              <a:pathLst>
                <a:path w="10159" h="6350">
                  <a:moveTo>
                    <a:pt x="9905" y="6096"/>
                  </a:moveTo>
                  <a:lnTo>
                    <a:pt x="0" y="0"/>
                  </a:lnTo>
                </a:path>
              </a:pathLst>
            </a:custGeom>
            <a:ln w="3937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45" name="object 1645"/>
            <p:cNvPicPr/>
            <p:nvPr/>
          </p:nvPicPr>
          <p:blipFill>
            <a:blip r:embed="rId245" cstate="print"/>
            <a:stretch>
              <a:fillRect/>
            </a:stretch>
          </p:blipFill>
          <p:spPr>
            <a:xfrm>
              <a:off x="7416546" y="7072883"/>
              <a:ext cx="30479" cy="16001"/>
            </a:xfrm>
            <a:prstGeom prst="rect">
              <a:avLst/>
            </a:prstGeom>
          </p:spPr>
        </p:pic>
        <p:sp>
          <p:nvSpPr>
            <p:cNvPr id="1646" name="object 1646"/>
            <p:cNvSpPr/>
            <p:nvPr/>
          </p:nvSpPr>
          <p:spPr>
            <a:xfrm>
              <a:off x="7175754" y="7076693"/>
              <a:ext cx="13970" cy="9525"/>
            </a:xfrm>
            <a:custGeom>
              <a:avLst/>
              <a:gdLst/>
              <a:ahLst/>
              <a:cxnLst/>
              <a:rect l="l" t="t" r="r" b="b"/>
              <a:pathLst>
                <a:path w="13970" h="9525">
                  <a:moveTo>
                    <a:pt x="0" y="9144"/>
                  </a:moveTo>
                  <a:lnTo>
                    <a:pt x="13716" y="0"/>
                  </a:lnTo>
                </a:path>
              </a:pathLst>
            </a:custGeom>
            <a:ln w="3937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7" name="object 1647"/>
            <p:cNvSpPr/>
            <p:nvPr/>
          </p:nvSpPr>
          <p:spPr>
            <a:xfrm>
              <a:off x="7416546" y="7072883"/>
              <a:ext cx="25400" cy="16510"/>
            </a:xfrm>
            <a:custGeom>
              <a:avLst/>
              <a:gdLst/>
              <a:ahLst/>
              <a:cxnLst/>
              <a:rect l="l" t="t" r="r" b="b"/>
              <a:pathLst>
                <a:path w="25400" h="16509">
                  <a:moveTo>
                    <a:pt x="21335" y="12953"/>
                  </a:moveTo>
                  <a:lnTo>
                    <a:pt x="25145" y="10667"/>
                  </a:lnTo>
                  <a:lnTo>
                    <a:pt x="25145" y="6095"/>
                  </a:lnTo>
                  <a:lnTo>
                    <a:pt x="20573" y="3047"/>
                  </a:lnTo>
                  <a:lnTo>
                    <a:pt x="16001" y="0"/>
                  </a:lnTo>
                  <a:lnTo>
                    <a:pt x="9143" y="0"/>
                  </a:lnTo>
                  <a:lnTo>
                    <a:pt x="4571" y="3047"/>
                  </a:lnTo>
                  <a:lnTo>
                    <a:pt x="0" y="6095"/>
                  </a:lnTo>
                  <a:lnTo>
                    <a:pt x="0" y="10667"/>
                  </a:lnTo>
                  <a:lnTo>
                    <a:pt x="4571" y="13715"/>
                  </a:lnTo>
                  <a:lnTo>
                    <a:pt x="9143" y="16001"/>
                  </a:lnTo>
                  <a:lnTo>
                    <a:pt x="16763" y="16001"/>
                  </a:lnTo>
                  <a:lnTo>
                    <a:pt x="21335" y="12953"/>
                  </a:lnTo>
                  <a:close/>
                </a:path>
              </a:pathLst>
            </a:custGeom>
            <a:ln w="3175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8" name="object 1648"/>
            <p:cNvSpPr/>
            <p:nvPr/>
          </p:nvSpPr>
          <p:spPr>
            <a:xfrm>
              <a:off x="7424928" y="7078217"/>
              <a:ext cx="9525" cy="5715"/>
            </a:xfrm>
            <a:custGeom>
              <a:avLst/>
              <a:gdLst/>
              <a:ahLst/>
              <a:cxnLst/>
              <a:rect l="l" t="t" r="r" b="b"/>
              <a:pathLst>
                <a:path w="9525" h="5715">
                  <a:moveTo>
                    <a:pt x="9144" y="5333"/>
                  </a:moveTo>
                  <a:lnTo>
                    <a:pt x="0" y="0"/>
                  </a:lnTo>
                </a:path>
              </a:pathLst>
            </a:custGeom>
            <a:ln w="3937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9" name="object 1649"/>
            <p:cNvSpPr/>
            <p:nvPr/>
          </p:nvSpPr>
          <p:spPr>
            <a:xfrm>
              <a:off x="7422642" y="7076693"/>
              <a:ext cx="13970" cy="9525"/>
            </a:xfrm>
            <a:custGeom>
              <a:avLst/>
              <a:gdLst/>
              <a:ahLst/>
              <a:cxnLst/>
              <a:rect l="l" t="t" r="r" b="b"/>
              <a:pathLst>
                <a:path w="13970" h="9525">
                  <a:moveTo>
                    <a:pt x="0" y="9144"/>
                  </a:moveTo>
                  <a:lnTo>
                    <a:pt x="13716" y="0"/>
                  </a:lnTo>
                </a:path>
              </a:pathLst>
            </a:custGeom>
            <a:ln w="3937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0" name="object 1650"/>
            <p:cNvSpPr/>
            <p:nvPr/>
          </p:nvSpPr>
          <p:spPr>
            <a:xfrm>
              <a:off x="5948934" y="7057643"/>
              <a:ext cx="27940" cy="8890"/>
            </a:xfrm>
            <a:custGeom>
              <a:avLst/>
              <a:gdLst/>
              <a:ahLst/>
              <a:cxnLst/>
              <a:rect l="l" t="t" r="r" b="b"/>
              <a:pathLst>
                <a:path w="27939" h="8890">
                  <a:moveTo>
                    <a:pt x="27432" y="8381"/>
                  </a:moveTo>
                  <a:lnTo>
                    <a:pt x="27432" y="4571"/>
                  </a:lnTo>
                  <a:lnTo>
                    <a:pt x="25908" y="3809"/>
                  </a:lnTo>
                  <a:lnTo>
                    <a:pt x="25908" y="761"/>
                  </a:lnTo>
                  <a:lnTo>
                    <a:pt x="25146" y="0"/>
                  </a:lnTo>
                  <a:lnTo>
                    <a:pt x="2286" y="0"/>
                  </a:lnTo>
                  <a:lnTo>
                    <a:pt x="1524" y="761"/>
                  </a:lnTo>
                  <a:lnTo>
                    <a:pt x="1524" y="3809"/>
                  </a:lnTo>
                  <a:lnTo>
                    <a:pt x="0" y="4571"/>
                  </a:lnTo>
                  <a:lnTo>
                    <a:pt x="0" y="8381"/>
                  </a:lnTo>
                  <a:lnTo>
                    <a:pt x="27432" y="8381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1" name="object 1651"/>
            <p:cNvSpPr/>
            <p:nvPr/>
          </p:nvSpPr>
          <p:spPr>
            <a:xfrm>
              <a:off x="5948934" y="7057643"/>
              <a:ext cx="27940" cy="8890"/>
            </a:xfrm>
            <a:custGeom>
              <a:avLst/>
              <a:gdLst/>
              <a:ahLst/>
              <a:cxnLst/>
              <a:rect l="l" t="t" r="r" b="b"/>
              <a:pathLst>
                <a:path w="27939" h="8890">
                  <a:moveTo>
                    <a:pt x="25908" y="8381"/>
                  </a:moveTo>
                  <a:lnTo>
                    <a:pt x="1524" y="8381"/>
                  </a:lnTo>
                  <a:lnTo>
                    <a:pt x="762" y="8381"/>
                  </a:lnTo>
                  <a:lnTo>
                    <a:pt x="0" y="8381"/>
                  </a:lnTo>
                  <a:lnTo>
                    <a:pt x="0" y="4571"/>
                  </a:lnTo>
                  <a:lnTo>
                    <a:pt x="1524" y="3809"/>
                  </a:lnTo>
                  <a:lnTo>
                    <a:pt x="1524" y="3047"/>
                  </a:lnTo>
                  <a:lnTo>
                    <a:pt x="1524" y="1523"/>
                  </a:lnTo>
                  <a:lnTo>
                    <a:pt x="1524" y="761"/>
                  </a:lnTo>
                  <a:lnTo>
                    <a:pt x="2286" y="0"/>
                  </a:lnTo>
                  <a:lnTo>
                    <a:pt x="3810" y="0"/>
                  </a:lnTo>
                  <a:lnTo>
                    <a:pt x="23622" y="0"/>
                  </a:lnTo>
                  <a:lnTo>
                    <a:pt x="25146" y="0"/>
                  </a:lnTo>
                  <a:lnTo>
                    <a:pt x="25908" y="761"/>
                  </a:lnTo>
                  <a:lnTo>
                    <a:pt x="25908" y="1523"/>
                  </a:lnTo>
                  <a:lnTo>
                    <a:pt x="25908" y="3047"/>
                  </a:lnTo>
                  <a:lnTo>
                    <a:pt x="25908" y="3809"/>
                  </a:lnTo>
                  <a:lnTo>
                    <a:pt x="27432" y="4571"/>
                  </a:lnTo>
                  <a:lnTo>
                    <a:pt x="27432" y="5333"/>
                  </a:lnTo>
                  <a:lnTo>
                    <a:pt x="27432" y="7619"/>
                  </a:lnTo>
                  <a:lnTo>
                    <a:pt x="27432" y="8381"/>
                  </a:lnTo>
                  <a:lnTo>
                    <a:pt x="26670" y="8381"/>
                  </a:lnTo>
                  <a:lnTo>
                    <a:pt x="25908" y="838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2" name="object 1652"/>
            <p:cNvSpPr/>
            <p:nvPr/>
          </p:nvSpPr>
          <p:spPr>
            <a:xfrm>
              <a:off x="5949696" y="7058405"/>
              <a:ext cx="26034" cy="7620"/>
            </a:xfrm>
            <a:custGeom>
              <a:avLst/>
              <a:gdLst/>
              <a:ahLst/>
              <a:cxnLst/>
              <a:rect l="l" t="t" r="r" b="b"/>
              <a:pathLst>
                <a:path w="26035" h="7620">
                  <a:moveTo>
                    <a:pt x="25908" y="6858"/>
                  </a:moveTo>
                  <a:lnTo>
                    <a:pt x="25908" y="4572"/>
                  </a:lnTo>
                  <a:lnTo>
                    <a:pt x="25146" y="4572"/>
                  </a:lnTo>
                  <a:lnTo>
                    <a:pt x="25146" y="3810"/>
                  </a:lnTo>
                  <a:lnTo>
                    <a:pt x="24384" y="3048"/>
                  </a:lnTo>
                  <a:lnTo>
                    <a:pt x="23622" y="3048"/>
                  </a:lnTo>
                  <a:lnTo>
                    <a:pt x="23622" y="762"/>
                  </a:lnTo>
                  <a:lnTo>
                    <a:pt x="22860" y="0"/>
                  </a:lnTo>
                  <a:lnTo>
                    <a:pt x="2286" y="0"/>
                  </a:lnTo>
                  <a:lnTo>
                    <a:pt x="1524" y="762"/>
                  </a:lnTo>
                  <a:lnTo>
                    <a:pt x="1524" y="3048"/>
                  </a:lnTo>
                  <a:lnTo>
                    <a:pt x="0" y="4572"/>
                  </a:lnTo>
                  <a:lnTo>
                    <a:pt x="0" y="6858"/>
                  </a:lnTo>
                  <a:lnTo>
                    <a:pt x="762" y="7620"/>
                  </a:lnTo>
                  <a:lnTo>
                    <a:pt x="25146" y="7620"/>
                  </a:lnTo>
                  <a:lnTo>
                    <a:pt x="25908" y="6858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3" name="object 1653"/>
            <p:cNvSpPr/>
            <p:nvPr/>
          </p:nvSpPr>
          <p:spPr>
            <a:xfrm>
              <a:off x="5949696" y="7058405"/>
              <a:ext cx="26034" cy="7620"/>
            </a:xfrm>
            <a:custGeom>
              <a:avLst/>
              <a:gdLst/>
              <a:ahLst/>
              <a:cxnLst/>
              <a:rect l="l" t="t" r="r" b="b"/>
              <a:pathLst>
                <a:path w="26035" h="7620">
                  <a:moveTo>
                    <a:pt x="23622" y="7620"/>
                  </a:moveTo>
                  <a:lnTo>
                    <a:pt x="1524" y="7620"/>
                  </a:lnTo>
                  <a:lnTo>
                    <a:pt x="762" y="7620"/>
                  </a:lnTo>
                  <a:lnTo>
                    <a:pt x="0" y="6858"/>
                  </a:lnTo>
                  <a:lnTo>
                    <a:pt x="0" y="6096"/>
                  </a:lnTo>
                  <a:lnTo>
                    <a:pt x="0" y="4572"/>
                  </a:lnTo>
                  <a:lnTo>
                    <a:pt x="762" y="3810"/>
                  </a:lnTo>
                  <a:lnTo>
                    <a:pt x="1524" y="3048"/>
                  </a:lnTo>
                  <a:lnTo>
                    <a:pt x="1524" y="2286"/>
                  </a:lnTo>
                  <a:lnTo>
                    <a:pt x="1524" y="1524"/>
                  </a:lnTo>
                  <a:lnTo>
                    <a:pt x="1524" y="762"/>
                  </a:lnTo>
                  <a:lnTo>
                    <a:pt x="2286" y="0"/>
                  </a:lnTo>
                  <a:lnTo>
                    <a:pt x="3810" y="0"/>
                  </a:lnTo>
                  <a:lnTo>
                    <a:pt x="22098" y="0"/>
                  </a:lnTo>
                  <a:lnTo>
                    <a:pt x="22860" y="0"/>
                  </a:lnTo>
                  <a:lnTo>
                    <a:pt x="23622" y="762"/>
                  </a:lnTo>
                  <a:lnTo>
                    <a:pt x="23622" y="1524"/>
                  </a:lnTo>
                  <a:lnTo>
                    <a:pt x="23622" y="2286"/>
                  </a:lnTo>
                  <a:lnTo>
                    <a:pt x="23622" y="3048"/>
                  </a:lnTo>
                  <a:lnTo>
                    <a:pt x="24384" y="3048"/>
                  </a:lnTo>
                  <a:lnTo>
                    <a:pt x="25146" y="3810"/>
                  </a:lnTo>
                  <a:lnTo>
                    <a:pt x="25146" y="4572"/>
                  </a:lnTo>
                  <a:lnTo>
                    <a:pt x="25908" y="4572"/>
                  </a:lnTo>
                  <a:lnTo>
                    <a:pt x="25908" y="6096"/>
                  </a:lnTo>
                  <a:lnTo>
                    <a:pt x="25908" y="6858"/>
                  </a:lnTo>
                  <a:lnTo>
                    <a:pt x="25146" y="7620"/>
                  </a:lnTo>
                  <a:lnTo>
                    <a:pt x="23622" y="762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4" name="object 1654"/>
            <p:cNvSpPr/>
            <p:nvPr/>
          </p:nvSpPr>
          <p:spPr>
            <a:xfrm>
              <a:off x="5967222" y="7059929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40">
                  <a:moveTo>
                    <a:pt x="1524" y="2285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2285"/>
                  </a:lnTo>
                  <a:lnTo>
                    <a:pt x="1524" y="2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5" name="object 1655"/>
            <p:cNvSpPr/>
            <p:nvPr/>
          </p:nvSpPr>
          <p:spPr>
            <a:xfrm>
              <a:off x="5967221" y="7059929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40">
                  <a:moveTo>
                    <a:pt x="1524" y="2285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2285"/>
                  </a:lnTo>
                  <a:lnTo>
                    <a:pt x="1524" y="228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6" name="object 1656"/>
            <p:cNvSpPr/>
            <p:nvPr/>
          </p:nvSpPr>
          <p:spPr>
            <a:xfrm>
              <a:off x="5967984" y="7061453"/>
              <a:ext cx="1270" cy="0"/>
            </a:xfrm>
            <a:custGeom>
              <a:avLst/>
              <a:gdLst/>
              <a:ahLst/>
              <a:cxnLst/>
              <a:rect l="l" t="t" r="r" b="b"/>
              <a:pathLst>
                <a:path w="1270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7" name="object 1657"/>
            <p:cNvSpPr/>
            <p:nvPr/>
          </p:nvSpPr>
          <p:spPr>
            <a:xfrm>
              <a:off x="5964936" y="7059929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40">
                  <a:moveTo>
                    <a:pt x="761" y="2285"/>
                  </a:moveTo>
                  <a:lnTo>
                    <a:pt x="761" y="0"/>
                  </a:lnTo>
                  <a:lnTo>
                    <a:pt x="0" y="0"/>
                  </a:lnTo>
                  <a:lnTo>
                    <a:pt x="0" y="2285"/>
                  </a:lnTo>
                  <a:lnTo>
                    <a:pt x="761" y="2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8" name="object 1658"/>
            <p:cNvSpPr/>
            <p:nvPr/>
          </p:nvSpPr>
          <p:spPr>
            <a:xfrm>
              <a:off x="5964936" y="7059929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40">
                  <a:moveTo>
                    <a:pt x="761" y="2285"/>
                  </a:moveTo>
                  <a:lnTo>
                    <a:pt x="761" y="0"/>
                  </a:lnTo>
                  <a:lnTo>
                    <a:pt x="0" y="0"/>
                  </a:lnTo>
                  <a:lnTo>
                    <a:pt x="0" y="2285"/>
                  </a:lnTo>
                  <a:lnTo>
                    <a:pt x="761" y="228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9" name="object 1659"/>
            <p:cNvSpPr/>
            <p:nvPr/>
          </p:nvSpPr>
          <p:spPr>
            <a:xfrm>
              <a:off x="5964936" y="7061453"/>
              <a:ext cx="1270" cy="0"/>
            </a:xfrm>
            <a:custGeom>
              <a:avLst/>
              <a:gdLst/>
              <a:ahLst/>
              <a:cxnLst/>
              <a:rect l="l" t="t" r="r" b="b"/>
              <a:pathLst>
                <a:path w="1270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0" name="object 1660"/>
            <p:cNvSpPr/>
            <p:nvPr/>
          </p:nvSpPr>
          <p:spPr>
            <a:xfrm>
              <a:off x="5961888" y="7059929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40">
                  <a:moveTo>
                    <a:pt x="1524" y="2285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2285"/>
                  </a:lnTo>
                  <a:lnTo>
                    <a:pt x="1524" y="2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1" name="object 1661"/>
            <p:cNvSpPr/>
            <p:nvPr/>
          </p:nvSpPr>
          <p:spPr>
            <a:xfrm>
              <a:off x="5961888" y="7059929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40">
                  <a:moveTo>
                    <a:pt x="1524" y="2285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2285"/>
                  </a:lnTo>
                  <a:lnTo>
                    <a:pt x="1524" y="228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2" name="object 1662"/>
            <p:cNvSpPr/>
            <p:nvPr/>
          </p:nvSpPr>
          <p:spPr>
            <a:xfrm>
              <a:off x="5961888" y="7061453"/>
              <a:ext cx="1270" cy="0"/>
            </a:xfrm>
            <a:custGeom>
              <a:avLst/>
              <a:gdLst/>
              <a:ahLst/>
              <a:cxnLst/>
              <a:rect l="l" t="t" r="r" b="b"/>
              <a:pathLst>
                <a:path w="1270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3" name="object 1663"/>
            <p:cNvSpPr/>
            <p:nvPr/>
          </p:nvSpPr>
          <p:spPr>
            <a:xfrm>
              <a:off x="5958840" y="7059929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40">
                  <a:moveTo>
                    <a:pt x="1524" y="2285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2285"/>
                  </a:lnTo>
                  <a:lnTo>
                    <a:pt x="1524" y="2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4" name="object 1664"/>
            <p:cNvSpPr/>
            <p:nvPr/>
          </p:nvSpPr>
          <p:spPr>
            <a:xfrm>
              <a:off x="5958840" y="7059929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40">
                  <a:moveTo>
                    <a:pt x="1524" y="2285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2285"/>
                  </a:lnTo>
                  <a:lnTo>
                    <a:pt x="1524" y="228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5" name="object 1665"/>
            <p:cNvSpPr/>
            <p:nvPr/>
          </p:nvSpPr>
          <p:spPr>
            <a:xfrm>
              <a:off x="5958840" y="7061453"/>
              <a:ext cx="1270" cy="0"/>
            </a:xfrm>
            <a:custGeom>
              <a:avLst/>
              <a:gdLst/>
              <a:ahLst/>
              <a:cxnLst/>
              <a:rect l="l" t="t" r="r" b="b"/>
              <a:pathLst>
                <a:path w="1270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6" name="object 1666"/>
            <p:cNvSpPr/>
            <p:nvPr/>
          </p:nvSpPr>
          <p:spPr>
            <a:xfrm>
              <a:off x="5955792" y="7059929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40">
                  <a:moveTo>
                    <a:pt x="1524" y="2285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2285"/>
                  </a:lnTo>
                  <a:lnTo>
                    <a:pt x="1524" y="22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7" name="object 1667"/>
            <p:cNvSpPr/>
            <p:nvPr/>
          </p:nvSpPr>
          <p:spPr>
            <a:xfrm>
              <a:off x="5955791" y="7059929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40">
                  <a:moveTo>
                    <a:pt x="1524" y="2285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2285"/>
                  </a:lnTo>
                  <a:lnTo>
                    <a:pt x="1524" y="228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8" name="object 1668"/>
            <p:cNvSpPr/>
            <p:nvPr/>
          </p:nvSpPr>
          <p:spPr>
            <a:xfrm>
              <a:off x="5955792" y="7061453"/>
              <a:ext cx="1270" cy="0"/>
            </a:xfrm>
            <a:custGeom>
              <a:avLst/>
              <a:gdLst/>
              <a:ahLst/>
              <a:cxnLst/>
              <a:rect l="l" t="t" r="r" b="b"/>
              <a:pathLst>
                <a:path w="1270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9" name="object 1669"/>
            <p:cNvSpPr/>
            <p:nvPr/>
          </p:nvSpPr>
          <p:spPr>
            <a:xfrm>
              <a:off x="6136386" y="7056119"/>
              <a:ext cx="10160" cy="1905"/>
            </a:xfrm>
            <a:custGeom>
              <a:avLst/>
              <a:gdLst/>
              <a:ahLst/>
              <a:cxnLst/>
              <a:rect l="l" t="t" r="r" b="b"/>
              <a:pathLst>
                <a:path w="10160" h="1904">
                  <a:moveTo>
                    <a:pt x="9906" y="1524"/>
                  </a:moveTo>
                  <a:lnTo>
                    <a:pt x="9906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9906" y="15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70" name="object 1670"/>
            <p:cNvPicPr/>
            <p:nvPr/>
          </p:nvPicPr>
          <p:blipFill>
            <a:blip r:embed="rId246" cstate="print"/>
            <a:stretch>
              <a:fillRect/>
            </a:stretch>
          </p:blipFill>
          <p:spPr>
            <a:xfrm>
              <a:off x="6026658" y="7056119"/>
              <a:ext cx="83057" cy="24384"/>
            </a:xfrm>
            <a:prstGeom prst="rect">
              <a:avLst/>
            </a:prstGeom>
          </p:spPr>
        </p:pic>
        <p:pic>
          <p:nvPicPr>
            <p:cNvPr id="1671" name="object 1671"/>
            <p:cNvPicPr/>
            <p:nvPr/>
          </p:nvPicPr>
          <p:blipFill>
            <a:blip r:embed="rId247" cstate="print"/>
            <a:stretch>
              <a:fillRect/>
            </a:stretch>
          </p:blipFill>
          <p:spPr>
            <a:xfrm>
              <a:off x="6063996" y="7062215"/>
              <a:ext cx="72389" cy="18288"/>
            </a:xfrm>
            <a:prstGeom prst="rect">
              <a:avLst/>
            </a:prstGeom>
          </p:spPr>
        </p:pic>
        <p:pic>
          <p:nvPicPr>
            <p:cNvPr id="1672" name="object 1672"/>
            <p:cNvPicPr/>
            <p:nvPr/>
          </p:nvPicPr>
          <p:blipFill>
            <a:blip r:embed="rId248" cstate="print"/>
            <a:stretch>
              <a:fillRect/>
            </a:stretch>
          </p:blipFill>
          <p:spPr>
            <a:xfrm>
              <a:off x="5910834" y="7133843"/>
              <a:ext cx="10668" cy="6096"/>
            </a:xfrm>
            <a:prstGeom prst="rect">
              <a:avLst/>
            </a:prstGeom>
          </p:spPr>
        </p:pic>
        <p:pic>
          <p:nvPicPr>
            <p:cNvPr id="1673" name="object 1673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5934456" y="7133843"/>
              <a:ext cx="10668" cy="6095"/>
            </a:xfrm>
            <a:prstGeom prst="rect">
              <a:avLst/>
            </a:prstGeom>
          </p:spPr>
        </p:pic>
        <p:pic>
          <p:nvPicPr>
            <p:cNvPr id="1674" name="object 1674"/>
            <p:cNvPicPr/>
            <p:nvPr/>
          </p:nvPicPr>
          <p:blipFill>
            <a:blip r:embed="rId249" cstate="print"/>
            <a:stretch>
              <a:fillRect/>
            </a:stretch>
          </p:blipFill>
          <p:spPr>
            <a:xfrm>
              <a:off x="5960364" y="7133843"/>
              <a:ext cx="34290" cy="6096"/>
            </a:xfrm>
            <a:prstGeom prst="rect">
              <a:avLst/>
            </a:prstGeom>
          </p:spPr>
        </p:pic>
        <p:pic>
          <p:nvPicPr>
            <p:cNvPr id="1675" name="object 1675"/>
            <p:cNvPicPr/>
            <p:nvPr/>
          </p:nvPicPr>
          <p:blipFill>
            <a:blip r:embed="rId250" cstate="print"/>
            <a:stretch>
              <a:fillRect/>
            </a:stretch>
          </p:blipFill>
          <p:spPr>
            <a:xfrm>
              <a:off x="6009894" y="7133843"/>
              <a:ext cx="35052" cy="6096"/>
            </a:xfrm>
            <a:prstGeom prst="rect">
              <a:avLst/>
            </a:prstGeom>
          </p:spPr>
        </p:pic>
        <p:pic>
          <p:nvPicPr>
            <p:cNvPr id="1676" name="object 1676"/>
            <p:cNvPicPr/>
            <p:nvPr/>
          </p:nvPicPr>
          <p:blipFill>
            <a:blip r:embed="rId251" cstate="print"/>
            <a:stretch>
              <a:fillRect/>
            </a:stretch>
          </p:blipFill>
          <p:spPr>
            <a:xfrm>
              <a:off x="6060186" y="7133843"/>
              <a:ext cx="10668" cy="6096"/>
            </a:xfrm>
            <a:prstGeom prst="rect">
              <a:avLst/>
            </a:prstGeom>
          </p:spPr>
        </p:pic>
        <p:pic>
          <p:nvPicPr>
            <p:cNvPr id="1677" name="object 1677"/>
            <p:cNvPicPr/>
            <p:nvPr/>
          </p:nvPicPr>
          <p:blipFill>
            <a:blip r:embed="rId252" cstate="print"/>
            <a:stretch>
              <a:fillRect/>
            </a:stretch>
          </p:blipFill>
          <p:spPr>
            <a:xfrm>
              <a:off x="6083808" y="7133843"/>
              <a:ext cx="10668" cy="6095"/>
            </a:xfrm>
            <a:prstGeom prst="rect">
              <a:avLst/>
            </a:prstGeom>
          </p:spPr>
        </p:pic>
        <p:pic>
          <p:nvPicPr>
            <p:cNvPr id="1678" name="object 1678"/>
            <p:cNvPicPr/>
            <p:nvPr/>
          </p:nvPicPr>
          <p:blipFill>
            <a:blip r:embed="rId253" cstate="print"/>
            <a:stretch>
              <a:fillRect/>
            </a:stretch>
          </p:blipFill>
          <p:spPr>
            <a:xfrm>
              <a:off x="5897880" y="7070597"/>
              <a:ext cx="1249679" cy="86105"/>
            </a:xfrm>
            <a:prstGeom prst="rect">
              <a:avLst/>
            </a:prstGeom>
          </p:spPr>
        </p:pic>
        <p:pic>
          <p:nvPicPr>
            <p:cNvPr id="1679" name="object 1679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6109716" y="7133843"/>
              <a:ext cx="10668" cy="6096"/>
            </a:xfrm>
            <a:prstGeom prst="rect">
              <a:avLst/>
            </a:prstGeom>
          </p:spPr>
        </p:pic>
        <p:pic>
          <p:nvPicPr>
            <p:cNvPr id="1680" name="object 1680"/>
            <p:cNvPicPr/>
            <p:nvPr/>
          </p:nvPicPr>
          <p:blipFill>
            <a:blip r:embed="rId254" cstate="print"/>
            <a:stretch>
              <a:fillRect/>
            </a:stretch>
          </p:blipFill>
          <p:spPr>
            <a:xfrm>
              <a:off x="6133338" y="7133843"/>
              <a:ext cx="10668" cy="6095"/>
            </a:xfrm>
            <a:prstGeom prst="rect">
              <a:avLst/>
            </a:prstGeom>
          </p:spPr>
        </p:pic>
        <p:pic>
          <p:nvPicPr>
            <p:cNvPr id="1681" name="object 1681"/>
            <p:cNvPicPr/>
            <p:nvPr/>
          </p:nvPicPr>
          <p:blipFill>
            <a:blip r:embed="rId255" cstate="print"/>
            <a:stretch>
              <a:fillRect/>
            </a:stretch>
          </p:blipFill>
          <p:spPr>
            <a:xfrm>
              <a:off x="6159246" y="7133843"/>
              <a:ext cx="11430" cy="6096"/>
            </a:xfrm>
            <a:prstGeom prst="rect">
              <a:avLst/>
            </a:prstGeom>
          </p:spPr>
        </p:pic>
        <p:pic>
          <p:nvPicPr>
            <p:cNvPr id="1682" name="object 1682"/>
            <p:cNvPicPr/>
            <p:nvPr/>
          </p:nvPicPr>
          <p:blipFill>
            <a:blip r:embed="rId256" cstate="print"/>
            <a:stretch>
              <a:fillRect/>
            </a:stretch>
          </p:blipFill>
          <p:spPr>
            <a:xfrm>
              <a:off x="6182868" y="7133843"/>
              <a:ext cx="11430" cy="6095"/>
            </a:xfrm>
            <a:prstGeom prst="rect">
              <a:avLst/>
            </a:prstGeom>
          </p:spPr>
        </p:pic>
        <p:pic>
          <p:nvPicPr>
            <p:cNvPr id="1683" name="object 1683"/>
            <p:cNvPicPr/>
            <p:nvPr/>
          </p:nvPicPr>
          <p:blipFill>
            <a:blip r:embed="rId257" cstate="print"/>
            <a:stretch>
              <a:fillRect/>
            </a:stretch>
          </p:blipFill>
          <p:spPr>
            <a:xfrm>
              <a:off x="6227826" y="7133843"/>
              <a:ext cx="11430" cy="6096"/>
            </a:xfrm>
            <a:prstGeom prst="rect">
              <a:avLst/>
            </a:prstGeom>
          </p:spPr>
        </p:pic>
        <p:pic>
          <p:nvPicPr>
            <p:cNvPr id="1684" name="object 1684"/>
            <p:cNvPicPr/>
            <p:nvPr/>
          </p:nvPicPr>
          <p:blipFill>
            <a:blip r:embed="rId258" cstate="print"/>
            <a:stretch>
              <a:fillRect/>
            </a:stretch>
          </p:blipFill>
          <p:spPr>
            <a:xfrm>
              <a:off x="6251448" y="7133843"/>
              <a:ext cx="11430" cy="6095"/>
            </a:xfrm>
            <a:prstGeom prst="rect">
              <a:avLst/>
            </a:prstGeom>
          </p:spPr>
        </p:pic>
        <p:pic>
          <p:nvPicPr>
            <p:cNvPr id="1685" name="object 1685"/>
            <p:cNvPicPr/>
            <p:nvPr/>
          </p:nvPicPr>
          <p:blipFill>
            <a:blip r:embed="rId259" cstate="print"/>
            <a:stretch>
              <a:fillRect/>
            </a:stretch>
          </p:blipFill>
          <p:spPr>
            <a:xfrm>
              <a:off x="6277356" y="7133843"/>
              <a:ext cx="11430" cy="6096"/>
            </a:xfrm>
            <a:prstGeom prst="rect">
              <a:avLst/>
            </a:prstGeom>
          </p:spPr>
        </p:pic>
        <p:pic>
          <p:nvPicPr>
            <p:cNvPr id="1686" name="object 1686"/>
            <p:cNvPicPr/>
            <p:nvPr/>
          </p:nvPicPr>
          <p:blipFill>
            <a:blip r:embed="rId260" cstate="print"/>
            <a:stretch>
              <a:fillRect/>
            </a:stretch>
          </p:blipFill>
          <p:spPr>
            <a:xfrm>
              <a:off x="6300978" y="7133843"/>
              <a:ext cx="11430" cy="6095"/>
            </a:xfrm>
            <a:prstGeom prst="rect">
              <a:avLst/>
            </a:prstGeom>
          </p:spPr>
        </p:pic>
        <p:pic>
          <p:nvPicPr>
            <p:cNvPr id="1687" name="object 1687"/>
            <p:cNvPicPr/>
            <p:nvPr/>
          </p:nvPicPr>
          <p:blipFill>
            <a:blip r:embed="rId261" cstate="print"/>
            <a:stretch>
              <a:fillRect/>
            </a:stretch>
          </p:blipFill>
          <p:spPr>
            <a:xfrm>
              <a:off x="6327648" y="7133843"/>
              <a:ext cx="10668" cy="6096"/>
            </a:xfrm>
            <a:prstGeom prst="rect">
              <a:avLst/>
            </a:prstGeom>
          </p:spPr>
        </p:pic>
        <p:pic>
          <p:nvPicPr>
            <p:cNvPr id="1688" name="object 1688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6351270" y="7133843"/>
              <a:ext cx="10668" cy="6095"/>
            </a:xfrm>
            <a:prstGeom prst="rect">
              <a:avLst/>
            </a:prstGeom>
          </p:spPr>
        </p:pic>
        <p:pic>
          <p:nvPicPr>
            <p:cNvPr id="1689" name="object 1689"/>
            <p:cNvPicPr/>
            <p:nvPr/>
          </p:nvPicPr>
          <p:blipFill>
            <a:blip r:embed="rId262" cstate="print"/>
            <a:stretch>
              <a:fillRect/>
            </a:stretch>
          </p:blipFill>
          <p:spPr>
            <a:xfrm>
              <a:off x="6377178" y="7133843"/>
              <a:ext cx="10668" cy="6096"/>
            </a:xfrm>
            <a:prstGeom prst="rect">
              <a:avLst/>
            </a:prstGeom>
          </p:spPr>
        </p:pic>
        <p:pic>
          <p:nvPicPr>
            <p:cNvPr id="1690" name="object 1690"/>
            <p:cNvPicPr/>
            <p:nvPr/>
          </p:nvPicPr>
          <p:blipFill>
            <a:blip r:embed="rId263" cstate="print"/>
            <a:stretch>
              <a:fillRect/>
            </a:stretch>
          </p:blipFill>
          <p:spPr>
            <a:xfrm>
              <a:off x="6400800" y="7133843"/>
              <a:ext cx="10668" cy="6095"/>
            </a:xfrm>
            <a:prstGeom prst="rect">
              <a:avLst/>
            </a:prstGeom>
          </p:spPr>
        </p:pic>
        <p:pic>
          <p:nvPicPr>
            <p:cNvPr id="1691" name="object 1691"/>
            <p:cNvPicPr/>
            <p:nvPr/>
          </p:nvPicPr>
          <p:blipFill>
            <a:blip r:embed="rId264" cstate="print"/>
            <a:stretch>
              <a:fillRect/>
            </a:stretch>
          </p:blipFill>
          <p:spPr>
            <a:xfrm>
              <a:off x="6426708" y="7133843"/>
              <a:ext cx="11430" cy="6096"/>
            </a:xfrm>
            <a:prstGeom prst="rect">
              <a:avLst/>
            </a:prstGeom>
          </p:spPr>
        </p:pic>
        <p:pic>
          <p:nvPicPr>
            <p:cNvPr id="1692" name="object 1692"/>
            <p:cNvPicPr/>
            <p:nvPr/>
          </p:nvPicPr>
          <p:blipFill>
            <a:blip r:embed="rId265" cstate="print"/>
            <a:stretch>
              <a:fillRect/>
            </a:stretch>
          </p:blipFill>
          <p:spPr>
            <a:xfrm>
              <a:off x="6450330" y="7133843"/>
              <a:ext cx="11430" cy="6095"/>
            </a:xfrm>
            <a:prstGeom prst="rect">
              <a:avLst/>
            </a:prstGeom>
          </p:spPr>
        </p:pic>
        <p:pic>
          <p:nvPicPr>
            <p:cNvPr id="1693" name="object 1693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6476238" y="7133843"/>
              <a:ext cx="11430" cy="6096"/>
            </a:xfrm>
            <a:prstGeom prst="rect">
              <a:avLst/>
            </a:prstGeom>
          </p:spPr>
        </p:pic>
        <p:pic>
          <p:nvPicPr>
            <p:cNvPr id="1694" name="object 1694"/>
            <p:cNvPicPr/>
            <p:nvPr/>
          </p:nvPicPr>
          <p:blipFill>
            <a:blip r:embed="rId266" cstate="print"/>
            <a:stretch>
              <a:fillRect/>
            </a:stretch>
          </p:blipFill>
          <p:spPr>
            <a:xfrm>
              <a:off x="6499860" y="7133843"/>
              <a:ext cx="11429" cy="6095"/>
            </a:xfrm>
            <a:prstGeom prst="rect">
              <a:avLst/>
            </a:prstGeom>
          </p:spPr>
        </p:pic>
        <p:pic>
          <p:nvPicPr>
            <p:cNvPr id="1695" name="object 1695"/>
            <p:cNvPicPr/>
            <p:nvPr/>
          </p:nvPicPr>
          <p:blipFill>
            <a:blip r:embed="rId267" cstate="print"/>
            <a:stretch>
              <a:fillRect/>
            </a:stretch>
          </p:blipFill>
          <p:spPr>
            <a:xfrm>
              <a:off x="6544818" y="7133843"/>
              <a:ext cx="11429" cy="6096"/>
            </a:xfrm>
            <a:prstGeom prst="rect">
              <a:avLst/>
            </a:prstGeom>
          </p:spPr>
        </p:pic>
        <p:pic>
          <p:nvPicPr>
            <p:cNvPr id="1696" name="object 1696"/>
            <p:cNvPicPr/>
            <p:nvPr/>
          </p:nvPicPr>
          <p:blipFill>
            <a:blip r:embed="rId268" cstate="print"/>
            <a:stretch>
              <a:fillRect/>
            </a:stretch>
          </p:blipFill>
          <p:spPr>
            <a:xfrm>
              <a:off x="6568440" y="7133843"/>
              <a:ext cx="11429" cy="6095"/>
            </a:xfrm>
            <a:prstGeom prst="rect">
              <a:avLst/>
            </a:prstGeom>
          </p:spPr>
        </p:pic>
        <p:pic>
          <p:nvPicPr>
            <p:cNvPr id="1697" name="object 1697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6595110" y="7133843"/>
              <a:ext cx="10667" cy="6096"/>
            </a:xfrm>
            <a:prstGeom prst="rect">
              <a:avLst/>
            </a:prstGeom>
          </p:spPr>
        </p:pic>
        <p:pic>
          <p:nvPicPr>
            <p:cNvPr id="1698" name="object 1698"/>
            <p:cNvPicPr/>
            <p:nvPr/>
          </p:nvPicPr>
          <p:blipFill>
            <a:blip r:embed="rId269" cstate="print"/>
            <a:stretch>
              <a:fillRect/>
            </a:stretch>
          </p:blipFill>
          <p:spPr>
            <a:xfrm>
              <a:off x="6618732" y="7133843"/>
              <a:ext cx="10667" cy="6095"/>
            </a:xfrm>
            <a:prstGeom prst="rect">
              <a:avLst/>
            </a:prstGeom>
          </p:spPr>
        </p:pic>
        <p:pic>
          <p:nvPicPr>
            <p:cNvPr id="1699" name="object 1699"/>
            <p:cNvPicPr/>
            <p:nvPr/>
          </p:nvPicPr>
          <p:blipFill>
            <a:blip r:embed="rId270" cstate="print"/>
            <a:stretch>
              <a:fillRect/>
            </a:stretch>
          </p:blipFill>
          <p:spPr>
            <a:xfrm>
              <a:off x="6644640" y="7133843"/>
              <a:ext cx="10668" cy="6096"/>
            </a:xfrm>
            <a:prstGeom prst="rect">
              <a:avLst/>
            </a:prstGeom>
          </p:spPr>
        </p:pic>
        <p:pic>
          <p:nvPicPr>
            <p:cNvPr id="1700" name="object 1700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6668262" y="7133843"/>
              <a:ext cx="10668" cy="6095"/>
            </a:xfrm>
            <a:prstGeom prst="rect">
              <a:avLst/>
            </a:prstGeom>
          </p:spPr>
        </p:pic>
        <p:pic>
          <p:nvPicPr>
            <p:cNvPr id="1701" name="object 1701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6694170" y="7133843"/>
              <a:ext cx="11429" cy="6096"/>
            </a:xfrm>
            <a:prstGeom prst="rect">
              <a:avLst/>
            </a:prstGeom>
          </p:spPr>
        </p:pic>
        <p:pic>
          <p:nvPicPr>
            <p:cNvPr id="1702" name="object 1702"/>
            <p:cNvPicPr/>
            <p:nvPr/>
          </p:nvPicPr>
          <p:blipFill>
            <a:blip r:embed="rId271" cstate="print"/>
            <a:stretch>
              <a:fillRect/>
            </a:stretch>
          </p:blipFill>
          <p:spPr>
            <a:xfrm>
              <a:off x="6717792" y="7133843"/>
              <a:ext cx="11429" cy="6095"/>
            </a:xfrm>
            <a:prstGeom prst="rect">
              <a:avLst/>
            </a:prstGeom>
          </p:spPr>
        </p:pic>
        <p:pic>
          <p:nvPicPr>
            <p:cNvPr id="1703" name="object 1703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6743700" y="7133843"/>
              <a:ext cx="11429" cy="6096"/>
            </a:xfrm>
            <a:prstGeom prst="rect">
              <a:avLst/>
            </a:prstGeom>
          </p:spPr>
        </p:pic>
        <p:pic>
          <p:nvPicPr>
            <p:cNvPr id="1704" name="object 1704"/>
            <p:cNvPicPr/>
            <p:nvPr/>
          </p:nvPicPr>
          <p:blipFill>
            <a:blip r:embed="rId272" cstate="print"/>
            <a:stretch>
              <a:fillRect/>
            </a:stretch>
          </p:blipFill>
          <p:spPr>
            <a:xfrm>
              <a:off x="6767322" y="7133843"/>
              <a:ext cx="11429" cy="6095"/>
            </a:xfrm>
            <a:prstGeom prst="rect">
              <a:avLst/>
            </a:prstGeom>
          </p:spPr>
        </p:pic>
        <p:pic>
          <p:nvPicPr>
            <p:cNvPr id="1705" name="object 1705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6793992" y="7133843"/>
              <a:ext cx="10667" cy="6096"/>
            </a:xfrm>
            <a:prstGeom prst="rect">
              <a:avLst/>
            </a:prstGeom>
          </p:spPr>
        </p:pic>
        <p:pic>
          <p:nvPicPr>
            <p:cNvPr id="1706" name="object 1706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6817614" y="7133843"/>
              <a:ext cx="10667" cy="6095"/>
            </a:xfrm>
            <a:prstGeom prst="rect">
              <a:avLst/>
            </a:prstGeom>
          </p:spPr>
        </p:pic>
        <p:pic>
          <p:nvPicPr>
            <p:cNvPr id="1707" name="object 1707"/>
            <p:cNvPicPr/>
            <p:nvPr/>
          </p:nvPicPr>
          <p:blipFill>
            <a:blip r:embed="rId273" cstate="print"/>
            <a:stretch>
              <a:fillRect/>
            </a:stretch>
          </p:blipFill>
          <p:spPr>
            <a:xfrm>
              <a:off x="6862572" y="7133843"/>
              <a:ext cx="10667" cy="6096"/>
            </a:xfrm>
            <a:prstGeom prst="rect">
              <a:avLst/>
            </a:prstGeom>
          </p:spPr>
        </p:pic>
        <p:pic>
          <p:nvPicPr>
            <p:cNvPr id="1708" name="object 1708"/>
            <p:cNvPicPr/>
            <p:nvPr/>
          </p:nvPicPr>
          <p:blipFill>
            <a:blip r:embed="rId274" cstate="print"/>
            <a:stretch>
              <a:fillRect/>
            </a:stretch>
          </p:blipFill>
          <p:spPr>
            <a:xfrm>
              <a:off x="6886194" y="7133843"/>
              <a:ext cx="10667" cy="6095"/>
            </a:xfrm>
            <a:prstGeom prst="rect">
              <a:avLst/>
            </a:prstGeom>
          </p:spPr>
        </p:pic>
        <p:pic>
          <p:nvPicPr>
            <p:cNvPr id="1709" name="object 1709"/>
            <p:cNvPicPr/>
            <p:nvPr/>
          </p:nvPicPr>
          <p:blipFill>
            <a:blip r:embed="rId275" cstate="print"/>
            <a:stretch>
              <a:fillRect/>
            </a:stretch>
          </p:blipFill>
          <p:spPr>
            <a:xfrm>
              <a:off x="6912102" y="7133843"/>
              <a:ext cx="10668" cy="6096"/>
            </a:xfrm>
            <a:prstGeom prst="rect">
              <a:avLst/>
            </a:prstGeom>
          </p:spPr>
        </p:pic>
        <p:pic>
          <p:nvPicPr>
            <p:cNvPr id="1710" name="object 1710"/>
            <p:cNvPicPr/>
            <p:nvPr/>
          </p:nvPicPr>
          <p:blipFill>
            <a:blip r:embed="rId252" cstate="print"/>
            <a:stretch>
              <a:fillRect/>
            </a:stretch>
          </p:blipFill>
          <p:spPr>
            <a:xfrm>
              <a:off x="6935724" y="7133843"/>
              <a:ext cx="10668" cy="6095"/>
            </a:xfrm>
            <a:prstGeom prst="rect">
              <a:avLst/>
            </a:prstGeom>
          </p:spPr>
        </p:pic>
        <p:pic>
          <p:nvPicPr>
            <p:cNvPr id="1711" name="object 1711"/>
            <p:cNvPicPr/>
            <p:nvPr/>
          </p:nvPicPr>
          <p:blipFill>
            <a:blip r:embed="rId274" cstate="print"/>
            <a:stretch>
              <a:fillRect/>
            </a:stretch>
          </p:blipFill>
          <p:spPr>
            <a:xfrm>
              <a:off x="6961632" y="7133843"/>
              <a:ext cx="11429" cy="6096"/>
            </a:xfrm>
            <a:prstGeom prst="rect">
              <a:avLst/>
            </a:prstGeom>
          </p:spPr>
        </p:pic>
        <p:pic>
          <p:nvPicPr>
            <p:cNvPr id="1712" name="object 1712"/>
            <p:cNvPicPr/>
            <p:nvPr/>
          </p:nvPicPr>
          <p:blipFill>
            <a:blip r:embed="rId276" cstate="print"/>
            <a:stretch>
              <a:fillRect/>
            </a:stretch>
          </p:blipFill>
          <p:spPr>
            <a:xfrm>
              <a:off x="6985254" y="7133843"/>
              <a:ext cx="11429" cy="6095"/>
            </a:xfrm>
            <a:prstGeom prst="rect">
              <a:avLst/>
            </a:prstGeom>
          </p:spPr>
        </p:pic>
        <p:pic>
          <p:nvPicPr>
            <p:cNvPr id="1713" name="object 1713"/>
            <p:cNvPicPr/>
            <p:nvPr/>
          </p:nvPicPr>
          <p:blipFill>
            <a:blip r:embed="rId256" cstate="print"/>
            <a:stretch>
              <a:fillRect/>
            </a:stretch>
          </p:blipFill>
          <p:spPr>
            <a:xfrm>
              <a:off x="7011162" y="7133843"/>
              <a:ext cx="11429" cy="6096"/>
            </a:xfrm>
            <a:prstGeom prst="rect">
              <a:avLst/>
            </a:prstGeom>
          </p:spPr>
        </p:pic>
        <p:pic>
          <p:nvPicPr>
            <p:cNvPr id="1714" name="object 1714"/>
            <p:cNvPicPr/>
            <p:nvPr/>
          </p:nvPicPr>
          <p:blipFill>
            <a:blip r:embed="rId277" cstate="print"/>
            <a:stretch>
              <a:fillRect/>
            </a:stretch>
          </p:blipFill>
          <p:spPr>
            <a:xfrm>
              <a:off x="7034784" y="7133843"/>
              <a:ext cx="11429" cy="6095"/>
            </a:xfrm>
            <a:prstGeom prst="rect">
              <a:avLst/>
            </a:prstGeom>
          </p:spPr>
        </p:pic>
        <p:pic>
          <p:nvPicPr>
            <p:cNvPr id="1715" name="object 1715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061454" y="7133843"/>
              <a:ext cx="10667" cy="6096"/>
            </a:xfrm>
            <a:prstGeom prst="rect">
              <a:avLst/>
            </a:prstGeom>
          </p:spPr>
        </p:pic>
        <p:pic>
          <p:nvPicPr>
            <p:cNvPr id="1716" name="object 1716"/>
            <p:cNvPicPr/>
            <p:nvPr/>
          </p:nvPicPr>
          <p:blipFill>
            <a:blip r:embed="rId278" cstate="print"/>
            <a:stretch>
              <a:fillRect/>
            </a:stretch>
          </p:blipFill>
          <p:spPr>
            <a:xfrm>
              <a:off x="7085076" y="7133843"/>
              <a:ext cx="10667" cy="6095"/>
            </a:xfrm>
            <a:prstGeom prst="rect">
              <a:avLst/>
            </a:prstGeom>
          </p:spPr>
        </p:pic>
        <p:pic>
          <p:nvPicPr>
            <p:cNvPr id="1717" name="object 1717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7110984" y="7133843"/>
              <a:ext cx="10668" cy="6096"/>
            </a:xfrm>
            <a:prstGeom prst="rect">
              <a:avLst/>
            </a:prstGeom>
          </p:spPr>
        </p:pic>
        <p:pic>
          <p:nvPicPr>
            <p:cNvPr id="1718" name="object 1718"/>
            <p:cNvPicPr/>
            <p:nvPr/>
          </p:nvPicPr>
          <p:blipFill>
            <a:blip r:embed="rId212" cstate="print"/>
            <a:stretch>
              <a:fillRect/>
            </a:stretch>
          </p:blipFill>
          <p:spPr>
            <a:xfrm>
              <a:off x="7134606" y="7133843"/>
              <a:ext cx="10668" cy="6095"/>
            </a:xfrm>
            <a:prstGeom prst="rect">
              <a:avLst/>
            </a:prstGeom>
          </p:spPr>
        </p:pic>
        <p:sp>
          <p:nvSpPr>
            <p:cNvPr id="1719" name="object 1719"/>
            <p:cNvSpPr/>
            <p:nvPr/>
          </p:nvSpPr>
          <p:spPr>
            <a:xfrm>
              <a:off x="5797296" y="7154417"/>
              <a:ext cx="1727835" cy="99060"/>
            </a:xfrm>
            <a:custGeom>
              <a:avLst/>
              <a:gdLst/>
              <a:ahLst/>
              <a:cxnLst/>
              <a:rect l="l" t="t" r="r" b="b"/>
              <a:pathLst>
                <a:path w="1727834" h="99059">
                  <a:moveTo>
                    <a:pt x="1727453" y="96011"/>
                  </a:moveTo>
                  <a:lnTo>
                    <a:pt x="1727453" y="2285"/>
                  </a:lnTo>
                  <a:lnTo>
                    <a:pt x="1719071" y="0"/>
                  </a:lnTo>
                  <a:lnTo>
                    <a:pt x="7619" y="0"/>
                  </a:lnTo>
                  <a:lnTo>
                    <a:pt x="0" y="2285"/>
                  </a:lnTo>
                  <a:lnTo>
                    <a:pt x="0" y="96011"/>
                  </a:lnTo>
                  <a:lnTo>
                    <a:pt x="7619" y="99059"/>
                  </a:lnTo>
                  <a:lnTo>
                    <a:pt x="13715" y="99059"/>
                  </a:lnTo>
                  <a:lnTo>
                    <a:pt x="13715" y="10667"/>
                  </a:lnTo>
                  <a:lnTo>
                    <a:pt x="17525" y="7619"/>
                  </a:lnTo>
                  <a:lnTo>
                    <a:pt x="44957" y="7619"/>
                  </a:lnTo>
                  <a:lnTo>
                    <a:pt x="48768" y="10667"/>
                  </a:lnTo>
                  <a:lnTo>
                    <a:pt x="48768" y="99059"/>
                  </a:lnTo>
                  <a:lnTo>
                    <a:pt x="1678686" y="99059"/>
                  </a:lnTo>
                  <a:lnTo>
                    <a:pt x="1678686" y="10667"/>
                  </a:lnTo>
                  <a:lnTo>
                    <a:pt x="1682495" y="7619"/>
                  </a:lnTo>
                  <a:lnTo>
                    <a:pt x="1709165" y="7619"/>
                  </a:lnTo>
                  <a:lnTo>
                    <a:pt x="1713738" y="10667"/>
                  </a:lnTo>
                  <a:lnTo>
                    <a:pt x="1713738" y="99059"/>
                  </a:lnTo>
                  <a:lnTo>
                    <a:pt x="1719071" y="99059"/>
                  </a:lnTo>
                  <a:lnTo>
                    <a:pt x="1727453" y="96011"/>
                  </a:lnTo>
                  <a:close/>
                </a:path>
                <a:path w="1727834" h="99059">
                  <a:moveTo>
                    <a:pt x="48768" y="46481"/>
                  </a:moveTo>
                  <a:lnTo>
                    <a:pt x="48768" y="16763"/>
                  </a:lnTo>
                  <a:lnTo>
                    <a:pt x="44957" y="19049"/>
                  </a:lnTo>
                  <a:lnTo>
                    <a:pt x="17525" y="19049"/>
                  </a:lnTo>
                  <a:lnTo>
                    <a:pt x="13715" y="16763"/>
                  </a:lnTo>
                  <a:lnTo>
                    <a:pt x="13715" y="46481"/>
                  </a:lnTo>
                  <a:lnTo>
                    <a:pt x="17525" y="43433"/>
                  </a:lnTo>
                  <a:lnTo>
                    <a:pt x="44957" y="43433"/>
                  </a:lnTo>
                  <a:lnTo>
                    <a:pt x="48768" y="46481"/>
                  </a:lnTo>
                  <a:close/>
                </a:path>
                <a:path w="1727834" h="99059">
                  <a:moveTo>
                    <a:pt x="48768" y="82295"/>
                  </a:moveTo>
                  <a:lnTo>
                    <a:pt x="48768" y="52577"/>
                  </a:lnTo>
                  <a:lnTo>
                    <a:pt x="44957" y="54863"/>
                  </a:lnTo>
                  <a:lnTo>
                    <a:pt x="17525" y="54863"/>
                  </a:lnTo>
                  <a:lnTo>
                    <a:pt x="13715" y="52577"/>
                  </a:lnTo>
                  <a:lnTo>
                    <a:pt x="13715" y="82295"/>
                  </a:lnTo>
                  <a:lnTo>
                    <a:pt x="17525" y="79247"/>
                  </a:lnTo>
                  <a:lnTo>
                    <a:pt x="44957" y="79247"/>
                  </a:lnTo>
                  <a:lnTo>
                    <a:pt x="48768" y="82295"/>
                  </a:lnTo>
                  <a:close/>
                </a:path>
                <a:path w="1727834" h="99059">
                  <a:moveTo>
                    <a:pt x="48768" y="99059"/>
                  </a:moveTo>
                  <a:lnTo>
                    <a:pt x="48768" y="88391"/>
                  </a:lnTo>
                  <a:lnTo>
                    <a:pt x="44957" y="90677"/>
                  </a:lnTo>
                  <a:lnTo>
                    <a:pt x="17525" y="90677"/>
                  </a:lnTo>
                  <a:lnTo>
                    <a:pt x="13715" y="88391"/>
                  </a:lnTo>
                  <a:lnTo>
                    <a:pt x="13715" y="99059"/>
                  </a:lnTo>
                  <a:lnTo>
                    <a:pt x="48768" y="99059"/>
                  </a:lnTo>
                  <a:close/>
                </a:path>
                <a:path w="1727834" h="99059">
                  <a:moveTo>
                    <a:pt x="1713738" y="46481"/>
                  </a:moveTo>
                  <a:lnTo>
                    <a:pt x="1713738" y="16763"/>
                  </a:lnTo>
                  <a:lnTo>
                    <a:pt x="1709165" y="19049"/>
                  </a:lnTo>
                  <a:lnTo>
                    <a:pt x="1682495" y="19049"/>
                  </a:lnTo>
                  <a:lnTo>
                    <a:pt x="1678686" y="16763"/>
                  </a:lnTo>
                  <a:lnTo>
                    <a:pt x="1678686" y="46481"/>
                  </a:lnTo>
                  <a:lnTo>
                    <a:pt x="1682495" y="43433"/>
                  </a:lnTo>
                  <a:lnTo>
                    <a:pt x="1709165" y="43433"/>
                  </a:lnTo>
                  <a:lnTo>
                    <a:pt x="1713738" y="46481"/>
                  </a:lnTo>
                  <a:close/>
                </a:path>
                <a:path w="1727834" h="99059">
                  <a:moveTo>
                    <a:pt x="1713738" y="82295"/>
                  </a:moveTo>
                  <a:lnTo>
                    <a:pt x="1713738" y="52577"/>
                  </a:lnTo>
                  <a:lnTo>
                    <a:pt x="1709165" y="54863"/>
                  </a:lnTo>
                  <a:lnTo>
                    <a:pt x="1682495" y="54863"/>
                  </a:lnTo>
                  <a:lnTo>
                    <a:pt x="1678686" y="52577"/>
                  </a:lnTo>
                  <a:lnTo>
                    <a:pt x="1678686" y="82295"/>
                  </a:lnTo>
                  <a:lnTo>
                    <a:pt x="1682495" y="79247"/>
                  </a:lnTo>
                  <a:lnTo>
                    <a:pt x="1709165" y="79247"/>
                  </a:lnTo>
                  <a:lnTo>
                    <a:pt x="1713738" y="82295"/>
                  </a:lnTo>
                  <a:close/>
                </a:path>
                <a:path w="1727834" h="99059">
                  <a:moveTo>
                    <a:pt x="1713738" y="99059"/>
                  </a:moveTo>
                  <a:lnTo>
                    <a:pt x="1713738" y="88391"/>
                  </a:lnTo>
                  <a:lnTo>
                    <a:pt x="1709165" y="90677"/>
                  </a:lnTo>
                  <a:lnTo>
                    <a:pt x="1682495" y="90677"/>
                  </a:lnTo>
                  <a:lnTo>
                    <a:pt x="1678686" y="88391"/>
                  </a:lnTo>
                  <a:lnTo>
                    <a:pt x="1678686" y="99059"/>
                  </a:lnTo>
                  <a:lnTo>
                    <a:pt x="1713738" y="9905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0" name="object 1720"/>
            <p:cNvSpPr/>
            <p:nvPr/>
          </p:nvSpPr>
          <p:spPr>
            <a:xfrm>
              <a:off x="7475982" y="7233665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59" h="11429">
                  <a:moveTo>
                    <a:pt x="15240" y="11429"/>
                  </a:moveTo>
                  <a:lnTo>
                    <a:pt x="8382" y="11429"/>
                  </a:lnTo>
                  <a:lnTo>
                    <a:pt x="3810" y="11429"/>
                  </a:lnTo>
                  <a:lnTo>
                    <a:pt x="0" y="9143"/>
                  </a:lnTo>
                  <a:lnTo>
                    <a:pt x="0" y="6095"/>
                  </a:lnTo>
                  <a:lnTo>
                    <a:pt x="0" y="3047"/>
                  </a:lnTo>
                  <a:lnTo>
                    <a:pt x="3810" y="0"/>
                  </a:lnTo>
                  <a:lnTo>
                    <a:pt x="8382" y="0"/>
                  </a:lnTo>
                  <a:lnTo>
                    <a:pt x="25908" y="0"/>
                  </a:lnTo>
                  <a:lnTo>
                    <a:pt x="30480" y="0"/>
                  </a:lnTo>
                  <a:lnTo>
                    <a:pt x="35052" y="3047"/>
                  </a:lnTo>
                  <a:lnTo>
                    <a:pt x="35052" y="6095"/>
                  </a:lnTo>
                  <a:lnTo>
                    <a:pt x="35052" y="9143"/>
                  </a:lnTo>
                  <a:lnTo>
                    <a:pt x="30480" y="11429"/>
                  </a:lnTo>
                  <a:lnTo>
                    <a:pt x="25908" y="11429"/>
                  </a:lnTo>
                  <a:lnTo>
                    <a:pt x="15240" y="11429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1" name="object 1721"/>
            <p:cNvSpPr/>
            <p:nvPr/>
          </p:nvSpPr>
          <p:spPr>
            <a:xfrm>
              <a:off x="7475982" y="7197851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59" h="11429">
                  <a:moveTo>
                    <a:pt x="15240" y="11430"/>
                  </a:moveTo>
                  <a:lnTo>
                    <a:pt x="8382" y="11430"/>
                  </a:lnTo>
                  <a:lnTo>
                    <a:pt x="3810" y="11430"/>
                  </a:lnTo>
                  <a:lnTo>
                    <a:pt x="0" y="9144"/>
                  </a:lnTo>
                  <a:lnTo>
                    <a:pt x="0" y="6096"/>
                  </a:lnTo>
                  <a:lnTo>
                    <a:pt x="0" y="3048"/>
                  </a:lnTo>
                  <a:lnTo>
                    <a:pt x="3810" y="0"/>
                  </a:lnTo>
                  <a:lnTo>
                    <a:pt x="8382" y="0"/>
                  </a:lnTo>
                  <a:lnTo>
                    <a:pt x="25908" y="0"/>
                  </a:lnTo>
                  <a:lnTo>
                    <a:pt x="30480" y="0"/>
                  </a:lnTo>
                  <a:lnTo>
                    <a:pt x="35052" y="3048"/>
                  </a:lnTo>
                  <a:lnTo>
                    <a:pt x="35052" y="6096"/>
                  </a:lnTo>
                  <a:lnTo>
                    <a:pt x="35052" y="9144"/>
                  </a:lnTo>
                  <a:lnTo>
                    <a:pt x="30480" y="11430"/>
                  </a:lnTo>
                  <a:lnTo>
                    <a:pt x="25908" y="11430"/>
                  </a:lnTo>
                  <a:lnTo>
                    <a:pt x="15240" y="1143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2" name="object 1722"/>
            <p:cNvSpPr/>
            <p:nvPr/>
          </p:nvSpPr>
          <p:spPr>
            <a:xfrm>
              <a:off x="7475982" y="7162037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59" h="11429">
                  <a:moveTo>
                    <a:pt x="15240" y="11429"/>
                  </a:moveTo>
                  <a:lnTo>
                    <a:pt x="8382" y="11429"/>
                  </a:lnTo>
                  <a:lnTo>
                    <a:pt x="3810" y="11429"/>
                  </a:lnTo>
                  <a:lnTo>
                    <a:pt x="0" y="9143"/>
                  </a:lnTo>
                  <a:lnTo>
                    <a:pt x="0" y="6095"/>
                  </a:lnTo>
                  <a:lnTo>
                    <a:pt x="0" y="3047"/>
                  </a:lnTo>
                  <a:lnTo>
                    <a:pt x="3810" y="0"/>
                  </a:lnTo>
                  <a:lnTo>
                    <a:pt x="8382" y="0"/>
                  </a:lnTo>
                  <a:lnTo>
                    <a:pt x="25908" y="0"/>
                  </a:lnTo>
                  <a:lnTo>
                    <a:pt x="30480" y="0"/>
                  </a:lnTo>
                  <a:lnTo>
                    <a:pt x="35052" y="3047"/>
                  </a:lnTo>
                  <a:lnTo>
                    <a:pt x="35052" y="6095"/>
                  </a:lnTo>
                  <a:lnTo>
                    <a:pt x="35052" y="9143"/>
                  </a:lnTo>
                  <a:lnTo>
                    <a:pt x="30480" y="11429"/>
                  </a:lnTo>
                  <a:lnTo>
                    <a:pt x="25908" y="11429"/>
                  </a:lnTo>
                  <a:lnTo>
                    <a:pt x="15240" y="11429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3" name="object 1723"/>
            <p:cNvSpPr/>
            <p:nvPr/>
          </p:nvSpPr>
          <p:spPr>
            <a:xfrm>
              <a:off x="5811012" y="7233665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60" h="11429">
                  <a:moveTo>
                    <a:pt x="16001" y="11429"/>
                  </a:moveTo>
                  <a:lnTo>
                    <a:pt x="9143" y="11429"/>
                  </a:lnTo>
                  <a:lnTo>
                    <a:pt x="3809" y="11429"/>
                  </a:lnTo>
                  <a:lnTo>
                    <a:pt x="0" y="9143"/>
                  </a:lnTo>
                  <a:lnTo>
                    <a:pt x="0" y="6095"/>
                  </a:lnTo>
                  <a:lnTo>
                    <a:pt x="0" y="3047"/>
                  </a:lnTo>
                  <a:lnTo>
                    <a:pt x="3809" y="0"/>
                  </a:lnTo>
                  <a:lnTo>
                    <a:pt x="9143" y="0"/>
                  </a:lnTo>
                  <a:lnTo>
                    <a:pt x="25907" y="0"/>
                  </a:lnTo>
                  <a:lnTo>
                    <a:pt x="31241" y="0"/>
                  </a:lnTo>
                  <a:lnTo>
                    <a:pt x="35051" y="3047"/>
                  </a:lnTo>
                  <a:lnTo>
                    <a:pt x="35051" y="6095"/>
                  </a:lnTo>
                  <a:lnTo>
                    <a:pt x="35051" y="9143"/>
                  </a:lnTo>
                  <a:lnTo>
                    <a:pt x="31241" y="11429"/>
                  </a:lnTo>
                  <a:lnTo>
                    <a:pt x="25907" y="11429"/>
                  </a:lnTo>
                  <a:lnTo>
                    <a:pt x="16001" y="11429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4" name="object 1724"/>
            <p:cNvSpPr/>
            <p:nvPr/>
          </p:nvSpPr>
          <p:spPr>
            <a:xfrm>
              <a:off x="5811012" y="7197851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60" h="11429">
                  <a:moveTo>
                    <a:pt x="16001" y="11430"/>
                  </a:moveTo>
                  <a:lnTo>
                    <a:pt x="9143" y="11430"/>
                  </a:lnTo>
                  <a:lnTo>
                    <a:pt x="3809" y="11430"/>
                  </a:lnTo>
                  <a:lnTo>
                    <a:pt x="0" y="9144"/>
                  </a:lnTo>
                  <a:lnTo>
                    <a:pt x="0" y="6096"/>
                  </a:lnTo>
                  <a:lnTo>
                    <a:pt x="0" y="3048"/>
                  </a:lnTo>
                  <a:lnTo>
                    <a:pt x="3809" y="0"/>
                  </a:lnTo>
                  <a:lnTo>
                    <a:pt x="9143" y="0"/>
                  </a:lnTo>
                  <a:lnTo>
                    <a:pt x="25907" y="0"/>
                  </a:lnTo>
                  <a:lnTo>
                    <a:pt x="31241" y="0"/>
                  </a:lnTo>
                  <a:lnTo>
                    <a:pt x="35051" y="3048"/>
                  </a:lnTo>
                  <a:lnTo>
                    <a:pt x="35051" y="6096"/>
                  </a:lnTo>
                  <a:lnTo>
                    <a:pt x="35051" y="9144"/>
                  </a:lnTo>
                  <a:lnTo>
                    <a:pt x="31241" y="11430"/>
                  </a:lnTo>
                  <a:lnTo>
                    <a:pt x="25907" y="11430"/>
                  </a:lnTo>
                  <a:lnTo>
                    <a:pt x="16001" y="1143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5" name="object 1725"/>
            <p:cNvSpPr/>
            <p:nvPr/>
          </p:nvSpPr>
          <p:spPr>
            <a:xfrm>
              <a:off x="5811012" y="7162037"/>
              <a:ext cx="35560" cy="11430"/>
            </a:xfrm>
            <a:custGeom>
              <a:avLst/>
              <a:gdLst/>
              <a:ahLst/>
              <a:cxnLst/>
              <a:rect l="l" t="t" r="r" b="b"/>
              <a:pathLst>
                <a:path w="35560" h="11429">
                  <a:moveTo>
                    <a:pt x="16001" y="11429"/>
                  </a:moveTo>
                  <a:lnTo>
                    <a:pt x="9143" y="11429"/>
                  </a:lnTo>
                  <a:lnTo>
                    <a:pt x="3809" y="11429"/>
                  </a:lnTo>
                  <a:lnTo>
                    <a:pt x="0" y="9143"/>
                  </a:lnTo>
                  <a:lnTo>
                    <a:pt x="0" y="6095"/>
                  </a:lnTo>
                  <a:lnTo>
                    <a:pt x="0" y="3047"/>
                  </a:lnTo>
                  <a:lnTo>
                    <a:pt x="3809" y="0"/>
                  </a:lnTo>
                  <a:lnTo>
                    <a:pt x="9143" y="0"/>
                  </a:lnTo>
                  <a:lnTo>
                    <a:pt x="25907" y="0"/>
                  </a:lnTo>
                  <a:lnTo>
                    <a:pt x="31241" y="0"/>
                  </a:lnTo>
                  <a:lnTo>
                    <a:pt x="35051" y="3047"/>
                  </a:lnTo>
                  <a:lnTo>
                    <a:pt x="35051" y="6095"/>
                  </a:lnTo>
                  <a:lnTo>
                    <a:pt x="35051" y="9143"/>
                  </a:lnTo>
                  <a:lnTo>
                    <a:pt x="31241" y="11429"/>
                  </a:lnTo>
                  <a:lnTo>
                    <a:pt x="25907" y="11429"/>
                  </a:lnTo>
                  <a:lnTo>
                    <a:pt x="16001" y="11429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6" name="object 1726"/>
            <p:cNvSpPr/>
            <p:nvPr/>
          </p:nvSpPr>
          <p:spPr>
            <a:xfrm>
              <a:off x="5797296" y="7154417"/>
              <a:ext cx="1727835" cy="99060"/>
            </a:xfrm>
            <a:custGeom>
              <a:avLst/>
              <a:gdLst/>
              <a:ahLst/>
              <a:cxnLst/>
              <a:rect l="l" t="t" r="r" b="b"/>
              <a:pathLst>
                <a:path w="1727834" h="99059">
                  <a:moveTo>
                    <a:pt x="18287" y="99059"/>
                  </a:moveTo>
                  <a:lnTo>
                    <a:pt x="1709165" y="99059"/>
                  </a:lnTo>
                  <a:lnTo>
                    <a:pt x="1719071" y="99059"/>
                  </a:lnTo>
                  <a:lnTo>
                    <a:pt x="1727454" y="96011"/>
                  </a:lnTo>
                  <a:lnTo>
                    <a:pt x="1727454" y="92963"/>
                  </a:lnTo>
                  <a:lnTo>
                    <a:pt x="1727454" y="5333"/>
                  </a:lnTo>
                  <a:lnTo>
                    <a:pt x="1727454" y="2285"/>
                  </a:lnTo>
                  <a:lnTo>
                    <a:pt x="1719071" y="0"/>
                  </a:lnTo>
                  <a:lnTo>
                    <a:pt x="1709165" y="0"/>
                  </a:lnTo>
                  <a:lnTo>
                    <a:pt x="18287" y="0"/>
                  </a:lnTo>
                  <a:lnTo>
                    <a:pt x="7619" y="0"/>
                  </a:lnTo>
                  <a:lnTo>
                    <a:pt x="0" y="2285"/>
                  </a:lnTo>
                  <a:lnTo>
                    <a:pt x="0" y="5333"/>
                  </a:lnTo>
                  <a:lnTo>
                    <a:pt x="0" y="92963"/>
                  </a:lnTo>
                  <a:lnTo>
                    <a:pt x="0" y="96011"/>
                  </a:lnTo>
                  <a:lnTo>
                    <a:pt x="7619" y="99059"/>
                  </a:lnTo>
                  <a:lnTo>
                    <a:pt x="18287" y="99059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7" name="object 1727"/>
            <p:cNvSpPr/>
            <p:nvPr/>
          </p:nvSpPr>
          <p:spPr>
            <a:xfrm>
              <a:off x="5871210" y="7153655"/>
              <a:ext cx="1290320" cy="100330"/>
            </a:xfrm>
            <a:custGeom>
              <a:avLst/>
              <a:gdLst/>
              <a:ahLst/>
              <a:cxnLst/>
              <a:rect l="l" t="t" r="r" b="b"/>
              <a:pathLst>
                <a:path w="1290320" h="100329">
                  <a:moveTo>
                    <a:pt x="1290065" y="99822"/>
                  </a:moveTo>
                  <a:lnTo>
                    <a:pt x="1290065" y="0"/>
                  </a:lnTo>
                  <a:lnTo>
                    <a:pt x="0" y="0"/>
                  </a:lnTo>
                  <a:lnTo>
                    <a:pt x="0" y="99822"/>
                  </a:lnTo>
                  <a:lnTo>
                    <a:pt x="1290065" y="99822"/>
                  </a:lnTo>
                  <a:close/>
                </a:path>
              </a:pathLst>
            </a:custGeom>
            <a:solidFill>
              <a:srgbClr val="C1C5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8" name="object 1728"/>
            <p:cNvSpPr/>
            <p:nvPr/>
          </p:nvSpPr>
          <p:spPr>
            <a:xfrm>
              <a:off x="7193280" y="7160513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2286" y="4572"/>
                  </a:moveTo>
                  <a:lnTo>
                    <a:pt x="1524" y="3810"/>
                  </a:lnTo>
                  <a:lnTo>
                    <a:pt x="762" y="3810"/>
                  </a:lnTo>
                  <a:lnTo>
                    <a:pt x="0" y="4572"/>
                  </a:lnTo>
                  <a:lnTo>
                    <a:pt x="0" y="6096"/>
                  </a:lnTo>
                  <a:lnTo>
                    <a:pt x="762" y="6858"/>
                  </a:lnTo>
                  <a:lnTo>
                    <a:pt x="1524" y="6858"/>
                  </a:lnTo>
                  <a:lnTo>
                    <a:pt x="2286" y="6096"/>
                  </a:lnTo>
                  <a:lnTo>
                    <a:pt x="2286" y="4572"/>
                  </a:lnTo>
                  <a:close/>
                </a:path>
                <a:path w="47625" h="15875">
                  <a:moveTo>
                    <a:pt x="7620" y="2286"/>
                  </a:moveTo>
                  <a:lnTo>
                    <a:pt x="6096" y="2286"/>
                  </a:lnTo>
                  <a:lnTo>
                    <a:pt x="6096" y="6858"/>
                  </a:lnTo>
                  <a:lnTo>
                    <a:pt x="7620" y="6858"/>
                  </a:lnTo>
                  <a:lnTo>
                    <a:pt x="7620" y="2286"/>
                  </a:lnTo>
                  <a:close/>
                </a:path>
                <a:path w="47625" h="15875">
                  <a:moveTo>
                    <a:pt x="10668" y="9918"/>
                  </a:moveTo>
                  <a:lnTo>
                    <a:pt x="6096" y="9918"/>
                  </a:lnTo>
                  <a:lnTo>
                    <a:pt x="4572" y="11442"/>
                  </a:lnTo>
                  <a:lnTo>
                    <a:pt x="4572" y="14490"/>
                  </a:lnTo>
                  <a:lnTo>
                    <a:pt x="6858" y="15252"/>
                  </a:lnTo>
                  <a:lnTo>
                    <a:pt x="10668" y="15252"/>
                  </a:lnTo>
                  <a:lnTo>
                    <a:pt x="10668" y="13728"/>
                  </a:lnTo>
                  <a:lnTo>
                    <a:pt x="6858" y="13728"/>
                  </a:lnTo>
                  <a:lnTo>
                    <a:pt x="6858" y="12204"/>
                  </a:lnTo>
                  <a:lnTo>
                    <a:pt x="7620" y="11442"/>
                  </a:lnTo>
                  <a:lnTo>
                    <a:pt x="10668" y="11442"/>
                  </a:lnTo>
                  <a:lnTo>
                    <a:pt x="10668" y="9918"/>
                  </a:lnTo>
                  <a:close/>
                </a:path>
                <a:path w="47625" h="15875">
                  <a:moveTo>
                    <a:pt x="13716" y="0"/>
                  </a:moveTo>
                  <a:lnTo>
                    <a:pt x="11430" y="0"/>
                  </a:lnTo>
                  <a:lnTo>
                    <a:pt x="11430" y="7620"/>
                  </a:lnTo>
                  <a:lnTo>
                    <a:pt x="13716" y="7620"/>
                  </a:lnTo>
                  <a:lnTo>
                    <a:pt x="13716" y="0"/>
                  </a:lnTo>
                  <a:close/>
                </a:path>
                <a:path w="47625" h="15875">
                  <a:moveTo>
                    <a:pt x="15240" y="9906"/>
                  </a:moveTo>
                  <a:lnTo>
                    <a:pt x="13716" y="9906"/>
                  </a:lnTo>
                  <a:lnTo>
                    <a:pt x="13716" y="15240"/>
                  </a:lnTo>
                  <a:lnTo>
                    <a:pt x="15240" y="15240"/>
                  </a:lnTo>
                  <a:lnTo>
                    <a:pt x="15240" y="9906"/>
                  </a:lnTo>
                  <a:close/>
                </a:path>
                <a:path w="47625" h="15875">
                  <a:moveTo>
                    <a:pt x="19050" y="2286"/>
                  </a:moveTo>
                  <a:lnTo>
                    <a:pt x="16764" y="2286"/>
                  </a:lnTo>
                  <a:lnTo>
                    <a:pt x="16764" y="6096"/>
                  </a:lnTo>
                  <a:lnTo>
                    <a:pt x="17526" y="6858"/>
                  </a:lnTo>
                  <a:lnTo>
                    <a:pt x="19050" y="6858"/>
                  </a:lnTo>
                  <a:lnTo>
                    <a:pt x="19050" y="2286"/>
                  </a:lnTo>
                  <a:close/>
                </a:path>
                <a:path w="47625" h="15875">
                  <a:moveTo>
                    <a:pt x="23622" y="9918"/>
                  </a:moveTo>
                  <a:lnTo>
                    <a:pt x="19812" y="9918"/>
                  </a:lnTo>
                  <a:lnTo>
                    <a:pt x="18288" y="10680"/>
                  </a:lnTo>
                  <a:lnTo>
                    <a:pt x="18288" y="12204"/>
                  </a:lnTo>
                  <a:lnTo>
                    <a:pt x="19050" y="12966"/>
                  </a:lnTo>
                  <a:lnTo>
                    <a:pt x="20574" y="12966"/>
                  </a:lnTo>
                  <a:lnTo>
                    <a:pt x="21336" y="13728"/>
                  </a:lnTo>
                  <a:lnTo>
                    <a:pt x="22098" y="13728"/>
                  </a:lnTo>
                  <a:lnTo>
                    <a:pt x="21336" y="14490"/>
                  </a:lnTo>
                  <a:lnTo>
                    <a:pt x="19812" y="14490"/>
                  </a:lnTo>
                  <a:lnTo>
                    <a:pt x="18288" y="13728"/>
                  </a:lnTo>
                  <a:lnTo>
                    <a:pt x="18288" y="15252"/>
                  </a:lnTo>
                  <a:lnTo>
                    <a:pt x="22098" y="15252"/>
                  </a:lnTo>
                  <a:lnTo>
                    <a:pt x="23622" y="15252"/>
                  </a:lnTo>
                  <a:lnTo>
                    <a:pt x="23622" y="12204"/>
                  </a:lnTo>
                  <a:lnTo>
                    <a:pt x="20574" y="12204"/>
                  </a:lnTo>
                  <a:lnTo>
                    <a:pt x="20574" y="11442"/>
                  </a:lnTo>
                  <a:lnTo>
                    <a:pt x="23622" y="11442"/>
                  </a:lnTo>
                  <a:lnTo>
                    <a:pt x="23622" y="9918"/>
                  </a:lnTo>
                  <a:close/>
                </a:path>
                <a:path w="47625" h="15875">
                  <a:moveTo>
                    <a:pt x="24384" y="3810"/>
                  </a:moveTo>
                  <a:lnTo>
                    <a:pt x="22860" y="3810"/>
                  </a:lnTo>
                  <a:lnTo>
                    <a:pt x="22860" y="6858"/>
                  </a:lnTo>
                  <a:lnTo>
                    <a:pt x="24384" y="6858"/>
                  </a:lnTo>
                  <a:lnTo>
                    <a:pt x="24384" y="3810"/>
                  </a:lnTo>
                  <a:close/>
                </a:path>
                <a:path w="47625" h="15875">
                  <a:moveTo>
                    <a:pt x="30480" y="2286"/>
                  </a:moveTo>
                  <a:lnTo>
                    <a:pt x="28194" y="2286"/>
                  </a:lnTo>
                  <a:lnTo>
                    <a:pt x="28194" y="6096"/>
                  </a:lnTo>
                  <a:lnTo>
                    <a:pt x="28956" y="6858"/>
                  </a:lnTo>
                  <a:lnTo>
                    <a:pt x="29718" y="6858"/>
                  </a:lnTo>
                  <a:lnTo>
                    <a:pt x="30480" y="6096"/>
                  </a:lnTo>
                  <a:lnTo>
                    <a:pt x="30480" y="2286"/>
                  </a:lnTo>
                  <a:close/>
                </a:path>
                <a:path w="47625" h="15875">
                  <a:moveTo>
                    <a:pt x="32004" y="9918"/>
                  </a:moveTo>
                  <a:lnTo>
                    <a:pt x="27432" y="9918"/>
                  </a:lnTo>
                  <a:lnTo>
                    <a:pt x="25908" y="11442"/>
                  </a:lnTo>
                  <a:lnTo>
                    <a:pt x="25908" y="14490"/>
                  </a:lnTo>
                  <a:lnTo>
                    <a:pt x="28194" y="15252"/>
                  </a:lnTo>
                  <a:lnTo>
                    <a:pt x="32004" y="15252"/>
                  </a:lnTo>
                  <a:lnTo>
                    <a:pt x="32004" y="13728"/>
                  </a:lnTo>
                  <a:lnTo>
                    <a:pt x="28194" y="13728"/>
                  </a:lnTo>
                  <a:lnTo>
                    <a:pt x="28194" y="12204"/>
                  </a:lnTo>
                  <a:lnTo>
                    <a:pt x="28956" y="11442"/>
                  </a:lnTo>
                  <a:lnTo>
                    <a:pt x="32004" y="11442"/>
                  </a:lnTo>
                  <a:lnTo>
                    <a:pt x="32004" y="9918"/>
                  </a:lnTo>
                  <a:close/>
                </a:path>
                <a:path w="47625" h="15875">
                  <a:moveTo>
                    <a:pt x="35814" y="0"/>
                  </a:moveTo>
                  <a:lnTo>
                    <a:pt x="34290" y="0"/>
                  </a:lnTo>
                  <a:lnTo>
                    <a:pt x="34290" y="7620"/>
                  </a:lnTo>
                  <a:lnTo>
                    <a:pt x="35814" y="7620"/>
                  </a:lnTo>
                  <a:lnTo>
                    <a:pt x="35814" y="0"/>
                  </a:lnTo>
                  <a:close/>
                </a:path>
                <a:path w="47625" h="15875">
                  <a:moveTo>
                    <a:pt x="41910" y="2286"/>
                  </a:moveTo>
                  <a:lnTo>
                    <a:pt x="39624" y="2286"/>
                  </a:lnTo>
                  <a:lnTo>
                    <a:pt x="39624" y="6858"/>
                  </a:lnTo>
                  <a:lnTo>
                    <a:pt x="41148" y="6858"/>
                  </a:lnTo>
                  <a:lnTo>
                    <a:pt x="41910" y="6096"/>
                  </a:lnTo>
                  <a:lnTo>
                    <a:pt x="41910" y="2286"/>
                  </a:lnTo>
                  <a:close/>
                </a:path>
                <a:path w="47625" h="15875">
                  <a:moveTo>
                    <a:pt x="42672" y="11442"/>
                  </a:moveTo>
                  <a:lnTo>
                    <a:pt x="41148" y="9918"/>
                  </a:lnTo>
                  <a:lnTo>
                    <a:pt x="41148" y="12204"/>
                  </a:lnTo>
                  <a:lnTo>
                    <a:pt x="41148" y="13728"/>
                  </a:lnTo>
                  <a:lnTo>
                    <a:pt x="36576" y="13728"/>
                  </a:lnTo>
                  <a:lnTo>
                    <a:pt x="36576" y="12204"/>
                  </a:lnTo>
                  <a:lnTo>
                    <a:pt x="37338" y="11442"/>
                  </a:lnTo>
                  <a:lnTo>
                    <a:pt x="39624" y="11442"/>
                  </a:lnTo>
                  <a:lnTo>
                    <a:pt x="41148" y="12204"/>
                  </a:lnTo>
                  <a:lnTo>
                    <a:pt x="41148" y="9918"/>
                  </a:lnTo>
                  <a:lnTo>
                    <a:pt x="35814" y="9918"/>
                  </a:lnTo>
                  <a:lnTo>
                    <a:pt x="34290" y="11442"/>
                  </a:lnTo>
                  <a:lnTo>
                    <a:pt x="34290" y="14490"/>
                  </a:lnTo>
                  <a:lnTo>
                    <a:pt x="35814" y="15252"/>
                  </a:lnTo>
                  <a:lnTo>
                    <a:pt x="36576" y="15252"/>
                  </a:lnTo>
                  <a:lnTo>
                    <a:pt x="41148" y="15252"/>
                  </a:lnTo>
                  <a:lnTo>
                    <a:pt x="42672" y="14490"/>
                  </a:lnTo>
                  <a:lnTo>
                    <a:pt x="42672" y="11442"/>
                  </a:lnTo>
                  <a:close/>
                </a:path>
                <a:path w="47625" h="15875">
                  <a:moveTo>
                    <a:pt x="47244" y="4572"/>
                  </a:moveTo>
                  <a:lnTo>
                    <a:pt x="46482" y="3810"/>
                  </a:lnTo>
                  <a:lnTo>
                    <a:pt x="45720" y="3810"/>
                  </a:lnTo>
                  <a:lnTo>
                    <a:pt x="44958" y="4572"/>
                  </a:lnTo>
                  <a:lnTo>
                    <a:pt x="44958" y="6096"/>
                  </a:lnTo>
                  <a:lnTo>
                    <a:pt x="45720" y="6858"/>
                  </a:lnTo>
                  <a:lnTo>
                    <a:pt x="46482" y="6858"/>
                  </a:lnTo>
                  <a:lnTo>
                    <a:pt x="47244" y="6096"/>
                  </a:lnTo>
                  <a:lnTo>
                    <a:pt x="47244" y="457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29" name="object 1729"/>
            <p:cNvPicPr/>
            <p:nvPr/>
          </p:nvPicPr>
          <p:blipFill>
            <a:blip r:embed="rId279" cstate="print"/>
            <a:stretch>
              <a:fillRect/>
            </a:stretch>
          </p:blipFill>
          <p:spPr>
            <a:xfrm>
              <a:off x="5883402" y="7158386"/>
              <a:ext cx="47085" cy="26511"/>
            </a:xfrm>
            <a:prstGeom prst="rect">
              <a:avLst/>
            </a:prstGeom>
          </p:spPr>
        </p:pic>
        <p:pic>
          <p:nvPicPr>
            <p:cNvPr id="1730" name="object 1730"/>
            <p:cNvPicPr/>
            <p:nvPr/>
          </p:nvPicPr>
          <p:blipFill>
            <a:blip r:embed="rId236" cstate="print"/>
            <a:stretch>
              <a:fillRect/>
            </a:stretch>
          </p:blipFill>
          <p:spPr>
            <a:xfrm>
              <a:off x="7046976" y="7243571"/>
              <a:ext cx="80772" cy="27432"/>
            </a:xfrm>
            <a:prstGeom prst="rect">
              <a:avLst/>
            </a:prstGeom>
          </p:spPr>
        </p:pic>
        <p:sp>
          <p:nvSpPr>
            <p:cNvPr id="1731" name="object 1731"/>
            <p:cNvSpPr/>
            <p:nvPr/>
          </p:nvSpPr>
          <p:spPr>
            <a:xfrm>
              <a:off x="5870702" y="7153655"/>
              <a:ext cx="1290320" cy="100330"/>
            </a:xfrm>
            <a:custGeom>
              <a:avLst/>
              <a:gdLst/>
              <a:ahLst/>
              <a:cxnLst/>
              <a:rect l="l" t="t" r="r" b="b"/>
              <a:pathLst>
                <a:path w="1290320" h="100329">
                  <a:moveTo>
                    <a:pt x="1290320" y="317"/>
                  </a:moveTo>
                  <a:lnTo>
                    <a:pt x="1289050" y="317"/>
                  </a:lnTo>
                  <a:lnTo>
                    <a:pt x="1289050" y="0"/>
                  </a:lnTo>
                  <a:lnTo>
                    <a:pt x="1286510" y="0"/>
                  </a:lnTo>
                  <a:lnTo>
                    <a:pt x="1286510" y="3429"/>
                  </a:lnTo>
                  <a:lnTo>
                    <a:pt x="1286510" y="96393"/>
                  </a:lnTo>
                  <a:lnTo>
                    <a:pt x="1283970" y="96393"/>
                  </a:lnTo>
                  <a:lnTo>
                    <a:pt x="1283970" y="96774"/>
                  </a:lnTo>
                  <a:lnTo>
                    <a:pt x="6350" y="96774"/>
                  </a:lnTo>
                  <a:lnTo>
                    <a:pt x="6350" y="96647"/>
                  </a:lnTo>
                  <a:lnTo>
                    <a:pt x="5080" y="96647"/>
                  </a:lnTo>
                  <a:lnTo>
                    <a:pt x="5080" y="3175"/>
                  </a:lnTo>
                  <a:lnTo>
                    <a:pt x="6350" y="3175"/>
                  </a:lnTo>
                  <a:lnTo>
                    <a:pt x="6350" y="3048"/>
                  </a:lnTo>
                  <a:lnTo>
                    <a:pt x="1283970" y="3048"/>
                  </a:lnTo>
                  <a:lnTo>
                    <a:pt x="1283970" y="3429"/>
                  </a:lnTo>
                  <a:lnTo>
                    <a:pt x="1286510" y="3429"/>
                  </a:lnTo>
                  <a:lnTo>
                    <a:pt x="1286510" y="0"/>
                  </a:lnTo>
                  <a:lnTo>
                    <a:pt x="1283970" y="0"/>
                  </a:lnTo>
                  <a:lnTo>
                    <a:pt x="6350" y="0"/>
                  </a:lnTo>
                  <a:lnTo>
                    <a:pt x="5080" y="0"/>
                  </a:lnTo>
                  <a:lnTo>
                    <a:pt x="1270" y="0"/>
                  </a:lnTo>
                  <a:lnTo>
                    <a:pt x="1270" y="635"/>
                  </a:lnTo>
                  <a:lnTo>
                    <a:pt x="0" y="635"/>
                  </a:lnTo>
                  <a:lnTo>
                    <a:pt x="0" y="99187"/>
                  </a:lnTo>
                  <a:lnTo>
                    <a:pt x="1270" y="99187"/>
                  </a:lnTo>
                  <a:lnTo>
                    <a:pt x="1270" y="99822"/>
                  </a:lnTo>
                  <a:lnTo>
                    <a:pt x="1289050" y="99822"/>
                  </a:lnTo>
                  <a:lnTo>
                    <a:pt x="1289050" y="99504"/>
                  </a:lnTo>
                  <a:lnTo>
                    <a:pt x="1290320" y="99504"/>
                  </a:lnTo>
                  <a:lnTo>
                    <a:pt x="1290320" y="317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2" name="object 1732"/>
            <p:cNvSpPr/>
            <p:nvPr/>
          </p:nvSpPr>
          <p:spPr>
            <a:xfrm>
              <a:off x="5875782" y="7156703"/>
              <a:ext cx="1281430" cy="93980"/>
            </a:xfrm>
            <a:custGeom>
              <a:avLst/>
              <a:gdLst/>
              <a:ahLst/>
              <a:cxnLst/>
              <a:rect l="l" t="t" r="r" b="b"/>
              <a:pathLst>
                <a:path w="1281429" h="93979">
                  <a:moveTo>
                    <a:pt x="0" y="92201"/>
                  </a:moveTo>
                  <a:lnTo>
                    <a:pt x="0" y="1523"/>
                  </a:lnTo>
                  <a:lnTo>
                    <a:pt x="0" y="761"/>
                  </a:lnTo>
                  <a:lnTo>
                    <a:pt x="761" y="0"/>
                  </a:lnTo>
                  <a:lnTo>
                    <a:pt x="2285" y="0"/>
                  </a:lnTo>
                  <a:lnTo>
                    <a:pt x="1277874" y="0"/>
                  </a:lnTo>
                  <a:lnTo>
                    <a:pt x="1279398" y="0"/>
                  </a:lnTo>
                  <a:lnTo>
                    <a:pt x="1280922" y="761"/>
                  </a:lnTo>
                  <a:lnTo>
                    <a:pt x="1280922" y="1523"/>
                  </a:lnTo>
                  <a:lnTo>
                    <a:pt x="1280922" y="92201"/>
                  </a:lnTo>
                  <a:lnTo>
                    <a:pt x="1280922" y="92963"/>
                  </a:lnTo>
                  <a:lnTo>
                    <a:pt x="1279398" y="93725"/>
                  </a:lnTo>
                  <a:lnTo>
                    <a:pt x="1277874" y="93725"/>
                  </a:lnTo>
                  <a:lnTo>
                    <a:pt x="2286" y="93725"/>
                  </a:lnTo>
                  <a:lnTo>
                    <a:pt x="762" y="93725"/>
                  </a:lnTo>
                  <a:lnTo>
                    <a:pt x="0" y="92963"/>
                  </a:lnTo>
                  <a:lnTo>
                    <a:pt x="0" y="92201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3" name="object 1733"/>
            <p:cNvSpPr/>
            <p:nvPr/>
          </p:nvSpPr>
          <p:spPr>
            <a:xfrm>
              <a:off x="5871210" y="7153655"/>
              <a:ext cx="1290320" cy="100330"/>
            </a:xfrm>
            <a:custGeom>
              <a:avLst/>
              <a:gdLst/>
              <a:ahLst/>
              <a:cxnLst/>
              <a:rect l="l" t="t" r="r" b="b"/>
              <a:pathLst>
                <a:path w="1290320" h="100329">
                  <a:moveTo>
                    <a:pt x="2286" y="99822"/>
                  </a:moveTo>
                  <a:lnTo>
                    <a:pt x="1287018" y="99821"/>
                  </a:lnTo>
                  <a:lnTo>
                    <a:pt x="1288542" y="99821"/>
                  </a:lnTo>
                  <a:lnTo>
                    <a:pt x="1290066" y="99059"/>
                  </a:lnTo>
                  <a:lnTo>
                    <a:pt x="1290066" y="98297"/>
                  </a:lnTo>
                  <a:lnTo>
                    <a:pt x="1290066" y="2285"/>
                  </a:lnTo>
                  <a:lnTo>
                    <a:pt x="1290066" y="761"/>
                  </a:lnTo>
                  <a:lnTo>
                    <a:pt x="1288542" y="0"/>
                  </a:lnTo>
                  <a:lnTo>
                    <a:pt x="1287018" y="0"/>
                  </a:lnTo>
                  <a:lnTo>
                    <a:pt x="2286" y="0"/>
                  </a:lnTo>
                  <a:lnTo>
                    <a:pt x="762" y="0"/>
                  </a:lnTo>
                  <a:lnTo>
                    <a:pt x="0" y="761"/>
                  </a:lnTo>
                  <a:lnTo>
                    <a:pt x="0" y="2285"/>
                  </a:lnTo>
                  <a:lnTo>
                    <a:pt x="0" y="98297"/>
                  </a:lnTo>
                  <a:lnTo>
                    <a:pt x="0" y="99060"/>
                  </a:lnTo>
                  <a:lnTo>
                    <a:pt x="762" y="99822"/>
                  </a:lnTo>
                  <a:lnTo>
                    <a:pt x="2286" y="99822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34" name="object 1734"/>
            <p:cNvPicPr/>
            <p:nvPr/>
          </p:nvPicPr>
          <p:blipFill>
            <a:blip r:embed="rId280" cstate="print"/>
            <a:stretch>
              <a:fillRect/>
            </a:stretch>
          </p:blipFill>
          <p:spPr>
            <a:xfrm>
              <a:off x="5870829" y="7170419"/>
              <a:ext cx="1290827" cy="3809"/>
            </a:xfrm>
            <a:prstGeom prst="rect">
              <a:avLst/>
            </a:prstGeom>
          </p:spPr>
        </p:pic>
        <p:sp>
          <p:nvSpPr>
            <p:cNvPr id="1735" name="object 1735"/>
            <p:cNvSpPr/>
            <p:nvPr/>
          </p:nvSpPr>
          <p:spPr>
            <a:xfrm>
              <a:off x="7161276" y="7153655"/>
              <a:ext cx="289560" cy="100330"/>
            </a:xfrm>
            <a:custGeom>
              <a:avLst/>
              <a:gdLst/>
              <a:ahLst/>
              <a:cxnLst/>
              <a:rect l="l" t="t" r="r" b="b"/>
              <a:pathLst>
                <a:path w="289559" h="100329">
                  <a:moveTo>
                    <a:pt x="289560" y="444"/>
                  </a:moveTo>
                  <a:lnTo>
                    <a:pt x="288290" y="444"/>
                  </a:lnTo>
                  <a:lnTo>
                    <a:pt x="288290" y="0"/>
                  </a:lnTo>
                  <a:lnTo>
                    <a:pt x="284480" y="0"/>
                  </a:lnTo>
                  <a:lnTo>
                    <a:pt x="284480" y="3238"/>
                  </a:lnTo>
                  <a:lnTo>
                    <a:pt x="284480" y="96583"/>
                  </a:lnTo>
                  <a:lnTo>
                    <a:pt x="283210" y="96583"/>
                  </a:lnTo>
                  <a:lnTo>
                    <a:pt x="283210" y="96774"/>
                  </a:lnTo>
                  <a:lnTo>
                    <a:pt x="5080" y="96774"/>
                  </a:lnTo>
                  <a:lnTo>
                    <a:pt x="5080" y="96329"/>
                  </a:lnTo>
                  <a:lnTo>
                    <a:pt x="3810" y="96329"/>
                  </a:lnTo>
                  <a:lnTo>
                    <a:pt x="3810" y="3492"/>
                  </a:lnTo>
                  <a:lnTo>
                    <a:pt x="5080" y="3492"/>
                  </a:lnTo>
                  <a:lnTo>
                    <a:pt x="5080" y="3048"/>
                  </a:lnTo>
                  <a:lnTo>
                    <a:pt x="283210" y="3048"/>
                  </a:lnTo>
                  <a:lnTo>
                    <a:pt x="283210" y="3238"/>
                  </a:lnTo>
                  <a:lnTo>
                    <a:pt x="284480" y="3238"/>
                  </a:lnTo>
                  <a:lnTo>
                    <a:pt x="284480" y="0"/>
                  </a:lnTo>
                  <a:lnTo>
                    <a:pt x="283210" y="0"/>
                  </a:lnTo>
                  <a:lnTo>
                    <a:pt x="5080" y="0"/>
                  </a:lnTo>
                  <a:lnTo>
                    <a:pt x="3810" y="0"/>
                  </a:lnTo>
                  <a:lnTo>
                    <a:pt x="1270" y="0"/>
                  </a:lnTo>
                  <a:lnTo>
                    <a:pt x="1270" y="127"/>
                  </a:lnTo>
                  <a:lnTo>
                    <a:pt x="0" y="127"/>
                  </a:lnTo>
                  <a:lnTo>
                    <a:pt x="0" y="99695"/>
                  </a:lnTo>
                  <a:lnTo>
                    <a:pt x="1270" y="99695"/>
                  </a:lnTo>
                  <a:lnTo>
                    <a:pt x="1270" y="99822"/>
                  </a:lnTo>
                  <a:lnTo>
                    <a:pt x="288290" y="99822"/>
                  </a:lnTo>
                  <a:lnTo>
                    <a:pt x="288290" y="99377"/>
                  </a:lnTo>
                  <a:lnTo>
                    <a:pt x="289560" y="99377"/>
                  </a:lnTo>
                  <a:lnTo>
                    <a:pt x="289560" y="444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6" name="object 1736"/>
            <p:cNvSpPr/>
            <p:nvPr/>
          </p:nvSpPr>
          <p:spPr>
            <a:xfrm>
              <a:off x="7165086" y="7156703"/>
              <a:ext cx="281305" cy="93980"/>
            </a:xfrm>
            <a:custGeom>
              <a:avLst/>
              <a:gdLst/>
              <a:ahLst/>
              <a:cxnLst/>
              <a:rect l="l" t="t" r="r" b="b"/>
              <a:pathLst>
                <a:path w="281304" h="93979">
                  <a:moveTo>
                    <a:pt x="0" y="92201"/>
                  </a:moveTo>
                  <a:lnTo>
                    <a:pt x="0" y="1523"/>
                  </a:lnTo>
                  <a:lnTo>
                    <a:pt x="0" y="761"/>
                  </a:lnTo>
                  <a:lnTo>
                    <a:pt x="1523" y="0"/>
                  </a:lnTo>
                  <a:lnTo>
                    <a:pt x="3047" y="0"/>
                  </a:lnTo>
                  <a:lnTo>
                    <a:pt x="278130" y="0"/>
                  </a:lnTo>
                  <a:lnTo>
                    <a:pt x="279654" y="0"/>
                  </a:lnTo>
                  <a:lnTo>
                    <a:pt x="281178" y="761"/>
                  </a:lnTo>
                  <a:lnTo>
                    <a:pt x="281178" y="1523"/>
                  </a:lnTo>
                  <a:lnTo>
                    <a:pt x="281178" y="92201"/>
                  </a:lnTo>
                  <a:lnTo>
                    <a:pt x="281178" y="92963"/>
                  </a:lnTo>
                  <a:lnTo>
                    <a:pt x="279654" y="93725"/>
                  </a:lnTo>
                  <a:lnTo>
                    <a:pt x="278130" y="93725"/>
                  </a:lnTo>
                  <a:lnTo>
                    <a:pt x="3048" y="93725"/>
                  </a:lnTo>
                  <a:lnTo>
                    <a:pt x="1524" y="93725"/>
                  </a:lnTo>
                  <a:lnTo>
                    <a:pt x="0" y="92963"/>
                  </a:lnTo>
                  <a:lnTo>
                    <a:pt x="0" y="92201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7" name="object 1737"/>
            <p:cNvSpPr/>
            <p:nvPr/>
          </p:nvSpPr>
          <p:spPr>
            <a:xfrm>
              <a:off x="7161276" y="7153655"/>
              <a:ext cx="289560" cy="100330"/>
            </a:xfrm>
            <a:custGeom>
              <a:avLst/>
              <a:gdLst/>
              <a:ahLst/>
              <a:cxnLst/>
              <a:rect l="l" t="t" r="r" b="b"/>
              <a:pathLst>
                <a:path w="289559" h="100329">
                  <a:moveTo>
                    <a:pt x="2285" y="99822"/>
                  </a:moveTo>
                  <a:lnTo>
                    <a:pt x="286511" y="99821"/>
                  </a:lnTo>
                  <a:lnTo>
                    <a:pt x="288035" y="99821"/>
                  </a:lnTo>
                  <a:lnTo>
                    <a:pt x="289559" y="99059"/>
                  </a:lnTo>
                  <a:lnTo>
                    <a:pt x="289559" y="98297"/>
                  </a:lnTo>
                  <a:lnTo>
                    <a:pt x="289559" y="2285"/>
                  </a:lnTo>
                  <a:lnTo>
                    <a:pt x="289559" y="761"/>
                  </a:lnTo>
                  <a:lnTo>
                    <a:pt x="288035" y="0"/>
                  </a:lnTo>
                  <a:lnTo>
                    <a:pt x="286511" y="0"/>
                  </a:lnTo>
                  <a:lnTo>
                    <a:pt x="2285" y="0"/>
                  </a:lnTo>
                  <a:lnTo>
                    <a:pt x="761" y="0"/>
                  </a:lnTo>
                  <a:lnTo>
                    <a:pt x="0" y="761"/>
                  </a:lnTo>
                  <a:lnTo>
                    <a:pt x="0" y="2285"/>
                  </a:lnTo>
                  <a:lnTo>
                    <a:pt x="0" y="98297"/>
                  </a:lnTo>
                  <a:lnTo>
                    <a:pt x="0" y="99060"/>
                  </a:lnTo>
                  <a:lnTo>
                    <a:pt x="761" y="99822"/>
                  </a:lnTo>
                  <a:lnTo>
                    <a:pt x="2285" y="99822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38" name="object 1738"/>
            <p:cNvPicPr/>
            <p:nvPr/>
          </p:nvPicPr>
          <p:blipFill>
            <a:blip r:embed="rId238" cstate="print"/>
            <a:stretch>
              <a:fillRect/>
            </a:stretch>
          </p:blipFill>
          <p:spPr>
            <a:xfrm>
              <a:off x="7380732" y="7164323"/>
              <a:ext cx="36576" cy="28193"/>
            </a:xfrm>
            <a:prstGeom prst="rect">
              <a:avLst/>
            </a:prstGeom>
          </p:spPr>
        </p:pic>
        <p:pic>
          <p:nvPicPr>
            <p:cNvPr id="1739" name="object 1739"/>
            <p:cNvPicPr/>
            <p:nvPr/>
          </p:nvPicPr>
          <p:blipFill>
            <a:blip r:embed="rId281" cstate="print"/>
            <a:stretch>
              <a:fillRect/>
            </a:stretch>
          </p:blipFill>
          <p:spPr>
            <a:xfrm>
              <a:off x="5900166" y="7173467"/>
              <a:ext cx="302513" cy="57150"/>
            </a:xfrm>
            <a:prstGeom prst="rect">
              <a:avLst/>
            </a:prstGeom>
          </p:spPr>
        </p:pic>
        <p:sp>
          <p:nvSpPr>
            <p:cNvPr id="1740" name="object 1740"/>
            <p:cNvSpPr/>
            <p:nvPr/>
          </p:nvSpPr>
          <p:spPr>
            <a:xfrm>
              <a:off x="5900166" y="7173467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292608" y="0"/>
                  </a:moveTo>
                  <a:lnTo>
                    <a:pt x="9906" y="0"/>
                  </a:lnTo>
                  <a:lnTo>
                    <a:pt x="9906" y="4572"/>
                  </a:lnTo>
                  <a:lnTo>
                    <a:pt x="0" y="4572"/>
                  </a:lnTo>
                  <a:lnTo>
                    <a:pt x="0" y="53340"/>
                  </a:lnTo>
                  <a:lnTo>
                    <a:pt x="9906" y="53340"/>
                  </a:lnTo>
                  <a:lnTo>
                    <a:pt x="9906" y="57150"/>
                  </a:lnTo>
                  <a:lnTo>
                    <a:pt x="292608" y="57150"/>
                  </a:lnTo>
                  <a:lnTo>
                    <a:pt x="292608" y="53340"/>
                  </a:lnTo>
                  <a:lnTo>
                    <a:pt x="302514" y="53340"/>
                  </a:lnTo>
                  <a:lnTo>
                    <a:pt x="302514" y="4571"/>
                  </a:lnTo>
                  <a:lnTo>
                    <a:pt x="292608" y="4572"/>
                  </a:lnTo>
                  <a:lnTo>
                    <a:pt x="292608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1" name="object 1741"/>
            <p:cNvSpPr/>
            <p:nvPr/>
          </p:nvSpPr>
          <p:spPr>
            <a:xfrm>
              <a:off x="5903976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7525" y="19811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1241" y="19811"/>
                  </a:lnTo>
                  <a:lnTo>
                    <a:pt x="31241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2" name="object 1742"/>
            <p:cNvSpPr/>
            <p:nvPr/>
          </p:nvSpPr>
          <p:spPr>
            <a:xfrm>
              <a:off x="5903976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1241" y="17525"/>
                  </a:lnTo>
                  <a:lnTo>
                    <a:pt x="31241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3" name="object 1743"/>
            <p:cNvSpPr/>
            <p:nvPr/>
          </p:nvSpPr>
          <p:spPr>
            <a:xfrm>
              <a:off x="5953506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4477" y="17525"/>
                  </a:lnTo>
                  <a:lnTo>
                    <a:pt x="14477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811"/>
                  </a:lnTo>
                  <a:lnTo>
                    <a:pt x="32003" y="19811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4" name="object 1744"/>
            <p:cNvSpPr/>
            <p:nvPr/>
          </p:nvSpPr>
          <p:spPr>
            <a:xfrm>
              <a:off x="5953506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811"/>
                  </a:lnTo>
                  <a:lnTo>
                    <a:pt x="28193" y="19811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4477" y="19811"/>
                  </a:lnTo>
                  <a:lnTo>
                    <a:pt x="14477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5" name="object 1745"/>
            <p:cNvSpPr/>
            <p:nvPr/>
          </p:nvSpPr>
          <p:spPr>
            <a:xfrm>
              <a:off x="6003798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2003" y="19811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6" name="object 1746"/>
            <p:cNvSpPr/>
            <p:nvPr/>
          </p:nvSpPr>
          <p:spPr>
            <a:xfrm>
              <a:off x="6003798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7" name="object 1747"/>
            <p:cNvSpPr/>
            <p:nvPr/>
          </p:nvSpPr>
          <p:spPr>
            <a:xfrm>
              <a:off x="6054090" y="720775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17525"/>
                  </a:moveTo>
                  <a:lnTo>
                    <a:pt x="44957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7525" y="19811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1241" y="19811"/>
                  </a:lnTo>
                  <a:lnTo>
                    <a:pt x="31241" y="17525"/>
                  </a:lnTo>
                  <a:lnTo>
                    <a:pt x="44957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8" name="object 1748"/>
            <p:cNvSpPr/>
            <p:nvPr/>
          </p:nvSpPr>
          <p:spPr>
            <a:xfrm>
              <a:off x="6054090" y="720775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7" y="0"/>
                  </a:lnTo>
                  <a:lnTo>
                    <a:pt x="44957" y="17525"/>
                  </a:lnTo>
                  <a:lnTo>
                    <a:pt x="31241" y="17525"/>
                  </a:lnTo>
                  <a:lnTo>
                    <a:pt x="31241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9" name="object 1749"/>
            <p:cNvSpPr/>
            <p:nvPr/>
          </p:nvSpPr>
          <p:spPr>
            <a:xfrm>
              <a:off x="6103620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4477" y="17525"/>
                  </a:lnTo>
                  <a:lnTo>
                    <a:pt x="14477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811"/>
                  </a:lnTo>
                  <a:lnTo>
                    <a:pt x="32003" y="19811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0" name="object 1750"/>
            <p:cNvSpPr/>
            <p:nvPr/>
          </p:nvSpPr>
          <p:spPr>
            <a:xfrm>
              <a:off x="6103620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811"/>
                  </a:lnTo>
                  <a:lnTo>
                    <a:pt x="28193" y="19811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4477" y="19811"/>
                  </a:lnTo>
                  <a:lnTo>
                    <a:pt x="14477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1" name="object 1751"/>
            <p:cNvSpPr/>
            <p:nvPr/>
          </p:nvSpPr>
          <p:spPr>
            <a:xfrm>
              <a:off x="6153912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7525" y="19811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2003" y="19811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2" name="object 1752"/>
            <p:cNvSpPr/>
            <p:nvPr/>
          </p:nvSpPr>
          <p:spPr>
            <a:xfrm>
              <a:off x="6153912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3" name="object 1753"/>
            <p:cNvSpPr/>
            <p:nvPr/>
          </p:nvSpPr>
          <p:spPr>
            <a:xfrm>
              <a:off x="5903976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4" name="object 1754"/>
            <p:cNvSpPr/>
            <p:nvPr/>
          </p:nvSpPr>
          <p:spPr>
            <a:xfrm>
              <a:off x="5903976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5" name="object 1755"/>
            <p:cNvSpPr/>
            <p:nvPr/>
          </p:nvSpPr>
          <p:spPr>
            <a:xfrm>
              <a:off x="5953506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6" name="object 1756"/>
            <p:cNvSpPr/>
            <p:nvPr/>
          </p:nvSpPr>
          <p:spPr>
            <a:xfrm>
              <a:off x="5953506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7" name="object 1757"/>
            <p:cNvSpPr/>
            <p:nvPr/>
          </p:nvSpPr>
          <p:spPr>
            <a:xfrm>
              <a:off x="6003798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8" name="object 1758"/>
            <p:cNvSpPr/>
            <p:nvPr/>
          </p:nvSpPr>
          <p:spPr>
            <a:xfrm>
              <a:off x="6003798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9" name="object 1759"/>
            <p:cNvSpPr/>
            <p:nvPr/>
          </p:nvSpPr>
          <p:spPr>
            <a:xfrm>
              <a:off x="6054090" y="717575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21336"/>
                  </a:move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0" name="object 1760"/>
            <p:cNvSpPr/>
            <p:nvPr/>
          </p:nvSpPr>
          <p:spPr>
            <a:xfrm>
              <a:off x="6054090" y="717575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1" name="object 1761"/>
            <p:cNvSpPr/>
            <p:nvPr/>
          </p:nvSpPr>
          <p:spPr>
            <a:xfrm>
              <a:off x="6103620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2" name="object 1762"/>
            <p:cNvSpPr/>
            <p:nvPr/>
          </p:nvSpPr>
          <p:spPr>
            <a:xfrm>
              <a:off x="6103620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3" name="object 1763"/>
            <p:cNvSpPr/>
            <p:nvPr/>
          </p:nvSpPr>
          <p:spPr>
            <a:xfrm>
              <a:off x="6153912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4" name="object 1764"/>
            <p:cNvSpPr/>
            <p:nvPr/>
          </p:nvSpPr>
          <p:spPr>
            <a:xfrm>
              <a:off x="6153912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5" name="object 1765"/>
            <p:cNvSpPr/>
            <p:nvPr/>
          </p:nvSpPr>
          <p:spPr>
            <a:xfrm>
              <a:off x="5900166" y="7173467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9905" y="0"/>
                  </a:moveTo>
                  <a:lnTo>
                    <a:pt x="9905" y="2286"/>
                  </a:lnTo>
                  <a:lnTo>
                    <a:pt x="9905" y="3810"/>
                  </a:lnTo>
                  <a:lnTo>
                    <a:pt x="8381" y="4572"/>
                  </a:lnTo>
                  <a:lnTo>
                    <a:pt x="6857" y="4572"/>
                  </a:lnTo>
                  <a:lnTo>
                    <a:pt x="6095" y="4572"/>
                  </a:lnTo>
                  <a:lnTo>
                    <a:pt x="3047" y="4572"/>
                  </a:lnTo>
                  <a:lnTo>
                    <a:pt x="0" y="6096"/>
                  </a:lnTo>
                  <a:lnTo>
                    <a:pt x="0" y="8382"/>
                  </a:lnTo>
                  <a:lnTo>
                    <a:pt x="0" y="50292"/>
                  </a:lnTo>
                  <a:lnTo>
                    <a:pt x="0" y="51816"/>
                  </a:lnTo>
                  <a:lnTo>
                    <a:pt x="2285" y="53340"/>
                  </a:lnTo>
                  <a:lnTo>
                    <a:pt x="5333" y="53340"/>
                  </a:lnTo>
                  <a:lnTo>
                    <a:pt x="6857" y="53340"/>
                  </a:lnTo>
                  <a:lnTo>
                    <a:pt x="8381" y="53340"/>
                  </a:lnTo>
                  <a:lnTo>
                    <a:pt x="9905" y="54102"/>
                  </a:lnTo>
                  <a:lnTo>
                    <a:pt x="9905" y="55626"/>
                  </a:lnTo>
                  <a:lnTo>
                    <a:pt x="9905" y="57150"/>
                  </a:lnTo>
                  <a:lnTo>
                    <a:pt x="292607" y="57149"/>
                  </a:lnTo>
                  <a:lnTo>
                    <a:pt x="292607" y="56387"/>
                  </a:lnTo>
                  <a:lnTo>
                    <a:pt x="292607" y="54101"/>
                  </a:lnTo>
                  <a:lnTo>
                    <a:pt x="294893" y="53339"/>
                  </a:lnTo>
                  <a:lnTo>
                    <a:pt x="297941" y="53339"/>
                  </a:lnTo>
                  <a:lnTo>
                    <a:pt x="300227" y="53339"/>
                  </a:lnTo>
                  <a:lnTo>
                    <a:pt x="302513" y="51815"/>
                  </a:lnTo>
                  <a:lnTo>
                    <a:pt x="302513" y="50291"/>
                  </a:lnTo>
                  <a:lnTo>
                    <a:pt x="302513" y="7619"/>
                  </a:lnTo>
                  <a:lnTo>
                    <a:pt x="302513" y="6095"/>
                  </a:lnTo>
                  <a:lnTo>
                    <a:pt x="300227" y="4571"/>
                  </a:lnTo>
                  <a:lnTo>
                    <a:pt x="297941" y="4571"/>
                  </a:lnTo>
                  <a:lnTo>
                    <a:pt x="296417" y="4571"/>
                  </a:lnTo>
                  <a:lnTo>
                    <a:pt x="294131" y="4571"/>
                  </a:lnTo>
                  <a:lnTo>
                    <a:pt x="292607" y="3809"/>
                  </a:lnTo>
                  <a:lnTo>
                    <a:pt x="292607" y="2285"/>
                  </a:lnTo>
                  <a:lnTo>
                    <a:pt x="292607" y="0"/>
                  </a:lnTo>
                </a:path>
              </a:pathLst>
            </a:custGeom>
            <a:ln w="3175">
              <a:solidFill>
                <a:srgbClr val="C9C1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66" name="object 1766"/>
            <p:cNvPicPr/>
            <p:nvPr/>
          </p:nvPicPr>
          <p:blipFill>
            <a:blip r:embed="rId282" cstate="print"/>
            <a:stretch>
              <a:fillRect/>
            </a:stretch>
          </p:blipFill>
          <p:spPr>
            <a:xfrm>
              <a:off x="6195822" y="7173467"/>
              <a:ext cx="324611" cy="73914"/>
            </a:xfrm>
            <a:prstGeom prst="rect">
              <a:avLst/>
            </a:prstGeom>
          </p:spPr>
        </p:pic>
        <p:sp>
          <p:nvSpPr>
            <p:cNvPr id="1767" name="object 1767"/>
            <p:cNvSpPr/>
            <p:nvPr/>
          </p:nvSpPr>
          <p:spPr>
            <a:xfrm>
              <a:off x="6217920" y="7173467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292608" y="0"/>
                  </a:moveTo>
                  <a:lnTo>
                    <a:pt x="9906" y="0"/>
                  </a:lnTo>
                  <a:lnTo>
                    <a:pt x="9906" y="4572"/>
                  </a:lnTo>
                  <a:lnTo>
                    <a:pt x="0" y="4572"/>
                  </a:lnTo>
                  <a:lnTo>
                    <a:pt x="0" y="53340"/>
                  </a:lnTo>
                  <a:lnTo>
                    <a:pt x="9906" y="53340"/>
                  </a:lnTo>
                  <a:lnTo>
                    <a:pt x="9906" y="57150"/>
                  </a:lnTo>
                  <a:lnTo>
                    <a:pt x="292608" y="57150"/>
                  </a:lnTo>
                  <a:lnTo>
                    <a:pt x="292608" y="53340"/>
                  </a:lnTo>
                  <a:lnTo>
                    <a:pt x="302514" y="53340"/>
                  </a:lnTo>
                  <a:lnTo>
                    <a:pt x="302514" y="4571"/>
                  </a:lnTo>
                  <a:lnTo>
                    <a:pt x="292608" y="4572"/>
                  </a:lnTo>
                  <a:lnTo>
                    <a:pt x="292608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8" name="object 1768"/>
            <p:cNvSpPr/>
            <p:nvPr/>
          </p:nvSpPr>
          <p:spPr>
            <a:xfrm>
              <a:off x="6220968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4477" y="17525"/>
                  </a:lnTo>
                  <a:lnTo>
                    <a:pt x="14477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811"/>
                  </a:lnTo>
                  <a:lnTo>
                    <a:pt x="32003" y="19811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9" name="object 1769"/>
            <p:cNvSpPr/>
            <p:nvPr/>
          </p:nvSpPr>
          <p:spPr>
            <a:xfrm>
              <a:off x="6220968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811"/>
                  </a:lnTo>
                  <a:lnTo>
                    <a:pt x="28193" y="19811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4477" y="19811"/>
                  </a:lnTo>
                  <a:lnTo>
                    <a:pt x="14477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0" name="object 1770"/>
            <p:cNvSpPr/>
            <p:nvPr/>
          </p:nvSpPr>
          <p:spPr>
            <a:xfrm>
              <a:off x="6271260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2003" y="19811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1" name="object 1771"/>
            <p:cNvSpPr/>
            <p:nvPr/>
          </p:nvSpPr>
          <p:spPr>
            <a:xfrm>
              <a:off x="6271260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2" name="object 1772"/>
            <p:cNvSpPr/>
            <p:nvPr/>
          </p:nvSpPr>
          <p:spPr>
            <a:xfrm>
              <a:off x="6321552" y="720775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17525"/>
                  </a:moveTo>
                  <a:lnTo>
                    <a:pt x="44957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7525" y="19811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1241" y="19811"/>
                  </a:lnTo>
                  <a:lnTo>
                    <a:pt x="31241" y="17525"/>
                  </a:lnTo>
                  <a:lnTo>
                    <a:pt x="44957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3" name="object 1773"/>
            <p:cNvSpPr/>
            <p:nvPr/>
          </p:nvSpPr>
          <p:spPr>
            <a:xfrm>
              <a:off x="6321552" y="720775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7" y="0"/>
                  </a:lnTo>
                  <a:lnTo>
                    <a:pt x="44957" y="17525"/>
                  </a:lnTo>
                  <a:lnTo>
                    <a:pt x="31241" y="17525"/>
                  </a:lnTo>
                  <a:lnTo>
                    <a:pt x="31241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4" name="object 1774"/>
            <p:cNvSpPr/>
            <p:nvPr/>
          </p:nvSpPr>
          <p:spPr>
            <a:xfrm>
              <a:off x="6371082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811"/>
                  </a:lnTo>
                  <a:lnTo>
                    <a:pt x="32003" y="19811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5" name="object 1775"/>
            <p:cNvSpPr/>
            <p:nvPr/>
          </p:nvSpPr>
          <p:spPr>
            <a:xfrm>
              <a:off x="6371082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811"/>
                  </a:lnTo>
                  <a:lnTo>
                    <a:pt x="28193" y="19811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6" name="object 1776"/>
            <p:cNvSpPr/>
            <p:nvPr/>
          </p:nvSpPr>
          <p:spPr>
            <a:xfrm>
              <a:off x="6421374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7525" y="19811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1241" y="19811"/>
                  </a:lnTo>
                  <a:lnTo>
                    <a:pt x="31241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7" name="object 1777"/>
            <p:cNvSpPr/>
            <p:nvPr/>
          </p:nvSpPr>
          <p:spPr>
            <a:xfrm>
              <a:off x="6421374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1241" y="17525"/>
                  </a:lnTo>
                  <a:lnTo>
                    <a:pt x="31241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8" name="object 1778"/>
            <p:cNvSpPr/>
            <p:nvPr/>
          </p:nvSpPr>
          <p:spPr>
            <a:xfrm>
              <a:off x="6471666" y="720775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7" y="17525"/>
                  </a:moveTo>
                  <a:lnTo>
                    <a:pt x="44957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5" y="17525"/>
                  </a:lnTo>
                  <a:lnTo>
                    <a:pt x="13715" y="19811"/>
                  </a:lnTo>
                  <a:lnTo>
                    <a:pt x="17525" y="19811"/>
                  </a:lnTo>
                  <a:lnTo>
                    <a:pt x="17525" y="21335"/>
                  </a:lnTo>
                  <a:lnTo>
                    <a:pt x="27431" y="21335"/>
                  </a:lnTo>
                  <a:lnTo>
                    <a:pt x="27431" y="19811"/>
                  </a:lnTo>
                  <a:lnTo>
                    <a:pt x="31241" y="19811"/>
                  </a:lnTo>
                  <a:lnTo>
                    <a:pt x="31241" y="17525"/>
                  </a:lnTo>
                  <a:lnTo>
                    <a:pt x="44957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9" name="object 1779"/>
            <p:cNvSpPr/>
            <p:nvPr/>
          </p:nvSpPr>
          <p:spPr>
            <a:xfrm>
              <a:off x="6471666" y="720775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5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7" y="0"/>
                  </a:lnTo>
                  <a:lnTo>
                    <a:pt x="44957" y="17525"/>
                  </a:lnTo>
                  <a:lnTo>
                    <a:pt x="31241" y="17525"/>
                  </a:lnTo>
                  <a:lnTo>
                    <a:pt x="31241" y="19811"/>
                  </a:lnTo>
                  <a:lnTo>
                    <a:pt x="27431" y="19811"/>
                  </a:lnTo>
                  <a:lnTo>
                    <a:pt x="27431" y="21335"/>
                  </a:lnTo>
                  <a:lnTo>
                    <a:pt x="17525" y="21335"/>
                  </a:lnTo>
                  <a:lnTo>
                    <a:pt x="17525" y="19811"/>
                  </a:lnTo>
                  <a:lnTo>
                    <a:pt x="13715" y="19811"/>
                  </a:lnTo>
                  <a:lnTo>
                    <a:pt x="13715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0" name="object 1780"/>
            <p:cNvSpPr/>
            <p:nvPr/>
          </p:nvSpPr>
          <p:spPr>
            <a:xfrm>
              <a:off x="6220968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1" name="object 1781"/>
            <p:cNvSpPr/>
            <p:nvPr/>
          </p:nvSpPr>
          <p:spPr>
            <a:xfrm>
              <a:off x="6220968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2" name="object 1782"/>
            <p:cNvSpPr/>
            <p:nvPr/>
          </p:nvSpPr>
          <p:spPr>
            <a:xfrm>
              <a:off x="6271260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3" name="object 1783"/>
            <p:cNvSpPr/>
            <p:nvPr/>
          </p:nvSpPr>
          <p:spPr>
            <a:xfrm>
              <a:off x="6271260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4" name="object 1784"/>
            <p:cNvSpPr/>
            <p:nvPr/>
          </p:nvSpPr>
          <p:spPr>
            <a:xfrm>
              <a:off x="6321552" y="717575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44957" y="21336"/>
                  </a:move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5" name="object 1785"/>
            <p:cNvSpPr/>
            <p:nvPr/>
          </p:nvSpPr>
          <p:spPr>
            <a:xfrm>
              <a:off x="6321552" y="717575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5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6" name="object 1786"/>
            <p:cNvSpPr/>
            <p:nvPr/>
          </p:nvSpPr>
          <p:spPr>
            <a:xfrm>
              <a:off x="6371082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7" name="object 1787"/>
            <p:cNvSpPr/>
            <p:nvPr/>
          </p:nvSpPr>
          <p:spPr>
            <a:xfrm>
              <a:off x="6371082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8" name="object 1788"/>
            <p:cNvSpPr/>
            <p:nvPr/>
          </p:nvSpPr>
          <p:spPr>
            <a:xfrm>
              <a:off x="6421374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9" name="object 1789"/>
            <p:cNvSpPr/>
            <p:nvPr/>
          </p:nvSpPr>
          <p:spPr>
            <a:xfrm>
              <a:off x="6421374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0" name="object 1790"/>
            <p:cNvSpPr/>
            <p:nvPr/>
          </p:nvSpPr>
          <p:spPr>
            <a:xfrm>
              <a:off x="6471666" y="717575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7" y="21336"/>
                  </a:move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1" name="object 1791"/>
            <p:cNvSpPr/>
            <p:nvPr/>
          </p:nvSpPr>
          <p:spPr>
            <a:xfrm>
              <a:off x="6471666" y="717575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5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7" y="21336"/>
                  </a:lnTo>
                  <a:lnTo>
                    <a:pt x="44957" y="3048"/>
                  </a:lnTo>
                  <a:lnTo>
                    <a:pt x="31241" y="3048"/>
                  </a:lnTo>
                  <a:lnTo>
                    <a:pt x="31241" y="1524"/>
                  </a:lnTo>
                  <a:lnTo>
                    <a:pt x="27431" y="1524"/>
                  </a:lnTo>
                  <a:lnTo>
                    <a:pt x="27431" y="0"/>
                  </a:lnTo>
                  <a:lnTo>
                    <a:pt x="17525" y="0"/>
                  </a:lnTo>
                  <a:lnTo>
                    <a:pt x="17525" y="1524"/>
                  </a:lnTo>
                  <a:lnTo>
                    <a:pt x="13715" y="1524"/>
                  </a:lnTo>
                  <a:lnTo>
                    <a:pt x="13715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2" name="object 1792"/>
            <p:cNvSpPr/>
            <p:nvPr/>
          </p:nvSpPr>
          <p:spPr>
            <a:xfrm>
              <a:off x="6217920" y="7173467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9905" y="0"/>
                  </a:moveTo>
                  <a:lnTo>
                    <a:pt x="9905" y="2286"/>
                  </a:lnTo>
                  <a:lnTo>
                    <a:pt x="9905" y="3810"/>
                  </a:lnTo>
                  <a:lnTo>
                    <a:pt x="8381" y="4572"/>
                  </a:lnTo>
                  <a:lnTo>
                    <a:pt x="6095" y="4572"/>
                  </a:lnTo>
                  <a:lnTo>
                    <a:pt x="5333" y="4572"/>
                  </a:lnTo>
                  <a:lnTo>
                    <a:pt x="2285" y="4572"/>
                  </a:lnTo>
                  <a:lnTo>
                    <a:pt x="0" y="6096"/>
                  </a:lnTo>
                  <a:lnTo>
                    <a:pt x="0" y="8382"/>
                  </a:lnTo>
                  <a:lnTo>
                    <a:pt x="0" y="50292"/>
                  </a:lnTo>
                  <a:lnTo>
                    <a:pt x="0" y="51816"/>
                  </a:lnTo>
                  <a:lnTo>
                    <a:pt x="2285" y="53340"/>
                  </a:lnTo>
                  <a:lnTo>
                    <a:pt x="4571" y="53340"/>
                  </a:lnTo>
                  <a:lnTo>
                    <a:pt x="6095" y="53340"/>
                  </a:lnTo>
                  <a:lnTo>
                    <a:pt x="8381" y="53340"/>
                  </a:lnTo>
                  <a:lnTo>
                    <a:pt x="9905" y="54102"/>
                  </a:lnTo>
                  <a:lnTo>
                    <a:pt x="9905" y="55626"/>
                  </a:lnTo>
                  <a:lnTo>
                    <a:pt x="9905" y="57150"/>
                  </a:lnTo>
                  <a:lnTo>
                    <a:pt x="292607" y="57149"/>
                  </a:lnTo>
                  <a:lnTo>
                    <a:pt x="292607" y="56387"/>
                  </a:lnTo>
                  <a:lnTo>
                    <a:pt x="292607" y="54101"/>
                  </a:lnTo>
                  <a:lnTo>
                    <a:pt x="294893" y="53339"/>
                  </a:lnTo>
                  <a:lnTo>
                    <a:pt x="297179" y="53339"/>
                  </a:lnTo>
                  <a:lnTo>
                    <a:pt x="300227" y="53339"/>
                  </a:lnTo>
                  <a:lnTo>
                    <a:pt x="302513" y="51815"/>
                  </a:lnTo>
                  <a:lnTo>
                    <a:pt x="302513" y="50291"/>
                  </a:lnTo>
                  <a:lnTo>
                    <a:pt x="302513" y="7619"/>
                  </a:lnTo>
                  <a:lnTo>
                    <a:pt x="302513" y="6095"/>
                  </a:lnTo>
                  <a:lnTo>
                    <a:pt x="300227" y="4571"/>
                  </a:lnTo>
                  <a:lnTo>
                    <a:pt x="297179" y="4571"/>
                  </a:lnTo>
                  <a:lnTo>
                    <a:pt x="296417" y="4571"/>
                  </a:lnTo>
                  <a:lnTo>
                    <a:pt x="294131" y="4571"/>
                  </a:lnTo>
                  <a:lnTo>
                    <a:pt x="292607" y="3809"/>
                  </a:lnTo>
                  <a:lnTo>
                    <a:pt x="292607" y="2285"/>
                  </a:lnTo>
                  <a:lnTo>
                    <a:pt x="292607" y="0"/>
                  </a:lnTo>
                </a:path>
              </a:pathLst>
            </a:custGeom>
            <a:ln w="3175">
              <a:solidFill>
                <a:srgbClr val="C9C1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93" name="object 1793"/>
            <p:cNvPicPr/>
            <p:nvPr/>
          </p:nvPicPr>
          <p:blipFill>
            <a:blip r:embed="rId283" cstate="print"/>
            <a:stretch>
              <a:fillRect/>
            </a:stretch>
          </p:blipFill>
          <p:spPr>
            <a:xfrm>
              <a:off x="6513576" y="7173467"/>
              <a:ext cx="323850" cy="73914"/>
            </a:xfrm>
            <a:prstGeom prst="rect">
              <a:avLst/>
            </a:prstGeom>
          </p:spPr>
        </p:pic>
        <p:sp>
          <p:nvSpPr>
            <p:cNvPr id="1794" name="object 1794"/>
            <p:cNvSpPr/>
            <p:nvPr/>
          </p:nvSpPr>
          <p:spPr>
            <a:xfrm>
              <a:off x="6534912" y="7173467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292607" y="0"/>
                  </a:moveTo>
                  <a:lnTo>
                    <a:pt x="9905" y="0"/>
                  </a:lnTo>
                  <a:lnTo>
                    <a:pt x="9905" y="4572"/>
                  </a:lnTo>
                  <a:lnTo>
                    <a:pt x="0" y="4572"/>
                  </a:lnTo>
                  <a:lnTo>
                    <a:pt x="0" y="53340"/>
                  </a:lnTo>
                  <a:lnTo>
                    <a:pt x="9905" y="53340"/>
                  </a:lnTo>
                  <a:lnTo>
                    <a:pt x="9905" y="57150"/>
                  </a:lnTo>
                  <a:lnTo>
                    <a:pt x="292607" y="57150"/>
                  </a:lnTo>
                  <a:lnTo>
                    <a:pt x="292607" y="53340"/>
                  </a:lnTo>
                  <a:lnTo>
                    <a:pt x="302513" y="53340"/>
                  </a:lnTo>
                  <a:lnTo>
                    <a:pt x="302513" y="4571"/>
                  </a:lnTo>
                  <a:lnTo>
                    <a:pt x="292607" y="4572"/>
                  </a:lnTo>
                  <a:lnTo>
                    <a:pt x="292607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5" name="object 1795"/>
            <p:cNvSpPr/>
            <p:nvPr/>
          </p:nvSpPr>
          <p:spPr>
            <a:xfrm>
              <a:off x="6538722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2004" y="19811"/>
                  </a:lnTo>
                  <a:lnTo>
                    <a:pt x="32004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6" name="object 1796"/>
            <p:cNvSpPr/>
            <p:nvPr/>
          </p:nvSpPr>
          <p:spPr>
            <a:xfrm>
              <a:off x="6538722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2004" y="17525"/>
                  </a:lnTo>
                  <a:lnTo>
                    <a:pt x="32004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7" name="object 1797"/>
            <p:cNvSpPr/>
            <p:nvPr/>
          </p:nvSpPr>
          <p:spPr>
            <a:xfrm>
              <a:off x="6589014" y="720775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7525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1242" y="19811"/>
                  </a:lnTo>
                  <a:lnTo>
                    <a:pt x="31242" y="17525"/>
                  </a:lnTo>
                  <a:lnTo>
                    <a:pt x="44958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8" name="object 1798"/>
            <p:cNvSpPr/>
            <p:nvPr/>
          </p:nvSpPr>
          <p:spPr>
            <a:xfrm>
              <a:off x="6589014" y="720775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7525"/>
                  </a:lnTo>
                  <a:lnTo>
                    <a:pt x="31242" y="17525"/>
                  </a:lnTo>
                  <a:lnTo>
                    <a:pt x="31242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9" name="object 1799"/>
            <p:cNvSpPr/>
            <p:nvPr/>
          </p:nvSpPr>
          <p:spPr>
            <a:xfrm>
              <a:off x="6638544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8288" y="19811"/>
                  </a:lnTo>
                  <a:lnTo>
                    <a:pt x="18288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2004" y="19811"/>
                  </a:lnTo>
                  <a:lnTo>
                    <a:pt x="32004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0" name="object 1800"/>
            <p:cNvSpPr/>
            <p:nvPr/>
          </p:nvSpPr>
          <p:spPr>
            <a:xfrm>
              <a:off x="6638544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2004" y="17525"/>
                  </a:lnTo>
                  <a:lnTo>
                    <a:pt x="32004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8288" y="21335"/>
                  </a:lnTo>
                  <a:lnTo>
                    <a:pt x="18288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1" name="object 1801"/>
            <p:cNvSpPr/>
            <p:nvPr/>
          </p:nvSpPr>
          <p:spPr>
            <a:xfrm>
              <a:off x="6688836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1242" y="19811"/>
                  </a:lnTo>
                  <a:lnTo>
                    <a:pt x="31242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2" name="object 1802"/>
            <p:cNvSpPr/>
            <p:nvPr/>
          </p:nvSpPr>
          <p:spPr>
            <a:xfrm>
              <a:off x="6688836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1242" y="17525"/>
                  </a:lnTo>
                  <a:lnTo>
                    <a:pt x="31242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3" name="object 1803"/>
            <p:cNvSpPr/>
            <p:nvPr/>
          </p:nvSpPr>
          <p:spPr>
            <a:xfrm>
              <a:off x="6739128" y="720775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7525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1242" y="19811"/>
                  </a:lnTo>
                  <a:lnTo>
                    <a:pt x="31242" y="17525"/>
                  </a:lnTo>
                  <a:lnTo>
                    <a:pt x="44958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4" name="object 1804"/>
            <p:cNvSpPr/>
            <p:nvPr/>
          </p:nvSpPr>
          <p:spPr>
            <a:xfrm>
              <a:off x="6739128" y="720775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7525"/>
                  </a:lnTo>
                  <a:lnTo>
                    <a:pt x="31242" y="17525"/>
                  </a:lnTo>
                  <a:lnTo>
                    <a:pt x="31242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5" name="object 1805"/>
            <p:cNvSpPr/>
            <p:nvPr/>
          </p:nvSpPr>
          <p:spPr>
            <a:xfrm>
              <a:off x="6788658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8288" y="19811"/>
                  </a:lnTo>
                  <a:lnTo>
                    <a:pt x="18288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2004" y="19811"/>
                  </a:lnTo>
                  <a:lnTo>
                    <a:pt x="32004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6" name="object 1806"/>
            <p:cNvSpPr/>
            <p:nvPr/>
          </p:nvSpPr>
          <p:spPr>
            <a:xfrm>
              <a:off x="6788658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2004" y="17525"/>
                  </a:lnTo>
                  <a:lnTo>
                    <a:pt x="32004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8288" y="21335"/>
                  </a:lnTo>
                  <a:lnTo>
                    <a:pt x="18288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7" name="object 1807"/>
            <p:cNvSpPr/>
            <p:nvPr/>
          </p:nvSpPr>
          <p:spPr>
            <a:xfrm>
              <a:off x="6538722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8" name="object 1808"/>
            <p:cNvSpPr/>
            <p:nvPr/>
          </p:nvSpPr>
          <p:spPr>
            <a:xfrm>
              <a:off x="6538722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9" name="object 1809"/>
            <p:cNvSpPr/>
            <p:nvPr/>
          </p:nvSpPr>
          <p:spPr>
            <a:xfrm>
              <a:off x="6589014" y="717575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6"/>
                  </a:move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0" name="object 1810"/>
            <p:cNvSpPr/>
            <p:nvPr/>
          </p:nvSpPr>
          <p:spPr>
            <a:xfrm>
              <a:off x="6589014" y="717575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1" name="object 1811"/>
            <p:cNvSpPr/>
            <p:nvPr/>
          </p:nvSpPr>
          <p:spPr>
            <a:xfrm>
              <a:off x="6638544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2" name="object 1812"/>
            <p:cNvSpPr/>
            <p:nvPr/>
          </p:nvSpPr>
          <p:spPr>
            <a:xfrm>
              <a:off x="6638544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3" name="object 1813"/>
            <p:cNvSpPr/>
            <p:nvPr/>
          </p:nvSpPr>
          <p:spPr>
            <a:xfrm>
              <a:off x="6688836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4" name="object 1814"/>
            <p:cNvSpPr/>
            <p:nvPr/>
          </p:nvSpPr>
          <p:spPr>
            <a:xfrm>
              <a:off x="6688836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5" name="object 1815"/>
            <p:cNvSpPr/>
            <p:nvPr/>
          </p:nvSpPr>
          <p:spPr>
            <a:xfrm>
              <a:off x="6739128" y="717575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6"/>
                  </a:move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6" name="object 1816"/>
            <p:cNvSpPr/>
            <p:nvPr/>
          </p:nvSpPr>
          <p:spPr>
            <a:xfrm>
              <a:off x="6739128" y="717575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7" name="object 1817"/>
            <p:cNvSpPr/>
            <p:nvPr/>
          </p:nvSpPr>
          <p:spPr>
            <a:xfrm>
              <a:off x="6788658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8" name="object 1818"/>
            <p:cNvSpPr/>
            <p:nvPr/>
          </p:nvSpPr>
          <p:spPr>
            <a:xfrm>
              <a:off x="6788658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9" name="object 1819"/>
            <p:cNvSpPr/>
            <p:nvPr/>
          </p:nvSpPr>
          <p:spPr>
            <a:xfrm>
              <a:off x="6534912" y="7173467"/>
              <a:ext cx="302895" cy="57150"/>
            </a:xfrm>
            <a:custGeom>
              <a:avLst/>
              <a:gdLst/>
              <a:ahLst/>
              <a:cxnLst/>
              <a:rect l="l" t="t" r="r" b="b"/>
              <a:pathLst>
                <a:path w="302895" h="57150">
                  <a:moveTo>
                    <a:pt x="9905" y="0"/>
                  </a:moveTo>
                  <a:lnTo>
                    <a:pt x="9905" y="2286"/>
                  </a:lnTo>
                  <a:lnTo>
                    <a:pt x="9905" y="3810"/>
                  </a:lnTo>
                  <a:lnTo>
                    <a:pt x="8381" y="4572"/>
                  </a:lnTo>
                  <a:lnTo>
                    <a:pt x="6857" y="4572"/>
                  </a:lnTo>
                  <a:lnTo>
                    <a:pt x="6095" y="4572"/>
                  </a:lnTo>
                  <a:lnTo>
                    <a:pt x="3047" y="4572"/>
                  </a:lnTo>
                  <a:lnTo>
                    <a:pt x="0" y="6096"/>
                  </a:lnTo>
                  <a:lnTo>
                    <a:pt x="0" y="8382"/>
                  </a:lnTo>
                  <a:lnTo>
                    <a:pt x="0" y="50292"/>
                  </a:lnTo>
                  <a:lnTo>
                    <a:pt x="0" y="51816"/>
                  </a:lnTo>
                  <a:lnTo>
                    <a:pt x="2285" y="53340"/>
                  </a:lnTo>
                  <a:lnTo>
                    <a:pt x="5333" y="53340"/>
                  </a:lnTo>
                  <a:lnTo>
                    <a:pt x="6857" y="53340"/>
                  </a:lnTo>
                  <a:lnTo>
                    <a:pt x="8381" y="53340"/>
                  </a:lnTo>
                  <a:lnTo>
                    <a:pt x="9905" y="54102"/>
                  </a:lnTo>
                  <a:lnTo>
                    <a:pt x="9905" y="55626"/>
                  </a:lnTo>
                  <a:lnTo>
                    <a:pt x="9905" y="57150"/>
                  </a:lnTo>
                  <a:lnTo>
                    <a:pt x="292607" y="57149"/>
                  </a:lnTo>
                  <a:lnTo>
                    <a:pt x="292607" y="56387"/>
                  </a:lnTo>
                  <a:lnTo>
                    <a:pt x="292607" y="54101"/>
                  </a:lnTo>
                  <a:lnTo>
                    <a:pt x="294893" y="53339"/>
                  </a:lnTo>
                  <a:lnTo>
                    <a:pt x="297941" y="53339"/>
                  </a:lnTo>
                  <a:lnTo>
                    <a:pt x="300989" y="53339"/>
                  </a:lnTo>
                  <a:lnTo>
                    <a:pt x="302513" y="51815"/>
                  </a:lnTo>
                  <a:lnTo>
                    <a:pt x="302513" y="50291"/>
                  </a:lnTo>
                  <a:lnTo>
                    <a:pt x="302513" y="7619"/>
                  </a:lnTo>
                  <a:lnTo>
                    <a:pt x="302513" y="6095"/>
                  </a:lnTo>
                  <a:lnTo>
                    <a:pt x="300989" y="4571"/>
                  </a:lnTo>
                  <a:lnTo>
                    <a:pt x="297941" y="4571"/>
                  </a:lnTo>
                  <a:lnTo>
                    <a:pt x="296417" y="4571"/>
                  </a:lnTo>
                  <a:lnTo>
                    <a:pt x="294893" y="4571"/>
                  </a:lnTo>
                  <a:lnTo>
                    <a:pt x="292607" y="3809"/>
                  </a:lnTo>
                  <a:lnTo>
                    <a:pt x="292607" y="2285"/>
                  </a:lnTo>
                  <a:lnTo>
                    <a:pt x="292607" y="0"/>
                  </a:lnTo>
                </a:path>
              </a:pathLst>
            </a:custGeom>
            <a:ln w="3175">
              <a:solidFill>
                <a:srgbClr val="C9C1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20" name="object 1820"/>
            <p:cNvPicPr/>
            <p:nvPr/>
          </p:nvPicPr>
          <p:blipFill>
            <a:blip r:embed="rId284" cstate="print"/>
            <a:stretch>
              <a:fillRect/>
            </a:stretch>
          </p:blipFill>
          <p:spPr>
            <a:xfrm>
              <a:off x="6832092" y="7173467"/>
              <a:ext cx="329183" cy="73914"/>
            </a:xfrm>
            <a:prstGeom prst="rect">
              <a:avLst/>
            </a:prstGeom>
          </p:spPr>
        </p:pic>
        <p:sp>
          <p:nvSpPr>
            <p:cNvPr id="1821" name="object 1821"/>
            <p:cNvSpPr/>
            <p:nvPr/>
          </p:nvSpPr>
          <p:spPr>
            <a:xfrm>
              <a:off x="6852666" y="7173467"/>
              <a:ext cx="308610" cy="57150"/>
            </a:xfrm>
            <a:custGeom>
              <a:avLst/>
              <a:gdLst/>
              <a:ahLst/>
              <a:cxnLst/>
              <a:rect l="l" t="t" r="r" b="b"/>
              <a:pathLst>
                <a:path w="308609" h="57150">
                  <a:moveTo>
                    <a:pt x="308609" y="0"/>
                  </a:moveTo>
                  <a:lnTo>
                    <a:pt x="10667" y="0"/>
                  </a:lnTo>
                  <a:lnTo>
                    <a:pt x="10667" y="4572"/>
                  </a:lnTo>
                  <a:lnTo>
                    <a:pt x="0" y="4572"/>
                  </a:lnTo>
                  <a:lnTo>
                    <a:pt x="0" y="53340"/>
                  </a:lnTo>
                  <a:lnTo>
                    <a:pt x="10667" y="53340"/>
                  </a:lnTo>
                  <a:lnTo>
                    <a:pt x="10667" y="57150"/>
                  </a:lnTo>
                  <a:lnTo>
                    <a:pt x="308609" y="57150"/>
                  </a:lnTo>
                  <a:lnTo>
                    <a:pt x="308609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2" name="object 1822"/>
            <p:cNvSpPr/>
            <p:nvPr/>
          </p:nvSpPr>
          <p:spPr>
            <a:xfrm>
              <a:off x="6856476" y="720775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7525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1242" y="19811"/>
                  </a:lnTo>
                  <a:lnTo>
                    <a:pt x="31242" y="17525"/>
                  </a:lnTo>
                  <a:lnTo>
                    <a:pt x="44958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3" name="object 1823"/>
            <p:cNvSpPr/>
            <p:nvPr/>
          </p:nvSpPr>
          <p:spPr>
            <a:xfrm>
              <a:off x="6856476" y="720775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7525"/>
                  </a:lnTo>
                  <a:lnTo>
                    <a:pt x="31242" y="17525"/>
                  </a:lnTo>
                  <a:lnTo>
                    <a:pt x="31242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4" name="object 1824"/>
            <p:cNvSpPr/>
            <p:nvPr/>
          </p:nvSpPr>
          <p:spPr>
            <a:xfrm>
              <a:off x="6906006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8288" y="19811"/>
                  </a:lnTo>
                  <a:lnTo>
                    <a:pt x="18288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2004" y="19811"/>
                  </a:lnTo>
                  <a:lnTo>
                    <a:pt x="32004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5" name="object 1825"/>
            <p:cNvSpPr/>
            <p:nvPr/>
          </p:nvSpPr>
          <p:spPr>
            <a:xfrm>
              <a:off x="6906006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2004" y="17525"/>
                  </a:lnTo>
                  <a:lnTo>
                    <a:pt x="32004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8288" y="21335"/>
                  </a:lnTo>
                  <a:lnTo>
                    <a:pt x="18288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6" name="object 1826"/>
            <p:cNvSpPr/>
            <p:nvPr/>
          </p:nvSpPr>
          <p:spPr>
            <a:xfrm>
              <a:off x="6956298" y="720775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7525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1242" y="19811"/>
                  </a:lnTo>
                  <a:lnTo>
                    <a:pt x="31242" y="17525"/>
                  </a:lnTo>
                  <a:lnTo>
                    <a:pt x="44958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7" name="object 1827"/>
            <p:cNvSpPr/>
            <p:nvPr/>
          </p:nvSpPr>
          <p:spPr>
            <a:xfrm>
              <a:off x="6956298" y="720775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7525"/>
                  </a:lnTo>
                  <a:lnTo>
                    <a:pt x="31242" y="17525"/>
                  </a:lnTo>
                  <a:lnTo>
                    <a:pt x="31242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8" name="object 1828"/>
            <p:cNvSpPr/>
            <p:nvPr/>
          </p:nvSpPr>
          <p:spPr>
            <a:xfrm>
              <a:off x="7005828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17525"/>
                  </a:moveTo>
                  <a:lnTo>
                    <a:pt x="45719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4477" y="17525"/>
                  </a:lnTo>
                  <a:lnTo>
                    <a:pt x="14477" y="19811"/>
                  </a:lnTo>
                  <a:lnTo>
                    <a:pt x="18287" y="19811"/>
                  </a:lnTo>
                  <a:lnTo>
                    <a:pt x="18287" y="21335"/>
                  </a:lnTo>
                  <a:lnTo>
                    <a:pt x="28193" y="21335"/>
                  </a:lnTo>
                  <a:lnTo>
                    <a:pt x="28193" y="19811"/>
                  </a:lnTo>
                  <a:lnTo>
                    <a:pt x="32003" y="19811"/>
                  </a:lnTo>
                  <a:lnTo>
                    <a:pt x="32003" y="17525"/>
                  </a:lnTo>
                  <a:lnTo>
                    <a:pt x="45719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9" name="object 1829"/>
            <p:cNvSpPr/>
            <p:nvPr/>
          </p:nvSpPr>
          <p:spPr>
            <a:xfrm>
              <a:off x="7005828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19" y="0"/>
                  </a:lnTo>
                  <a:lnTo>
                    <a:pt x="45719" y="17525"/>
                  </a:lnTo>
                  <a:lnTo>
                    <a:pt x="32003" y="17525"/>
                  </a:lnTo>
                  <a:lnTo>
                    <a:pt x="32003" y="19811"/>
                  </a:lnTo>
                  <a:lnTo>
                    <a:pt x="28193" y="19811"/>
                  </a:lnTo>
                  <a:lnTo>
                    <a:pt x="28193" y="21335"/>
                  </a:lnTo>
                  <a:lnTo>
                    <a:pt x="18287" y="21335"/>
                  </a:lnTo>
                  <a:lnTo>
                    <a:pt x="18287" y="19811"/>
                  </a:lnTo>
                  <a:lnTo>
                    <a:pt x="14477" y="19811"/>
                  </a:lnTo>
                  <a:lnTo>
                    <a:pt x="14477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0" name="object 1830"/>
            <p:cNvSpPr/>
            <p:nvPr/>
          </p:nvSpPr>
          <p:spPr>
            <a:xfrm>
              <a:off x="7056120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17525"/>
                  </a:moveTo>
                  <a:lnTo>
                    <a:pt x="45720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8288" y="19811"/>
                  </a:lnTo>
                  <a:lnTo>
                    <a:pt x="18288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2004" y="19811"/>
                  </a:lnTo>
                  <a:lnTo>
                    <a:pt x="32004" y="17525"/>
                  </a:lnTo>
                  <a:lnTo>
                    <a:pt x="45720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1" name="object 1831"/>
            <p:cNvSpPr/>
            <p:nvPr/>
          </p:nvSpPr>
          <p:spPr>
            <a:xfrm>
              <a:off x="7056120" y="7207757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5720" y="0"/>
                  </a:lnTo>
                  <a:lnTo>
                    <a:pt x="45720" y="17525"/>
                  </a:lnTo>
                  <a:lnTo>
                    <a:pt x="32004" y="17525"/>
                  </a:lnTo>
                  <a:lnTo>
                    <a:pt x="32004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8288" y="21335"/>
                  </a:lnTo>
                  <a:lnTo>
                    <a:pt x="18288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2" name="object 1832"/>
            <p:cNvSpPr/>
            <p:nvPr/>
          </p:nvSpPr>
          <p:spPr>
            <a:xfrm>
              <a:off x="7106412" y="720775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17525"/>
                  </a:moveTo>
                  <a:lnTo>
                    <a:pt x="44958" y="0"/>
                  </a:lnTo>
                  <a:lnTo>
                    <a:pt x="0" y="0"/>
                  </a:lnTo>
                  <a:lnTo>
                    <a:pt x="0" y="17525"/>
                  </a:lnTo>
                  <a:lnTo>
                    <a:pt x="13716" y="17525"/>
                  </a:lnTo>
                  <a:lnTo>
                    <a:pt x="13716" y="19811"/>
                  </a:lnTo>
                  <a:lnTo>
                    <a:pt x="17526" y="19811"/>
                  </a:lnTo>
                  <a:lnTo>
                    <a:pt x="17526" y="21335"/>
                  </a:lnTo>
                  <a:lnTo>
                    <a:pt x="27432" y="21335"/>
                  </a:lnTo>
                  <a:lnTo>
                    <a:pt x="27432" y="19811"/>
                  </a:lnTo>
                  <a:lnTo>
                    <a:pt x="31242" y="19811"/>
                  </a:lnTo>
                  <a:lnTo>
                    <a:pt x="31242" y="17525"/>
                  </a:lnTo>
                  <a:lnTo>
                    <a:pt x="44958" y="1752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3" name="object 1833"/>
            <p:cNvSpPr/>
            <p:nvPr/>
          </p:nvSpPr>
          <p:spPr>
            <a:xfrm>
              <a:off x="7106412" y="7207757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17525"/>
                  </a:moveTo>
                  <a:lnTo>
                    <a:pt x="0" y="17525"/>
                  </a:lnTo>
                  <a:lnTo>
                    <a:pt x="0" y="0"/>
                  </a:lnTo>
                  <a:lnTo>
                    <a:pt x="44958" y="0"/>
                  </a:lnTo>
                  <a:lnTo>
                    <a:pt x="44958" y="17525"/>
                  </a:lnTo>
                  <a:lnTo>
                    <a:pt x="31242" y="17525"/>
                  </a:lnTo>
                  <a:lnTo>
                    <a:pt x="31242" y="19811"/>
                  </a:lnTo>
                  <a:lnTo>
                    <a:pt x="27432" y="19811"/>
                  </a:lnTo>
                  <a:lnTo>
                    <a:pt x="27432" y="21335"/>
                  </a:lnTo>
                  <a:lnTo>
                    <a:pt x="17526" y="21335"/>
                  </a:lnTo>
                  <a:lnTo>
                    <a:pt x="17526" y="19811"/>
                  </a:lnTo>
                  <a:lnTo>
                    <a:pt x="13716" y="19811"/>
                  </a:lnTo>
                  <a:lnTo>
                    <a:pt x="13716" y="17525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4" name="object 1834"/>
            <p:cNvSpPr/>
            <p:nvPr/>
          </p:nvSpPr>
          <p:spPr>
            <a:xfrm>
              <a:off x="6856476" y="717575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6"/>
                  </a:move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5" name="object 1835"/>
            <p:cNvSpPr/>
            <p:nvPr/>
          </p:nvSpPr>
          <p:spPr>
            <a:xfrm>
              <a:off x="6856476" y="717575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6" name="object 1836"/>
            <p:cNvSpPr/>
            <p:nvPr/>
          </p:nvSpPr>
          <p:spPr>
            <a:xfrm>
              <a:off x="6906006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7" name="object 1837"/>
            <p:cNvSpPr/>
            <p:nvPr/>
          </p:nvSpPr>
          <p:spPr>
            <a:xfrm>
              <a:off x="6906006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8" name="object 1838"/>
            <p:cNvSpPr/>
            <p:nvPr/>
          </p:nvSpPr>
          <p:spPr>
            <a:xfrm>
              <a:off x="6956298" y="717575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6"/>
                  </a:move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9" name="object 1839"/>
            <p:cNvSpPr/>
            <p:nvPr/>
          </p:nvSpPr>
          <p:spPr>
            <a:xfrm>
              <a:off x="6956298" y="717575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0" name="object 1840"/>
            <p:cNvSpPr/>
            <p:nvPr/>
          </p:nvSpPr>
          <p:spPr>
            <a:xfrm>
              <a:off x="7005828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19" y="21336"/>
                  </a:move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1" name="object 1841"/>
            <p:cNvSpPr/>
            <p:nvPr/>
          </p:nvSpPr>
          <p:spPr>
            <a:xfrm>
              <a:off x="7005828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4477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19" y="21336"/>
                  </a:lnTo>
                  <a:lnTo>
                    <a:pt x="45719" y="3048"/>
                  </a:lnTo>
                  <a:lnTo>
                    <a:pt x="32003" y="3048"/>
                  </a:lnTo>
                  <a:lnTo>
                    <a:pt x="32003" y="1524"/>
                  </a:lnTo>
                  <a:lnTo>
                    <a:pt x="28193" y="1524"/>
                  </a:lnTo>
                  <a:lnTo>
                    <a:pt x="28193" y="0"/>
                  </a:lnTo>
                  <a:lnTo>
                    <a:pt x="18287" y="0"/>
                  </a:lnTo>
                  <a:lnTo>
                    <a:pt x="18287" y="1524"/>
                  </a:lnTo>
                  <a:lnTo>
                    <a:pt x="14477" y="1524"/>
                  </a:lnTo>
                  <a:lnTo>
                    <a:pt x="14477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2" name="object 1842"/>
            <p:cNvSpPr/>
            <p:nvPr/>
          </p:nvSpPr>
          <p:spPr>
            <a:xfrm>
              <a:off x="7056120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720" y="21336"/>
                  </a:move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3" name="object 1843"/>
            <p:cNvSpPr/>
            <p:nvPr/>
          </p:nvSpPr>
          <p:spPr>
            <a:xfrm>
              <a:off x="7056120" y="7175753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5720" y="21336"/>
                  </a:lnTo>
                  <a:lnTo>
                    <a:pt x="45720" y="3048"/>
                  </a:lnTo>
                  <a:lnTo>
                    <a:pt x="32004" y="3048"/>
                  </a:lnTo>
                  <a:lnTo>
                    <a:pt x="32004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8288" y="0"/>
                  </a:lnTo>
                  <a:lnTo>
                    <a:pt x="18288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4" name="object 1844"/>
            <p:cNvSpPr/>
            <p:nvPr/>
          </p:nvSpPr>
          <p:spPr>
            <a:xfrm>
              <a:off x="7106412" y="717575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44958" y="21336"/>
                  </a:move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5" name="object 1845"/>
            <p:cNvSpPr/>
            <p:nvPr/>
          </p:nvSpPr>
          <p:spPr>
            <a:xfrm>
              <a:off x="7106412" y="7175753"/>
              <a:ext cx="45085" cy="21590"/>
            </a:xfrm>
            <a:custGeom>
              <a:avLst/>
              <a:gdLst/>
              <a:ahLst/>
              <a:cxnLst/>
              <a:rect l="l" t="t" r="r" b="b"/>
              <a:pathLst>
                <a:path w="45084" h="21590">
                  <a:moveTo>
                    <a:pt x="13716" y="3048"/>
                  </a:moveTo>
                  <a:lnTo>
                    <a:pt x="0" y="3048"/>
                  </a:lnTo>
                  <a:lnTo>
                    <a:pt x="0" y="21336"/>
                  </a:lnTo>
                  <a:lnTo>
                    <a:pt x="44958" y="21336"/>
                  </a:lnTo>
                  <a:lnTo>
                    <a:pt x="44958" y="3048"/>
                  </a:lnTo>
                  <a:lnTo>
                    <a:pt x="31242" y="3048"/>
                  </a:lnTo>
                  <a:lnTo>
                    <a:pt x="31242" y="1524"/>
                  </a:lnTo>
                  <a:lnTo>
                    <a:pt x="27432" y="1524"/>
                  </a:lnTo>
                  <a:lnTo>
                    <a:pt x="27432" y="0"/>
                  </a:lnTo>
                  <a:lnTo>
                    <a:pt x="17526" y="0"/>
                  </a:lnTo>
                  <a:lnTo>
                    <a:pt x="17526" y="1524"/>
                  </a:lnTo>
                  <a:lnTo>
                    <a:pt x="13716" y="1524"/>
                  </a:lnTo>
                  <a:lnTo>
                    <a:pt x="13716" y="3048"/>
                  </a:lnTo>
                  <a:close/>
                </a:path>
              </a:pathLst>
            </a:custGeom>
            <a:ln w="317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6" name="object 1846"/>
            <p:cNvSpPr/>
            <p:nvPr/>
          </p:nvSpPr>
          <p:spPr>
            <a:xfrm>
              <a:off x="6852666" y="7173467"/>
              <a:ext cx="304165" cy="57150"/>
            </a:xfrm>
            <a:custGeom>
              <a:avLst/>
              <a:gdLst/>
              <a:ahLst/>
              <a:cxnLst/>
              <a:rect l="l" t="t" r="r" b="b"/>
              <a:pathLst>
                <a:path w="304165" h="57150">
                  <a:moveTo>
                    <a:pt x="9905" y="0"/>
                  </a:moveTo>
                  <a:lnTo>
                    <a:pt x="9905" y="2286"/>
                  </a:lnTo>
                  <a:lnTo>
                    <a:pt x="9905" y="3810"/>
                  </a:lnTo>
                  <a:lnTo>
                    <a:pt x="8381" y="4572"/>
                  </a:lnTo>
                  <a:lnTo>
                    <a:pt x="6095" y="4572"/>
                  </a:lnTo>
                  <a:lnTo>
                    <a:pt x="5333" y="4572"/>
                  </a:lnTo>
                  <a:lnTo>
                    <a:pt x="2285" y="4572"/>
                  </a:lnTo>
                  <a:lnTo>
                    <a:pt x="0" y="6096"/>
                  </a:lnTo>
                  <a:lnTo>
                    <a:pt x="0" y="8382"/>
                  </a:lnTo>
                  <a:lnTo>
                    <a:pt x="0" y="50292"/>
                  </a:lnTo>
                  <a:lnTo>
                    <a:pt x="0" y="51816"/>
                  </a:lnTo>
                  <a:lnTo>
                    <a:pt x="2285" y="53340"/>
                  </a:lnTo>
                  <a:lnTo>
                    <a:pt x="4571" y="53340"/>
                  </a:lnTo>
                  <a:lnTo>
                    <a:pt x="6095" y="53340"/>
                  </a:lnTo>
                  <a:lnTo>
                    <a:pt x="8381" y="53340"/>
                  </a:lnTo>
                  <a:lnTo>
                    <a:pt x="9905" y="54102"/>
                  </a:lnTo>
                  <a:lnTo>
                    <a:pt x="9905" y="55626"/>
                  </a:lnTo>
                  <a:lnTo>
                    <a:pt x="9905" y="57150"/>
                  </a:lnTo>
                  <a:lnTo>
                    <a:pt x="304037" y="57149"/>
                  </a:lnTo>
                </a:path>
              </a:pathLst>
            </a:custGeom>
            <a:ln w="3175">
              <a:solidFill>
                <a:srgbClr val="C9C1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7" name="object 1847"/>
            <p:cNvSpPr/>
            <p:nvPr/>
          </p:nvSpPr>
          <p:spPr>
            <a:xfrm>
              <a:off x="5942076" y="7156703"/>
              <a:ext cx="81280" cy="14604"/>
            </a:xfrm>
            <a:custGeom>
              <a:avLst/>
              <a:gdLst/>
              <a:ahLst/>
              <a:cxnLst/>
              <a:rect l="l" t="t" r="r" b="b"/>
              <a:pathLst>
                <a:path w="81279" h="14604">
                  <a:moveTo>
                    <a:pt x="80772" y="14477"/>
                  </a:moveTo>
                  <a:lnTo>
                    <a:pt x="80772" y="6857"/>
                  </a:lnTo>
                  <a:lnTo>
                    <a:pt x="44958" y="6857"/>
                  </a:lnTo>
                  <a:lnTo>
                    <a:pt x="44958" y="0"/>
                  </a:lnTo>
                  <a:lnTo>
                    <a:pt x="0" y="0"/>
                  </a:lnTo>
                  <a:lnTo>
                    <a:pt x="0" y="14477"/>
                  </a:lnTo>
                  <a:lnTo>
                    <a:pt x="80772" y="14477"/>
                  </a:lnTo>
                  <a:close/>
                </a:path>
              </a:pathLst>
            </a:custGeom>
            <a:solidFill>
              <a:srgbClr val="AFC2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8" name="object 1848"/>
            <p:cNvSpPr/>
            <p:nvPr/>
          </p:nvSpPr>
          <p:spPr>
            <a:xfrm>
              <a:off x="6006846" y="7168133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5">
                  <a:moveTo>
                    <a:pt x="0" y="0"/>
                  </a:moveTo>
                  <a:lnTo>
                    <a:pt x="1295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9" name="object 1849"/>
            <p:cNvSpPr/>
            <p:nvPr/>
          </p:nvSpPr>
          <p:spPr>
            <a:xfrm>
              <a:off x="6005322" y="7166609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3048" y="1524"/>
                  </a:moveTo>
                  <a:lnTo>
                    <a:pt x="3048" y="762"/>
                  </a:lnTo>
                  <a:lnTo>
                    <a:pt x="2286" y="0"/>
                  </a:lnTo>
                  <a:lnTo>
                    <a:pt x="762" y="0"/>
                  </a:lnTo>
                  <a:lnTo>
                    <a:pt x="0" y="762"/>
                  </a:lnTo>
                  <a:lnTo>
                    <a:pt x="0" y="1524"/>
                  </a:lnTo>
                  <a:lnTo>
                    <a:pt x="762" y="2286"/>
                  </a:lnTo>
                  <a:lnTo>
                    <a:pt x="2286" y="2286"/>
                  </a:lnTo>
                  <a:lnTo>
                    <a:pt x="3048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0" name="object 1850"/>
            <p:cNvSpPr/>
            <p:nvPr/>
          </p:nvSpPr>
          <p:spPr>
            <a:xfrm>
              <a:off x="6009894" y="7165847"/>
              <a:ext cx="3810" cy="2540"/>
            </a:xfrm>
            <a:custGeom>
              <a:avLst/>
              <a:gdLst/>
              <a:ahLst/>
              <a:cxnLst/>
              <a:rect l="l" t="t" r="r" b="b"/>
              <a:pathLst>
                <a:path w="3810" h="2540">
                  <a:moveTo>
                    <a:pt x="0" y="2285"/>
                  </a:moveTo>
                  <a:lnTo>
                    <a:pt x="761" y="761"/>
                  </a:lnTo>
                  <a:lnTo>
                    <a:pt x="1523" y="761"/>
                  </a:lnTo>
                  <a:lnTo>
                    <a:pt x="38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1" name="object 1851"/>
            <p:cNvSpPr/>
            <p:nvPr/>
          </p:nvSpPr>
          <p:spPr>
            <a:xfrm>
              <a:off x="6012180" y="7165085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3048" y="1523"/>
                  </a:moveTo>
                  <a:lnTo>
                    <a:pt x="3048" y="761"/>
                  </a:lnTo>
                  <a:lnTo>
                    <a:pt x="2286" y="0"/>
                  </a:lnTo>
                  <a:lnTo>
                    <a:pt x="761" y="0"/>
                  </a:lnTo>
                  <a:lnTo>
                    <a:pt x="0" y="761"/>
                  </a:lnTo>
                  <a:lnTo>
                    <a:pt x="0" y="1523"/>
                  </a:lnTo>
                  <a:lnTo>
                    <a:pt x="762" y="2285"/>
                  </a:lnTo>
                  <a:lnTo>
                    <a:pt x="2286" y="2285"/>
                  </a:lnTo>
                  <a:lnTo>
                    <a:pt x="3048" y="15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2" name="object 1852"/>
            <p:cNvSpPr/>
            <p:nvPr/>
          </p:nvSpPr>
          <p:spPr>
            <a:xfrm>
              <a:off x="6012180" y="7168133"/>
              <a:ext cx="3810" cy="1905"/>
            </a:xfrm>
            <a:custGeom>
              <a:avLst/>
              <a:gdLst/>
              <a:ahLst/>
              <a:cxnLst/>
              <a:rect l="l" t="t" r="r" b="b"/>
              <a:pathLst>
                <a:path w="3810" h="1904">
                  <a:moveTo>
                    <a:pt x="0" y="0"/>
                  </a:moveTo>
                  <a:lnTo>
                    <a:pt x="0" y="762"/>
                  </a:lnTo>
                  <a:lnTo>
                    <a:pt x="1524" y="1523"/>
                  </a:lnTo>
                  <a:lnTo>
                    <a:pt x="3810" y="152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3" name="object 1853"/>
            <p:cNvSpPr/>
            <p:nvPr/>
          </p:nvSpPr>
          <p:spPr>
            <a:xfrm>
              <a:off x="6014466" y="7166609"/>
              <a:ext cx="6350" cy="3810"/>
            </a:xfrm>
            <a:custGeom>
              <a:avLst/>
              <a:gdLst/>
              <a:ahLst/>
              <a:cxnLst/>
              <a:rect l="l" t="t" r="r" b="b"/>
              <a:pathLst>
                <a:path w="6350" h="3809">
                  <a:moveTo>
                    <a:pt x="3048" y="2286"/>
                  </a:moveTo>
                  <a:lnTo>
                    <a:pt x="2286" y="1524"/>
                  </a:lnTo>
                  <a:lnTo>
                    <a:pt x="762" y="1524"/>
                  </a:lnTo>
                  <a:lnTo>
                    <a:pt x="0" y="2286"/>
                  </a:lnTo>
                  <a:lnTo>
                    <a:pt x="0" y="3048"/>
                  </a:lnTo>
                  <a:lnTo>
                    <a:pt x="762" y="3810"/>
                  </a:lnTo>
                  <a:lnTo>
                    <a:pt x="2286" y="3810"/>
                  </a:lnTo>
                  <a:lnTo>
                    <a:pt x="3048" y="3048"/>
                  </a:lnTo>
                  <a:lnTo>
                    <a:pt x="3048" y="2286"/>
                  </a:lnTo>
                  <a:close/>
                </a:path>
                <a:path w="6350" h="3809">
                  <a:moveTo>
                    <a:pt x="6096" y="1524"/>
                  </a:moveTo>
                  <a:lnTo>
                    <a:pt x="3810" y="0"/>
                  </a:lnTo>
                  <a:lnTo>
                    <a:pt x="3810" y="2286"/>
                  </a:lnTo>
                  <a:lnTo>
                    <a:pt x="6096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4" name="object 1854"/>
            <p:cNvSpPr/>
            <p:nvPr/>
          </p:nvSpPr>
          <p:spPr>
            <a:xfrm>
              <a:off x="5990082" y="7159751"/>
              <a:ext cx="11430" cy="10160"/>
            </a:xfrm>
            <a:custGeom>
              <a:avLst/>
              <a:gdLst/>
              <a:ahLst/>
              <a:cxnLst/>
              <a:rect l="l" t="t" r="r" b="b"/>
              <a:pathLst>
                <a:path w="11429" h="10159">
                  <a:moveTo>
                    <a:pt x="10668" y="0"/>
                  </a:moveTo>
                  <a:lnTo>
                    <a:pt x="1524" y="0"/>
                  </a:lnTo>
                  <a:lnTo>
                    <a:pt x="1524" y="1524"/>
                  </a:lnTo>
                  <a:lnTo>
                    <a:pt x="10668" y="1524"/>
                  </a:lnTo>
                  <a:lnTo>
                    <a:pt x="10668" y="0"/>
                  </a:lnTo>
                  <a:close/>
                </a:path>
                <a:path w="11429" h="10159">
                  <a:moveTo>
                    <a:pt x="11430" y="6858"/>
                  </a:moveTo>
                  <a:lnTo>
                    <a:pt x="9144" y="6096"/>
                  </a:lnTo>
                  <a:lnTo>
                    <a:pt x="3048" y="6096"/>
                  </a:lnTo>
                  <a:lnTo>
                    <a:pt x="0" y="6858"/>
                  </a:lnTo>
                  <a:lnTo>
                    <a:pt x="0" y="9144"/>
                  </a:lnTo>
                  <a:lnTo>
                    <a:pt x="3048" y="9906"/>
                  </a:lnTo>
                  <a:lnTo>
                    <a:pt x="9144" y="9906"/>
                  </a:lnTo>
                  <a:lnTo>
                    <a:pt x="11430" y="9144"/>
                  </a:lnTo>
                  <a:lnTo>
                    <a:pt x="11430" y="8382"/>
                  </a:lnTo>
                  <a:lnTo>
                    <a:pt x="11430" y="685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5" name="object 1855"/>
            <p:cNvSpPr/>
            <p:nvPr/>
          </p:nvSpPr>
          <p:spPr>
            <a:xfrm>
              <a:off x="6228588" y="7158989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6" name="object 1856"/>
            <p:cNvSpPr/>
            <p:nvPr/>
          </p:nvSpPr>
          <p:spPr>
            <a:xfrm>
              <a:off x="6228588" y="7158989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7" name="object 1857"/>
            <p:cNvSpPr/>
            <p:nvPr/>
          </p:nvSpPr>
          <p:spPr>
            <a:xfrm>
              <a:off x="6234684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8" name="object 1858"/>
            <p:cNvSpPr/>
            <p:nvPr/>
          </p:nvSpPr>
          <p:spPr>
            <a:xfrm>
              <a:off x="6233160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9" name="object 1859"/>
            <p:cNvSpPr/>
            <p:nvPr/>
          </p:nvSpPr>
          <p:spPr>
            <a:xfrm>
              <a:off x="6265926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0" name="object 1860"/>
            <p:cNvSpPr/>
            <p:nvPr/>
          </p:nvSpPr>
          <p:spPr>
            <a:xfrm>
              <a:off x="6264402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1" name="object 1861"/>
            <p:cNvSpPr/>
            <p:nvPr/>
          </p:nvSpPr>
          <p:spPr>
            <a:xfrm>
              <a:off x="6295644" y="7158989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4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2" name="object 1862"/>
            <p:cNvSpPr/>
            <p:nvPr/>
          </p:nvSpPr>
          <p:spPr>
            <a:xfrm>
              <a:off x="6297168" y="7158989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3" name="object 1863"/>
            <p:cNvSpPr/>
            <p:nvPr/>
          </p:nvSpPr>
          <p:spPr>
            <a:xfrm>
              <a:off x="6325362" y="7158989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4" name="object 1864"/>
            <p:cNvSpPr/>
            <p:nvPr/>
          </p:nvSpPr>
          <p:spPr>
            <a:xfrm>
              <a:off x="6325362" y="7158989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5" name="object 1865"/>
            <p:cNvSpPr/>
            <p:nvPr/>
          </p:nvSpPr>
          <p:spPr>
            <a:xfrm>
              <a:off x="6331458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6" name="object 1866"/>
            <p:cNvSpPr/>
            <p:nvPr/>
          </p:nvSpPr>
          <p:spPr>
            <a:xfrm>
              <a:off x="6329934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7" name="object 1867"/>
            <p:cNvSpPr/>
            <p:nvPr/>
          </p:nvSpPr>
          <p:spPr>
            <a:xfrm>
              <a:off x="6362700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8" name="object 1868"/>
            <p:cNvSpPr/>
            <p:nvPr/>
          </p:nvSpPr>
          <p:spPr>
            <a:xfrm>
              <a:off x="6361176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9" name="object 1869"/>
            <p:cNvSpPr/>
            <p:nvPr/>
          </p:nvSpPr>
          <p:spPr>
            <a:xfrm>
              <a:off x="6392418" y="7158989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4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0" name="object 1870"/>
            <p:cNvSpPr/>
            <p:nvPr/>
          </p:nvSpPr>
          <p:spPr>
            <a:xfrm>
              <a:off x="6393942" y="7158989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1" name="object 1871"/>
            <p:cNvSpPr/>
            <p:nvPr/>
          </p:nvSpPr>
          <p:spPr>
            <a:xfrm>
              <a:off x="6422136" y="7158989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3" y="10667"/>
                  </a:moveTo>
                  <a:lnTo>
                    <a:pt x="85343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3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2" name="object 1872"/>
            <p:cNvSpPr/>
            <p:nvPr/>
          </p:nvSpPr>
          <p:spPr>
            <a:xfrm>
              <a:off x="6422136" y="7158989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3" name="object 1873"/>
            <p:cNvSpPr/>
            <p:nvPr/>
          </p:nvSpPr>
          <p:spPr>
            <a:xfrm>
              <a:off x="6427470" y="7158989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4" name="object 1874"/>
            <p:cNvSpPr/>
            <p:nvPr/>
          </p:nvSpPr>
          <p:spPr>
            <a:xfrm>
              <a:off x="6426708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5" name="object 1875"/>
            <p:cNvSpPr/>
            <p:nvPr/>
          </p:nvSpPr>
          <p:spPr>
            <a:xfrm>
              <a:off x="6458712" y="7158989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6" name="object 1876"/>
            <p:cNvSpPr/>
            <p:nvPr/>
          </p:nvSpPr>
          <p:spPr>
            <a:xfrm>
              <a:off x="6457950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7" name="object 1877"/>
            <p:cNvSpPr/>
            <p:nvPr/>
          </p:nvSpPr>
          <p:spPr>
            <a:xfrm>
              <a:off x="6489192" y="7158989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5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8" name="object 1878"/>
            <p:cNvSpPr/>
            <p:nvPr/>
          </p:nvSpPr>
          <p:spPr>
            <a:xfrm>
              <a:off x="6489954" y="7158989"/>
              <a:ext cx="17780" cy="9525"/>
            </a:xfrm>
            <a:custGeom>
              <a:avLst/>
              <a:gdLst/>
              <a:ahLst/>
              <a:cxnLst/>
              <a:rect l="l" t="t" r="r" b="b"/>
              <a:pathLst>
                <a:path w="17779" h="9525">
                  <a:moveTo>
                    <a:pt x="0" y="0"/>
                  </a:moveTo>
                  <a:lnTo>
                    <a:pt x="17526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9" name="object 1879"/>
            <p:cNvSpPr/>
            <p:nvPr/>
          </p:nvSpPr>
          <p:spPr>
            <a:xfrm>
              <a:off x="6550152" y="7158989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0" name="object 1880"/>
            <p:cNvSpPr/>
            <p:nvPr/>
          </p:nvSpPr>
          <p:spPr>
            <a:xfrm>
              <a:off x="6550152" y="7158989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1" name="object 1881"/>
            <p:cNvSpPr/>
            <p:nvPr/>
          </p:nvSpPr>
          <p:spPr>
            <a:xfrm>
              <a:off x="6555486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2" name="object 1882"/>
            <p:cNvSpPr/>
            <p:nvPr/>
          </p:nvSpPr>
          <p:spPr>
            <a:xfrm>
              <a:off x="6553962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3" name="object 1883"/>
            <p:cNvSpPr/>
            <p:nvPr/>
          </p:nvSpPr>
          <p:spPr>
            <a:xfrm>
              <a:off x="6586728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4" name="object 1884"/>
            <p:cNvSpPr/>
            <p:nvPr/>
          </p:nvSpPr>
          <p:spPr>
            <a:xfrm>
              <a:off x="6585204" y="7158989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5" name="object 1885"/>
            <p:cNvSpPr/>
            <p:nvPr/>
          </p:nvSpPr>
          <p:spPr>
            <a:xfrm>
              <a:off x="6616446" y="7158989"/>
              <a:ext cx="19050" cy="10160"/>
            </a:xfrm>
            <a:custGeom>
              <a:avLst/>
              <a:gdLst/>
              <a:ahLst/>
              <a:cxnLst/>
              <a:rect l="l" t="t" r="r" b="b"/>
              <a:pathLst>
                <a:path w="19050" h="10159">
                  <a:moveTo>
                    <a:pt x="0" y="0"/>
                  </a:moveTo>
                  <a:lnTo>
                    <a:pt x="19050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6" name="object 1886"/>
            <p:cNvSpPr/>
            <p:nvPr/>
          </p:nvSpPr>
          <p:spPr>
            <a:xfrm>
              <a:off x="6617970" y="7158989"/>
              <a:ext cx="17780" cy="9525"/>
            </a:xfrm>
            <a:custGeom>
              <a:avLst/>
              <a:gdLst/>
              <a:ahLst/>
              <a:cxnLst/>
              <a:rect l="l" t="t" r="r" b="b"/>
              <a:pathLst>
                <a:path w="17779" h="9525">
                  <a:moveTo>
                    <a:pt x="0" y="0"/>
                  </a:moveTo>
                  <a:lnTo>
                    <a:pt x="17526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7" name="object 1887"/>
            <p:cNvSpPr/>
            <p:nvPr/>
          </p:nvSpPr>
          <p:spPr>
            <a:xfrm>
              <a:off x="6646926" y="7158989"/>
              <a:ext cx="85090" cy="10795"/>
            </a:xfrm>
            <a:custGeom>
              <a:avLst/>
              <a:gdLst/>
              <a:ahLst/>
              <a:cxnLst/>
              <a:rect l="l" t="t" r="r" b="b"/>
              <a:pathLst>
                <a:path w="85090" h="10795">
                  <a:moveTo>
                    <a:pt x="84581" y="10667"/>
                  </a:moveTo>
                  <a:lnTo>
                    <a:pt x="84581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4581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8" name="object 1888"/>
            <p:cNvSpPr/>
            <p:nvPr/>
          </p:nvSpPr>
          <p:spPr>
            <a:xfrm>
              <a:off x="6646926" y="7158989"/>
              <a:ext cx="85090" cy="10795"/>
            </a:xfrm>
            <a:custGeom>
              <a:avLst/>
              <a:gdLst/>
              <a:ahLst/>
              <a:cxnLst/>
              <a:rect l="l" t="t" r="r" b="b"/>
              <a:pathLst>
                <a:path w="85090" h="10795">
                  <a:moveTo>
                    <a:pt x="0" y="0"/>
                  </a:moveTo>
                  <a:lnTo>
                    <a:pt x="0" y="10667"/>
                  </a:lnTo>
                  <a:lnTo>
                    <a:pt x="84582" y="10667"/>
                  </a:lnTo>
                  <a:lnTo>
                    <a:pt x="84582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9" name="object 1889"/>
            <p:cNvSpPr/>
            <p:nvPr/>
          </p:nvSpPr>
          <p:spPr>
            <a:xfrm>
              <a:off x="6652260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0" name="object 1890"/>
            <p:cNvSpPr/>
            <p:nvPr/>
          </p:nvSpPr>
          <p:spPr>
            <a:xfrm>
              <a:off x="6650736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1" name="object 1891"/>
            <p:cNvSpPr/>
            <p:nvPr/>
          </p:nvSpPr>
          <p:spPr>
            <a:xfrm>
              <a:off x="6683502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2" name="object 1892"/>
            <p:cNvSpPr/>
            <p:nvPr/>
          </p:nvSpPr>
          <p:spPr>
            <a:xfrm>
              <a:off x="6681978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3" name="object 1893"/>
            <p:cNvSpPr/>
            <p:nvPr/>
          </p:nvSpPr>
          <p:spPr>
            <a:xfrm>
              <a:off x="6713220" y="7158989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5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4" name="object 1894"/>
            <p:cNvSpPr/>
            <p:nvPr/>
          </p:nvSpPr>
          <p:spPr>
            <a:xfrm>
              <a:off x="6714744" y="7158989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5" name="object 1895"/>
            <p:cNvSpPr/>
            <p:nvPr/>
          </p:nvSpPr>
          <p:spPr>
            <a:xfrm>
              <a:off x="6742938" y="7158989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6" name="object 1896"/>
            <p:cNvSpPr/>
            <p:nvPr/>
          </p:nvSpPr>
          <p:spPr>
            <a:xfrm>
              <a:off x="6742938" y="7158989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7" name="object 1897"/>
            <p:cNvSpPr/>
            <p:nvPr/>
          </p:nvSpPr>
          <p:spPr>
            <a:xfrm>
              <a:off x="6749034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8" name="object 1898"/>
            <p:cNvSpPr/>
            <p:nvPr/>
          </p:nvSpPr>
          <p:spPr>
            <a:xfrm>
              <a:off x="6747510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9" name="object 1899"/>
            <p:cNvSpPr/>
            <p:nvPr/>
          </p:nvSpPr>
          <p:spPr>
            <a:xfrm>
              <a:off x="6780276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0" name="object 1900"/>
            <p:cNvSpPr/>
            <p:nvPr/>
          </p:nvSpPr>
          <p:spPr>
            <a:xfrm>
              <a:off x="6778752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1" name="object 1901"/>
            <p:cNvSpPr/>
            <p:nvPr/>
          </p:nvSpPr>
          <p:spPr>
            <a:xfrm>
              <a:off x="6809994" y="7158989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5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2" name="object 1902"/>
            <p:cNvSpPr/>
            <p:nvPr/>
          </p:nvSpPr>
          <p:spPr>
            <a:xfrm>
              <a:off x="6811518" y="7158989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3" name="object 1903"/>
            <p:cNvSpPr/>
            <p:nvPr/>
          </p:nvSpPr>
          <p:spPr>
            <a:xfrm>
              <a:off x="6870954" y="7158989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4" name="object 1904"/>
            <p:cNvSpPr/>
            <p:nvPr/>
          </p:nvSpPr>
          <p:spPr>
            <a:xfrm>
              <a:off x="6870954" y="7158989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5" name="object 1905"/>
            <p:cNvSpPr/>
            <p:nvPr/>
          </p:nvSpPr>
          <p:spPr>
            <a:xfrm>
              <a:off x="6877050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6" name="object 1906"/>
            <p:cNvSpPr/>
            <p:nvPr/>
          </p:nvSpPr>
          <p:spPr>
            <a:xfrm>
              <a:off x="6875526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7" name="object 1907"/>
            <p:cNvSpPr/>
            <p:nvPr/>
          </p:nvSpPr>
          <p:spPr>
            <a:xfrm>
              <a:off x="6908292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8" name="object 1908"/>
            <p:cNvSpPr/>
            <p:nvPr/>
          </p:nvSpPr>
          <p:spPr>
            <a:xfrm>
              <a:off x="6906768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9" name="object 1909"/>
            <p:cNvSpPr/>
            <p:nvPr/>
          </p:nvSpPr>
          <p:spPr>
            <a:xfrm>
              <a:off x="6938010" y="7158989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5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0" name="object 1910"/>
            <p:cNvSpPr/>
            <p:nvPr/>
          </p:nvSpPr>
          <p:spPr>
            <a:xfrm>
              <a:off x="6939534" y="7158989"/>
              <a:ext cx="17145" cy="9525"/>
            </a:xfrm>
            <a:custGeom>
              <a:avLst/>
              <a:gdLst/>
              <a:ahLst/>
              <a:cxnLst/>
              <a:rect l="l" t="t" r="r" b="b"/>
              <a:pathLst>
                <a:path w="17145" h="9525">
                  <a:moveTo>
                    <a:pt x="0" y="0"/>
                  </a:moveTo>
                  <a:lnTo>
                    <a:pt x="16764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1" name="object 1911"/>
            <p:cNvSpPr/>
            <p:nvPr/>
          </p:nvSpPr>
          <p:spPr>
            <a:xfrm>
              <a:off x="6967728" y="7158989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85344" y="10667"/>
                  </a:moveTo>
                  <a:lnTo>
                    <a:pt x="85344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85344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2" name="object 1912"/>
            <p:cNvSpPr/>
            <p:nvPr/>
          </p:nvSpPr>
          <p:spPr>
            <a:xfrm>
              <a:off x="6967728" y="7158989"/>
              <a:ext cx="85725" cy="10795"/>
            </a:xfrm>
            <a:custGeom>
              <a:avLst/>
              <a:gdLst/>
              <a:ahLst/>
              <a:cxnLst/>
              <a:rect l="l" t="t" r="r" b="b"/>
              <a:pathLst>
                <a:path w="85725" h="10795">
                  <a:moveTo>
                    <a:pt x="0" y="0"/>
                  </a:moveTo>
                  <a:lnTo>
                    <a:pt x="0" y="10667"/>
                  </a:lnTo>
                  <a:lnTo>
                    <a:pt x="85344" y="10667"/>
                  </a:lnTo>
                  <a:lnTo>
                    <a:pt x="8534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3" name="object 1913"/>
            <p:cNvSpPr/>
            <p:nvPr/>
          </p:nvSpPr>
          <p:spPr>
            <a:xfrm>
              <a:off x="6973062" y="7158989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4" name="object 1914"/>
            <p:cNvSpPr/>
            <p:nvPr/>
          </p:nvSpPr>
          <p:spPr>
            <a:xfrm>
              <a:off x="6972300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5" name="object 1915"/>
            <p:cNvSpPr/>
            <p:nvPr/>
          </p:nvSpPr>
          <p:spPr>
            <a:xfrm>
              <a:off x="7004304" y="7158989"/>
              <a:ext cx="20955" cy="10795"/>
            </a:xfrm>
            <a:custGeom>
              <a:avLst/>
              <a:gdLst/>
              <a:ahLst/>
              <a:cxnLst/>
              <a:rect l="l" t="t" r="r" b="b"/>
              <a:pathLst>
                <a:path w="20954" h="10795">
                  <a:moveTo>
                    <a:pt x="0" y="0"/>
                  </a:moveTo>
                  <a:lnTo>
                    <a:pt x="20574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6" name="object 1916"/>
            <p:cNvSpPr/>
            <p:nvPr/>
          </p:nvSpPr>
          <p:spPr>
            <a:xfrm>
              <a:off x="7003542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7" name="object 1917"/>
            <p:cNvSpPr/>
            <p:nvPr/>
          </p:nvSpPr>
          <p:spPr>
            <a:xfrm>
              <a:off x="7034784" y="7158989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5" h="10159">
                  <a:moveTo>
                    <a:pt x="0" y="0"/>
                  </a:moveTo>
                  <a:lnTo>
                    <a:pt x="18288" y="9905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8" name="object 1918"/>
            <p:cNvSpPr/>
            <p:nvPr/>
          </p:nvSpPr>
          <p:spPr>
            <a:xfrm>
              <a:off x="7035546" y="7158989"/>
              <a:ext cx="17780" cy="9525"/>
            </a:xfrm>
            <a:custGeom>
              <a:avLst/>
              <a:gdLst/>
              <a:ahLst/>
              <a:cxnLst/>
              <a:rect l="l" t="t" r="r" b="b"/>
              <a:pathLst>
                <a:path w="17779" h="9525">
                  <a:moveTo>
                    <a:pt x="0" y="0"/>
                  </a:moveTo>
                  <a:lnTo>
                    <a:pt x="17526" y="9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9" name="object 1919"/>
            <p:cNvSpPr/>
            <p:nvPr/>
          </p:nvSpPr>
          <p:spPr>
            <a:xfrm>
              <a:off x="7064502" y="7158989"/>
              <a:ext cx="56515" cy="10795"/>
            </a:xfrm>
            <a:custGeom>
              <a:avLst/>
              <a:gdLst/>
              <a:ahLst/>
              <a:cxnLst/>
              <a:rect l="l" t="t" r="r" b="b"/>
              <a:pathLst>
                <a:path w="56515" h="10795">
                  <a:moveTo>
                    <a:pt x="56386" y="10667"/>
                  </a:moveTo>
                  <a:lnTo>
                    <a:pt x="56386" y="0"/>
                  </a:lnTo>
                  <a:lnTo>
                    <a:pt x="0" y="0"/>
                  </a:lnTo>
                  <a:lnTo>
                    <a:pt x="0" y="10667"/>
                  </a:lnTo>
                  <a:lnTo>
                    <a:pt x="56386" y="10667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0" name="object 1920"/>
            <p:cNvSpPr/>
            <p:nvPr/>
          </p:nvSpPr>
          <p:spPr>
            <a:xfrm>
              <a:off x="7064502" y="7158989"/>
              <a:ext cx="56515" cy="10795"/>
            </a:xfrm>
            <a:custGeom>
              <a:avLst/>
              <a:gdLst/>
              <a:ahLst/>
              <a:cxnLst/>
              <a:rect l="l" t="t" r="r" b="b"/>
              <a:pathLst>
                <a:path w="56515" h="10795">
                  <a:moveTo>
                    <a:pt x="0" y="0"/>
                  </a:moveTo>
                  <a:lnTo>
                    <a:pt x="0" y="10667"/>
                  </a:lnTo>
                  <a:lnTo>
                    <a:pt x="56386" y="10667"/>
                  </a:lnTo>
                  <a:lnTo>
                    <a:pt x="56386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1" name="object 1921"/>
            <p:cNvSpPr/>
            <p:nvPr/>
          </p:nvSpPr>
          <p:spPr>
            <a:xfrm>
              <a:off x="7069836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2" name="object 1922"/>
            <p:cNvSpPr/>
            <p:nvPr/>
          </p:nvSpPr>
          <p:spPr>
            <a:xfrm>
              <a:off x="7068312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3" name="object 1923"/>
            <p:cNvSpPr/>
            <p:nvPr/>
          </p:nvSpPr>
          <p:spPr>
            <a:xfrm>
              <a:off x="7101078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4" name="object 1924"/>
            <p:cNvSpPr/>
            <p:nvPr/>
          </p:nvSpPr>
          <p:spPr>
            <a:xfrm>
              <a:off x="7099554" y="7158989"/>
              <a:ext cx="20320" cy="10795"/>
            </a:xfrm>
            <a:custGeom>
              <a:avLst/>
              <a:gdLst/>
              <a:ahLst/>
              <a:cxnLst/>
              <a:rect l="l" t="t" r="r" b="b"/>
              <a:pathLst>
                <a:path w="20320" h="10795">
                  <a:moveTo>
                    <a:pt x="0" y="0"/>
                  </a:moveTo>
                  <a:lnTo>
                    <a:pt x="19812" y="10667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5" name="object 1925"/>
            <p:cNvSpPr/>
            <p:nvPr/>
          </p:nvSpPr>
          <p:spPr>
            <a:xfrm>
              <a:off x="7230618" y="7180325"/>
              <a:ext cx="150495" cy="13970"/>
            </a:xfrm>
            <a:custGeom>
              <a:avLst/>
              <a:gdLst/>
              <a:ahLst/>
              <a:cxnLst/>
              <a:rect l="l" t="t" r="r" b="b"/>
              <a:pathLst>
                <a:path w="150495" h="13970">
                  <a:moveTo>
                    <a:pt x="150114" y="13716"/>
                  </a:moveTo>
                  <a:lnTo>
                    <a:pt x="150114" y="0"/>
                  </a:lnTo>
                  <a:lnTo>
                    <a:pt x="0" y="0"/>
                  </a:lnTo>
                  <a:lnTo>
                    <a:pt x="0" y="13716"/>
                  </a:lnTo>
                  <a:lnTo>
                    <a:pt x="150114" y="13716"/>
                  </a:lnTo>
                  <a:close/>
                </a:path>
              </a:pathLst>
            </a:custGeom>
            <a:solidFill>
              <a:srgbClr val="2E74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6" name="object 1926"/>
            <p:cNvSpPr/>
            <p:nvPr/>
          </p:nvSpPr>
          <p:spPr>
            <a:xfrm>
              <a:off x="7206234" y="7199388"/>
              <a:ext cx="199390" cy="7620"/>
            </a:xfrm>
            <a:custGeom>
              <a:avLst/>
              <a:gdLst/>
              <a:ahLst/>
              <a:cxnLst/>
              <a:rect l="l" t="t" r="r" b="b"/>
              <a:pathLst>
                <a:path w="199390" h="7620">
                  <a:moveTo>
                    <a:pt x="11417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11417" y="7620"/>
                  </a:lnTo>
                  <a:lnTo>
                    <a:pt x="11417" y="0"/>
                  </a:lnTo>
                  <a:close/>
                </a:path>
                <a:path w="199390" h="7620">
                  <a:moveTo>
                    <a:pt x="27419" y="0"/>
                  </a:moveTo>
                  <a:lnTo>
                    <a:pt x="16002" y="0"/>
                  </a:lnTo>
                  <a:lnTo>
                    <a:pt x="16002" y="7620"/>
                  </a:lnTo>
                  <a:lnTo>
                    <a:pt x="27419" y="7620"/>
                  </a:lnTo>
                  <a:lnTo>
                    <a:pt x="27419" y="0"/>
                  </a:lnTo>
                  <a:close/>
                </a:path>
                <a:path w="199390" h="7620">
                  <a:moveTo>
                    <a:pt x="198869" y="0"/>
                  </a:moveTo>
                  <a:lnTo>
                    <a:pt x="187452" y="0"/>
                  </a:lnTo>
                  <a:lnTo>
                    <a:pt x="187452" y="7620"/>
                  </a:lnTo>
                  <a:lnTo>
                    <a:pt x="198869" y="7620"/>
                  </a:lnTo>
                  <a:lnTo>
                    <a:pt x="198869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7" name="object 1927"/>
            <p:cNvSpPr/>
            <p:nvPr/>
          </p:nvSpPr>
          <p:spPr>
            <a:xfrm>
              <a:off x="7253478" y="7203186"/>
              <a:ext cx="136525" cy="0"/>
            </a:xfrm>
            <a:custGeom>
              <a:avLst/>
              <a:gdLst/>
              <a:ahLst/>
              <a:cxnLst/>
              <a:rect l="l" t="t" r="r" b="b"/>
              <a:pathLst>
                <a:path w="136525">
                  <a:moveTo>
                    <a:pt x="0" y="0"/>
                  </a:moveTo>
                  <a:lnTo>
                    <a:pt x="136398" y="0"/>
                  </a:lnTo>
                </a:path>
              </a:pathLst>
            </a:custGeom>
            <a:ln w="7620">
              <a:solidFill>
                <a:srgbClr val="40404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8" name="object 1928"/>
            <p:cNvSpPr/>
            <p:nvPr/>
          </p:nvSpPr>
          <p:spPr>
            <a:xfrm>
              <a:off x="7237476" y="7178052"/>
              <a:ext cx="136525" cy="29209"/>
            </a:xfrm>
            <a:custGeom>
              <a:avLst/>
              <a:gdLst/>
              <a:ahLst/>
              <a:cxnLst/>
              <a:rect l="l" t="t" r="r" b="b"/>
              <a:pathLst>
                <a:path w="136525" h="29209">
                  <a:moveTo>
                    <a:pt x="11417" y="21336"/>
                  </a:moveTo>
                  <a:lnTo>
                    <a:pt x="0" y="21336"/>
                  </a:lnTo>
                  <a:lnTo>
                    <a:pt x="0" y="28956"/>
                  </a:lnTo>
                  <a:lnTo>
                    <a:pt x="11417" y="28956"/>
                  </a:lnTo>
                  <a:lnTo>
                    <a:pt x="11417" y="21336"/>
                  </a:lnTo>
                  <a:close/>
                </a:path>
                <a:path w="136525" h="29209">
                  <a:moveTo>
                    <a:pt x="11417" y="10668"/>
                  </a:moveTo>
                  <a:lnTo>
                    <a:pt x="0" y="10668"/>
                  </a:lnTo>
                  <a:lnTo>
                    <a:pt x="0" y="18288"/>
                  </a:lnTo>
                  <a:lnTo>
                    <a:pt x="11417" y="18288"/>
                  </a:lnTo>
                  <a:lnTo>
                    <a:pt x="11417" y="10668"/>
                  </a:lnTo>
                  <a:close/>
                </a:path>
                <a:path w="136525" h="29209">
                  <a:moveTo>
                    <a:pt x="11417" y="0"/>
                  </a:moveTo>
                  <a:lnTo>
                    <a:pt x="0" y="0"/>
                  </a:lnTo>
                  <a:lnTo>
                    <a:pt x="0" y="7607"/>
                  </a:lnTo>
                  <a:lnTo>
                    <a:pt x="11417" y="7607"/>
                  </a:lnTo>
                  <a:lnTo>
                    <a:pt x="11417" y="0"/>
                  </a:lnTo>
                  <a:close/>
                </a:path>
                <a:path w="136525" h="29209">
                  <a:moveTo>
                    <a:pt x="27419" y="10668"/>
                  </a:moveTo>
                  <a:lnTo>
                    <a:pt x="16002" y="10668"/>
                  </a:lnTo>
                  <a:lnTo>
                    <a:pt x="16002" y="18288"/>
                  </a:lnTo>
                  <a:lnTo>
                    <a:pt x="27419" y="18288"/>
                  </a:lnTo>
                  <a:lnTo>
                    <a:pt x="27419" y="10668"/>
                  </a:lnTo>
                  <a:close/>
                </a:path>
                <a:path w="136525" h="29209">
                  <a:moveTo>
                    <a:pt x="27419" y="0"/>
                  </a:moveTo>
                  <a:lnTo>
                    <a:pt x="16002" y="0"/>
                  </a:lnTo>
                  <a:lnTo>
                    <a:pt x="16002" y="7607"/>
                  </a:lnTo>
                  <a:lnTo>
                    <a:pt x="27419" y="7607"/>
                  </a:lnTo>
                  <a:lnTo>
                    <a:pt x="27419" y="0"/>
                  </a:lnTo>
                  <a:close/>
                </a:path>
                <a:path w="136525" h="29209">
                  <a:moveTo>
                    <a:pt x="42672" y="10668"/>
                  </a:moveTo>
                  <a:lnTo>
                    <a:pt x="31242" y="10668"/>
                  </a:lnTo>
                  <a:lnTo>
                    <a:pt x="31242" y="18288"/>
                  </a:lnTo>
                  <a:lnTo>
                    <a:pt x="42672" y="18288"/>
                  </a:lnTo>
                  <a:lnTo>
                    <a:pt x="42672" y="10668"/>
                  </a:lnTo>
                  <a:close/>
                </a:path>
                <a:path w="136525" h="29209">
                  <a:moveTo>
                    <a:pt x="42672" y="0"/>
                  </a:moveTo>
                  <a:lnTo>
                    <a:pt x="31242" y="0"/>
                  </a:lnTo>
                  <a:lnTo>
                    <a:pt x="31242" y="7607"/>
                  </a:lnTo>
                  <a:lnTo>
                    <a:pt x="42672" y="7607"/>
                  </a:lnTo>
                  <a:lnTo>
                    <a:pt x="42672" y="0"/>
                  </a:lnTo>
                  <a:close/>
                </a:path>
                <a:path w="136525" h="29209">
                  <a:moveTo>
                    <a:pt x="58674" y="10668"/>
                  </a:moveTo>
                  <a:lnTo>
                    <a:pt x="47244" y="10668"/>
                  </a:lnTo>
                  <a:lnTo>
                    <a:pt x="47244" y="18288"/>
                  </a:lnTo>
                  <a:lnTo>
                    <a:pt x="58674" y="18288"/>
                  </a:lnTo>
                  <a:lnTo>
                    <a:pt x="58674" y="10668"/>
                  </a:lnTo>
                  <a:close/>
                </a:path>
                <a:path w="136525" h="29209">
                  <a:moveTo>
                    <a:pt x="58674" y="0"/>
                  </a:moveTo>
                  <a:lnTo>
                    <a:pt x="47244" y="0"/>
                  </a:lnTo>
                  <a:lnTo>
                    <a:pt x="47244" y="7607"/>
                  </a:lnTo>
                  <a:lnTo>
                    <a:pt x="58674" y="7607"/>
                  </a:lnTo>
                  <a:lnTo>
                    <a:pt x="58674" y="0"/>
                  </a:lnTo>
                  <a:close/>
                </a:path>
                <a:path w="136525" h="29209">
                  <a:moveTo>
                    <a:pt x="73901" y="10668"/>
                  </a:moveTo>
                  <a:lnTo>
                    <a:pt x="62484" y="10668"/>
                  </a:lnTo>
                  <a:lnTo>
                    <a:pt x="62484" y="18288"/>
                  </a:lnTo>
                  <a:lnTo>
                    <a:pt x="73901" y="18288"/>
                  </a:lnTo>
                  <a:lnTo>
                    <a:pt x="73901" y="10668"/>
                  </a:lnTo>
                  <a:close/>
                </a:path>
                <a:path w="136525" h="29209">
                  <a:moveTo>
                    <a:pt x="73901" y="0"/>
                  </a:moveTo>
                  <a:lnTo>
                    <a:pt x="62484" y="0"/>
                  </a:lnTo>
                  <a:lnTo>
                    <a:pt x="62484" y="7607"/>
                  </a:lnTo>
                  <a:lnTo>
                    <a:pt x="73901" y="7607"/>
                  </a:lnTo>
                  <a:lnTo>
                    <a:pt x="73901" y="0"/>
                  </a:lnTo>
                  <a:close/>
                </a:path>
                <a:path w="136525" h="29209">
                  <a:moveTo>
                    <a:pt x="89903" y="10668"/>
                  </a:moveTo>
                  <a:lnTo>
                    <a:pt x="78486" y="10668"/>
                  </a:lnTo>
                  <a:lnTo>
                    <a:pt x="78486" y="18288"/>
                  </a:lnTo>
                  <a:lnTo>
                    <a:pt x="89903" y="18288"/>
                  </a:lnTo>
                  <a:lnTo>
                    <a:pt x="89903" y="10668"/>
                  </a:lnTo>
                  <a:close/>
                </a:path>
                <a:path w="136525" h="29209">
                  <a:moveTo>
                    <a:pt x="89903" y="0"/>
                  </a:moveTo>
                  <a:lnTo>
                    <a:pt x="78486" y="0"/>
                  </a:lnTo>
                  <a:lnTo>
                    <a:pt x="78486" y="7607"/>
                  </a:lnTo>
                  <a:lnTo>
                    <a:pt x="89903" y="7607"/>
                  </a:lnTo>
                  <a:lnTo>
                    <a:pt x="89903" y="0"/>
                  </a:lnTo>
                  <a:close/>
                </a:path>
                <a:path w="136525" h="29209">
                  <a:moveTo>
                    <a:pt x="105143" y="10668"/>
                  </a:moveTo>
                  <a:lnTo>
                    <a:pt x="93726" y="10668"/>
                  </a:lnTo>
                  <a:lnTo>
                    <a:pt x="93726" y="18288"/>
                  </a:lnTo>
                  <a:lnTo>
                    <a:pt x="105143" y="18288"/>
                  </a:lnTo>
                  <a:lnTo>
                    <a:pt x="105143" y="10668"/>
                  </a:lnTo>
                  <a:close/>
                </a:path>
                <a:path w="136525" h="29209">
                  <a:moveTo>
                    <a:pt x="105143" y="0"/>
                  </a:moveTo>
                  <a:lnTo>
                    <a:pt x="93726" y="0"/>
                  </a:lnTo>
                  <a:lnTo>
                    <a:pt x="93726" y="7607"/>
                  </a:lnTo>
                  <a:lnTo>
                    <a:pt x="105143" y="7607"/>
                  </a:lnTo>
                  <a:lnTo>
                    <a:pt x="105143" y="0"/>
                  </a:lnTo>
                  <a:close/>
                </a:path>
                <a:path w="136525" h="29209">
                  <a:moveTo>
                    <a:pt x="121158" y="10668"/>
                  </a:moveTo>
                  <a:lnTo>
                    <a:pt x="109728" y="10668"/>
                  </a:lnTo>
                  <a:lnTo>
                    <a:pt x="109728" y="18288"/>
                  </a:lnTo>
                  <a:lnTo>
                    <a:pt x="121158" y="18288"/>
                  </a:lnTo>
                  <a:lnTo>
                    <a:pt x="121158" y="10668"/>
                  </a:lnTo>
                  <a:close/>
                </a:path>
                <a:path w="136525" h="29209">
                  <a:moveTo>
                    <a:pt x="121158" y="0"/>
                  </a:moveTo>
                  <a:lnTo>
                    <a:pt x="109728" y="0"/>
                  </a:lnTo>
                  <a:lnTo>
                    <a:pt x="109728" y="7607"/>
                  </a:lnTo>
                  <a:lnTo>
                    <a:pt x="121158" y="7607"/>
                  </a:lnTo>
                  <a:lnTo>
                    <a:pt x="121158" y="0"/>
                  </a:lnTo>
                  <a:close/>
                </a:path>
                <a:path w="136525" h="29209">
                  <a:moveTo>
                    <a:pt x="136398" y="10668"/>
                  </a:moveTo>
                  <a:lnTo>
                    <a:pt x="124968" y="10668"/>
                  </a:lnTo>
                  <a:lnTo>
                    <a:pt x="124968" y="18288"/>
                  </a:lnTo>
                  <a:lnTo>
                    <a:pt x="136398" y="18288"/>
                  </a:lnTo>
                  <a:lnTo>
                    <a:pt x="136398" y="10668"/>
                  </a:lnTo>
                  <a:close/>
                </a:path>
                <a:path w="136525" h="29209">
                  <a:moveTo>
                    <a:pt x="136398" y="0"/>
                  </a:moveTo>
                  <a:lnTo>
                    <a:pt x="124968" y="0"/>
                  </a:lnTo>
                  <a:lnTo>
                    <a:pt x="124968" y="7607"/>
                  </a:lnTo>
                  <a:lnTo>
                    <a:pt x="136398" y="7607"/>
                  </a:lnTo>
                  <a:lnTo>
                    <a:pt x="136398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9" name="object 1929"/>
            <p:cNvSpPr/>
            <p:nvPr/>
          </p:nvSpPr>
          <p:spPr>
            <a:xfrm>
              <a:off x="7206234" y="7199375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0" name="object 1930"/>
            <p:cNvSpPr/>
            <p:nvPr/>
          </p:nvSpPr>
          <p:spPr>
            <a:xfrm>
              <a:off x="7222236" y="7199375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1" name="object 1931"/>
            <p:cNvSpPr/>
            <p:nvPr/>
          </p:nvSpPr>
          <p:spPr>
            <a:xfrm>
              <a:off x="7393686" y="7199375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2" name="object 1932"/>
            <p:cNvSpPr/>
            <p:nvPr/>
          </p:nvSpPr>
          <p:spPr>
            <a:xfrm>
              <a:off x="7237476" y="71887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3" name="object 1933"/>
            <p:cNvSpPr/>
            <p:nvPr/>
          </p:nvSpPr>
          <p:spPr>
            <a:xfrm>
              <a:off x="7237476" y="7178039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29" y="7619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4" name="object 1934"/>
            <p:cNvSpPr/>
            <p:nvPr/>
          </p:nvSpPr>
          <p:spPr>
            <a:xfrm>
              <a:off x="7237476" y="7199375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5" name="object 1935"/>
            <p:cNvSpPr/>
            <p:nvPr/>
          </p:nvSpPr>
          <p:spPr>
            <a:xfrm>
              <a:off x="7362444" y="71887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30" y="7620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6" name="object 1936"/>
            <p:cNvSpPr/>
            <p:nvPr/>
          </p:nvSpPr>
          <p:spPr>
            <a:xfrm>
              <a:off x="7362444" y="7178039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30" y="7619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7" name="object 1937"/>
            <p:cNvSpPr/>
            <p:nvPr/>
          </p:nvSpPr>
          <p:spPr>
            <a:xfrm>
              <a:off x="7347204" y="71887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30" y="7620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8" name="object 1938"/>
            <p:cNvSpPr/>
            <p:nvPr/>
          </p:nvSpPr>
          <p:spPr>
            <a:xfrm>
              <a:off x="7347204" y="7178039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30" y="7619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9" name="object 1939"/>
            <p:cNvSpPr/>
            <p:nvPr/>
          </p:nvSpPr>
          <p:spPr>
            <a:xfrm>
              <a:off x="7331202" y="71887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0" name="object 1940"/>
            <p:cNvSpPr/>
            <p:nvPr/>
          </p:nvSpPr>
          <p:spPr>
            <a:xfrm>
              <a:off x="7331202" y="7178039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29" y="7619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1" name="object 1941"/>
            <p:cNvSpPr/>
            <p:nvPr/>
          </p:nvSpPr>
          <p:spPr>
            <a:xfrm>
              <a:off x="7315962" y="71887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2" name="object 1942"/>
            <p:cNvSpPr/>
            <p:nvPr/>
          </p:nvSpPr>
          <p:spPr>
            <a:xfrm>
              <a:off x="7315962" y="7178039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29" y="7619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3" name="object 1943"/>
            <p:cNvSpPr/>
            <p:nvPr/>
          </p:nvSpPr>
          <p:spPr>
            <a:xfrm>
              <a:off x="7299960" y="71887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4" name="object 1944"/>
            <p:cNvSpPr/>
            <p:nvPr/>
          </p:nvSpPr>
          <p:spPr>
            <a:xfrm>
              <a:off x="7299960" y="7178039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29" y="7619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5" name="object 1945"/>
            <p:cNvSpPr/>
            <p:nvPr/>
          </p:nvSpPr>
          <p:spPr>
            <a:xfrm>
              <a:off x="7284720" y="71887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30" y="7620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6" name="object 1946"/>
            <p:cNvSpPr/>
            <p:nvPr/>
          </p:nvSpPr>
          <p:spPr>
            <a:xfrm>
              <a:off x="7284720" y="7178039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30" y="7619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7" name="object 1947"/>
            <p:cNvSpPr/>
            <p:nvPr/>
          </p:nvSpPr>
          <p:spPr>
            <a:xfrm>
              <a:off x="7268718" y="71887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30" y="7620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8" name="object 1948"/>
            <p:cNvSpPr/>
            <p:nvPr/>
          </p:nvSpPr>
          <p:spPr>
            <a:xfrm>
              <a:off x="7268718" y="7178039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30" y="7619"/>
                  </a:lnTo>
                  <a:lnTo>
                    <a:pt x="1143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9" name="object 1949"/>
            <p:cNvSpPr/>
            <p:nvPr/>
          </p:nvSpPr>
          <p:spPr>
            <a:xfrm>
              <a:off x="7253478" y="71887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20"/>
                  </a:lnTo>
                  <a:lnTo>
                    <a:pt x="11429" y="7620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0" name="object 1950"/>
            <p:cNvSpPr/>
            <p:nvPr/>
          </p:nvSpPr>
          <p:spPr>
            <a:xfrm>
              <a:off x="7253478" y="7178039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0" y="7619"/>
                  </a:lnTo>
                  <a:lnTo>
                    <a:pt x="11429" y="7619"/>
                  </a:lnTo>
                  <a:lnTo>
                    <a:pt x="11429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51" name="object 1951"/>
            <p:cNvPicPr/>
            <p:nvPr/>
          </p:nvPicPr>
          <p:blipFill>
            <a:blip r:embed="rId285" cstate="print"/>
            <a:stretch>
              <a:fillRect/>
            </a:stretch>
          </p:blipFill>
          <p:spPr>
            <a:xfrm>
              <a:off x="7165086" y="7176515"/>
              <a:ext cx="31242" cy="16001"/>
            </a:xfrm>
            <a:prstGeom prst="rect">
              <a:avLst/>
            </a:prstGeom>
          </p:spPr>
        </p:pic>
        <p:pic>
          <p:nvPicPr>
            <p:cNvPr id="1952" name="object 1952"/>
            <p:cNvPicPr/>
            <p:nvPr/>
          </p:nvPicPr>
          <p:blipFill>
            <a:blip r:embed="rId286" cstate="print"/>
            <a:stretch>
              <a:fillRect/>
            </a:stretch>
          </p:blipFill>
          <p:spPr>
            <a:xfrm>
              <a:off x="5950458" y="7157465"/>
              <a:ext cx="222503" cy="22098"/>
            </a:xfrm>
            <a:prstGeom prst="rect">
              <a:avLst/>
            </a:prstGeom>
          </p:spPr>
        </p:pic>
        <p:sp>
          <p:nvSpPr>
            <p:cNvPr id="1953" name="object 1953"/>
            <p:cNvSpPr/>
            <p:nvPr/>
          </p:nvSpPr>
          <p:spPr>
            <a:xfrm>
              <a:off x="7169658" y="7176515"/>
              <a:ext cx="25400" cy="16510"/>
            </a:xfrm>
            <a:custGeom>
              <a:avLst/>
              <a:gdLst/>
              <a:ahLst/>
              <a:cxnLst/>
              <a:rect l="l" t="t" r="r" b="b"/>
              <a:pathLst>
                <a:path w="25400" h="16509">
                  <a:moveTo>
                    <a:pt x="20574" y="12953"/>
                  </a:moveTo>
                  <a:lnTo>
                    <a:pt x="25146" y="9905"/>
                  </a:lnTo>
                  <a:lnTo>
                    <a:pt x="25146" y="5333"/>
                  </a:lnTo>
                  <a:lnTo>
                    <a:pt x="20574" y="3047"/>
                  </a:lnTo>
                  <a:lnTo>
                    <a:pt x="16002" y="0"/>
                  </a:lnTo>
                  <a:lnTo>
                    <a:pt x="9144" y="0"/>
                  </a:lnTo>
                  <a:lnTo>
                    <a:pt x="4572" y="3047"/>
                  </a:lnTo>
                  <a:lnTo>
                    <a:pt x="0" y="6095"/>
                  </a:lnTo>
                  <a:lnTo>
                    <a:pt x="0" y="10667"/>
                  </a:lnTo>
                  <a:lnTo>
                    <a:pt x="4572" y="12953"/>
                  </a:lnTo>
                  <a:lnTo>
                    <a:pt x="9144" y="16001"/>
                  </a:lnTo>
                  <a:lnTo>
                    <a:pt x="16764" y="16001"/>
                  </a:lnTo>
                  <a:lnTo>
                    <a:pt x="20574" y="12953"/>
                  </a:lnTo>
                  <a:close/>
                </a:path>
              </a:pathLst>
            </a:custGeom>
            <a:ln w="3175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54" name="object 1954"/>
            <p:cNvPicPr/>
            <p:nvPr/>
          </p:nvPicPr>
          <p:blipFill>
            <a:blip r:embed="rId287" cstate="print"/>
            <a:stretch>
              <a:fillRect/>
            </a:stretch>
          </p:blipFill>
          <p:spPr>
            <a:xfrm>
              <a:off x="7416546" y="7176515"/>
              <a:ext cx="30479" cy="16001"/>
            </a:xfrm>
            <a:prstGeom prst="rect">
              <a:avLst/>
            </a:prstGeom>
          </p:spPr>
        </p:pic>
        <p:sp>
          <p:nvSpPr>
            <p:cNvPr id="1955" name="object 1955"/>
            <p:cNvSpPr/>
            <p:nvPr/>
          </p:nvSpPr>
          <p:spPr>
            <a:xfrm>
              <a:off x="7177278" y="7181849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59" h="5715">
                  <a:moveTo>
                    <a:pt x="9905" y="5333"/>
                  </a:moveTo>
                  <a:lnTo>
                    <a:pt x="0" y="0"/>
                  </a:lnTo>
                </a:path>
              </a:pathLst>
            </a:custGeom>
            <a:ln w="3937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6" name="object 1956"/>
            <p:cNvSpPr/>
            <p:nvPr/>
          </p:nvSpPr>
          <p:spPr>
            <a:xfrm>
              <a:off x="7175754" y="7180325"/>
              <a:ext cx="13970" cy="9525"/>
            </a:xfrm>
            <a:custGeom>
              <a:avLst/>
              <a:gdLst/>
              <a:ahLst/>
              <a:cxnLst/>
              <a:rect l="l" t="t" r="r" b="b"/>
              <a:pathLst>
                <a:path w="13970" h="9525">
                  <a:moveTo>
                    <a:pt x="0" y="9144"/>
                  </a:moveTo>
                  <a:lnTo>
                    <a:pt x="13716" y="0"/>
                  </a:lnTo>
                </a:path>
              </a:pathLst>
            </a:custGeom>
            <a:ln w="3937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7" name="object 1957"/>
            <p:cNvSpPr/>
            <p:nvPr/>
          </p:nvSpPr>
          <p:spPr>
            <a:xfrm>
              <a:off x="7416546" y="7176515"/>
              <a:ext cx="25400" cy="16510"/>
            </a:xfrm>
            <a:custGeom>
              <a:avLst/>
              <a:gdLst/>
              <a:ahLst/>
              <a:cxnLst/>
              <a:rect l="l" t="t" r="r" b="b"/>
              <a:pathLst>
                <a:path w="25400" h="16509">
                  <a:moveTo>
                    <a:pt x="21335" y="12953"/>
                  </a:moveTo>
                  <a:lnTo>
                    <a:pt x="25145" y="9905"/>
                  </a:lnTo>
                  <a:lnTo>
                    <a:pt x="25145" y="5333"/>
                  </a:lnTo>
                  <a:lnTo>
                    <a:pt x="20573" y="3047"/>
                  </a:lnTo>
                  <a:lnTo>
                    <a:pt x="16001" y="0"/>
                  </a:lnTo>
                  <a:lnTo>
                    <a:pt x="9143" y="0"/>
                  </a:lnTo>
                  <a:lnTo>
                    <a:pt x="4571" y="3047"/>
                  </a:lnTo>
                  <a:lnTo>
                    <a:pt x="0" y="6095"/>
                  </a:lnTo>
                  <a:lnTo>
                    <a:pt x="0" y="10667"/>
                  </a:lnTo>
                  <a:lnTo>
                    <a:pt x="4571" y="12953"/>
                  </a:lnTo>
                  <a:lnTo>
                    <a:pt x="9143" y="16001"/>
                  </a:lnTo>
                  <a:lnTo>
                    <a:pt x="16763" y="16001"/>
                  </a:lnTo>
                  <a:lnTo>
                    <a:pt x="21335" y="12953"/>
                  </a:lnTo>
                  <a:close/>
                </a:path>
              </a:pathLst>
            </a:custGeom>
            <a:ln w="3175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8" name="object 1958"/>
            <p:cNvSpPr/>
            <p:nvPr/>
          </p:nvSpPr>
          <p:spPr>
            <a:xfrm>
              <a:off x="7424928" y="7181849"/>
              <a:ext cx="9525" cy="5715"/>
            </a:xfrm>
            <a:custGeom>
              <a:avLst/>
              <a:gdLst/>
              <a:ahLst/>
              <a:cxnLst/>
              <a:rect l="l" t="t" r="r" b="b"/>
              <a:pathLst>
                <a:path w="9525" h="5715">
                  <a:moveTo>
                    <a:pt x="9144" y="5333"/>
                  </a:moveTo>
                  <a:lnTo>
                    <a:pt x="0" y="0"/>
                  </a:lnTo>
                </a:path>
              </a:pathLst>
            </a:custGeom>
            <a:ln w="3937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9" name="object 1959"/>
            <p:cNvSpPr/>
            <p:nvPr/>
          </p:nvSpPr>
          <p:spPr>
            <a:xfrm>
              <a:off x="7422642" y="7180325"/>
              <a:ext cx="13970" cy="8890"/>
            </a:xfrm>
            <a:custGeom>
              <a:avLst/>
              <a:gdLst/>
              <a:ahLst/>
              <a:cxnLst/>
              <a:rect l="l" t="t" r="r" b="b"/>
              <a:pathLst>
                <a:path w="13970" h="8890">
                  <a:moveTo>
                    <a:pt x="0" y="8381"/>
                  </a:moveTo>
                  <a:lnTo>
                    <a:pt x="13716" y="0"/>
                  </a:lnTo>
                </a:path>
              </a:pathLst>
            </a:custGeom>
            <a:ln w="3937">
              <a:solidFill>
                <a:srgbClr val="8C8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0" name="object 1960"/>
            <p:cNvSpPr/>
            <p:nvPr/>
          </p:nvSpPr>
          <p:spPr>
            <a:xfrm>
              <a:off x="5948934" y="7161275"/>
              <a:ext cx="27940" cy="8890"/>
            </a:xfrm>
            <a:custGeom>
              <a:avLst/>
              <a:gdLst/>
              <a:ahLst/>
              <a:cxnLst/>
              <a:rect l="l" t="t" r="r" b="b"/>
              <a:pathLst>
                <a:path w="27939" h="8890">
                  <a:moveTo>
                    <a:pt x="27432" y="7619"/>
                  </a:moveTo>
                  <a:lnTo>
                    <a:pt x="27432" y="4571"/>
                  </a:lnTo>
                  <a:lnTo>
                    <a:pt x="25908" y="3809"/>
                  </a:lnTo>
                  <a:lnTo>
                    <a:pt x="25908" y="761"/>
                  </a:lnTo>
                  <a:lnTo>
                    <a:pt x="25146" y="0"/>
                  </a:lnTo>
                  <a:lnTo>
                    <a:pt x="2286" y="0"/>
                  </a:lnTo>
                  <a:lnTo>
                    <a:pt x="1524" y="761"/>
                  </a:lnTo>
                  <a:lnTo>
                    <a:pt x="1524" y="3809"/>
                  </a:lnTo>
                  <a:lnTo>
                    <a:pt x="0" y="4571"/>
                  </a:lnTo>
                  <a:lnTo>
                    <a:pt x="0" y="7619"/>
                  </a:lnTo>
                  <a:lnTo>
                    <a:pt x="762" y="8381"/>
                  </a:lnTo>
                  <a:lnTo>
                    <a:pt x="26670" y="8381"/>
                  </a:lnTo>
                  <a:lnTo>
                    <a:pt x="27432" y="7619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1" name="object 1961"/>
            <p:cNvSpPr/>
            <p:nvPr/>
          </p:nvSpPr>
          <p:spPr>
            <a:xfrm>
              <a:off x="5948934" y="7161275"/>
              <a:ext cx="27940" cy="8890"/>
            </a:xfrm>
            <a:custGeom>
              <a:avLst/>
              <a:gdLst/>
              <a:ahLst/>
              <a:cxnLst/>
              <a:rect l="l" t="t" r="r" b="b"/>
              <a:pathLst>
                <a:path w="27939" h="8890">
                  <a:moveTo>
                    <a:pt x="25908" y="8381"/>
                  </a:moveTo>
                  <a:lnTo>
                    <a:pt x="1524" y="8381"/>
                  </a:lnTo>
                  <a:lnTo>
                    <a:pt x="762" y="8381"/>
                  </a:lnTo>
                  <a:lnTo>
                    <a:pt x="0" y="7619"/>
                  </a:lnTo>
                  <a:lnTo>
                    <a:pt x="0" y="4571"/>
                  </a:lnTo>
                  <a:lnTo>
                    <a:pt x="1524" y="3809"/>
                  </a:lnTo>
                  <a:lnTo>
                    <a:pt x="1524" y="1523"/>
                  </a:lnTo>
                  <a:lnTo>
                    <a:pt x="1524" y="761"/>
                  </a:lnTo>
                  <a:lnTo>
                    <a:pt x="2286" y="0"/>
                  </a:lnTo>
                  <a:lnTo>
                    <a:pt x="3810" y="0"/>
                  </a:lnTo>
                  <a:lnTo>
                    <a:pt x="23622" y="0"/>
                  </a:lnTo>
                  <a:lnTo>
                    <a:pt x="25146" y="0"/>
                  </a:lnTo>
                  <a:lnTo>
                    <a:pt x="25908" y="761"/>
                  </a:lnTo>
                  <a:lnTo>
                    <a:pt x="25908" y="1523"/>
                  </a:lnTo>
                  <a:lnTo>
                    <a:pt x="25908" y="3809"/>
                  </a:lnTo>
                  <a:lnTo>
                    <a:pt x="27432" y="4571"/>
                  </a:lnTo>
                  <a:lnTo>
                    <a:pt x="27432" y="7619"/>
                  </a:lnTo>
                  <a:lnTo>
                    <a:pt x="26670" y="8381"/>
                  </a:lnTo>
                  <a:lnTo>
                    <a:pt x="25908" y="838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2" name="object 1962"/>
            <p:cNvSpPr/>
            <p:nvPr/>
          </p:nvSpPr>
          <p:spPr>
            <a:xfrm>
              <a:off x="5949696" y="7162037"/>
              <a:ext cx="26034" cy="6985"/>
            </a:xfrm>
            <a:custGeom>
              <a:avLst/>
              <a:gdLst/>
              <a:ahLst/>
              <a:cxnLst/>
              <a:rect l="l" t="t" r="r" b="b"/>
              <a:pathLst>
                <a:path w="26035" h="6984">
                  <a:moveTo>
                    <a:pt x="25908" y="6857"/>
                  </a:moveTo>
                  <a:lnTo>
                    <a:pt x="25908" y="4571"/>
                  </a:lnTo>
                  <a:lnTo>
                    <a:pt x="24384" y="3047"/>
                  </a:lnTo>
                  <a:lnTo>
                    <a:pt x="23622" y="3047"/>
                  </a:lnTo>
                  <a:lnTo>
                    <a:pt x="23622" y="0"/>
                  </a:lnTo>
                  <a:lnTo>
                    <a:pt x="1524" y="0"/>
                  </a:lnTo>
                  <a:lnTo>
                    <a:pt x="1524" y="3047"/>
                  </a:lnTo>
                  <a:lnTo>
                    <a:pt x="762" y="3809"/>
                  </a:lnTo>
                  <a:lnTo>
                    <a:pt x="0" y="3809"/>
                  </a:lnTo>
                  <a:lnTo>
                    <a:pt x="0" y="6857"/>
                  </a:lnTo>
                  <a:lnTo>
                    <a:pt x="25908" y="6857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3" name="object 1963"/>
            <p:cNvSpPr/>
            <p:nvPr/>
          </p:nvSpPr>
          <p:spPr>
            <a:xfrm>
              <a:off x="5949696" y="7162037"/>
              <a:ext cx="26034" cy="6985"/>
            </a:xfrm>
            <a:custGeom>
              <a:avLst/>
              <a:gdLst/>
              <a:ahLst/>
              <a:cxnLst/>
              <a:rect l="l" t="t" r="r" b="b"/>
              <a:pathLst>
                <a:path w="26035" h="6984">
                  <a:moveTo>
                    <a:pt x="23622" y="6857"/>
                  </a:moveTo>
                  <a:lnTo>
                    <a:pt x="1524" y="6857"/>
                  </a:lnTo>
                  <a:lnTo>
                    <a:pt x="762" y="6857"/>
                  </a:lnTo>
                  <a:lnTo>
                    <a:pt x="0" y="6857"/>
                  </a:lnTo>
                  <a:lnTo>
                    <a:pt x="0" y="6095"/>
                  </a:lnTo>
                  <a:lnTo>
                    <a:pt x="0" y="4571"/>
                  </a:lnTo>
                  <a:lnTo>
                    <a:pt x="0" y="3809"/>
                  </a:lnTo>
                  <a:lnTo>
                    <a:pt x="762" y="3809"/>
                  </a:lnTo>
                  <a:lnTo>
                    <a:pt x="1524" y="3047"/>
                  </a:lnTo>
                  <a:lnTo>
                    <a:pt x="1524" y="2285"/>
                  </a:lnTo>
                  <a:lnTo>
                    <a:pt x="1524" y="761"/>
                  </a:lnTo>
                  <a:lnTo>
                    <a:pt x="1524" y="0"/>
                  </a:lnTo>
                  <a:lnTo>
                    <a:pt x="2286" y="0"/>
                  </a:lnTo>
                  <a:lnTo>
                    <a:pt x="3810" y="0"/>
                  </a:lnTo>
                  <a:lnTo>
                    <a:pt x="22098" y="0"/>
                  </a:lnTo>
                  <a:lnTo>
                    <a:pt x="22860" y="0"/>
                  </a:lnTo>
                  <a:lnTo>
                    <a:pt x="23622" y="0"/>
                  </a:lnTo>
                  <a:lnTo>
                    <a:pt x="23622" y="761"/>
                  </a:lnTo>
                  <a:lnTo>
                    <a:pt x="23622" y="2285"/>
                  </a:lnTo>
                  <a:lnTo>
                    <a:pt x="23622" y="3047"/>
                  </a:lnTo>
                  <a:lnTo>
                    <a:pt x="24384" y="3047"/>
                  </a:lnTo>
                  <a:lnTo>
                    <a:pt x="25146" y="3809"/>
                  </a:lnTo>
                  <a:lnTo>
                    <a:pt x="25908" y="4571"/>
                  </a:lnTo>
                  <a:lnTo>
                    <a:pt x="25908" y="6095"/>
                  </a:lnTo>
                  <a:lnTo>
                    <a:pt x="25908" y="6857"/>
                  </a:lnTo>
                  <a:lnTo>
                    <a:pt x="25146" y="6857"/>
                  </a:lnTo>
                  <a:lnTo>
                    <a:pt x="23622" y="6857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4" name="object 1964"/>
            <p:cNvSpPr/>
            <p:nvPr/>
          </p:nvSpPr>
          <p:spPr>
            <a:xfrm>
              <a:off x="5967222" y="7163561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5" name="object 1965"/>
            <p:cNvSpPr/>
            <p:nvPr/>
          </p:nvSpPr>
          <p:spPr>
            <a:xfrm>
              <a:off x="5967221" y="7163561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6" name="object 1966"/>
            <p:cNvSpPr/>
            <p:nvPr/>
          </p:nvSpPr>
          <p:spPr>
            <a:xfrm>
              <a:off x="5967984" y="7164323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762"/>
                  </a:moveTo>
                  <a:lnTo>
                    <a:pt x="762" y="762"/>
                  </a:lnTo>
                  <a:lnTo>
                    <a:pt x="761" y="0"/>
                  </a:ln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7" name="object 1967"/>
            <p:cNvSpPr/>
            <p:nvPr/>
          </p:nvSpPr>
          <p:spPr>
            <a:xfrm>
              <a:off x="5964936" y="7163561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4">
                  <a:moveTo>
                    <a:pt x="761" y="1524"/>
                  </a:moveTo>
                  <a:lnTo>
                    <a:pt x="761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761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8" name="object 1968"/>
            <p:cNvSpPr/>
            <p:nvPr/>
          </p:nvSpPr>
          <p:spPr>
            <a:xfrm>
              <a:off x="5964936" y="7163561"/>
              <a:ext cx="1270" cy="1905"/>
            </a:xfrm>
            <a:custGeom>
              <a:avLst/>
              <a:gdLst/>
              <a:ahLst/>
              <a:cxnLst/>
              <a:rect l="l" t="t" r="r" b="b"/>
              <a:pathLst>
                <a:path w="1270" h="1904">
                  <a:moveTo>
                    <a:pt x="761" y="1524"/>
                  </a:moveTo>
                  <a:lnTo>
                    <a:pt x="761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761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9" name="object 1969"/>
            <p:cNvSpPr/>
            <p:nvPr/>
          </p:nvSpPr>
          <p:spPr>
            <a:xfrm>
              <a:off x="5964936" y="7164323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762"/>
                  </a:moveTo>
                  <a:lnTo>
                    <a:pt x="762" y="762"/>
                  </a:lnTo>
                  <a:lnTo>
                    <a:pt x="761" y="0"/>
                  </a:ln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0" name="object 1970"/>
            <p:cNvSpPr/>
            <p:nvPr/>
          </p:nvSpPr>
          <p:spPr>
            <a:xfrm>
              <a:off x="5961888" y="7163561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1" name="object 1971"/>
            <p:cNvSpPr/>
            <p:nvPr/>
          </p:nvSpPr>
          <p:spPr>
            <a:xfrm>
              <a:off x="5961888" y="7163561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524" y="1524"/>
                  </a:moveTo>
                  <a:lnTo>
                    <a:pt x="1524" y="0"/>
                  </a:lnTo>
                  <a:lnTo>
                    <a:pt x="0" y="0"/>
                  </a:lnTo>
                  <a:lnTo>
                    <a:pt x="0" y="1524"/>
                  </a:lnTo>
                  <a:lnTo>
                    <a:pt x="1524" y="152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2" name="object 1972"/>
            <p:cNvSpPr/>
            <p:nvPr/>
          </p:nvSpPr>
          <p:spPr>
            <a:xfrm>
              <a:off x="5955792" y="7164323"/>
              <a:ext cx="6985" cy="1270"/>
            </a:xfrm>
            <a:custGeom>
              <a:avLst/>
              <a:gdLst/>
              <a:ahLst/>
              <a:cxnLst/>
              <a:rect l="l" t="t" r="r" b="b"/>
              <a:pathLst>
                <a:path w="6985" h="1270">
                  <a:moveTo>
                    <a:pt x="762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762" y="762"/>
                  </a:lnTo>
                  <a:lnTo>
                    <a:pt x="762" y="0"/>
                  </a:lnTo>
                  <a:close/>
                </a:path>
                <a:path w="6985" h="1270">
                  <a:moveTo>
                    <a:pt x="6858" y="0"/>
                  </a:moveTo>
                  <a:lnTo>
                    <a:pt x="6096" y="0"/>
                  </a:lnTo>
                  <a:lnTo>
                    <a:pt x="6096" y="762"/>
                  </a:lnTo>
                  <a:lnTo>
                    <a:pt x="6858" y="762"/>
                  </a:lnTo>
                  <a:lnTo>
                    <a:pt x="685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3" name="object 1973"/>
            <p:cNvSpPr/>
            <p:nvPr/>
          </p:nvSpPr>
          <p:spPr>
            <a:xfrm>
              <a:off x="6027420" y="7159751"/>
              <a:ext cx="119380" cy="8890"/>
            </a:xfrm>
            <a:custGeom>
              <a:avLst/>
              <a:gdLst/>
              <a:ahLst/>
              <a:cxnLst/>
              <a:rect l="l" t="t" r="r" b="b"/>
              <a:pathLst>
                <a:path w="119379" h="8890">
                  <a:moveTo>
                    <a:pt x="9906" y="6858"/>
                  </a:moveTo>
                  <a:lnTo>
                    <a:pt x="0" y="6858"/>
                  </a:lnTo>
                  <a:lnTo>
                    <a:pt x="0" y="8382"/>
                  </a:lnTo>
                  <a:lnTo>
                    <a:pt x="9906" y="8382"/>
                  </a:lnTo>
                  <a:lnTo>
                    <a:pt x="9906" y="6858"/>
                  </a:lnTo>
                  <a:close/>
                </a:path>
                <a:path w="119379" h="8890">
                  <a:moveTo>
                    <a:pt x="9906" y="0"/>
                  </a:moveTo>
                  <a:lnTo>
                    <a:pt x="0" y="0"/>
                  </a:lnTo>
                  <a:lnTo>
                    <a:pt x="0" y="1524"/>
                  </a:lnTo>
                  <a:lnTo>
                    <a:pt x="9906" y="1524"/>
                  </a:lnTo>
                  <a:lnTo>
                    <a:pt x="9906" y="0"/>
                  </a:lnTo>
                  <a:close/>
                </a:path>
                <a:path w="119379" h="8890">
                  <a:moveTo>
                    <a:pt x="45720" y="0"/>
                  </a:moveTo>
                  <a:lnTo>
                    <a:pt x="36576" y="0"/>
                  </a:lnTo>
                  <a:lnTo>
                    <a:pt x="36576" y="1524"/>
                  </a:lnTo>
                  <a:lnTo>
                    <a:pt x="45720" y="1524"/>
                  </a:lnTo>
                  <a:lnTo>
                    <a:pt x="45720" y="0"/>
                  </a:lnTo>
                  <a:close/>
                </a:path>
                <a:path w="119379" h="8890">
                  <a:moveTo>
                    <a:pt x="82296" y="0"/>
                  </a:moveTo>
                  <a:lnTo>
                    <a:pt x="72390" y="0"/>
                  </a:lnTo>
                  <a:lnTo>
                    <a:pt x="72390" y="1524"/>
                  </a:lnTo>
                  <a:lnTo>
                    <a:pt x="82296" y="1524"/>
                  </a:lnTo>
                  <a:lnTo>
                    <a:pt x="82296" y="0"/>
                  </a:lnTo>
                  <a:close/>
                </a:path>
                <a:path w="119379" h="8890">
                  <a:moveTo>
                    <a:pt x="118872" y="0"/>
                  </a:moveTo>
                  <a:lnTo>
                    <a:pt x="108966" y="0"/>
                  </a:lnTo>
                  <a:lnTo>
                    <a:pt x="108966" y="1524"/>
                  </a:lnTo>
                  <a:lnTo>
                    <a:pt x="118872" y="1524"/>
                  </a:lnTo>
                  <a:lnTo>
                    <a:pt x="118872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74" name="object 1974"/>
            <p:cNvPicPr/>
            <p:nvPr/>
          </p:nvPicPr>
          <p:blipFill>
            <a:blip r:embed="rId288" cstate="print"/>
            <a:stretch>
              <a:fillRect/>
            </a:stretch>
          </p:blipFill>
          <p:spPr>
            <a:xfrm>
              <a:off x="6039612" y="7165085"/>
              <a:ext cx="24384" cy="18288"/>
            </a:xfrm>
            <a:prstGeom prst="rect">
              <a:avLst/>
            </a:prstGeom>
          </p:spPr>
        </p:pic>
        <p:pic>
          <p:nvPicPr>
            <p:cNvPr id="1975" name="object 1975"/>
            <p:cNvPicPr/>
            <p:nvPr/>
          </p:nvPicPr>
          <p:blipFill>
            <a:blip r:embed="rId289" cstate="print"/>
            <a:stretch>
              <a:fillRect/>
            </a:stretch>
          </p:blipFill>
          <p:spPr>
            <a:xfrm>
              <a:off x="6063234" y="7165085"/>
              <a:ext cx="73151" cy="18288"/>
            </a:xfrm>
            <a:prstGeom prst="rect">
              <a:avLst/>
            </a:prstGeom>
          </p:spPr>
        </p:pic>
        <p:pic>
          <p:nvPicPr>
            <p:cNvPr id="1976" name="object 1976"/>
            <p:cNvPicPr/>
            <p:nvPr/>
          </p:nvPicPr>
          <p:blipFill>
            <a:blip r:embed="rId290" cstate="print"/>
            <a:stretch>
              <a:fillRect/>
            </a:stretch>
          </p:blipFill>
          <p:spPr>
            <a:xfrm>
              <a:off x="5910834" y="7236713"/>
              <a:ext cx="10668" cy="6095"/>
            </a:xfrm>
            <a:prstGeom prst="rect">
              <a:avLst/>
            </a:prstGeom>
          </p:spPr>
        </p:pic>
        <p:pic>
          <p:nvPicPr>
            <p:cNvPr id="1977" name="object 1977"/>
            <p:cNvPicPr/>
            <p:nvPr/>
          </p:nvPicPr>
          <p:blipFill>
            <a:blip r:embed="rId291" cstate="print"/>
            <a:stretch>
              <a:fillRect/>
            </a:stretch>
          </p:blipFill>
          <p:spPr>
            <a:xfrm>
              <a:off x="5934456" y="7236713"/>
              <a:ext cx="10668" cy="6096"/>
            </a:xfrm>
            <a:prstGeom prst="rect">
              <a:avLst/>
            </a:prstGeom>
          </p:spPr>
        </p:pic>
        <p:pic>
          <p:nvPicPr>
            <p:cNvPr id="1978" name="object 1978"/>
            <p:cNvPicPr/>
            <p:nvPr/>
          </p:nvPicPr>
          <p:blipFill>
            <a:blip r:embed="rId292" cstate="print"/>
            <a:stretch>
              <a:fillRect/>
            </a:stretch>
          </p:blipFill>
          <p:spPr>
            <a:xfrm>
              <a:off x="5960364" y="7236713"/>
              <a:ext cx="34290" cy="6096"/>
            </a:xfrm>
            <a:prstGeom prst="rect">
              <a:avLst/>
            </a:prstGeom>
          </p:spPr>
        </p:pic>
        <p:pic>
          <p:nvPicPr>
            <p:cNvPr id="1979" name="object 1979"/>
            <p:cNvPicPr/>
            <p:nvPr/>
          </p:nvPicPr>
          <p:blipFill>
            <a:blip r:embed="rId293" cstate="print"/>
            <a:stretch>
              <a:fillRect/>
            </a:stretch>
          </p:blipFill>
          <p:spPr>
            <a:xfrm>
              <a:off x="6009894" y="7236713"/>
              <a:ext cx="35052" cy="6096"/>
            </a:xfrm>
            <a:prstGeom prst="rect">
              <a:avLst/>
            </a:prstGeom>
          </p:spPr>
        </p:pic>
        <p:pic>
          <p:nvPicPr>
            <p:cNvPr id="1980" name="object 1980"/>
            <p:cNvPicPr/>
            <p:nvPr/>
          </p:nvPicPr>
          <p:blipFill>
            <a:blip r:embed="rId294" cstate="print"/>
            <a:stretch>
              <a:fillRect/>
            </a:stretch>
          </p:blipFill>
          <p:spPr>
            <a:xfrm>
              <a:off x="6060186" y="7236713"/>
              <a:ext cx="10668" cy="6095"/>
            </a:xfrm>
            <a:prstGeom prst="rect">
              <a:avLst/>
            </a:prstGeom>
          </p:spPr>
        </p:pic>
        <p:pic>
          <p:nvPicPr>
            <p:cNvPr id="1981" name="object 1981"/>
            <p:cNvPicPr/>
            <p:nvPr/>
          </p:nvPicPr>
          <p:blipFill>
            <a:blip r:embed="rId253" cstate="print"/>
            <a:stretch>
              <a:fillRect/>
            </a:stretch>
          </p:blipFill>
          <p:spPr>
            <a:xfrm>
              <a:off x="5897880" y="7174229"/>
              <a:ext cx="1249679" cy="86105"/>
            </a:xfrm>
            <a:prstGeom prst="rect">
              <a:avLst/>
            </a:prstGeom>
          </p:spPr>
        </p:pic>
        <p:pic>
          <p:nvPicPr>
            <p:cNvPr id="1982" name="object 1982"/>
            <p:cNvPicPr/>
            <p:nvPr/>
          </p:nvPicPr>
          <p:blipFill>
            <a:blip r:embed="rId295" cstate="print"/>
            <a:stretch>
              <a:fillRect/>
            </a:stretch>
          </p:blipFill>
          <p:spPr>
            <a:xfrm>
              <a:off x="6083808" y="7236713"/>
              <a:ext cx="10668" cy="6096"/>
            </a:xfrm>
            <a:prstGeom prst="rect">
              <a:avLst/>
            </a:prstGeom>
          </p:spPr>
        </p:pic>
        <p:pic>
          <p:nvPicPr>
            <p:cNvPr id="1983" name="object 1983"/>
            <p:cNvPicPr/>
            <p:nvPr/>
          </p:nvPicPr>
          <p:blipFill>
            <a:blip r:embed="rId296" cstate="print"/>
            <a:stretch>
              <a:fillRect/>
            </a:stretch>
          </p:blipFill>
          <p:spPr>
            <a:xfrm>
              <a:off x="6109716" y="7236713"/>
              <a:ext cx="10668" cy="6095"/>
            </a:xfrm>
            <a:prstGeom prst="rect">
              <a:avLst/>
            </a:prstGeom>
          </p:spPr>
        </p:pic>
        <p:pic>
          <p:nvPicPr>
            <p:cNvPr id="1984" name="object 1984"/>
            <p:cNvPicPr/>
            <p:nvPr/>
          </p:nvPicPr>
          <p:blipFill>
            <a:blip r:embed="rId297" cstate="print"/>
            <a:stretch>
              <a:fillRect/>
            </a:stretch>
          </p:blipFill>
          <p:spPr>
            <a:xfrm>
              <a:off x="6133338" y="7236713"/>
              <a:ext cx="10668" cy="6096"/>
            </a:xfrm>
            <a:prstGeom prst="rect">
              <a:avLst/>
            </a:prstGeom>
          </p:spPr>
        </p:pic>
        <p:pic>
          <p:nvPicPr>
            <p:cNvPr id="1985" name="object 1985"/>
            <p:cNvPicPr/>
            <p:nvPr/>
          </p:nvPicPr>
          <p:blipFill>
            <a:blip r:embed="rId298" cstate="print"/>
            <a:stretch>
              <a:fillRect/>
            </a:stretch>
          </p:blipFill>
          <p:spPr>
            <a:xfrm>
              <a:off x="6159246" y="7236713"/>
              <a:ext cx="11430" cy="6095"/>
            </a:xfrm>
            <a:prstGeom prst="rect">
              <a:avLst/>
            </a:prstGeom>
          </p:spPr>
        </p:pic>
        <p:pic>
          <p:nvPicPr>
            <p:cNvPr id="1986" name="object 1986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6182868" y="7236713"/>
              <a:ext cx="11430" cy="6096"/>
            </a:xfrm>
            <a:prstGeom prst="rect">
              <a:avLst/>
            </a:prstGeom>
          </p:spPr>
        </p:pic>
        <p:pic>
          <p:nvPicPr>
            <p:cNvPr id="1987" name="object 1987"/>
            <p:cNvPicPr/>
            <p:nvPr/>
          </p:nvPicPr>
          <p:blipFill>
            <a:blip r:embed="rId299" cstate="print"/>
            <a:stretch>
              <a:fillRect/>
            </a:stretch>
          </p:blipFill>
          <p:spPr>
            <a:xfrm>
              <a:off x="6227826" y="7236713"/>
              <a:ext cx="11430" cy="6095"/>
            </a:xfrm>
            <a:prstGeom prst="rect">
              <a:avLst/>
            </a:prstGeom>
          </p:spPr>
        </p:pic>
        <p:pic>
          <p:nvPicPr>
            <p:cNvPr id="1988" name="object 1988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6251448" y="7236713"/>
              <a:ext cx="11430" cy="6096"/>
            </a:xfrm>
            <a:prstGeom prst="rect">
              <a:avLst/>
            </a:prstGeom>
          </p:spPr>
        </p:pic>
        <p:pic>
          <p:nvPicPr>
            <p:cNvPr id="1989" name="object 1989"/>
            <p:cNvPicPr/>
            <p:nvPr/>
          </p:nvPicPr>
          <p:blipFill>
            <a:blip r:embed="rId274" cstate="print"/>
            <a:stretch>
              <a:fillRect/>
            </a:stretch>
          </p:blipFill>
          <p:spPr>
            <a:xfrm>
              <a:off x="6277356" y="7236713"/>
              <a:ext cx="11430" cy="6095"/>
            </a:xfrm>
            <a:prstGeom prst="rect">
              <a:avLst/>
            </a:prstGeom>
          </p:spPr>
        </p:pic>
        <p:pic>
          <p:nvPicPr>
            <p:cNvPr id="1990" name="object 1990"/>
            <p:cNvPicPr/>
            <p:nvPr/>
          </p:nvPicPr>
          <p:blipFill>
            <a:blip r:embed="rId300" cstate="print"/>
            <a:stretch>
              <a:fillRect/>
            </a:stretch>
          </p:blipFill>
          <p:spPr>
            <a:xfrm>
              <a:off x="6300978" y="7236713"/>
              <a:ext cx="11430" cy="6096"/>
            </a:xfrm>
            <a:prstGeom prst="rect">
              <a:avLst/>
            </a:prstGeom>
          </p:spPr>
        </p:pic>
        <p:pic>
          <p:nvPicPr>
            <p:cNvPr id="1991" name="object 1991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6327648" y="7236713"/>
              <a:ext cx="10668" cy="6095"/>
            </a:xfrm>
            <a:prstGeom prst="rect">
              <a:avLst/>
            </a:prstGeom>
          </p:spPr>
        </p:pic>
        <p:pic>
          <p:nvPicPr>
            <p:cNvPr id="1992" name="object 1992"/>
            <p:cNvPicPr/>
            <p:nvPr/>
          </p:nvPicPr>
          <p:blipFill>
            <a:blip r:embed="rId290" cstate="print"/>
            <a:stretch>
              <a:fillRect/>
            </a:stretch>
          </p:blipFill>
          <p:spPr>
            <a:xfrm>
              <a:off x="6351270" y="7236713"/>
              <a:ext cx="10668" cy="6096"/>
            </a:xfrm>
            <a:prstGeom prst="rect">
              <a:avLst/>
            </a:prstGeom>
          </p:spPr>
        </p:pic>
        <p:pic>
          <p:nvPicPr>
            <p:cNvPr id="1993" name="object 1993"/>
            <p:cNvPicPr/>
            <p:nvPr/>
          </p:nvPicPr>
          <p:blipFill>
            <a:blip r:embed="rId301" cstate="print"/>
            <a:stretch>
              <a:fillRect/>
            </a:stretch>
          </p:blipFill>
          <p:spPr>
            <a:xfrm>
              <a:off x="6377178" y="7236713"/>
              <a:ext cx="10668" cy="6095"/>
            </a:xfrm>
            <a:prstGeom prst="rect">
              <a:avLst/>
            </a:prstGeom>
          </p:spPr>
        </p:pic>
        <p:pic>
          <p:nvPicPr>
            <p:cNvPr id="1994" name="object 1994"/>
            <p:cNvPicPr/>
            <p:nvPr/>
          </p:nvPicPr>
          <p:blipFill>
            <a:blip r:embed="rId302" cstate="print"/>
            <a:stretch>
              <a:fillRect/>
            </a:stretch>
          </p:blipFill>
          <p:spPr>
            <a:xfrm>
              <a:off x="6400800" y="7236713"/>
              <a:ext cx="10668" cy="6096"/>
            </a:xfrm>
            <a:prstGeom prst="rect">
              <a:avLst/>
            </a:prstGeom>
          </p:spPr>
        </p:pic>
        <p:pic>
          <p:nvPicPr>
            <p:cNvPr id="1995" name="object 1995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6426708" y="7236713"/>
              <a:ext cx="11430" cy="6095"/>
            </a:xfrm>
            <a:prstGeom prst="rect">
              <a:avLst/>
            </a:prstGeom>
          </p:spPr>
        </p:pic>
        <p:pic>
          <p:nvPicPr>
            <p:cNvPr id="1996" name="object 1996"/>
            <p:cNvPicPr/>
            <p:nvPr/>
          </p:nvPicPr>
          <p:blipFill>
            <a:blip r:embed="rId303" cstate="print"/>
            <a:stretch>
              <a:fillRect/>
            </a:stretch>
          </p:blipFill>
          <p:spPr>
            <a:xfrm>
              <a:off x="6450330" y="7236713"/>
              <a:ext cx="11430" cy="6096"/>
            </a:xfrm>
            <a:prstGeom prst="rect">
              <a:avLst/>
            </a:prstGeom>
          </p:spPr>
        </p:pic>
        <p:pic>
          <p:nvPicPr>
            <p:cNvPr id="1997" name="object 1997"/>
            <p:cNvPicPr/>
            <p:nvPr/>
          </p:nvPicPr>
          <p:blipFill>
            <a:blip r:embed="rId304" cstate="print"/>
            <a:stretch>
              <a:fillRect/>
            </a:stretch>
          </p:blipFill>
          <p:spPr>
            <a:xfrm>
              <a:off x="6476238" y="7236713"/>
              <a:ext cx="11430" cy="6095"/>
            </a:xfrm>
            <a:prstGeom prst="rect">
              <a:avLst/>
            </a:prstGeom>
          </p:spPr>
        </p:pic>
        <p:pic>
          <p:nvPicPr>
            <p:cNvPr id="1998" name="object 1998"/>
            <p:cNvPicPr/>
            <p:nvPr/>
          </p:nvPicPr>
          <p:blipFill>
            <a:blip r:embed="rId290" cstate="print"/>
            <a:stretch>
              <a:fillRect/>
            </a:stretch>
          </p:blipFill>
          <p:spPr>
            <a:xfrm>
              <a:off x="6499860" y="7236713"/>
              <a:ext cx="11429" cy="6096"/>
            </a:xfrm>
            <a:prstGeom prst="rect">
              <a:avLst/>
            </a:prstGeom>
          </p:spPr>
        </p:pic>
        <p:pic>
          <p:nvPicPr>
            <p:cNvPr id="1999" name="object 1999"/>
            <p:cNvPicPr/>
            <p:nvPr/>
          </p:nvPicPr>
          <p:blipFill>
            <a:blip r:embed="rId305" cstate="print"/>
            <a:stretch>
              <a:fillRect/>
            </a:stretch>
          </p:blipFill>
          <p:spPr>
            <a:xfrm>
              <a:off x="6544818" y="7236713"/>
              <a:ext cx="11429" cy="6095"/>
            </a:xfrm>
            <a:prstGeom prst="rect">
              <a:avLst/>
            </a:prstGeom>
          </p:spPr>
        </p:pic>
        <p:pic>
          <p:nvPicPr>
            <p:cNvPr id="2000" name="object 2000"/>
            <p:cNvPicPr/>
            <p:nvPr/>
          </p:nvPicPr>
          <p:blipFill>
            <a:blip r:embed="rId306" cstate="print"/>
            <a:stretch>
              <a:fillRect/>
            </a:stretch>
          </p:blipFill>
          <p:spPr>
            <a:xfrm>
              <a:off x="6568440" y="7236713"/>
              <a:ext cx="11429" cy="6096"/>
            </a:xfrm>
            <a:prstGeom prst="rect">
              <a:avLst/>
            </a:prstGeom>
          </p:spPr>
        </p:pic>
        <p:pic>
          <p:nvPicPr>
            <p:cNvPr id="2001" name="object 2001"/>
            <p:cNvPicPr/>
            <p:nvPr/>
          </p:nvPicPr>
          <p:blipFill>
            <a:blip r:embed="rId307" cstate="print"/>
            <a:stretch>
              <a:fillRect/>
            </a:stretch>
          </p:blipFill>
          <p:spPr>
            <a:xfrm>
              <a:off x="6595110" y="7236713"/>
              <a:ext cx="10667" cy="6095"/>
            </a:xfrm>
            <a:prstGeom prst="rect">
              <a:avLst/>
            </a:prstGeom>
          </p:spPr>
        </p:pic>
        <p:pic>
          <p:nvPicPr>
            <p:cNvPr id="2002" name="object 2002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6618732" y="7236713"/>
              <a:ext cx="10667" cy="6096"/>
            </a:xfrm>
            <a:prstGeom prst="rect">
              <a:avLst/>
            </a:prstGeom>
          </p:spPr>
        </p:pic>
        <p:pic>
          <p:nvPicPr>
            <p:cNvPr id="2003" name="object 2003"/>
            <p:cNvPicPr/>
            <p:nvPr/>
          </p:nvPicPr>
          <p:blipFill>
            <a:blip r:embed="rId257" cstate="print"/>
            <a:stretch>
              <a:fillRect/>
            </a:stretch>
          </p:blipFill>
          <p:spPr>
            <a:xfrm>
              <a:off x="6644640" y="7236713"/>
              <a:ext cx="10668" cy="6095"/>
            </a:xfrm>
            <a:prstGeom prst="rect">
              <a:avLst/>
            </a:prstGeom>
          </p:spPr>
        </p:pic>
        <p:pic>
          <p:nvPicPr>
            <p:cNvPr id="2004" name="object 2004"/>
            <p:cNvPicPr/>
            <p:nvPr/>
          </p:nvPicPr>
          <p:blipFill>
            <a:blip r:embed="rId308" cstate="print"/>
            <a:stretch>
              <a:fillRect/>
            </a:stretch>
          </p:blipFill>
          <p:spPr>
            <a:xfrm>
              <a:off x="6668262" y="7236713"/>
              <a:ext cx="10668" cy="6096"/>
            </a:xfrm>
            <a:prstGeom prst="rect">
              <a:avLst/>
            </a:prstGeom>
          </p:spPr>
        </p:pic>
        <p:pic>
          <p:nvPicPr>
            <p:cNvPr id="2005" name="object 2005"/>
            <p:cNvPicPr/>
            <p:nvPr/>
          </p:nvPicPr>
          <p:blipFill>
            <a:blip r:embed="rId309" cstate="print"/>
            <a:stretch>
              <a:fillRect/>
            </a:stretch>
          </p:blipFill>
          <p:spPr>
            <a:xfrm>
              <a:off x="6694170" y="7236713"/>
              <a:ext cx="11429" cy="6095"/>
            </a:xfrm>
            <a:prstGeom prst="rect">
              <a:avLst/>
            </a:prstGeom>
          </p:spPr>
        </p:pic>
        <p:pic>
          <p:nvPicPr>
            <p:cNvPr id="2006" name="object 2006"/>
            <p:cNvPicPr/>
            <p:nvPr/>
          </p:nvPicPr>
          <p:blipFill>
            <a:blip r:embed="rId310" cstate="print"/>
            <a:stretch>
              <a:fillRect/>
            </a:stretch>
          </p:blipFill>
          <p:spPr>
            <a:xfrm>
              <a:off x="6717792" y="7236713"/>
              <a:ext cx="11429" cy="6096"/>
            </a:xfrm>
            <a:prstGeom prst="rect">
              <a:avLst/>
            </a:prstGeom>
          </p:spPr>
        </p:pic>
        <p:pic>
          <p:nvPicPr>
            <p:cNvPr id="2007" name="object 2007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6743700" y="7236713"/>
              <a:ext cx="11429" cy="6095"/>
            </a:xfrm>
            <a:prstGeom prst="rect">
              <a:avLst/>
            </a:prstGeom>
          </p:spPr>
        </p:pic>
        <p:pic>
          <p:nvPicPr>
            <p:cNvPr id="2008" name="object 2008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6767322" y="7236713"/>
              <a:ext cx="11429" cy="6096"/>
            </a:xfrm>
            <a:prstGeom prst="rect">
              <a:avLst/>
            </a:prstGeom>
          </p:spPr>
        </p:pic>
        <p:pic>
          <p:nvPicPr>
            <p:cNvPr id="2009" name="object 2009"/>
            <p:cNvPicPr/>
            <p:nvPr/>
          </p:nvPicPr>
          <p:blipFill>
            <a:blip r:embed="rId311" cstate="print"/>
            <a:stretch>
              <a:fillRect/>
            </a:stretch>
          </p:blipFill>
          <p:spPr>
            <a:xfrm>
              <a:off x="6793992" y="7236713"/>
              <a:ext cx="10667" cy="6095"/>
            </a:xfrm>
            <a:prstGeom prst="rect">
              <a:avLst/>
            </a:prstGeom>
          </p:spPr>
        </p:pic>
        <p:pic>
          <p:nvPicPr>
            <p:cNvPr id="2010" name="object 2010"/>
            <p:cNvPicPr/>
            <p:nvPr/>
          </p:nvPicPr>
          <p:blipFill>
            <a:blip r:embed="rId312" cstate="print"/>
            <a:stretch>
              <a:fillRect/>
            </a:stretch>
          </p:blipFill>
          <p:spPr>
            <a:xfrm>
              <a:off x="6817614" y="7236713"/>
              <a:ext cx="10667" cy="6096"/>
            </a:xfrm>
            <a:prstGeom prst="rect">
              <a:avLst/>
            </a:prstGeom>
          </p:spPr>
        </p:pic>
        <p:pic>
          <p:nvPicPr>
            <p:cNvPr id="2011" name="object 2011"/>
            <p:cNvPicPr/>
            <p:nvPr/>
          </p:nvPicPr>
          <p:blipFill>
            <a:blip r:embed="rId313" cstate="print"/>
            <a:stretch>
              <a:fillRect/>
            </a:stretch>
          </p:blipFill>
          <p:spPr>
            <a:xfrm>
              <a:off x="6862572" y="7236713"/>
              <a:ext cx="10667" cy="6095"/>
            </a:xfrm>
            <a:prstGeom prst="rect">
              <a:avLst/>
            </a:prstGeom>
          </p:spPr>
        </p:pic>
        <p:pic>
          <p:nvPicPr>
            <p:cNvPr id="2012" name="object 2012"/>
            <p:cNvPicPr/>
            <p:nvPr/>
          </p:nvPicPr>
          <p:blipFill>
            <a:blip r:embed="rId314" cstate="print"/>
            <a:stretch>
              <a:fillRect/>
            </a:stretch>
          </p:blipFill>
          <p:spPr>
            <a:xfrm>
              <a:off x="6886194" y="7236713"/>
              <a:ext cx="10667" cy="6096"/>
            </a:xfrm>
            <a:prstGeom prst="rect">
              <a:avLst/>
            </a:prstGeom>
          </p:spPr>
        </p:pic>
        <p:pic>
          <p:nvPicPr>
            <p:cNvPr id="2013" name="object 2013"/>
            <p:cNvPicPr/>
            <p:nvPr/>
          </p:nvPicPr>
          <p:blipFill>
            <a:blip r:embed="rId315" cstate="print"/>
            <a:stretch>
              <a:fillRect/>
            </a:stretch>
          </p:blipFill>
          <p:spPr>
            <a:xfrm>
              <a:off x="6912102" y="7236713"/>
              <a:ext cx="10668" cy="6095"/>
            </a:xfrm>
            <a:prstGeom prst="rect">
              <a:avLst/>
            </a:prstGeom>
          </p:spPr>
        </p:pic>
        <p:pic>
          <p:nvPicPr>
            <p:cNvPr id="2014" name="object 2014"/>
            <p:cNvPicPr/>
            <p:nvPr/>
          </p:nvPicPr>
          <p:blipFill>
            <a:blip r:embed="rId316" cstate="print"/>
            <a:stretch>
              <a:fillRect/>
            </a:stretch>
          </p:blipFill>
          <p:spPr>
            <a:xfrm>
              <a:off x="6935724" y="7236713"/>
              <a:ext cx="10668" cy="6096"/>
            </a:xfrm>
            <a:prstGeom prst="rect">
              <a:avLst/>
            </a:prstGeom>
          </p:spPr>
        </p:pic>
        <p:pic>
          <p:nvPicPr>
            <p:cNvPr id="2015" name="object 2015"/>
            <p:cNvPicPr/>
            <p:nvPr/>
          </p:nvPicPr>
          <p:blipFill>
            <a:blip r:embed="rId317" cstate="print"/>
            <a:stretch>
              <a:fillRect/>
            </a:stretch>
          </p:blipFill>
          <p:spPr>
            <a:xfrm>
              <a:off x="6961632" y="7236713"/>
              <a:ext cx="11429" cy="6095"/>
            </a:xfrm>
            <a:prstGeom prst="rect">
              <a:avLst/>
            </a:prstGeom>
          </p:spPr>
        </p:pic>
        <p:pic>
          <p:nvPicPr>
            <p:cNvPr id="2016" name="object 2016"/>
            <p:cNvPicPr/>
            <p:nvPr/>
          </p:nvPicPr>
          <p:blipFill>
            <a:blip r:embed="rId262" cstate="print"/>
            <a:stretch>
              <a:fillRect/>
            </a:stretch>
          </p:blipFill>
          <p:spPr>
            <a:xfrm>
              <a:off x="6985254" y="7236713"/>
              <a:ext cx="11429" cy="6096"/>
            </a:xfrm>
            <a:prstGeom prst="rect">
              <a:avLst/>
            </a:prstGeom>
          </p:spPr>
        </p:pic>
        <p:pic>
          <p:nvPicPr>
            <p:cNvPr id="2017" name="object 2017"/>
            <p:cNvPicPr/>
            <p:nvPr/>
          </p:nvPicPr>
          <p:blipFill>
            <a:blip r:embed="rId256" cstate="print"/>
            <a:stretch>
              <a:fillRect/>
            </a:stretch>
          </p:blipFill>
          <p:spPr>
            <a:xfrm>
              <a:off x="7011162" y="7236713"/>
              <a:ext cx="11429" cy="6095"/>
            </a:xfrm>
            <a:prstGeom prst="rect">
              <a:avLst/>
            </a:prstGeom>
          </p:spPr>
        </p:pic>
        <p:pic>
          <p:nvPicPr>
            <p:cNvPr id="2018" name="object 2018"/>
            <p:cNvPicPr/>
            <p:nvPr/>
          </p:nvPicPr>
          <p:blipFill>
            <a:blip r:embed="rId318" cstate="print"/>
            <a:stretch>
              <a:fillRect/>
            </a:stretch>
          </p:blipFill>
          <p:spPr>
            <a:xfrm>
              <a:off x="7034784" y="7236713"/>
              <a:ext cx="11429" cy="6096"/>
            </a:xfrm>
            <a:prstGeom prst="rect">
              <a:avLst/>
            </a:prstGeom>
          </p:spPr>
        </p:pic>
        <p:pic>
          <p:nvPicPr>
            <p:cNvPr id="2019" name="object 2019"/>
            <p:cNvPicPr/>
            <p:nvPr/>
          </p:nvPicPr>
          <p:blipFill>
            <a:blip r:embed="rId278" cstate="print"/>
            <a:stretch>
              <a:fillRect/>
            </a:stretch>
          </p:blipFill>
          <p:spPr>
            <a:xfrm>
              <a:off x="7061454" y="7236713"/>
              <a:ext cx="10667" cy="6095"/>
            </a:xfrm>
            <a:prstGeom prst="rect">
              <a:avLst/>
            </a:prstGeom>
          </p:spPr>
        </p:pic>
        <p:pic>
          <p:nvPicPr>
            <p:cNvPr id="2020" name="object 2020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085076" y="7236713"/>
              <a:ext cx="10667" cy="6096"/>
            </a:xfrm>
            <a:prstGeom prst="rect">
              <a:avLst/>
            </a:prstGeom>
          </p:spPr>
        </p:pic>
        <p:pic>
          <p:nvPicPr>
            <p:cNvPr id="2021" name="object 2021"/>
            <p:cNvPicPr/>
            <p:nvPr/>
          </p:nvPicPr>
          <p:blipFill>
            <a:blip r:embed="rId319" cstate="print"/>
            <a:stretch>
              <a:fillRect/>
            </a:stretch>
          </p:blipFill>
          <p:spPr>
            <a:xfrm>
              <a:off x="7110984" y="7236713"/>
              <a:ext cx="10668" cy="6095"/>
            </a:xfrm>
            <a:prstGeom prst="rect">
              <a:avLst/>
            </a:prstGeom>
          </p:spPr>
        </p:pic>
        <p:pic>
          <p:nvPicPr>
            <p:cNvPr id="2022" name="object 2022"/>
            <p:cNvPicPr/>
            <p:nvPr/>
          </p:nvPicPr>
          <p:blipFill>
            <a:blip r:embed="rId320" cstate="print"/>
            <a:stretch>
              <a:fillRect/>
            </a:stretch>
          </p:blipFill>
          <p:spPr>
            <a:xfrm>
              <a:off x="7134606" y="7236713"/>
              <a:ext cx="10668" cy="6096"/>
            </a:xfrm>
            <a:prstGeom prst="rect">
              <a:avLst/>
            </a:prstGeom>
          </p:spPr>
        </p:pic>
        <p:sp>
          <p:nvSpPr>
            <p:cNvPr id="2023" name="object 2023"/>
            <p:cNvSpPr/>
            <p:nvPr/>
          </p:nvSpPr>
          <p:spPr>
            <a:xfrm>
              <a:off x="4953000" y="6016751"/>
              <a:ext cx="819150" cy="450850"/>
            </a:xfrm>
            <a:custGeom>
              <a:avLst/>
              <a:gdLst/>
              <a:ahLst/>
              <a:cxnLst/>
              <a:rect l="l" t="t" r="r" b="b"/>
              <a:pathLst>
                <a:path w="819150" h="450850">
                  <a:moveTo>
                    <a:pt x="0" y="450342"/>
                  </a:moveTo>
                  <a:lnTo>
                    <a:pt x="0" y="0"/>
                  </a:lnTo>
                  <a:lnTo>
                    <a:pt x="8191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4" name="object 2024"/>
            <p:cNvSpPr/>
            <p:nvPr/>
          </p:nvSpPr>
          <p:spPr>
            <a:xfrm>
              <a:off x="4914900" y="5991605"/>
              <a:ext cx="952500" cy="539115"/>
            </a:xfrm>
            <a:custGeom>
              <a:avLst/>
              <a:gdLst/>
              <a:ahLst/>
              <a:cxnLst/>
              <a:rect l="l" t="t" r="r" b="b"/>
              <a:pathLst>
                <a:path w="952500" h="539115">
                  <a:moveTo>
                    <a:pt x="67056" y="468630"/>
                  </a:moveTo>
                  <a:lnTo>
                    <a:pt x="0" y="468630"/>
                  </a:lnTo>
                  <a:lnTo>
                    <a:pt x="38100" y="538734"/>
                  </a:lnTo>
                  <a:lnTo>
                    <a:pt x="67056" y="468630"/>
                  </a:lnTo>
                  <a:close/>
                </a:path>
                <a:path w="952500" h="539115">
                  <a:moveTo>
                    <a:pt x="952500" y="25146"/>
                  </a:moveTo>
                  <a:lnTo>
                    <a:pt x="848106" y="0"/>
                  </a:lnTo>
                  <a:lnTo>
                    <a:pt x="848106" y="44196"/>
                  </a:lnTo>
                  <a:lnTo>
                    <a:pt x="952500" y="25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5" name="object 2025"/>
            <p:cNvSpPr/>
            <p:nvPr/>
          </p:nvSpPr>
          <p:spPr>
            <a:xfrm>
              <a:off x="7448550" y="6016751"/>
              <a:ext cx="819150" cy="450850"/>
            </a:xfrm>
            <a:custGeom>
              <a:avLst/>
              <a:gdLst/>
              <a:ahLst/>
              <a:cxnLst/>
              <a:rect l="l" t="t" r="r" b="b"/>
              <a:pathLst>
                <a:path w="819150" h="450850">
                  <a:moveTo>
                    <a:pt x="819150" y="450341"/>
                  </a:moveTo>
                  <a:lnTo>
                    <a:pt x="819150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6" name="object 2026"/>
            <p:cNvSpPr/>
            <p:nvPr/>
          </p:nvSpPr>
          <p:spPr>
            <a:xfrm>
              <a:off x="7353300" y="5991605"/>
              <a:ext cx="942975" cy="539115"/>
            </a:xfrm>
            <a:custGeom>
              <a:avLst/>
              <a:gdLst/>
              <a:ahLst/>
              <a:cxnLst/>
              <a:rect l="l" t="t" r="r" b="b"/>
              <a:pathLst>
                <a:path w="942975" h="539115">
                  <a:moveTo>
                    <a:pt x="104394" y="0"/>
                  </a:moveTo>
                  <a:lnTo>
                    <a:pt x="0" y="25146"/>
                  </a:lnTo>
                  <a:lnTo>
                    <a:pt x="104394" y="44196"/>
                  </a:lnTo>
                  <a:lnTo>
                    <a:pt x="104394" y="0"/>
                  </a:lnTo>
                  <a:close/>
                </a:path>
                <a:path w="942975" h="539115">
                  <a:moveTo>
                    <a:pt x="942594" y="468630"/>
                  </a:moveTo>
                  <a:lnTo>
                    <a:pt x="876300" y="468630"/>
                  </a:lnTo>
                  <a:lnTo>
                    <a:pt x="914400" y="538734"/>
                  </a:lnTo>
                  <a:lnTo>
                    <a:pt x="942594" y="4686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7" name="object 2027"/>
            <p:cNvSpPr/>
            <p:nvPr/>
          </p:nvSpPr>
          <p:spPr>
            <a:xfrm>
              <a:off x="5477256" y="6815327"/>
              <a:ext cx="219075" cy="342900"/>
            </a:xfrm>
            <a:custGeom>
              <a:avLst/>
              <a:gdLst/>
              <a:ahLst/>
              <a:cxnLst/>
              <a:rect l="l" t="t" r="r" b="b"/>
              <a:pathLst>
                <a:path w="219075" h="342900">
                  <a:moveTo>
                    <a:pt x="0" y="0"/>
                  </a:moveTo>
                  <a:lnTo>
                    <a:pt x="0" y="342900"/>
                  </a:lnTo>
                  <a:lnTo>
                    <a:pt x="218694" y="342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8" name="object 2028"/>
            <p:cNvSpPr/>
            <p:nvPr/>
          </p:nvSpPr>
          <p:spPr>
            <a:xfrm>
              <a:off x="5439156" y="6752081"/>
              <a:ext cx="361950" cy="431800"/>
            </a:xfrm>
            <a:custGeom>
              <a:avLst/>
              <a:gdLst/>
              <a:ahLst/>
              <a:cxnLst/>
              <a:rect l="l" t="t" r="r" b="b"/>
              <a:pathLst>
                <a:path w="361950" h="431800">
                  <a:moveTo>
                    <a:pt x="66294" y="70104"/>
                  </a:moveTo>
                  <a:lnTo>
                    <a:pt x="38100" y="0"/>
                  </a:lnTo>
                  <a:lnTo>
                    <a:pt x="0" y="70104"/>
                  </a:lnTo>
                  <a:lnTo>
                    <a:pt x="66294" y="70104"/>
                  </a:lnTo>
                  <a:close/>
                </a:path>
                <a:path w="361950" h="431800">
                  <a:moveTo>
                    <a:pt x="361950" y="406158"/>
                  </a:moveTo>
                  <a:lnTo>
                    <a:pt x="256794" y="380250"/>
                  </a:lnTo>
                  <a:lnTo>
                    <a:pt x="256794" y="431304"/>
                  </a:lnTo>
                  <a:lnTo>
                    <a:pt x="361950" y="406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9" name="object 2029"/>
            <p:cNvSpPr/>
            <p:nvPr/>
          </p:nvSpPr>
          <p:spPr>
            <a:xfrm>
              <a:off x="7600950" y="6815327"/>
              <a:ext cx="276225" cy="342900"/>
            </a:xfrm>
            <a:custGeom>
              <a:avLst/>
              <a:gdLst/>
              <a:ahLst/>
              <a:cxnLst/>
              <a:rect l="l" t="t" r="r" b="b"/>
              <a:pathLst>
                <a:path w="276225" h="342900">
                  <a:moveTo>
                    <a:pt x="275844" y="0"/>
                  </a:moveTo>
                  <a:lnTo>
                    <a:pt x="275844" y="342900"/>
                  </a:lnTo>
                  <a:lnTo>
                    <a:pt x="0" y="342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0" name="object 2030"/>
            <p:cNvSpPr/>
            <p:nvPr/>
          </p:nvSpPr>
          <p:spPr>
            <a:xfrm>
              <a:off x="7505700" y="6752081"/>
              <a:ext cx="400050" cy="431800"/>
            </a:xfrm>
            <a:custGeom>
              <a:avLst/>
              <a:gdLst/>
              <a:ahLst/>
              <a:cxnLst/>
              <a:rect l="l" t="t" r="r" b="b"/>
              <a:pathLst>
                <a:path w="400050" h="431800">
                  <a:moveTo>
                    <a:pt x="104394" y="380250"/>
                  </a:moveTo>
                  <a:lnTo>
                    <a:pt x="0" y="406158"/>
                  </a:lnTo>
                  <a:lnTo>
                    <a:pt x="104394" y="431304"/>
                  </a:lnTo>
                  <a:lnTo>
                    <a:pt x="104394" y="380250"/>
                  </a:lnTo>
                  <a:close/>
                </a:path>
                <a:path w="400050" h="431800">
                  <a:moveTo>
                    <a:pt x="400050" y="70104"/>
                  </a:moveTo>
                  <a:lnTo>
                    <a:pt x="371094" y="0"/>
                  </a:lnTo>
                  <a:lnTo>
                    <a:pt x="332994" y="70104"/>
                  </a:lnTo>
                  <a:lnTo>
                    <a:pt x="400050" y="701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1" name="object 2031"/>
            <p:cNvSpPr/>
            <p:nvPr/>
          </p:nvSpPr>
          <p:spPr>
            <a:xfrm>
              <a:off x="3805428" y="5071109"/>
              <a:ext cx="5737860" cy="317500"/>
            </a:xfrm>
            <a:custGeom>
              <a:avLst/>
              <a:gdLst/>
              <a:ahLst/>
              <a:cxnLst/>
              <a:rect l="l" t="t" r="r" b="b"/>
              <a:pathLst>
                <a:path w="5737859" h="317500">
                  <a:moveTo>
                    <a:pt x="5737860" y="314705"/>
                  </a:moveTo>
                  <a:lnTo>
                    <a:pt x="5737860" y="1523"/>
                  </a:lnTo>
                  <a:lnTo>
                    <a:pt x="5736336" y="0"/>
                  </a:lnTo>
                  <a:lnTo>
                    <a:pt x="2285" y="0"/>
                  </a:lnTo>
                  <a:lnTo>
                    <a:pt x="0" y="1524"/>
                  </a:lnTo>
                  <a:lnTo>
                    <a:pt x="0" y="314706"/>
                  </a:lnTo>
                  <a:lnTo>
                    <a:pt x="2286" y="316992"/>
                  </a:lnTo>
                  <a:lnTo>
                    <a:pt x="4571" y="316992"/>
                  </a:lnTo>
                  <a:lnTo>
                    <a:pt x="4572" y="9144"/>
                  </a:lnTo>
                  <a:lnTo>
                    <a:pt x="9905" y="4572"/>
                  </a:lnTo>
                  <a:lnTo>
                    <a:pt x="9905" y="9144"/>
                  </a:lnTo>
                  <a:lnTo>
                    <a:pt x="5728716" y="9143"/>
                  </a:lnTo>
                  <a:lnTo>
                    <a:pt x="5728716" y="4571"/>
                  </a:lnTo>
                  <a:lnTo>
                    <a:pt x="5733288" y="9143"/>
                  </a:lnTo>
                  <a:lnTo>
                    <a:pt x="5733288" y="316991"/>
                  </a:lnTo>
                  <a:lnTo>
                    <a:pt x="5736336" y="316991"/>
                  </a:lnTo>
                  <a:lnTo>
                    <a:pt x="5737860" y="314705"/>
                  </a:lnTo>
                  <a:close/>
                </a:path>
                <a:path w="5737859" h="317500">
                  <a:moveTo>
                    <a:pt x="9905" y="9144"/>
                  </a:moveTo>
                  <a:lnTo>
                    <a:pt x="9905" y="4572"/>
                  </a:lnTo>
                  <a:lnTo>
                    <a:pt x="4572" y="9144"/>
                  </a:lnTo>
                  <a:lnTo>
                    <a:pt x="9905" y="9144"/>
                  </a:lnTo>
                  <a:close/>
                </a:path>
                <a:path w="5737859" h="317500">
                  <a:moveTo>
                    <a:pt x="9905" y="307848"/>
                  </a:moveTo>
                  <a:lnTo>
                    <a:pt x="9905" y="9144"/>
                  </a:lnTo>
                  <a:lnTo>
                    <a:pt x="4572" y="9144"/>
                  </a:lnTo>
                  <a:lnTo>
                    <a:pt x="4572" y="307848"/>
                  </a:lnTo>
                  <a:lnTo>
                    <a:pt x="9905" y="307848"/>
                  </a:lnTo>
                  <a:close/>
                </a:path>
                <a:path w="5737859" h="317500">
                  <a:moveTo>
                    <a:pt x="5733288" y="307847"/>
                  </a:moveTo>
                  <a:lnTo>
                    <a:pt x="4572" y="307848"/>
                  </a:lnTo>
                  <a:lnTo>
                    <a:pt x="9905" y="312419"/>
                  </a:lnTo>
                  <a:lnTo>
                    <a:pt x="9905" y="316992"/>
                  </a:lnTo>
                  <a:lnTo>
                    <a:pt x="5728716" y="316991"/>
                  </a:lnTo>
                  <a:lnTo>
                    <a:pt x="5728716" y="312419"/>
                  </a:lnTo>
                  <a:lnTo>
                    <a:pt x="5733288" y="307847"/>
                  </a:lnTo>
                  <a:close/>
                </a:path>
                <a:path w="5737859" h="317500">
                  <a:moveTo>
                    <a:pt x="9905" y="316992"/>
                  </a:moveTo>
                  <a:lnTo>
                    <a:pt x="9905" y="312419"/>
                  </a:lnTo>
                  <a:lnTo>
                    <a:pt x="4572" y="307848"/>
                  </a:lnTo>
                  <a:lnTo>
                    <a:pt x="4571" y="316992"/>
                  </a:lnTo>
                  <a:lnTo>
                    <a:pt x="9905" y="316992"/>
                  </a:lnTo>
                  <a:close/>
                </a:path>
                <a:path w="5737859" h="317500">
                  <a:moveTo>
                    <a:pt x="5733288" y="9143"/>
                  </a:moveTo>
                  <a:lnTo>
                    <a:pt x="5728716" y="4571"/>
                  </a:lnTo>
                  <a:lnTo>
                    <a:pt x="5728716" y="9143"/>
                  </a:lnTo>
                  <a:lnTo>
                    <a:pt x="5733288" y="9143"/>
                  </a:lnTo>
                  <a:close/>
                </a:path>
                <a:path w="5737859" h="317500">
                  <a:moveTo>
                    <a:pt x="5733288" y="307847"/>
                  </a:moveTo>
                  <a:lnTo>
                    <a:pt x="5733288" y="9143"/>
                  </a:lnTo>
                  <a:lnTo>
                    <a:pt x="5728716" y="9143"/>
                  </a:lnTo>
                  <a:lnTo>
                    <a:pt x="5728716" y="307847"/>
                  </a:lnTo>
                  <a:lnTo>
                    <a:pt x="5733288" y="307847"/>
                  </a:lnTo>
                  <a:close/>
                </a:path>
                <a:path w="5737859" h="317500">
                  <a:moveTo>
                    <a:pt x="5733288" y="316991"/>
                  </a:moveTo>
                  <a:lnTo>
                    <a:pt x="5733288" y="307847"/>
                  </a:lnTo>
                  <a:lnTo>
                    <a:pt x="5728716" y="312419"/>
                  </a:lnTo>
                  <a:lnTo>
                    <a:pt x="5728716" y="316991"/>
                  </a:lnTo>
                  <a:lnTo>
                    <a:pt x="5733288" y="316991"/>
                  </a:lnTo>
                  <a:close/>
                </a:path>
              </a:pathLst>
            </a:custGeom>
            <a:solidFill>
              <a:srgbClr val="385D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32" name="object 2032"/>
          <p:cNvSpPr txBox="1"/>
          <p:nvPr/>
        </p:nvSpPr>
        <p:spPr>
          <a:xfrm>
            <a:off x="3888740" y="5103367"/>
            <a:ext cx="48120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Storage/Blade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2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x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300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GB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SAS &amp;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RAM/Blade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8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GB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RAM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33" name="object 2033"/>
          <p:cNvSpPr/>
          <p:nvPr/>
        </p:nvSpPr>
        <p:spPr>
          <a:xfrm>
            <a:off x="3805428" y="4643627"/>
            <a:ext cx="5725160" cy="2597785"/>
          </a:xfrm>
          <a:custGeom>
            <a:avLst/>
            <a:gdLst/>
            <a:ahLst/>
            <a:cxnLst/>
            <a:rect l="l" t="t" r="r" b="b"/>
            <a:pathLst>
              <a:path w="5725159" h="2597784">
                <a:moveTo>
                  <a:pt x="5724906" y="838200"/>
                </a:moveTo>
                <a:lnTo>
                  <a:pt x="5722620" y="835914"/>
                </a:lnTo>
                <a:lnTo>
                  <a:pt x="5715000" y="835914"/>
                </a:lnTo>
                <a:lnTo>
                  <a:pt x="5715000" y="845820"/>
                </a:lnTo>
                <a:lnTo>
                  <a:pt x="5715000" y="2587752"/>
                </a:lnTo>
                <a:lnTo>
                  <a:pt x="9906" y="2587752"/>
                </a:lnTo>
                <a:lnTo>
                  <a:pt x="9906" y="845820"/>
                </a:lnTo>
                <a:lnTo>
                  <a:pt x="5715000" y="845820"/>
                </a:lnTo>
                <a:lnTo>
                  <a:pt x="5715000" y="835914"/>
                </a:lnTo>
                <a:lnTo>
                  <a:pt x="2286" y="835914"/>
                </a:lnTo>
                <a:lnTo>
                  <a:pt x="0" y="838200"/>
                </a:lnTo>
                <a:lnTo>
                  <a:pt x="0" y="2595372"/>
                </a:lnTo>
                <a:lnTo>
                  <a:pt x="2286" y="2597658"/>
                </a:lnTo>
                <a:lnTo>
                  <a:pt x="4572" y="2597658"/>
                </a:lnTo>
                <a:lnTo>
                  <a:pt x="9906" y="2597658"/>
                </a:lnTo>
                <a:lnTo>
                  <a:pt x="5715000" y="2597658"/>
                </a:lnTo>
                <a:lnTo>
                  <a:pt x="5719572" y="2597658"/>
                </a:lnTo>
                <a:lnTo>
                  <a:pt x="5722620" y="2597658"/>
                </a:lnTo>
                <a:lnTo>
                  <a:pt x="5724906" y="2595372"/>
                </a:lnTo>
                <a:lnTo>
                  <a:pt x="5724906" y="838200"/>
                </a:lnTo>
                <a:close/>
              </a:path>
              <a:path w="5725159" h="2597784">
                <a:moveTo>
                  <a:pt x="5724906" y="2286"/>
                </a:moveTo>
                <a:lnTo>
                  <a:pt x="5722620" y="0"/>
                </a:lnTo>
                <a:lnTo>
                  <a:pt x="5715000" y="0"/>
                </a:lnTo>
                <a:lnTo>
                  <a:pt x="5715000" y="9906"/>
                </a:lnTo>
                <a:lnTo>
                  <a:pt x="5715000" y="307848"/>
                </a:lnTo>
                <a:lnTo>
                  <a:pt x="9906" y="307848"/>
                </a:lnTo>
                <a:lnTo>
                  <a:pt x="9906" y="9906"/>
                </a:lnTo>
                <a:lnTo>
                  <a:pt x="5715000" y="9906"/>
                </a:lnTo>
                <a:lnTo>
                  <a:pt x="5715000" y="0"/>
                </a:lnTo>
                <a:lnTo>
                  <a:pt x="2286" y="0"/>
                </a:lnTo>
                <a:lnTo>
                  <a:pt x="0" y="2286"/>
                </a:lnTo>
                <a:lnTo>
                  <a:pt x="0" y="315468"/>
                </a:lnTo>
                <a:lnTo>
                  <a:pt x="2286" y="317754"/>
                </a:lnTo>
                <a:lnTo>
                  <a:pt x="4572" y="317754"/>
                </a:lnTo>
                <a:lnTo>
                  <a:pt x="9893" y="317754"/>
                </a:lnTo>
                <a:lnTo>
                  <a:pt x="5715000" y="317754"/>
                </a:lnTo>
                <a:lnTo>
                  <a:pt x="5719572" y="317754"/>
                </a:lnTo>
                <a:lnTo>
                  <a:pt x="5722620" y="317754"/>
                </a:lnTo>
                <a:lnTo>
                  <a:pt x="5724906" y="315468"/>
                </a:lnTo>
                <a:lnTo>
                  <a:pt x="5724906" y="2286"/>
                </a:lnTo>
                <a:close/>
              </a:path>
            </a:pathLst>
          </a:custGeom>
          <a:solidFill>
            <a:srgbClr val="385D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4" name="object 2034"/>
          <p:cNvSpPr txBox="1"/>
          <p:nvPr/>
        </p:nvSpPr>
        <p:spPr>
          <a:xfrm>
            <a:off x="3888740" y="4671314"/>
            <a:ext cx="27768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14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IBM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Quad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Core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(E5420)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Blades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35" name="object 2035"/>
          <p:cNvSpPr/>
          <p:nvPr/>
        </p:nvSpPr>
        <p:spPr>
          <a:xfrm>
            <a:off x="3805428" y="4262628"/>
            <a:ext cx="5725160" cy="318135"/>
          </a:xfrm>
          <a:custGeom>
            <a:avLst/>
            <a:gdLst/>
            <a:ahLst/>
            <a:cxnLst/>
            <a:rect l="l" t="t" r="r" b="b"/>
            <a:pathLst>
              <a:path w="5725159" h="318135">
                <a:moveTo>
                  <a:pt x="5724906" y="315467"/>
                </a:moveTo>
                <a:lnTo>
                  <a:pt x="5724906" y="2285"/>
                </a:lnTo>
                <a:lnTo>
                  <a:pt x="5722620" y="0"/>
                </a:lnTo>
                <a:lnTo>
                  <a:pt x="2285" y="0"/>
                </a:lnTo>
                <a:lnTo>
                  <a:pt x="0" y="2286"/>
                </a:lnTo>
                <a:lnTo>
                  <a:pt x="0" y="315468"/>
                </a:lnTo>
                <a:lnTo>
                  <a:pt x="2286" y="317754"/>
                </a:lnTo>
                <a:lnTo>
                  <a:pt x="4572" y="317754"/>
                </a:lnTo>
                <a:lnTo>
                  <a:pt x="4572" y="9906"/>
                </a:lnTo>
                <a:lnTo>
                  <a:pt x="9906" y="4572"/>
                </a:lnTo>
                <a:lnTo>
                  <a:pt x="9906" y="9906"/>
                </a:lnTo>
                <a:lnTo>
                  <a:pt x="5714999" y="9905"/>
                </a:lnTo>
                <a:lnTo>
                  <a:pt x="5714999" y="4571"/>
                </a:lnTo>
                <a:lnTo>
                  <a:pt x="5719572" y="9905"/>
                </a:lnTo>
                <a:lnTo>
                  <a:pt x="5719572" y="317753"/>
                </a:lnTo>
                <a:lnTo>
                  <a:pt x="5722620" y="317753"/>
                </a:lnTo>
                <a:lnTo>
                  <a:pt x="5724906" y="315467"/>
                </a:lnTo>
                <a:close/>
              </a:path>
              <a:path w="5725159" h="318135">
                <a:moveTo>
                  <a:pt x="9906" y="9906"/>
                </a:moveTo>
                <a:lnTo>
                  <a:pt x="9906" y="4572"/>
                </a:lnTo>
                <a:lnTo>
                  <a:pt x="4572" y="9906"/>
                </a:lnTo>
                <a:lnTo>
                  <a:pt x="9906" y="9906"/>
                </a:lnTo>
                <a:close/>
              </a:path>
              <a:path w="5725159" h="318135">
                <a:moveTo>
                  <a:pt x="9906" y="307848"/>
                </a:moveTo>
                <a:lnTo>
                  <a:pt x="9906" y="9906"/>
                </a:lnTo>
                <a:lnTo>
                  <a:pt x="4572" y="9906"/>
                </a:lnTo>
                <a:lnTo>
                  <a:pt x="4572" y="307848"/>
                </a:lnTo>
                <a:lnTo>
                  <a:pt x="9906" y="307848"/>
                </a:lnTo>
                <a:close/>
              </a:path>
              <a:path w="5725159" h="318135">
                <a:moveTo>
                  <a:pt x="5719572" y="307847"/>
                </a:moveTo>
                <a:lnTo>
                  <a:pt x="4572" y="307848"/>
                </a:lnTo>
                <a:lnTo>
                  <a:pt x="9906" y="312420"/>
                </a:lnTo>
                <a:lnTo>
                  <a:pt x="9905" y="317754"/>
                </a:lnTo>
                <a:lnTo>
                  <a:pt x="5714999" y="317753"/>
                </a:lnTo>
                <a:lnTo>
                  <a:pt x="5714999" y="312420"/>
                </a:lnTo>
                <a:lnTo>
                  <a:pt x="5719572" y="307847"/>
                </a:lnTo>
                <a:close/>
              </a:path>
              <a:path w="5725159" h="318135">
                <a:moveTo>
                  <a:pt x="9905" y="317754"/>
                </a:moveTo>
                <a:lnTo>
                  <a:pt x="9906" y="312420"/>
                </a:lnTo>
                <a:lnTo>
                  <a:pt x="4572" y="307848"/>
                </a:lnTo>
                <a:lnTo>
                  <a:pt x="4572" y="317754"/>
                </a:lnTo>
                <a:lnTo>
                  <a:pt x="9905" y="317754"/>
                </a:lnTo>
                <a:close/>
              </a:path>
              <a:path w="5725159" h="318135">
                <a:moveTo>
                  <a:pt x="5719572" y="9905"/>
                </a:moveTo>
                <a:lnTo>
                  <a:pt x="5714999" y="4571"/>
                </a:lnTo>
                <a:lnTo>
                  <a:pt x="5714999" y="9905"/>
                </a:lnTo>
                <a:lnTo>
                  <a:pt x="5719572" y="9905"/>
                </a:lnTo>
                <a:close/>
              </a:path>
              <a:path w="5725159" h="318135">
                <a:moveTo>
                  <a:pt x="5719572" y="307847"/>
                </a:moveTo>
                <a:lnTo>
                  <a:pt x="5719572" y="9905"/>
                </a:lnTo>
                <a:lnTo>
                  <a:pt x="5714999" y="9905"/>
                </a:lnTo>
                <a:lnTo>
                  <a:pt x="5714999" y="307847"/>
                </a:lnTo>
                <a:lnTo>
                  <a:pt x="5719572" y="307847"/>
                </a:lnTo>
                <a:close/>
              </a:path>
              <a:path w="5725159" h="318135">
                <a:moveTo>
                  <a:pt x="5719572" y="317753"/>
                </a:moveTo>
                <a:lnTo>
                  <a:pt x="5719572" y="307847"/>
                </a:lnTo>
                <a:lnTo>
                  <a:pt x="5714999" y="312420"/>
                </a:lnTo>
                <a:lnTo>
                  <a:pt x="5714999" y="317753"/>
                </a:lnTo>
                <a:lnTo>
                  <a:pt x="5719572" y="317753"/>
                </a:lnTo>
                <a:close/>
              </a:path>
            </a:pathLst>
          </a:custGeom>
          <a:solidFill>
            <a:srgbClr val="385D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6" name="object 2036"/>
          <p:cNvSpPr txBox="1"/>
          <p:nvPr/>
        </p:nvSpPr>
        <p:spPr>
          <a:xfrm>
            <a:off x="3888740" y="4290313"/>
            <a:ext cx="242379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Vmware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vSphere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4.1/ESXi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4.1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37" name="object 2037"/>
          <p:cNvSpPr/>
          <p:nvPr/>
        </p:nvSpPr>
        <p:spPr>
          <a:xfrm>
            <a:off x="3805428" y="3881628"/>
            <a:ext cx="5725160" cy="318135"/>
          </a:xfrm>
          <a:custGeom>
            <a:avLst/>
            <a:gdLst/>
            <a:ahLst/>
            <a:cxnLst/>
            <a:rect l="l" t="t" r="r" b="b"/>
            <a:pathLst>
              <a:path w="5725159" h="318135">
                <a:moveTo>
                  <a:pt x="5724906" y="315467"/>
                </a:moveTo>
                <a:lnTo>
                  <a:pt x="5724906" y="2285"/>
                </a:lnTo>
                <a:lnTo>
                  <a:pt x="5722620" y="0"/>
                </a:lnTo>
                <a:lnTo>
                  <a:pt x="2285" y="0"/>
                </a:lnTo>
                <a:lnTo>
                  <a:pt x="0" y="2286"/>
                </a:lnTo>
                <a:lnTo>
                  <a:pt x="0" y="315468"/>
                </a:lnTo>
                <a:lnTo>
                  <a:pt x="2286" y="317754"/>
                </a:lnTo>
                <a:lnTo>
                  <a:pt x="4572" y="317754"/>
                </a:lnTo>
                <a:lnTo>
                  <a:pt x="4572" y="9906"/>
                </a:lnTo>
                <a:lnTo>
                  <a:pt x="9906" y="4572"/>
                </a:lnTo>
                <a:lnTo>
                  <a:pt x="9906" y="9906"/>
                </a:lnTo>
                <a:lnTo>
                  <a:pt x="5714999" y="9905"/>
                </a:lnTo>
                <a:lnTo>
                  <a:pt x="5714999" y="4571"/>
                </a:lnTo>
                <a:lnTo>
                  <a:pt x="5719572" y="9905"/>
                </a:lnTo>
                <a:lnTo>
                  <a:pt x="5719572" y="317753"/>
                </a:lnTo>
                <a:lnTo>
                  <a:pt x="5722620" y="317753"/>
                </a:lnTo>
                <a:lnTo>
                  <a:pt x="5724906" y="315467"/>
                </a:lnTo>
                <a:close/>
              </a:path>
              <a:path w="5725159" h="318135">
                <a:moveTo>
                  <a:pt x="9906" y="9906"/>
                </a:moveTo>
                <a:lnTo>
                  <a:pt x="9906" y="4572"/>
                </a:lnTo>
                <a:lnTo>
                  <a:pt x="4572" y="9906"/>
                </a:lnTo>
                <a:lnTo>
                  <a:pt x="9906" y="9906"/>
                </a:lnTo>
                <a:close/>
              </a:path>
              <a:path w="5725159" h="318135">
                <a:moveTo>
                  <a:pt x="9906" y="307848"/>
                </a:moveTo>
                <a:lnTo>
                  <a:pt x="9906" y="9906"/>
                </a:lnTo>
                <a:lnTo>
                  <a:pt x="4572" y="9906"/>
                </a:lnTo>
                <a:lnTo>
                  <a:pt x="4572" y="307848"/>
                </a:lnTo>
                <a:lnTo>
                  <a:pt x="9906" y="307848"/>
                </a:lnTo>
                <a:close/>
              </a:path>
              <a:path w="5725159" h="318135">
                <a:moveTo>
                  <a:pt x="5719572" y="307847"/>
                </a:moveTo>
                <a:lnTo>
                  <a:pt x="4572" y="307848"/>
                </a:lnTo>
                <a:lnTo>
                  <a:pt x="9906" y="312420"/>
                </a:lnTo>
                <a:lnTo>
                  <a:pt x="9905" y="317754"/>
                </a:lnTo>
                <a:lnTo>
                  <a:pt x="5714999" y="317753"/>
                </a:lnTo>
                <a:lnTo>
                  <a:pt x="5714999" y="312420"/>
                </a:lnTo>
                <a:lnTo>
                  <a:pt x="5719572" y="307847"/>
                </a:lnTo>
                <a:close/>
              </a:path>
              <a:path w="5725159" h="318135">
                <a:moveTo>
                  <a:pt x="9905" y="317754"/>
                </a:moveTo>
                <a:lnTo>
                  <a:pt x="9906" y="312420"/>
                </a:lnTo>
                <a:lnTo>
                  <a:pt x="4572" y="307848"/>
                </a:lnTo>
                <a:lnTo>
                  <a:pt x="4572" y="317754"/>
                </a:lnTo>
                <a:lnTo>
                  <a:pt x="9905" y="317754"/>
                </a:lnTo>
                <a:close/>
              </a:path>
              <a:path w="5725159" h="318135">
                <a:moveTo>
                  <a:pt x="5719572" y="9905"/>
                </a:moveTo>
                <a:lnTo>
                  <a:pt x="5714999" y="4571"/>
                </a:lnTo>
                <a:lnTo>
                  <a:pt x="5714999" y="9905"/>
                </a:lnTo>
                <a:lnTo>
                  <a:pt x="5719572" y="9905"/>
                </a:lnTo>
                <a:close/>
              </a:path>
              <a:path w="5725159" h="318135">
                <a:moveTo>
                  <a:pt x="5719572" y="307847"/>
                </a:moveTo>
                <a:lnTo>
                  <a:pt x="5719572" y="9905"/>
                </a:lnTo>
                <a:lnTo>
                  <a:pt x="5714999" y="9905"/>
                </a:lnTo>
                <a:lnTo>
                  <a:pt x="5714999" y="307847"/>
                </a:lnTo>
                <a:lnTo>
                  <a:pt x="5719572" y="307847"/>
                </a:lnTo>
                <a:close/>
              </a:path>
              <a:path w="5725159" h="318135">
                <a:moveTo>
                  <a:pt x="5719572" y="317753"/>
                </a:moveTo>
                <a:lnTo>
                  <a:pt x="5719572" y="307847"/>
                </a:lnTo>
                <a:lnTo>
                  <a:pt x="5714999" y="312420"/>
                </a:lnTo>
                <a:lnTo>
                  <a:pt x="5714999" y="317753"/>
                </a:lnTo>
                <a:lnTo>
                  <a:pt x="5719572" y="317753"/>
                </a:lnTo>
                <a:close/>
              </a:path>
            </a:pathLst>
          </a:custGeom>
          <a:solidFill>
            <a:srgbClr val="385D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8" name="object 2038"/>
          <p:cNvSpPr txBox="1"/>
          <p:nvPr/>
        </p:nvSpPr>
        <p:spPr>
          <a:xfrm>
            <a:off x="3888740" y="3909313"/>
            <a:ext cx="134556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64-Bit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Fedora</a:t>
            </a:r>
            <a:r>
              <a:rPr sz="1400" spc="-25" dirty="0">
                <a:latin typeface="Arial MT"/>
                <a:cs typeface="Arial MT"/>
              </a:rPr>
              <a:t> 13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39" name="object 2039"/>
          <p:cNvSpPr/>
          <p:nvPr/>
        </p:nvSpPr>
        <p:spPr>
          <a:xfrm>
            <a:off x="3805428" y="3500628"/>
            <a:ext cx="5725160" cy="318135"/>
          </a:xfrm>
          <a:custGeom>
            <a:avLst/>
            <a:gdLst/>
            <a:ahLst/>
            <a:cxnLst/>
            <a:rect l="l" t="t" r="r" b="b"/>
            <a:pathLst>
              <a:path w="5725159" h="318135">
                <a:moveTo>
                  <a:pt x="5724906" y="315467"/>
                </a:moveTo>
                <a:lnTo>
                  <a:pt x="5724906" y="2285"/>
                </a:lnTo>
                <a:lnTo>
                  <a:pt x="5722620" y="0"/>
                </a:lnTo>
                <a:lnTo>
                  <a:pt x="2285" y="0"/>
                </a:lnTo>
                <a:lnTo>
                  <a:pt x="0" y="2286"/>
                </a:lnTo>
                <a:lnTo>
                  <a:pt x="0" y="315468"/>
                </a:lnTo>
                <a:lnTo>
                  <a:pt x="2286" y="317754"/>
                </a:lnTo>
                <a:lnTo>
                  <a:pt x="4572" y="317754"/>
                </a:lnTo>
                <a:lnTo>
                  <a:pt x="4572" y="9906"/>
                </a:lnTo>
                <a:lnTo>
                  <a:pt x="9906" y="4572"/>
                </a:lnTo>
                <a:lnTo>
                  <a:pt x="9906" y="9906"/>
                </a:lnTo>
                <a:lnTo>
                  <a:pt x="5714999" y="9905"/>
                </a:lnTo>
                <a:lnTo>
                  <a:pt x="5714999" y="4571"/>
                </a:lnTo>
                <a:lnTo>
                  <a:pt x="5719572" y="9905"/>
                </a:lnTo>
                <a:lnTo>
                  <a:pt x="5719572" y="317753"/>
                </a:lnTo>
                <a:lnTo>
                  <a:pt x="5722620" y="317753"/>
                </a:lnTo>
                <a:lnTo>
                  <a:pt x="5724906" y="315467"/>
                </a:lnTo>
                <a:close/>
              </a:path>
              <a:path w="5725159" h="318135">
                <a:moveTo>
                  <a:pt x="9906" y="9906"/>
                </a:moveTo>
                <a:lnTo>
                  <a:pt x="9906" y="4572"/>
                </a:lnTo>
                <a:lnTo>
                  <a:pt x="4572" y="9906"/>
                </a:lnTo>
                <a:lnTo>
                  <a:pt x="9906" y="9906"/>
                </a:lnTo>
                <a:close/>
              </a:path>
              <a:path w="5725159" h="318135">
                <a:moveTo>
                  <a:pt x="9906" y="307848"/>
                </a:moveTo>
                <a:lnTo>
                  <a:pt x="9906" y="9906"/>
                </a:lnTo>
                <a:lnTo>
                  <a:pt x="4572" y="9906"/>
                </a:lnTo>
                <a:lnTo>
                  <a:pt x="4572" y="307848"/>
                </a:lnTo>
                <a:lnTo>
                  <a:pt x="9906" y="307848"/>
                </a:lnTo>
                <a:close/>
              </a:path>
              <a:path w="5725159" h="318135">
                <a:moveTo>
                  <a:pt x="5719572" y="307847"/>
                </a:moveTo>
                <a:lnTo>
                  <a:pt x="4572" y="307848"/>
                </a:lnTo>
                <a:lnTo>
                  <a:pt x="9906" y="312420"/>
                </a:lnTo>
                <a:lnTo>
                  <a:pt x="9905" y="317754"/>
                </a:lnTo>
                <a:lnTo>
                  <a:pt x="5714999" y="317753"/>
                </a:lnTo>
                <a:lnTo>
                  <a:pt x="5714999" y="312420"/>
                </a:lnTo>
                <a:lnTo>
                  <a:pt x="5719572" y="307847"/>
                </a:lnTo>
                <a:close/>
              </a:path>
              <a:path w="5725159" h="318135">
                <a:moveTo>
                  <a:pt x="9905" y="317754"/>
                </a:moveTo>
                <a:lnTo>
                  <a:pt x="9906" y="312420"/>
                </a:lnTo>
                <a:lnTo>
                  <a:pt x="4572" y="307848"/>
                </a:lnTo>
                <a:lnTo>
                  <a:pt x="4572" y="317754"/>
                </a:lnTo>
                <a:lnTo>
                  <a:pt x="9905" y="317754"/>
                </a:lnTo>
                <a:close/>
              </a:path>
              <a:path w="5725159" h="318135">
                <a:moveTo>
                  <a:pt x="5719572" y="9905"/>
                </a:moveTo>
                <a:lnTo>
                  <a:pt x="5714999" y="4571"/>
                </a:lnTo>
                <a:lnTo>
                  <a:pt x="5714999" y="9905"/>
                </a:lnTo>
                <a:lnTo>
                  <a:pt x="5719572" y="9905"/>
                </a:lnTo>
                <a:close/>
              </a:path>
              <a:path w="5725159" h="318135">
                <a:moveTo>
                  <a:pt x="5719572" y="307847"/>
                </a:moveTo>
                <a:lnTo>
                  <a:pt x="5719572" y="9905"/>
                </a:lnTo>
                <a:lnTo>
                  <a:pt x="5714999" y="9905"/>
                </a:lnTo>
                <a:lnTo>
                  <a:pt x="5714999" y="307847"/>
                </a:lnTo>
                <a:lnTo>
                  <a:pt x="5719572" y="307847"/>
                </a:lnTo>
                <a:close/>
              </a:path>
              <a:path w="5725159" h="318135">
                <a:moveTo>
                  <a:pt x="5719572" y="317753"/>
                </a:moveTo>
                <a:lnTo>
                  <a:pt x="5719572" y="307847"/>
                </a:lnTo>
                <a:lnTo>
                  <a:pt x="5714999" y="312420"/>
                </a:lnTo>
                <a:lnTo>
                  <a:pt x="5714999" y="317753"/>
                </a:lnTo>
                <a:lnTo>
                  <a:pt x="5719572" y="317753"/>
                </a:lnTo>
                <a:close/>
              </a:path>
            </a:pathLst>
          </a:custGeom>
          <a:solidFill>
            <a:srgbClr val="385D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0" name="object 2040"/>
          <p:cNvSpPr txBox="1"/>
          <p:nvPr/>
        </p:nvSpPr>
        <p:spPr>
          <a:xfrm>
            <a:off x="3888740" y="3528313"/>
            <a:ext cx="52482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Ganglia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cluster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monitoring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system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VMware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vSphere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Client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41" name="object 2041"/>
          <p:cNvSpPr/>
          <p:nvPr/>
        </p:nvSpPr>
        <p:spPr>
          <a:xfrm>
            <a:off x="3805428" y="3119627"/>
            <a:ext cx="5725160" cy="318135"/>
          </a:xfrm>
          <a:custGeom>
            <a:avLst/>
            <a:gdLst/>
            <a:ahLst/>
            <a:cxnLst/>
            <a:rect l="l" t="t" r="r" b="b"/>
            <a:pathLst>
              <a:path w="5725159" h="318135">
                <a:moveTo>
                  <a:pt x="5724906" y="315467"/>
                </a:moveTo>
                <a:lnTo>
                  <a:pt x="5724906" y="2285"/>
                </a:lnTo>
                <a:lnTo>
                  <a:pt x="5722620" y="0"/>
                </a:lnTo>
                <a:lnTo>
                  <a:pt x="2285" y="0"/>
                </a:lnTo>
                <a:lnTo>
                  <a:pt x="0" y="2286"/>
                </a:lnTo>
                <a:lnTo>
                  <a:pt x="0" y="315468"/>
                </a:lnTo>
                <a:lnTo>
                  <a:pt x="2286" y="317754"/>
                </a:lnTo>
                <a:lnTo>
                  <a:pt x="4572" y="317754"/>
                </a:lnTo>
                <a:lnTo>
                  <a:pt x="4572" y="9906"/>
                </a:lnTo>
                <a:lnTo>
                  <a:pt x="9906" y="4572"/>
                </a:lnTo>
                <a:lnTo>
                  <a:pt x="9906" y="9906"/>
                </a:lnTo>
                <a:lnTo>
                  <a:pt x="5714999" y="9905"/>
                </a:lnTo>
                <a:lnTo>
                  <a:pt x="5714999" y="4571"/>
                </a:lnTo>
                <a:lnTo>
                  <a:pt x="5719572" y="9905"/>
                </a:lnTo>
                <a:lnTo>
                  <a:pt x="5719572" y="317753"/>
                </a:lnTo>
                <a:lnTo>
                  <a:pt x="5722620" y="317753"/>
                </a:lnTo>
                <a:lnTo>
                  <a:pt x="5724906" y="315467"/>
                </a:lnTo>
                <a:close/>
              </a:path>
              <a:path w="5725159" h="318135">
                <a:moveTo>
                  <a:pt x="9906" y="9906"/>
                </a:moveTo>
                <a:lnTo>
                  <a:pt x="9906" y="4572"/>
                </a:lnTo>
                <a:lnTo>
                  <a:pt x="4572" y="9906"/>
                </a:lnTo>
                <a:lnTo>
                  <a:pt x="9906" y="9906"/>
                </a:lnTo>
                <a:close/>
              </a:path>
              <a:path w="5725159" h="318135">
                <a:moveTo>
                  <a:pt x="9906" y="307848"/>
                </a:moveTo>
                <a:lnTo>
                  <a:pt x="9906" y="9906"/>
                </a:lnTo>
                <a:lnTo>
                  <a:pt x="4572" y="9906"/>
                </a:lnTo>
                <a:lnTo>
                  <a:pt x="4572" y="307848"/>
                </a:lnTo>
                <a:lnTo>
                  <a:pt x="9906" y="307848"/>
                </a:lnTo>
                <a:close/>
              </a:path>
              <a:path w="5725159" h="318135">
                <a:moveTo>
                  <a:pt x="5719572" y="307847"/>
                </a:moveTo>
                <a:lnTo>
                  <a:pt x="4572" y="307848"/>
                </a:lnTo>
                <a:lnTo>
                  <a:pt x="9906" y="312420"/>
                </a:lnTo>
                <a:lnTo>
                  <a:pt x="9905" y="317754"/>
                </a:lnTo>
                <a:lnTo>
                  <a:pt x="5714999" y="317753"/>
                </a:lnTo>
                <a:lnTo>
                  <a:pt x="5714999" y="312420"/>
                </a:lnTo>
                <a:lnTo>
                  <a:pt x="5719572" y="307847"/>
                </a:lnTo>
                <a:close/>
              </a:path>
              <a:path w="5725159" h="318135">
                <a:moveTo>
                  <a:pt x="9905" y="317754"/>
                </a:moveTo>
                <a:lnTo>
                  <a:pt x="9906" y="312420"/>
                </a:lnTo>
                <a:lnTo>
                  <a:pt x="4572" y="307848"/>
                </a:lnTo>
                <a:lnTo>
                  <a:pt x="4572" y="317754"/>
                </a:lnTo>
                <a:lnTo>
                  <a:pt x="9905" y="317754"/>
                </a:lnTo>
                <a:close/>
              </a:path>
              <a:path w="5725159" h="318135">
                <a:moveTo>
                  <a:pt x="5719572" y="9905"/>
                </a:moveTo>
                <a:lnTo>
                  <a:pt x="5714999" y="4571"/>
                </a:lnTo>
                <a:lnTo>
                  <a:pt x="5714999" y="9905"/>
                </a:lnTo>
                <a:lnTo>
                  <a:pt x="5719572" y="9905"/>
                </a:lnTo>
                <a:close/>
              </a:path>
              <a:path w="5725159" h="318135">
                <a:moveTo>
                  <a:pt x="5719572" y="307847"/>
                </a:moveTo>
                <a:lnTo>
                  <a:pt x="5719572" y="9905"/>
                </a:lnTo>
                <a:lnTo>
                  <a:pt x="5714999" y="9905"/>
                </a:lnTo>
                <a:lnTo>
                  <a:pt x="5714999" y="307847"/>
                </a:lnTo>
                <a:lnTo>
                  <a:pt x="5719572" y="307847"/>
                </a:lnTo>
                <a:close/>
              </a:path>
              <a:path w="5725159" h="318135">
                <a:moveTo>
                  <a:pt x="5719572" y="317753"/>
                </a:moveTo>
                <a:lnTo>
                  <a:pt x="5719572" y="307847"/>
                </a:lnTo>
                <a:lnTo>
                  <a:pt x="5714999" y="312420"/>
                </a:lnTo>
                <a:lnTo>
                  <a:pt x="5714999" y="317753"/>
                </a:lnTo>
                <a:lnTo>
                  <a:pt x="5719572" y="317753"/>
                </a:lnTo>
                <a:close/>
              </a:path>
            </a:pathLst>
          </a:custGeom>
          <a:solidFill>
            <a:srgbClr val="385D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2" name="object 2042"/>
          <p:cNvSpPr txBox="1"/>
          <p:nvPr/>
        </p:nvSpPr>
        <p:spPr>
          <a:xfrm>
            <a:off x="3888740" y="3147313"/>
            <a:ext cx="18415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Apache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Hadoop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0.20.1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43" name="object 2043"/>
          <p:cNvSpPr/>
          <p:nvPr/>
        </p:nvSpPr>
        <p:spPr>
          <a:xfrm>
            <a:off x="3805428" y="2662427"/>
            <a:ext cx="5725160" cy="318135"/>
          </a:xfrm>
          <a:custGeom>
            <a:avLst/>
            <a:gdLst/>
            <a:ahLst/>
            <a:cxnLst/>
            <a:rect l="l" t="t" r="r" b="b"/>
            <a:pathLst>
              <a:path w="5725159" h="318135">
                <a:moveTo>
                  <a:pt x="5724906" y="315467"/>
                </a:moveTo>
                <a:lnTo>
                  <a:pt x="5724906" y="2285"/>
                </a:lnTo>
                <a:lnTo>
                  <a:pt x="5722620" y="0"/>
                </a:lnTo>
                <a:lnTo>
                  <a:pt x="2285" y="0"/>
                </a:lnTo>
                <a:lnTo>
                  <a:pt x="0" y="2286"/>
                </a:lnTo>
                <a:lnTo>
                  <a:pt x="0" y="315468"/>
                </a:lnTo>
                <a:lnTo>
                  <a:pt x="2286" y="317754"/>
                </a:lnTo>
                <a:lnTo>
                  <a:pt x="4572" y="317754"/>
                </a:lnTo>
                <a:lnTo>
                  <a:pt x="4572" y="9906"/>
                </a:lnTo>
                <a:lnTo>
                  <a:pt x="9906" y="4572"/>
                </a:lnTo>
                <a:lnTo>
                  <a:pt x="9906" y="9906"/>
                </a:lnTo>
                <a:lnTo>
                  <a:pt x="5714999" y="9905"/>
                </a:lnTo>
                <a:lnTo>
                  <a:pt x="5714999" y="4571"/>
                </a:lnTo>
                <a:lnTo>
                  <a:pt x="5719572" y="9905"/>
                </a:lnTo>
                <a:lnTo>
                  <a:pt x="5719572" y="317753"/>
                </a:lnTo>
                <a:lnTo>
                  <a:pt x="5722620" y="317753"/>
                </a:lnTo>
                <a:lnTo>
                  <a:pt x="5724906" y="315467"/>
                </a:lnTo>
                <a:close/>
              </a:path>
              <a:path w="5725159" h="318135">
                <a:moveTo>
                  <a:pt x="9906" y="9906"/>
                </a:moveTo>
                <a:lnTo>
                  <a:pt x="9906" y="4572"/>
                </a:lnTo>
                <a:lnTo>
                  <a:pt x="4572" y="9906"/>
                </a:lnTo>
                <a:lnTo>
                  <a:pt x="9906" y="9906"/>
                </a:lnTo>
                <a:close/>
              </a:path>
              <a:path w="5725159" h="318135">
                <a:moveTo>
                  <a:pt x="9906" y="307848"/>
                </a:moveTo>
                <a:lnTo>
                  <a:pt x="9906" y="9906"/>
                </a:lnTo>
                <a:lnTo>
                  <a:pt x="4572" y="9906"/>
                </a:lnTo>
                <a:lnTo>
                  <a:pt x="4572" y="307848"/>
                </a:lnTo>
                <a:lnTo>
                  <a:pt x="9906" y="307848"/>
                </a:lnTo>
                <a:close/>
              </a:path>
              <a:path w="5725159" h="318135">
                <a:moveTo>
                  <a:pt x="5719572" y="307847"/>
                </a:moveTo>
                <a:lnTo>
                  <a:pt x="4572" y="307848"/>
                </a:lnTo>
                <a:lnTo>
                  <a:pt x="9906" y="312420"/>
                </a:lnTo>
                <a:lnTo>
                  <a:pt x="9905" y="317754"/>
                </a:lnTo>
                <a:lnTo>
                  <a:pt x="5714999" y="317753"/>
                </a:lnTo>
                <a:lnTo>
                  <a:pt x="5714999" y="312420"/>
                </a:lnTo>
                <a:lnTo>
                  <a:pt x="5719572" y="307847"/>
                </a:lnTo>
                <a:close/>
              </a:path>
              <a:path w="5725159" h="318135">
                <a:moveTo>
                  <a:pt x="9905" y="317754"/>
                </a:moveTo>
                <a:lnTo>
                  <a:pt x="9906" y="312420"/>
                </a:lnTo>
                <a:lnTo>
                  <a:pt x="4572" y="307848"/>
                </a:lnTo>
                <a:lnTo>
                  <a:pt x="4572" y="317754"/>
                </a:lnTo>
                <a:lnTo>
                  <a:pt x="9905" y="317754"/>
                </a:lnTo>
                <a:close/>
              </a:path>
              <a:path w="5725159" h="318135">
                <a:moveTo>
                  <a:pt x="5719572" y="9905"/>
                </a:moveTo>
                <a:lnTo>
                  <a:pt x="5714999" y="4571"/>
                </a:lnTo>
                <a:lnTo>
                  <a:pt x="5714999" y="9905"/>
                </a:lnTo>
                <a:lnTo>
                  <a:pt x="5719572" y="9905"/>
                </a:lnTo>
                <a:close/>
              </a:path>
              <a:path w="5725159" h="318135">
                <a:moveTo>
                  <a:pt x="5719572" y="307847"/>
                </a:moveTo>
                <a:lnTo>
                  <a:pt x="5719572" y="9905"/>
                </a:lnTo>
                <a:lnTo>
                  <a:pt x="5714999" y="9905"/>
                </a:lnTo>
                <a:lnTo>
                  <a:pt x="5714999" y="307847"/>
                </a:lnTo>
                <a:lnTo>
                  <a:pt x="5719572" y="307847"/>
                </a:lnTo>
                <a:close/>
              </a:path>
              <a:path w="5725159" h="318135">
                <a:moveTo>
                  <a:pt x="5719572" y="317753"/>
                </a:moveTo>
                <a:lnTo>
                  <a:pt x="5719572" y="307847"/>
                </a:lnTo>
                <a:lnTo>
                  <a:pt x="5714999" y="312420"/>
                </a:lnTo>
                <a:lnTo>
                  <a:pt x="5714999" y="317753"/>
                </a:lnTo>
                <a:lnTo>
                  <a:pt x="5719572" y="317753"/>
                </a:lnTo>
                <a:close/>
              </a:path>
            </a:pathLst>
          </a:custGeom>
          <a:solidFill>
            <a:srgbClr val="385D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4" name="object 2044"/>
          <p:cNvSpPr txBox="1"/>
          <p:nvPr/>
        </p:nvSpPr>
        <p:spPr>
          <a:xfrm>
            <a:off x="3888740" y="2690113"/>
            <a:ext cx="5080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0" dirty="0">
                <a:latin typeface="Arial MT"/>
                <a:cs typeface="Arial MT"/>
              </a:rPr>
              <a:t>HDFS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45" name="object 2045"/>
          <p:cNvSpPr/>
          <p:nvPr/>
        </p:nvSpPr>
        <p:spPr>
          <a:xfrm>
            <a:off x="3805428" y="2202179"/>
            <a:ext cx="5725160" cy="318135"/>
          </a:xfrm>
          <a:custGeom>
            <a:avLst/>
            <a:gdLst/>
            <a:ahLst/>
            <a:cxnLst/>
            <a:rect l="l" t="t" r="r" b="b"/>
            <a:pathLst>
              <a:path w="5725159" h="318135">
                <a:moveTo>
                  <a:pt x="5724906" y="315467"/>
                </a:moveTo>
                <a:lnTo>
                  <a:pt x="5724906" y="2285"/>
                </a:lnTo>
                <a:lnTo>
                  <a:pt x="5722620" y="0"/>
                </a:lnTo>
                <a:lnTo>
                  <a:pt x="2285" y="0"/>
                </a:lnTo>
                <a:lnTo>
                  <a:pt x="0" y="2286"/>
                </a:lnTo>
                <a:lnTo>
                  <a:pt x="0" y="315468"/>
                </a:lnTo>
                <a:lnTo>
                  <a:pt x="2286" y="317754"/>
                </a:lnTo>
                <a:lnTo>
                  <a:pt x="4572" y="317754"/>
                </a:lnTo>
                <a:lnTo>
                  <a:pt x="4572" y="9906"/>
                </a:lnTo>
                <a:lnTo>
                  <a:pt x="9905" y="5334"/>
                </a:lnTo>
                <a:lnTo>
                  <a:pt x="9905" y="9906"/>
                </a:lnTo>
                <a:lnTo>
                  <a:pt x="5714999" y="9905"/>
                </a:lnTo>
                <a:lnTo>
                  <a:pt x="5714999" y="5333"/>
                </a:lnTo>
                <a:lnTo>
                  <a:pt x="5719572" y="9905"/>
                </a:lnTo>
                <a:lnTo>
                  <a:pt x="5719572" y="317753"/>
                </a:lnTo>
                <a:lnTo>
                  <a:pt x="5722620" y="317753"/>
                </a:lnTo>
                <a:lnTo>
                  <a:pt x="5724906" y="315467"/>
                </a:lnTo>
                <a:close/>
              </a:path>
              <a:path w="5725159" h="318135">
                <a:moveTo>
                  <a:pt x="9905" y="9906"/>
                </a:moveTo>
                <a:lnTo>
                  <a:pt x="9905" y="5334"/>
                </a:lnTo>
                <a:lnTo>
                  <a:pt x="4572" y="9906"/>
                </a:lnTo>
                <a:lnTo>
                  <a:pt x="9905" y="9906"/>
                </a:lnTo>
                <a:close/>
              </a:path>
              <a:path w="5725159" h="318135">
                <a:moveTo>
                  <a:pt x="9905" y="307848"/>
                </a:moveTo>
                <a:lnTo>
                  <a:pt x="9905" y="9906"/>
                </a:lnTo>
                <a:lnTo>
                  <a:pt x="4572" y="9906"/>
                </a:lnTo>
                <a:lnTo>
                  <a:pt x="4572" y="307848"/>
                </a:lnTo>
                <a:lnTo>
                  <a:pt x="9905" y="307848"/>
                </a:lnTo>
                <a:close/>
              </a:path>
              <a:path w="5725159" h="318135">
                <a:moveTo>
                  <a:pt x="5719572" y="307847"/>
                </a:moveTo>
                <a:lnTo>
                  <a:pt x="4572" y="307848"/>
                </a:lnTo>
                <a:lnTo>
                  <a:pt x="9905" y="312419"/>
                </a:lnTo>
                <a:lnTo>
                  <a:pt x="9905" y="317754"/>
                </a:lnTo>
                <a:lnTo>
                  <a:pt x="5714999" y="317753"/>
                </a:lnTo>
                <a:lnTo>
                  <a:pt x="5714999" y="312420"/>
                </a:lnTo>
                <a:lnTo>
                  <a:pt x="5719572" y="307847"/>
                </a:lnTo>
                <a:close/>
              </a:path>
              <a:path w="5725159" h="318135">
                <a:moveTo>
                  <a:pt x="9905" y="317754"/>
                </a:moveTo>
                <a:lnTo>
                  <a:pt x="9905" y="312419"/>
                </a:lnTo>
                <a:lnTo>
                  <a:pt x="4572" y="307848"/>
                </a:lnTo>
                <a:lnTo>
                  <a:pt x="4572" y="317754"/>
                </a:lnTo>
                <a:lnTo>
                  <a:pt x="9905" y="317754"/>
                </a:lnTo>
                <a:close/>
              </a:path>
              <a:path w="5725159" h="318135">
                <a:moveTo>
                  <a:pt x="5719572" y="9905"/>
                </a:moveTo>
                <a:lnTo>
                  <a:pt x="5714999" y="5333"/>
                </a:lnTo>
                <a:lnTo>
                  <a:pt x="5714999" y="9905"/>
                </a:lnTo>
                <a:lnTo>
                  <a:pt x="5719572" y="9905"/>
                </a:lnTo>
                <a:close/>
              </a:path>
              <a:path w="5725159" h="318135">
                <a:moveTo>
                  <a:pt x="5719572" y="307847"/>
                </a:moveTo>
                <a:lnTo>
                  <a:pt x="5719572" y="9905"/>
                </a:lnTo>
                <a:lnTo>
                  <a:pt x="5714999" y="9905"/>
                </a:lnTo>
                <a:lnTo>
                  <a:pt x="5714999" y="307847"/>
                </a:lnTo>
                <a:lnTo>
                  <a:pt x="5719572" y="307847"/>
                </a:lnTo>
                <a:close/>
              </a:path>
              <a:path w="5725159" h="318135">
                <a:moveTo>
                  <a:pt x="5719572" y="317753"/>
                </a:moveTo>
                <a:lnTo>
                  <a:pt x="5719572" y="307847"/>
                </a:lnTo>
                <a:lnTo>
                  <a:pt x="5714999" y="312420"/>
                </a:lnTo>
                <a:lnTo>
                  <a:pt x="5714999" y="317753"/>
                </a:lnTo>
                <a:lnTo>
                  <a:pt x="5719572" y="317753"/>
                </a:lnTo>
                <a:close/>
              </a:path>
            </a:pathLst>
          </a:custGeom>
          <a:solidFill>
            <a:srgbClr val="385D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6" name="object 2046"/>
          <p:cNvSpPr txBox="1"/>
          <p:nvPr/>
        </p:nvSpPr>
        <p:spPr>
          <a:xfrm>
            <a:off x="3888740" y="2229866"/>
            <a:ext cx="30435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Bayesian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Classification,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K-Means,</a:t>
            </a:r>
            <a:r>
              <a:rPr sz="1400" spc="-20" dirty="0">
                <a:latin typeface="Arial MT"/>
                <a:cs typeface="Arial MT"/>
              </a:rPr>
              <a:t> etc.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47" name="object 2047"/>
          <p:cNvSpPr/>
          <p:nvPr/>
        </p:nvSpPr>
        <p:spPr>
          <a:xfrm>
            <a:off x="3120390" y="2202941"/>
            <a:ext cx="694690" cy="5035550"/>
          </a:xfrm>
          <a:custGeom>
            <a:avLst/>
            <a:gdLst/>
            <a:ahLst/>
            <a:cxnLst/>
            <a:rect l="l" t="t" r="r" b="b"/>
            <a:pathLst>
              <a:path w="694689" h="5035550">
                <a:moveTo>
                  <a:pt x="32766" y="3474732"/>
                </a:moveTo>
                <a:lnTo>
                  <a:pt x="30480" y="3465588"/>
                </a:lnTo>
                <a:lnTo>
                  <a:pt x="3048" y="3473208"/>
                </a:lnTo>
                <a:lnTo>
                  <a:pt x="4267" y="3478123"/>
                </a:lnTo>
                <a:lnTo>
                  <a:pt x="0" y="3480054"/>
                </a:lnTo>
                <a:lnTo>
                  <a:pt x="11430" y="3505962"/>
                </a:lnTo>
                <a:lnTo>
                  <a:pt x="19812" y="3502152"/>
                </a:lnTo>
                <a:lnTo>
                  <a:pt x="10439" y="3480943"/>
                </a:lnTo>
                <a:lnTo>
                  <a:pt x="32766" y="3474732"/>
                </a:lnTo>
                <a:close/>
              </a:path>
              <a:path w="694689" h="5035550">
                <a:moveTo>
                  <a:pt x="32766" y="3065526"/>
                </a:moveTo>
                <a:lnTo>
                  <a:pt x="30480" y="3056382"/>
                </a:lnTo>
                <a:lnTo>
                  <a:pt x="3048" y="3064764"/>
                </a:lnTo>
                <a:lnTo>
                  <a:pt x="3962" y="3068421"/>
                </a:lnTo>
                <a:lnTo>
                  <a:pt x="3048" y="3073908"/>
                </a:lnTo>
                <a:lnTo>
                  <a:pt x="31242" y="3078480"/>
                </a:lnTo>
                <a:lnTo>
                  <a:pt x="32766" y="3069336"/>
                </a:lnTo>
                <a:lnTo>
                  <a:pt x="24612" y="3068015"/>
                </a:lnTo>
                <a:lnTo>
                  <a:pt x="32766" y="3065526"/>
                </a:lnTo>
                <a:close/>
              </a:path>
              <a:path w="694689" h="5035550">
                <a:moveTo>
                  <a:pt x="32766" y="2641092"/>
                </a:moveTo>
                <a:lnTo>
                  <a:pt x="30480" y="2631948"/>
                </a:lnTo>
                <a:lnTo>
                  <a:pt x="3048" y="2639568"/>
                </a:lnTo>
                <a:lnTo>
                  <a:pt x="3962" y="2643225"/>
                </a:lnTo>
                <a:lnTo>
                  <a:pt x="3048" y="2648712"/>
                </a:lnTo>
                <a:lnTo>
                  <a:pt x="32004" y="2653284"/>
                </a:lnTo>
                <a:lnTo>
                  <a:pt x="32766" y="2644140"/>
                </a:lnTo>
                <a:lnTo>
                  <a:pt x="25831" y="2643022"/>
                </a:lnTo>
                <a:lnTo>
                  <a:pt x="32766" y="2641092"/>
                </a:lnTo>
                <a:close/>
              </a:path>
              <a:path w="694689" h="5035550">
                <a:moveTo>
                  <a:pt x="32766" y="2233422"/>
                </a:moveTo>
                <a:lnTo>
                  <a:pt x="30480" y="2223516"/>
                </a:lnTo>
                <a:lnTo>
                  <a:pt x="3048" y="2230374"/>
                </a:lnTo>
                <a:lnTo>
                  <a:pt x="4191" y="2235327"/>
                </a:lnTo>
                <a:lnTo>
                  <a:pt x="3048" y="2240280"/>
                </a:lnTo>
                <a:lnTo>
                  <a:pt x="31242" y="2245614"/>
                </a:lnTo>
                <a:lnTo>
                  <a:pt x="32766" y="2236470"/>
                </a:lnTo>
                <a:lnTo>
                  <a:pt x="26301" y="2235047"/>
                </a:lnTo>
                <a:lnTo>
                  <a:pt x="32766" y="2233422"/>
                </a:lnTo>
                <a:close/>
              </a:path>
              <a:path w="694689" h="5035550">
                <a:moveTo>
                  <a:pt x="32766" y="1817370"/>
                </a:moveTo>
                <a:lnTo>
                  <a:pt x="31242" y="1808226"/>
                </a:lnTo>
                <a:lnTo>
                  <a:pt x="3048" y="1813560"/>
                </a:lnTo>
                <a:lnTo>
                  <a:pt x="4191" y="1818513"/>
                </a:lnTo>
                <a:lnTo>
                  <a:pt x="3048" y="1823466"/>
                </a:lnTo>
                <a:lnTo>
                  <a:pt x="30480" y="1830324"/>
                </a:lnTo>
                <a:lnTo>
                  <a:pt x="32766" y="1821180"/>
                </a:lnTo>
                <a:lnTo>
                  <a:pt x="25146" y="1819071"/>
                </a:lnTo>
                <a:lnTo>
                  <a:pt x="32766" y="1817370"/>
                </a:lnTo>
                <a:close/>
              </a:path>
              <a:path w="694689" h="5035550">
                <a:moveTo>
                  <a:pt x="32766" y="1410462"/>
                </a:moveTo>
                <a:lnTo>
                  <a:pt x="32004" y="1400556"/>
                </a:lnTo>
                <a:lnTo>
                  <a:pt x="4572" y="1405013"/>
                </a:lnTo>
                <a:lnTo>
                  <a:pt x="3810" y="1405128"/>
                </a:lnTo>
                <a:lnTo>
                  <a:pt x="4191" y="1409700"/>
                </a:lnTo>
                <a:lnTo>
                  <a:pt x="3048" y="1414272"/>
                </a:lnTo>
                <a:lnTo>
                  <a:pt x="30480" y="1421892"/>
                </a:lnTo>
                <a:lnTo>
                  <a:pt x="32766" y="1412748"/>
                </a:lnTo>
                <a:lnTo>
                  <a:pt x="27241" y="1411224"/>
                </a:lnTo>
                <a:lnTo>
                  <a:pt x="32004" y="1410576"/>
                </a:lnTo>
                <a:lnTo>
                  <a:pt x="32766" y="1410462"/>
                </a:lnTo>
                <a:close/>
              </a:path>
              <a:path w="694689" h="5035550">
                <a:moveTo>
                  <a:pt x="32766" y="986790"/>
                </a:moveTo>
                <a:lnTo>
                  <a:pt x="32004" y="977646"/>
                </a:lnTo>
                <a:lnTo>
                  <a:pt x="4572" y="979881"/>
                </a:lnTo>
                <a:lnTo>
                  <a:pt x="3810" y="979932"/>
                </a:lnTo>
                <a:lnTo>
                  <a:pt x="4089" y="983653"/>
                </a:lnTo>
                <a:lnTo>
                  <a:pt x="2286" y="989076"/>
                </a:lnTo>
                <a:lnTo>
                  <a:pt x="4572" y="989838"/>
                </a:lnTo>
                <a:lnTo>
                  <a:pt x="29718" y="998220"/>
                </a:lnTo>
                <a:lnTo>
                  <a:pt x="32766" y="989076"/>
                </a:lnTo>
                <a:lnTo>
                  <a:pt x="27597" y="987361"/>
                </a:lnTo>
                <a:lnTo>
                  <a:pt x="32004" y="986878"/>
                </a:lnTo>
                <a:lnTo>
                  <a:pt x="32766" y="986790"/>
                </a:lnTo>
                <a:close/>
              </a:path>
              <a:path w="694689" h="5035550">
                <a:moveTo>
                  <a:pt x="32766" y="576072"/>
                </a:moveTo>
                <a:lnTo>
                  <a:pt x="31242" y="566928"/>
                </a:lnTo>
                <a:lnTo>
                  <a:pt x="3048" y="571500"/>
                </a:lnTo>
                <a:lnTo>
                  <a:pt x="3962" y="576986"/>
                </a:lnTo>
                <a:lnTo>
                  <a:pt x="3048" y="580644"/>
                </a:lnTo>
                <a:lnTo>
                  <a:pt x="30480" y="588264"/>
                </a:lnTo>
                <a:lnTo>
                  <a:pt x="32766" y="579120"/>
                </a:lnTo>
                <a:lnTo>
                  <a:pt x="25831" y="577202"/>
                </a:lnTo>
                <a:lnTo>
                  <a:pt x="32766" y="576072"/>
                </a:lnTo>
                <a:close/>
              </a:path>
              <a:path w="694689" h="5035550">
                <a:moveTo>
                  <a:pt x="32766" y="180594"/>
                </a:moveTo>
                <a:lnTo>
                  <a:pt x="30480" y="171450"/>
                </a:lnTo>
                <a:lnTo>
                  <a:pt x="3048" y="178308"/>
                </a:lnTo>
                <a:lnTo>
                  <a:pt x="4191" y="182880"/>
                </a:lnTo>
                <a:lnTo>
                  <a:pt x="3048" y="187452"/>
                </a:lnTo>
                <a:lnTo>
                  <a:pt x="31242" y="192786"/>
                </a:lnTo>
                <a:lnTo>
                  <a:pt x="32766" y="183642"/>
                </a:lnTo>
                <a:lnTo>
                  <a:pt x="25908" y="182308"/>
                </a:lnTo>
                <a:lnTo>
                  <a:pt x="32766" y="180594"/>
                </a:lnTo>
                <a:close/>
              </a:path>
              <a:path w="694689" h="5035550">
                <a:moveTo>
                  <a:pt x="35052" y="3537204"/>
                </a:moveTo>
                <a:lnTo>
                  <a:pt x="23622" y="3511296"/>
                </a:lnTo>
                <a:lnTo>
                  <a:pt x="15240" y="3515106"/>
                </a:lnTo>
                <a:lnTo>
                  <a:pt x="26670" y="3541014"/>
                </a:lnTo>
                <a:lnTo>
                  <a:pt x="35052" y="3537204"/>
                </a:lnTo>
                <a:close/>
              </a:path>
              <a:path w="694689" h="5035550">
                <a:moveTo>
                  <a:pt x="51054" y="3572256"/>
                </a:moveTo>
                <a:lnTo>
                  <a:pt x="39624" y="3545586"/>
                </a:lnTo>
                <a:lnTo>
                  <a:pt x="30480" y="3549396"/>
                </a:lnTo>
                <a:lnTo>
                  <a:pt x="41910" y="3576066"/>
                </a:lnTo>
                <a:lnTo>
                  <a:pt x="51054" y="3572256"/>
                </a:lnTo>
                <a:close/>
              </a:path>
              <a:path w="694689" h="5035550">
                <a:moveTo>
                  <a:pt x="66294" y="3606546"/>
                </a:moveTo>
                <a:lnTo>
                  <a:pt x="54864" y="3580638"/>
                </a:lnTo>
                <a:lnTo>
                  <a:pt x="45720" y="3584448"/>
                </a:lnTo>
                <a:lnTo>
                  <a:pt x="57150" y="3610356"/>
                </a:lnTo>
                <a:lnTo>
                  <a:pt x="66294" y="3606546"/>
                </a:lnTo>
                <a:close/>
              </a:path>
              <a:path w="694689" h="5035550">
                <a:moveTo>
                  <a:pt x="68580" y="1001268"/>
                </a:moveTo>
                <a:lnTo>
                  <a:pt x="41910" y="992124"/>
                </a:lnTo>
                <a:lnTo>
                  <a:pt x="38862" y="1001268"/>
                </a:lnTo>
                <a:lnTo>
                  <a:pt x="66294" y="1010412"/>
                </a:lnTo>
                <a:lnTo>
                  <a:pt x="68580" y="1001268"/>
                </a:lnTo>
                <a:close/>
              </a:path>
              <a:path w="694689" h="5035550">
                <a:moveTo>
                  <a:pt x="69342" y="3464064"/>
                </a:moveTo>
                <a:lnTo>
                  <a:pt x="67056" y="3454920"/>
                </a:lnTo>
                <a:lnTo>
                  <a:pt x="39624" y="3463302"/>
                </a:lnTo>
                <a:lnTo>
                  <a:pt x="41910" y="3472446"/>
                </a:lnTo>
                <a:lnTo>
                  <a:pt x="69342" y="3464064"/>
                </a:lnTo>
                <a:close/>
              </a:path>
              <a:path w="694689" h="5035550">
                <a:moveTo>
                  <a:pt x="69342" y="3055620"/>
                </a:moveTo>
                <a:lnTo>
                  <a:pt x="67056" y="3046476"/>
                </a:lnTo>
                <a:lnTo>
                  <a:pt x="39624" y="3054096"/>
                </a:lnTo>
                <a:lnTo>
                  <a:pt x="41910" y="3063240"/>
                </a:lnTo>
                <a:lnTo>
                  <a:pt x="69342" y="3055620"/>
                </a:lnTo>
                <a:close/>
              </a:path>
              <a:path w="694689" h="5035550">
                <a:moveTo>
                  <a:pt x="69342" y="2630424"/>
                </a:moveTo>
                <a:lnTo>
                  <a:pt x="67056" y="2621280"/>
                </a:lnTo>
                <a:lnTo>
                  <a:pt x="39624" y="2628900"/>
                </a:lnTo>
                <a:lnTo>
                  <a:pt x="41910" y="2638044"/>
                </a:lnTo>
                <a:lnTo>
                  <a:pt x="69342" y="2630424"/>
                </a:lnTo>
                <a:close/>
              </a:path>
              <a:path w="694689" h="5035550">
                <a:moveTo>
                  <a:pt x="69342" y="1423416"/>
                </a:moveTo>
                <a:lnTo>
                  <a:pt x="41910" y="1415796"/>
                </a:lnTo>
                <a:lnTo>
                  <a:pt x="39624" y="1424940"/>
                </a:lnTo>
                <a:lnTo>
                  <a:pt x="67056" y="1432560"/>
                </a:lnTo>
                <a:lnTo>
                  <a:pt x="69342" y="1423416"/>
                </a:lnTo>
                <a:close/>
              </a:path>
              <a:path w="694689" h="5035550">
                <a:moveTo>
                  <a:pt x="69342" y="589788"/>
                </a:moveTo>
                <a:lnTo>
                  <a:pt x="41910" y="581406"/>
                </a:lnTo>
                <a:lnTo>
                  <a:pt x="39624" y="591312"/>
                </a:lnTo>
                <a:lnTo>
                  <a:pt x="67056" y="598932"/>
                </a:lnTo>
                <a:lnTo>
                  <a:pt x="69342" y="589788"/>
                </a:lnTo>
                <a:close/>
              </a:path>
              <a:path w="694689" h="5035550">
                <a:moveTo>
                  <a:pt x="70104" y="2244090"/>
                </a:moveTo>
                <a:lnTo>
                  <a:pt x="42672" y="2237994"/>
                </a:lnTo>
                <a:lnTo>
                  <a:pt x="40386" y="2247138"/>
                </a:lnTo>
                <a:lnTo>
                  <a:pt x="68580" y="2253234"/>
                </a:lnTo>
                <a:lnTo>
                  <a:pt x="70104" y="2244090"/>
                </a:lnTo>
                <a:close/>
              </a:path>
              <a:path w="694689" h="5035550">
                <a:moveTo>
                  <a:pt x="70104" y="2223516"/>
                </a:moveTo>
                <a:lnTo>
                  <a:pt x="67818" y="2214372"/>
                </a:lnTo>
                <a:lnTo>
                  <a:pt x="39624" y="2221230"/>
                </a:lnTo>
                <a:lnTo>
                  <a:pt x="41910" y="2231136"/>
                </a:lnTo>
                <a:lnTo>
                  <a:pt x="70104" y="2223516"/>
                </a:lnTo>
                <a:close/>
              </a:path>
              <a:path w="694689" h="5035550">
                <a:moveTo>
                  <a:pt x="70104" y="1830324"/>
                </a:moveTo>
                <a:lnTo>
                  <a:pt x="41910" y="1823466"/>
                </a:lnTo>
                <a:lnTo>
                  <a:pt x="39624" y="1832610"/>
                </a:lnTo>
                <a:lnTo>
                  <a:pt x="67818" y="1839468"/>
                </a:lnTo>
                <a:lnTo>
                  <a:pt x="70104" y="1830324"/>
                </a:lnTo>
                <a:close/>
              </a:path>
              <a:path w="694689" h="5035550">
                <a:moveTo>
                  <a:pt x="70104" y="170688"/>
                </a:moveTo>
                <a:lnTo>
                  <a:pt x="67818" y="161544"/>
                </a:lnTo>
                <a:lnTo>
                  <a:pt x="39624" y="169164"/>
                </a:lnTo>
                <a:lnTo>
                  <a:pt x="41910" y="178308"/>
                </a:lnTo>
                <a:lnTo>
                  <a:pt x="70104" y="170688"/>
                </a:lnTo>
                <a:close/>
              </a:path>
              <a:path w="694689" h="5035550">
                <a:moveTo>
                  <a:pt x="70866" y="3075432"/>
                </a:moveTo>
                <a:lnTo>
                  <a:pt x="42672" y="3070860"/>
                </a:lnTo>
                <a:lnTo>
                  <a:pt x="41148" y="3080004"/>
                </a:lnTo>
                <a:lnTo>
                  <a:pt x="69342" y="3084576"/>
                </a:lnTo>
                <a:lnTo>
                  <a:pt x="70866" y="3075432"/>
                </a:lnTo>
                <a:close/>
              </a:path>
              <a:path w="694689" h="5035550">
                <a:moveTo>
                  <a:pt x="70866" y="2650236"/>
                </a:moveTo>
                <a:lnTo>
                  <a:pt x="42672" y="2645664"/>
                </a:lnTo>
                <a:lnTo>
                  <a:pt x="41148" y="2654808"/>
                </a:lnTo>
                <a:lnTo>
                  <a:pt x="69342" y="2659380"/>
                </a:lnTo>
                <a:lnTo>
                  <a:pt x="70866" y="2650236"/>
                </a:lnTo>
                <a:close/>
              </a:path>
              <a:path w="694689" h="5035550">
                <a:moveTo>
                  <a:pt x="70866" y="1810512"/>
                </a:moveTo>
                <a:lnTo>
                  <a:pt x="68580" y="1800606"/>
                </a:lnTo>
                <a:lnTo>
                  <a:pt x="40386" y="1806702"/>
                </a:lnTo>
                <a:lnTo>
                  <a:pt x="42672" y="1815846"/>
                </a:lnTo>
                <a:lnTo>
                  <a:pt x="70866" y="1810512"/>
                </a:lnTo>
                <a:close/>
              </a:path>
              <a:path w="694689" h="5035550">
                <a:moveTo>
                  <a:pt x="70866" y="1405128"/>
                </a:moveTo>
                <a:lnTo>
                  <a:pt x="69342" y="1395222"/>
                </a:lnTo>
                <a:lnTo>
                  <a:pt x="41148" y="1399794"/>
                </a:lnTo>
                <a:lnTo>
                  <a:pt x="42672" y="1408938"/>
                </a:lnTo>
                <a:lnTo>
                  <a:pt x="70866" y="1405128"/>
                </a:lnTo>
                <a:close/>
              </a:path>
              <a:path w="694689" h="5035550">
                <a:moveTo>
                  <a:pt x="70866" y="983742"/>
                </a:moveTo>
                <a:lnTo>
                  <a:pt x="70104" y="973836"/>
                </a:lnTo>
                <a:lnTo>
                  <a:pt x="42672" y="976807"/>
                </a:lnTo>
                <a:lnTo>
                  <a:pt x="41910" y="976884"/>
                </a:lnTo>
                <a:lnTo>
                  <a:pt x="42672" y="986028"/>
                </a:lnTo>
                <a:lnTo>
                  <a:pt x="70104" y="983805"/>
                </a:lnTo>
                <a:lnTo>
                  <a:pt x="70866" y="983742"/>
                </a:lnTo>
                <a:close/>
              </a:path>
              <a:path w="694689" h="5035550">
                <a:moveTo>
                  <a:pt x="70866" y="569976"/>
                </a:moveTo>
                <a:lnTo>
                  <a:pt x="69342" y="560832"/>
                </a:lnTo>
                <a:lnTo>
                  <a:pt x="41148" y="565404"/>
                </a:lnTo>
                <a:lnTo>
                  <a:pt x="42672" y="574548"/>
                </a:lnTo>
                <a:lnTo>
                  <a:pt x="70866" y="569976"/>
                </a:lnTo>
                <a:close/>
              </a:path>
              <a:path w="694689" h="5035550">
                <a:moveTo>
                  <a:pt x="70866" y="190500"/>
                </a:moveTo>
                <a:lnTo>
                  <a:pt x="42672" y="185166"/>
                </a:lnTo>
                <a:lnTo>
                  <a:pt x="40386" y="195072"/>
                </a:lnTo>
                <a:lnTo>
                  <a:pt x="68580" y="200406"/>
                </a:lnTo>
                <a:lnTo>
                  <a:pt x="70866" y="190500"/>
                </a:lnTo>
                <a:close/>
              </a:path>
              <a:path w="694689" h="5035550">
                <a:moveTo>
                  <a:pt x="81534" y="3641598"/>
                </a:moveTo>
                <a:lnTo>
                  <a:pt x="70104" y="3615690"/>
                </a:lnTo>
                <a:lnTo>
                  <a:pt x="60960" y="3619500"/>
                </a:lnTo>
                <a:lnTo>
                  <a:pt x="73152" y="3645408"/>
                </a:lnTo>
                <a:lnTo>
                  <a:pt x="81534" y="3641598"/>
                </a:lnTo>
                <a:close/>
              </a:path>
              <a:path w="694689" h="5035550">
                <a:moveTo>
                  <a:pt x="96774" y="3676650"/>
                </a:moveTo>
                <a:lnTo>
                  <a:pt x="85344" y="3650742"/>
                </a:lnTo>
                <a:lnTo>
                  <a:pt x="76962" y="3654552"/>
                </a:lnTo>
                <a:lnTo>
                  <a:pt x="88392" y="3680460"/>
                </a:lnTo>
                <a:lnTo>
                  <a:pt x="96774" y="3676650"/>
                </a:lnTo>
                <a:close/>
              </a:path>
              <a:path w="694689" h="5035550">
                <a:moveTo>
                  <a:pt x="105156" y="1013460"/>
                </a:moveTo>
                <a:lnTo>
                  <a:pt x="77724" y="1004316"/>
                </a:lnTo>
                <a:lnTo>
                  <a:pt x="74676" y="1013460"/>
                </a:lnTo>
                <a:lnTo>
                  <a:pt x="102108" y="1022604"/>
                </a:lnTo>
                <a:lnTo>
                  <a:pt x="105156" y="1013460"/>
                </a:lnTo>
                <a:close/>
              </a:path>
              <a:path w="694689" h="5035550">
                <a:moveTo>
                  <a:pt x="105918" y="3453396"/>
                </a:moveTo>
                <a:lnTo>
                  <a:pt x="103632" y="3444252"/>
                </a:lnTo>
                <a:lnTo>
                  <a:pt x="76200" y="3452634"/>
                </a:lnTo>
                <a:lnTo>
                  <a:pt x="78486" y="3461778"/>
                </a:lnTo>
                <a:lnTo>
                  <a:pt x="105918" y="3453396"/>
                </a:lnTo>
                <a:close/>
              </a:path>
              <a:path w="694689" h="5035550">
                <a:moveTo>
                  <a:pt x="105918" y="3044952"/>
                </a:moveTo>
                <a:lnTo>
                  <a:pt x="103632" y="3035808"/>
                </a:lnTo>
                <a:lnTo>
                  <a:pt x="76200" y="3043428"/>
                </a:lnTo>
                <a:lnTo>
                  <a:pt x="78486" y="3052572"/>
                </a:lnTo>
                <a:lnTo>
                  <a:pt x="105918" y="3044952"/>
                </a:lnTo>
                <a:close/>
              </a:path>
              <a:path w="694689" h="5035550">
                <a:moveTo>
                  <a:pt x="105918" y="2619756"/>
                </a:moveTo>
                <a:lnTo>
                  <a:pt x="103632" y="2610612"/>
                </a:lnTo>
                <a:lnTo>
                  <a:pt x="76200" y="2618994"/>
                </a:lnTo>
                <a:lnTo>
                  <a:pt x="78486" y="2628138"/>
                </a:lnTo>
                <a:lnTo>
                  <a:pt x="105918" y="2619756"/>
                </a:lnTo>
                <a:close/>
              </a:path>
              <a:path w="694689" h="5035550">
                <a:moveTo>
                  <a:pt x="105918" y="1434084"/>
                </a:moveTo>
                <a:lnTo>
                  <a:pt x="78486" y="1426464"/>
                </a:lnTo>
                <a:lnTo>
                  <a:pt x="76200" y="1435608"/>
                </a:lnTo>
                <a:lnTo>
                  <a:pt x="103632" y="1443228"/>
                </a:lnTo>
                <a:lnTo>
                  <a:pt x="105918" y="1434084"/>
                </a:lnTo>
                <a:close/>
              </a:path>
              <a:path w="694689" h="5035550">
                <a:moveTo>
                  <a:pt x="105918" y="600456"/>
                </a:moveTo>
                <a:lnTo>
                  <a:pt x="78486" y="592074"/>
                </a:lnTo>
                <a:lnTo>
                  <a:pt x="76200" y="601218"/>
                </a:lnTo>
                <a:lnTo>
                  <a:pt x="103632" y="609600"/>
                </a:lnTo>
                <a:lnTo>
                  <a:pt x="105918" y="600456"/>
                </a:lnTo>
                <a:close/>
              </a:path>
              <a:path w="694689" h="5035550">
                <a:moveTo>
                  <a:pt x="106680" y="2214372"/>
                </a:moveTo>
                <a:lnTo>
                  <a:pt x="104394" y="2205228"/>
                </a:lnTo>
                <a:lnTo>
                  <a:pt x="76962" y="2212086"/>
                </a:lnTo>
                <a:lnTo>
                  <a:pt x="79248" y="2221230"/>
                </a:lnTo>
                <a:lnTo>
                  <a:pt x="106680" y="2214372"/>
                </a:lnTo>
                <a:close/>
              </a:path>
              <a:path w="694689" h="5035550">
                <a:moveTo>
                  <a:pt x="106680" y="1839468"/>
                </a:moveTo>
                <a:lnTo>
                  <a:pt x="79248" y="1832610"/>
                </a:lnTo>
                <a:lnTo>
                  <a:pt x="76962" y="1841754"/>
                </a:lnTo>
                <a:lnTo>
                  <a:pt x="104394" y="1848612"/>
                </a:lnTo>
                <a:lnTo>
                  <a:pt x="106680" y="1839468"/>
                </a:lnTo>
                <a:close/>
              </a:path>
              <a:path w="694689" h="5035550">
                <a:moveTo>
                  <a:pt x="106680" y="161544"/>
                </a:moveTo>
                <a:lnTo>
                  <a:pt x="104394" y="151638"/>
                </a:lnTo>
                <a:lnTo>
                  <a:pt x="76962" y="159258"/>
                </a:lnTo>
                <a:lnTo>
                  <a:pt x="79248" y="168402"/>
                </a:lnTo>
                <a:lnTo>
                  <a:pt x="106680" y="161544"/>
                </a:lnTo>
                <a:close/>
              </a:path>
              <a:path w="694689" h="5035550">
                <a:moveTo>
                  <a:pt x="108204" y="3081528"/>
                </a:moveTo>
                <a:lnTo>
                  <a:pt x="80010" y="3076956"/>
                </a:lnTo>
                <a:lnTo>
                  <a:pt x="78486" y="3086100"/>
                </a:lnTo>
                <a:lnTo>
                  <a:pt x="106680" y="3090672"/>
                </a:lnTo>
                <a:lnTo>
                  <a:pt x="108204" y="3081528"/>
                </a:lnTo>
                <a:close/>
              </a:path>
              <a:path w="694689" h="5035550">
                <a:moveTo>
                  <a:pt x="108204" y="2656332"/>
                </a:moveTo>
                <a:lnTo>
                  <a:pt x="80010" y="2651760"/>
                </a:lnTo>
                <a:lnTo>
                  <a:pt x="78486" y="2660904"/>
                </a:lnTo>
                <a:lnTo>
                  <a:pt x="106680" y="2665476"/>
                </a:lnTo>
                <a:lnTo>
                  <a:pt x="108204" y="2656332"/>
                </a:lnTo>
                <a:close/>
              </a:path>
              <a:path w="694689" h="5035550">
                <a:moveTo>
                  <a:pt x="108204" y="2250948"/>
                </a:moveTo>
                <a:lnTo>
                  <a:pt x="80010" y="2245614"/>
                </a:lnTo>
                <a:lnTo>
                  <a:pt x="77724" y="2254758"/>
                </a:lnTo>
                <a:lnTo>
                  <a:pt x="105918" y="2260854"/>
                </a:lnTo>
                <a:lnTo>
                  <a:pt x="108204" y="2250948"/>
                </a:lnTo>
                <a:close/>
              </a:path>
              <a:path w="694689" h="5035550">
                <a:moveTo>
                  <a:pt x="108204" y="1802892"/>
                </a:moveTo>
                <a:lnTo>
                  <a:pt x="105918" y="1793748"/>
                </a:lnTo>
                <a:lnTo>
                  <a:pt x="77724" y="1799082"/>
                </a:lnTo>
                <a:lnTo>
                  <a:pt x="80010" y="1808226"/>
                </a:lnTo>
                <a:lnTo>
                  <a:pt x="108204" y="1802892"/>
                </a:lnTo>
                <a:close/>
              </a:path>
              <a:path w="694689" h="5035550">
                <a:moveTo>
                  <a:pt x="108204" y="1399794"/>
                </a:moveTo>
                <a:lnTo>
                  <a:pt x="107442" y="1389888"/>
                </a:lnTo>
                <a:lnTo>
                  <a:pt x="80010" y="1394345"/>
                </a:lnTo>
                <a:lnTo>
                  <a:pt x="79248" y="1394460"/>
                </a:lnTo>
                <a:lnTo>
                  <a:pt x="80010" y="1403604"/>
                </a:lnTo>
                <a:lnTo>
                  <a:pt x="107442" y="1399908"/>
                </a:lnTo>
                <a:lnTo>
                  <a:pt x="108204" y="1399794"/>
                </a:lnTo>
                <a:close/>
              </a:path>
              <a:path w="694689" h="5035550">
                <a:moveTo>
                  <a:pt x="108204" y="563880"/>
                </a:moveTo>
                <a:lnTo>
                  <a:pt x="106680" y="554736"/>
                </a:lnTo>
                <a:lnTo>
                  <a:pt x="78486" y="559308"/>
                </a:lnTo>
                <a:lnTo>
                  <a:pt x="80010" y="568452"/>
                </a:lnTo>
                <a:lnTo>
                  <a:pt x="108204" y="563880"/>
                </a:lnTo>
                <a:close/>
              </a:path>
              <a:path w="694689" h="5035550">
                <a:moveTo>
                  <a:pt x="108204" y="197358"/>
                </a:moveTo>
                <a:lnTo>
                  <a:pt x="80010" y="192786"/>
                </a:lnTo>
                <a:lnTo>
                  <a:pt x="78486" y="201930"/>
                </a:lnTo>
                <a:lnTo>
                  <a:pt x="105918" y="207264"/>
                </a:lnTo>
                <a:lnTo>
                  <a:pt x="108204" y="197358"/>
                </a:lnTo>
                <a:close/>
              </a:path>
              <a:path w="694689" h="5035550">
                <a:moveTo>
                  <a:pt x="108966" y="979932"/>
                </a:moveTo>
                <a:lnTo>
                  <a:pt x="108204" y="970788"/>
                </a:lnTo>
                <a:lnTo>
                  <a:pt x="80772" y="972959"/>
                </a:lnTo>
                <a:lnTo>
                  <a:pt x="79248" y="973074"/>
                </a:lnTo>
                <a:lnTo>
                  <a:pt x="80772" y="982218"/>
                </a:lnTo>
                <a:lnTo>
                  <a:pt x="108204" y="979995"/>
                </a:lnTo>
                <a:lnTo>
                  <a:pt x="108966" y="979932"/>
                </a:lnTo>
                <a:close/>
              </a:path>
              <a:path w="694689" h="5035550">
                <a:moveTo>
                  <a:pt x="112014" y="3711702"/>
                </a:moveTo>
                <a:lnTo>
                  <a:pt x="100584" y="3685032"/>
                </a:lnTo>
                <a:lnTo>
                  <a:pt x="92202" y="3688842"/>
                </a:lnTo>
                <a:lnTo>
                  <a:pt x="103632" y="3715512"/>
                </a:lnTo>
                <a:lnTo>
                  <a:pt x="112014" y="3711702"/>
                </a:lnTo>
                <a:close/>
              </a:path>
              <a:path w="694689" h="5035550">
                <a:moveTo>
                  <a:pt x="128016" y="3745992"/>
                </a:moveTo>
                <a:lnTo>
                  <a:pt x="115824" y="3720084"/>
                </a:lnTo>
                <a:lnTo>
                  <a:pt x="107442" y="3723894"/>
                </a:lnTo>
                <a:lnTo>
                  <a:pt x="118872" y="3749802"/>
                </a:lnTo>
                <a:lnTo>
                  <a:pt x="128016" y="3745992"/>
                </a:lnTo>
                <a:close/>
              </a:path>
              <a:path w="694689" h="5035550">
                <a:moveTo>
                  <a:pt x="140970" y="1025652"/>
                </a:moveTo>
                <a:lnTo>
                  <a:pt x="114300" y="1016508"/>
                </a:lnTo>
                <a:lnTo>
                  <a:pt x="111252" y="1025652"/>
                </a:lnTo>
                <a:lnTo>
                  <a:pt x="137922" y="1034796"/>
                </a:lnTo>
                <a:lnTo>
                  <a:pt x="140970" y="1025652"/>
                </a:lnTo>
                <a:close/>
              </a:path>
              <a:path w="694689" h="5035550">
                <a:moveTo>
                  <a:pt x="142494" y="3443490"/>
                </a:moveTo>
                <a:lnTo>
                  <a:pt x="140208" y="3434346"/>
                </a:lnTo>
                <a:lnTo>
                  <a:pt x="112776" y="3441966"/>
                </a:lnTo>
                <a:lnTo>
                  <a:pt x="115062" y="3451110"/>
                </a:lnTo>
                <a:lnTo>
                  <a:pt x="142494" y="3443490"/>
                </a:lnTo>
                <a:close/>
              </a:path>
              <a:path w="694689" h="5035550">
                <a:moveTo>
                  <a:pt x="142494" y="3034284"/>
                </a:moveTo>
                <a:lnTo>
                  <a:pt x="140208" y="3025140"/>
                </a:lnTo>
                <a:lnTo>
                  <a:pt x="112776" y="3032760"/>
                </a:lnTo>
                <a:lnTo>
                  <a:pt x="115062" y="3041904"/>
                </a:lnTo>
                <a:lnTo>
                  <a:pt x="142494" y="3034284"/>
                </a:lnTo>
                <a:close/>
              </a:path>
              <a:path w="694689" h="5035550">
                <a:moveTo>
                  <a:pt x="142494" y="2609850"/>
                </a:moveTo>
                <a:lnTo>
                  <a:pt x="140208" y="2600706"/>
                </a:lnTo>
                <a:lnTo>
                  <a:pt x="112776" y="2608326"/>
                </a:lnTo>
                <a:lnTo>
                  <a:pt x="115062" y="2617470"/>
                </a:lnTo>
                <a:lnTo>
                  <a:pt x="142494" y="2609850"/>
                </a:lnTo>
                <a:close/>
              </a:path>
              <a:path w="694689" h="5035550">
                <a:moveTo>
                  <a:pt x="142494" y="1445514"/>
                </a:moveTo>
                <a:lnTo>
                  <a:pt x="115062" y="1437132"/>
                </a:lnTo>
                <a:lnTo>
                  <a:pt x="112776" y="1446276"/>
                </a:lnTo>
                <a:lnTo>
                  <a:pt x="140208" y="1454658"/>
                </a:lnTo>
                <a:lnTo>
                  <a:pt x="142494" y="1445514"/>
                </a:lnTo>
                <a:close/>
              </a:path>
              <a:path w="694689" h="5035550">
                <a:moveTo>
                  <a:pt x="142494" y="610362"/>
                </a:moveTo>
                <a:lnTo>
                  <a:pt x="115062" y="602742"/>
                </a:lnTo>
                <a:lnTo>
                  <a:pt x="112776" y="611886"/>
                </a:lnTo>
                <a:lnTo>
                  <a:pt x="140208" y="619506"/>
                </a:lnTo>
                <a:lnTo>
                  <a:pt x="142494" y="610362"/>
                </a:lnTo>
                <a:close/>
              </a:path>
              <a:path w="694689" h="5035550">
                <a:moveTo>
                  <a:pt x="143256" y="3781044"/>
                </a:moveTo>
                <a:lnTo>
                  <a:pt x="131826" y="3755136"/>
                </a:lnTo>
                <a:lnTo>
                  <a:pt x="122682" y="3758946"/>
                </a:lnTo>
                <a:lnTo>
                  <a:pt x="134112" y="3784854"/>
                </a:lnTo>
                <a:lnTo>
                  <a:pt x="143256" y="3781044"/>
                </a:lnTo>
                <a:close/>
              </a:path>
              <a:path w="694689" h="5035550">
                <a:moveTo>
                  <a:pt x="143256" y="151638"/>
                </a:moveTo>
                <a:lnTo>
                  <a:pt x="140970" y="142494"/>
                </a:lnTo>
                <a:lnTo>
                  <a:pt x="113538" y="149352"/>
                </a:lnTo>
                <a:lnTo>
                  <a:pt x="115824" y="158496"/>
                </a:lnTo>
                <a:lnTo>
                  <a:pt x="143256" y="151638"/>
                </a:lnTo>
                <a:close/>
              </a:path>
              <a:path w="694689" h="5035550">
                <a:moveTo>
                  <a:pt x="144018" y="2205228"/>
                </a:moveTo>
                <a:lnTo>
                  <a:pt x="141732" y="2196084"/>
                </a:lnTo>
                <a:lnTo>
                  <a:pt x="114300" y="2202942"/>
                </a:lnTo>
                <a:lnTo>
                  <a:pt x="116586" y="2212086"/>
                </a:lnTo>
                <a:lnTo>
                  <a:pt x="144018" y="2205228"/>
                </a:lnTo>
                <a:close/>
              </a:path>
              <a:path w="694689" h="5035550">
                <a:moveTo>
                  <a:pt x="144018" y="1848612"/>
                </a:moveTo>
                <a:lnTo>
                  <a:pt x="115824" y="1841754"/>
                </a:lnTo>
                <a:lnTo>
                  <a:pt x="113538" y="1850898"/>
                </a:lnTo>
                <a:lnTo>
                  <a:pt x="141732" y="1857756"/>
                </a:lnTo>
                <a:lnTo>
                  <a:pt x="144018" y="1848612"/>
                </a:lnTo>
                <a:close/>
              </a:path>
              <a:path w="694689" h="5035550">
                <a:moveTo>
                  <a:pt x="145542" y="2258568"/>
                </a:moveTo>
                <a:lnTo>
                  <a:pt x="117348" y="2253234"/>
                </a:lnTo>
                <a:lnTo>
                  <a:pt x="115062" y="2262378"/>
                </a:lnTo>
                <a:lnTo>
                  <a:pt x="143256" y="2267712"/>
                </a:lnTo>
                <a:lnTo>
                  <a:pt x="145542" y="2258568"/>
                </a:lnTo>
                <a:close/>
              </a:path>
              <a:path w="694689" h="5035550">
                <a:moveTo>
                  <a:pt x="145542" y="1795272"/>
                </a:moveTo>
                <a:lnTo>
                  <a:pt x="143256" y="1786128"/>
                </a:lnTo>
                <a:lnTo>
                  <a:pt x="115062" y="1791462"/>
                </a:lnTo>
                <a:lnTo>
                  <a:pt x="117348" y="1801368"/>
                </a:lnTo>
                <a:lnTo>
                  <a:pt x="145542" y="1795272"/>
                </a:lnTo>
                <a:close/>
              </a:path>
              <a:path w="694689" h="5035550">
                <a:moveTo>
                  <a:pt x="145542" y="204978"/>
                </a:moveTo>
                <a:lnTo>
                  <a:pt x="117348" y="199644"/>
                </a:lnTo>
                <a:lnTo>
                  <a:pt x="115824" y="208788"/>
                </a:lnTo>
                <a:lnTo>
                  <a:pt x="144018" y="214122"/>
                </a:lnTo>
                <a:lnTo>
                  <a:pt x="145542" y="204978"/>
                </a:lnTo>
                <a:close/>
              </a:path>
              <a:path w="694689" h="5035550">
                <a:moveTo>
                  <a:pt x="146304" y="3087624"/>
                </a:moveTo>
                <a:lnTo>
                  <a:pt x="118110" y="3083052"/>
                </a:lnTo>
                <a:lnTo>
                  <a:pt x="116586" y="3092196"/>
                </a:lnTo>
                <a:lnTo>
                  <a:pt x="144780" y="3096768"/>
                </a:lnTo>
                <a:lnTo>
                  <a:pt x="146304" y="3087624"/>
                </a:lnTo>
                <a:close/>
              </a:path>
              <a:path w="694689" h="5035550">
                <a:moveTo>
                  <a:pt x="146304" y="2661666"/>
                </a:moveTo>
                <a:lnTo>
                  <a:pt x="118110" y="2657856"/>
                </a:lnTo>
                <a:lnTo>
                  <a:pt x="116586" y="2667000"/>
                </a:lnTo>
                <a:lnTo>
                  <a:pt x="144780" y="2671572"/>
                </a:lnTo>
                <a:lnTo>
                  <a:pt x="146304" y="2661666"/>
                </a:lnTo>
                <a:close/>
              </a:path>
              <a:path w="694689" h="5035550">
                <a:moveTo>
                  <a:pt x="146304" y="1394460"/>
                </a:moveTo>
                <a:lnTo>
                  <a:pt x="144780" y="1384554"/>
                </a:lnTo>
                <a:lnTo>
                  <a:pt x="116586" y="1389126"/>
                </a:lnTo>
                <a:lnTo>
                  <a:pt x="118110" y="1398270"/>
                </a:lnTo>
                <a:lnTo>
                  <a:pt x="146304" y="1394460"/>
                </a:lnTo>
                <a:close/>
              </a:path>
              <a:path w="694689" h="5035550">
                <a:moveTo>
                  <a:pt x="146304" y="557784"/>
                </a:moveTo>
                <a:lnTo>
                  <a:pt x="144780" y="547878"/>
                </a:lnTo>
                <a:lnTo>
                  <a:pt x="116586" y="553212"/>
                </a:lnTo>
                <a:lnTo>
                  <a:pt x="118110" y="562356"/>
                </a:lnTo>
                <a:lnTo>
                  <a:pt x="146304" y="557784"/>
                </a:lnTo>
                <a:close/>
              </a:path>
              <a:path w="694689" h="5035550">
                <a:moveTo>
                  <a:pt x="147066" y="976122"/>
                </a:moveTo>
                <a:lnTo>
                  <a:pt x="146304" y="966978"/>
                </a:lnTo>
                <a:lnTo>
                  <a:pt x="118110" y="969213"/>
                </a:lnTo>
                <a:lnTo>
                  <a:pt x="117348" y="969264"/>
                </a:lnTo>
                <a:lnTo>
                  <a:pt x="118110" y="979170"/>
                </a:lnTo>
                <a:lnTo>
                  <a:pt x="146304" y="976210"/>
                </a:lnTo>
                <a:lnTo>
                  <a:pt x="147066" y="976122"/>
                </a:lnTo>
                <a:close/>
              </a:path>
              <a:path w="694689" h="5035550">
                <a:moveTo>
                  <a:pt x="158496" y="3816096"/>
                </a:moveTo>
                <a:lnTo>
                  <a:pt x="147066" y="3790188"/>
                </a:lnTo>
                <a:lnTo>
                  <a:pt x="137922" y="3793998"/>
                </a:lnTo>
                <a:lnTo>
                  <a:pt x="149352" y="3819906"/>
                </a:lnTo>
                <a:lnTo>
                  <a:pt x="158496" y="3816096"/>
                </a:lnTo>
                <a:close/>
              </a:path>
              <a:path w="694689" h="5035550">
                <a:moveTo>
                  <a:pt x="173736" y="3851148"/>
                </a:moveTo>
                <a:lnTo>
                  <a:pt x="162306" y="3824478"/>
                </a:lnTo>
                <a:lnTo>
                  <a:pt x="153162" y="3828288"/>
                </a:lnTo>
                <a:lnTo>
                  <a:pt x="165354" y="3854958"/>
                </a:lnTo>
                <a:lnTo>
                  <a:pt x="173736" y="3851148"/>
                </a:lnTo>
                <a:close/>
              </a:path>
              <a:path w="694689" h="5035550">
                <a:moveTo>
                  <a:pt x="177546" y="1037082"/>
                </a:moveTo>
                <a:lnTo>
                  <a:pt x="150114" y="1028700"/>
                </a:lnTo>
                <a:lnTo>
                  <a:pt x="147066" y="1037082"/>
                </a:lnTo>
                <a:lnTo>
                  <a:pt x="174498" y="1046226"/>
                </a:lnTo>
                <a:lnTo>
                  <a:pt x="177546" y="1037082"/>
                </a:lnTo>
                <a:close/>
              </a:path>
              <a:path w="694689" h="5035550">
                <a:moveTo>
                  <a:pt x="179070" y="1456182"/>
                </a:moveTo>
                <a:lnTo>
                  <a:pt x="151638" y="1447800"/>
                </a:lnTo>
                <a:lnTo>
                  <a:pt x="149352" y="1456944"/>
                </a:lnTo>
                <a:lnTo>
                  <a:pt x="176784" y="1465326"/>
                </a:lnTo>
                <a:lnTo>
                  <a:pt x="179070" y="1456182"/>
                </a:lnTo>
                <a:close/>
              </a:path>
              <a:path w="694689" h="5035550">
                <a:moveTo>
                  <a:pt x="179832" y="3432822"/>
                </a:moveTo>
                <a:lnTo>
                  <a:pt x="176784" y="3423678"/>
                </a:lnTo>
                <a:lnTo>
                  <a:pt x="149352" y="3431298"/>
                </a:lnTo>
                <a:lnTo>
                  <a:pt x="151638" y="3440442"/>
                </a:lnTo>
                <a:lnTo>
                  <a:pt x="179832" y="3432822"/>
                </a:lnTo>
                <a:close/>
              </a:path>
              <a:path w="694689" h="5035550">
                <a:moveTo>
                  <a:pt x="179832" y="3023616"/>
                </a:moveTo>
                <a:lnTo>
                  <a:pt x="176784" y="3014472"/>
                </a:lnTo>
                <a:lnTo>
                  <a:pt x="149352" y="3022854"/>
                </a:lnTo>
                <a:lnTo>
                  <a:pt x="151638" y="3031998"/>
                </a:lnTo>
                <a:lnTo>
                  <a:pt x="179832" y="3023616"/>
                </a:lnTo>
                <a:close/>
              </a:path>
              <a:path w="694689" h="5035550">
                <a:moveTo>
                  <a:pt x="179832" y="2599182"/>
                </a:moveTo>
                <a:lnTo>
                  <a:pt x="176784" y="2590038"/>
                </a:lnTo>
                <a:lnTo>
                  <a:pt x="149352" y="2597658"/>
                </a:lnTo>
                <a:lnTo>
                  <a:pt x="151638" y="2606802"/>
                </a:lnTo>
                <a:lnTo>
                  <a:pt x="179832" y="2599182"/>
                </a:lnTo>
                <a:close/>
              </a:path>
              <a:path w="694689" h="5035550">
                <a:moveTo>
                  <a:pt x="179832" y="621030"/>
                </a:moveTo>
                <a:lnTo>
                  <a:pt x="151638" y="613410"/>
                </a:lnTo>
                <a:lnTo>
                  <a:pt x="149352" y="622554"/>
                </a:lnTo>
                <a:lnTo>
                  <a:pt x="176784" y="630174"/>
                </a:lnTo>
                <a:lnTo>
                  <a:pt x="179832" y="621030"/>
                </a:lnTo>
                <a:close/>
              </a:path>
              <a:path w="694689" h="5035550">
                <a:moveTo>
                  <a:pt x="180594" y="2196084"/>
                </a:moveTo>
                <a:lnTo>
                  <a:pt x="178308" y="2186940"/>
                </a:lnTo>
                <a:lnTo>
                  <a:pt x="150876" y="2193798"/>
                </a:lnTo>
                <a:lnTo>
                  <a:pt x="153162" y="2202942"/>
                </a:lnTo>
                <a:lnTo>
                  <a:pt x="180594" y="2196084"/>
                </a:lnTo>
                <a:close/>
              </a:path>
              <a:path w="694689" h="5035550">
                <a:moveTo>
                  <a:pt x="180594" y="1857756"/>
                </a:moveTo>
                <a:lnTo>
                  <a:pt x="153162" y="1850898"/>
                </a:lnTo>
                <a:lnTo>
                  <a:pt x="150876" y="1860042"/>
                </a:lnTo>
                <a:lnTo>
                  <a:pt x="178308" y="1867662"/>
                </a:lnTo>
                <a:lnTo>
                  <a:pt x="180594" y="1857756"/>
                </a:lnTo>
                <a:close/>
              </a:path>
              <a:path w="694689" h="5035550">
                <a:moveTo>
                  <a:pt x="180594" y="141732"/>
                </a:moveTo>
                <a:lnTo>
                  <a:pt x="178308" y="132588"/>
                </a:lnTo>
                <a:lnTo>
                  <a:pt x="150114" y="140208"/>
                </a:lnTo>
                <a:lnTo>
                  <a:pt x="153162" y="149352"/>
                </a:lnTo>
                <a:lnTo>
                  <a:pt x="180594" y="141732"/>
                </a:lnTo>
                <a:close/>
              </a:path>
              <a:path w="694689" h="5035550">
                <a:moveTo>
                  <a:pt x="182880" y="2266188"/>
                </a:moveTo>
                <a:lnTo>
                  <a:pt x="154686" y="2260854"/>
                </a:lnTo>
                <a:lnTo>
                  <a:pt x="152400" y="2269998"/>
                </a:lnTo>
                <a:lnTo>
                  <a:pt x="180594" y="2275332"/>
                </a:lnTo>
                <a:lnTo>
                  <a:pt x="182880" y="2266188"/>
                </a:lnTo>
                <a:close/>
              </a:path>
              <a:path w="694689" h="5035550">
                <a:moveTo>
                  <a:pt x="182880" y="1788414"/>
                </a:moveTo>
                <a:lnTo>
                  <a:pt x="180594" y="1779270"/>
                </a:lnTo>
                <a:lnTo>
                  <a:pt x="153162" y="1784604"/>
                </a:lnTo>
                <a:lnTo>
                  <a:pt x="154686" y="1793748"/>
                </a:lnTo>
                <a:lnTo>
                  <a:pt x="182880" y="1788414"/>
                </a:lnTo>
                <a:close/>
              </a:path>
              <a:path w="694689" h="5035550">
                <a:moveTo>
                  <a:pt x="182880" y="211836"/>
                </a:moveTo>
                <a:lnTo>
                  <a:pt x="154686" y="206502"/>
                </a:lnTo>
                <a:lnTo>
                  <a:pt x="153162" y="215646"/>
                </a:lnTo>
                <a:lnTo>
                  <a:pt x="181356" y="220980"/>
                </a:lnTo>
                <a:lnTo>
                  <a:pt x="182880" y="211836"/>
                </a:lnTo>
                <a:close/>
              </a:path>
              <a:path w="694689" h="5035550">
                <a:moveTo>
                  <a:pt x="183642" y="3093720"/>
                </a:moveTo>
                <a:lnTo>
                  <a:pt x="155448" y="3089148"/>
                </a:lnTo>
                <a:lnTo>
                  <a:pt x="153924" y="3098292"/>
                </a:lnTo>
                <a:lnTo>
                  <a:pt x="182118" y="3102864"/>
                </a:lnTo>
                <a:lnTo>
                  <a:pt x="183642" y="3093720"/>
                </a:lnTo>
                <a:close/>
              </a:path>
              <a:path w="694689" h="5035550">
                <a:moveTo>
                  <a:pt x="183642" y="2667762"/>
                </a:moveTo>
                <a:lnTo>
                  <a:pt x="155448" y="2663190"/>
                </a:lnTo>
                <a:lnTo>
                  <a:pt x="153924" y="2673096"/>
                </a:lnTo>
                <a:lnTo>
                  <a:pt x="182118" y="2677668"/>
                </a:lnTo>
                <a:lnTo>
                  <a:pt x="183642" y="2667762"/>
                </a:lnTo>
                <a:close/>
              </a:path>
              <a:path w="694689" h="5035550">
                <a:moveTo>
                  <a:pt x="183642" y="1389126"/>
                </a:moveTo>
                <a:lnTo>
                  <a:pt x="182880" y="1379220"/>
                </a:lnTo>
                <a:lnTo>
                  <a:pt x="155448" y="1383677"/>
                </a:lnTo>
                <a:lnTo>
                  <a:pt x="154686" y="1383792"/>
                </a:lnTo>
                <a:lnTo>
                  <a:pt x="155448" y="1392936"/>
                </a:lnTo>
                <a:lnTo>
                  <a:pt x="182880" y="1389240"/>
                </a:lnTo>
                <a:lnTo>
                  <a:pt x="183642" y="1389126"/>
                </a:lnTo>
                <a:close/>
              </a:path>
              <a:path w="694689" h="5035550">
                <a:moveTo>
                  <a:pt x="183642" y="551688"/>
                </a:moveTo>
                <a:lnTo>
                  <a:pt x="182118" y="541782"/>
                </a:lnTo>
                <a:lnTo>
                  <a:pt x="153924" y="546354"/>
                </a:lnTo>
                <a:lnTo>
                  <a:pt x="155448" y="556260"/>
                </a:lnTo>
                <a:lnTo>
                  <a:pt x="183642" y="551688"/>
                </a:lnTo>
                <a:close/>
              </a:path>
              <a:path w="694689" h="5035550">
                <a:moveTo>
                  <a:pt x="185166" y="973074"/>
                </a:moveTo>
                <a:lnTo>
                  <a:pt x="183642" y="963168"/>
                </a:lnTo>
                <a:lnTo>
                  <a:pt x="156210" y="966139"/>
                </a:lnTo>
                <a:lnTo>
                  <a:pt x="155448" y="966216"/>
                </a:lnTo>
                <a:lnTo>
                  <a:pt x="156210" y="975360"/>
                </a:lnTo>
                <a:lnTo>
                  <a:pt x="183642" y="973201"/>
                </a:lnTo>
                <a:lnTo>
                  <a:pt x="185166" y="973074"/>
                </a:lnTo>
                <a:close/>
              </a:path>
              <a:path w="694689" h="5035550">
                <a:moveTo>
                  <a:pt x="188976" y="3885438"/>
                </a:moveTo>
                <a:lnTo>
                  <a:pt x="177546" y="3859530"/>
                </a:lnTo>
                <a:lnTo>
                  <a:pt x="169164" y="3863340"/>
                </a:lnTo>
                <a:lnTo>
                  <a:pt x="180594" y="3889248"/>
                </a:lnTo>
                <a:lnTo>
                  <a:pt x="188976" y="3885438"/>
                </a:lnTo>
                <a:close/>
              </a:path>
              <a:path w="694689" h="5035550">
                <a:moveTo>
                  <a:pt x="204216" y="3920490"/>
                </a:moveTo>
                <a:lnTo>
                  <a:pt x="192786" y="3894582"/>
                </a:lnTo>
                <a:lnTo>
                  <a:pt x="184404" y="3898392"/>
                </a:lnTo>
                <a:lnTo>
                  <a:pt x="195834" y="3924300"/>
                </a:lnTo>
                <a:lnTo>
                  <a:pt x="204216" y="3920490"/>
                </a:lnTo>
                <a:close/>
              </a:path>
              <a:path w="694689" h="5035550">
                <a:moveTo>
                  <a:pt x="213360" y="1049274"/>
                </a:moveTo>
                <a:lnTo>
                  <a:pt x="186690" y="1040130"/>
                </a:lnTo>
                <a:lnTo>
                  <a:pt x="183642" y="1049274"/>
                </a:lnTo>
                <a:lnTo>
                  <a:pt x="210312" y="1058418"/>
                </a:lnTo>
                <a:lnTo>
                  <a:pt x="213360" y="1049274"/>
                </a:lnTo>
                <a:close/>
              </a:path>
              <a:path w="694689" h="5035550">
                <a:moveTo>
                  <a:pt x="215646" y="1466850"/>
                </a:moveTo>
                <a:lnTo>
                  <a:pt x="188214" y="1458468"/>
                </a:lnTo>
                <a:lnTo>
                  <a:pt x="185928" y="1467612"/>
                </a:lnTo>
                <a:lnTo>
                  <a:pt x="213360" y="1475994"/>
                </a:lnTo>
                <a:lnTo>
                  <a:pt x="215646" y="1466850"/>
                </a:lnTo>
                <a:close/>
              </a:path>
              <a:path w="694689" h="5035550">
                <a:moveTo>
                  <a:pt x="216408" y="3422154"/>
                </a:moveTo>
                <a:lnTo>
                  <a:pt x="213360" y="3413010"/>
                </a:lnTo>
                <a:lnTo>
                  <a:pt x="185928" y="3420630"/>
                </a:lnTo>
                <a:lnTo>
                  <a:pt x="188976" y="3429774"/>
                </a:lnTo>
                <a:lnTo>
                  <a:pt x="216408" y="3422154"/>
                </a:lnTo>
                <a:close/>
              </a:path>
              <a:path w="694689" h="5035550">
                <a:moveTo>
                  <a:pt x="216408" y="3013710"/>
                </a:moveTo>
                <a:lnTo>
                  <a:pt x="213360" y="3004566"/>
                </a:lnTo>
                <a:lnTo>
                  <a:pt x="185928" y="3012186"/>
                </a:lnTo>
                <a:lnTo>
                  <a:pt x="188976" y="3021330"/>
                </a:lnTo>
                <a:lnTo>
                  <a:pt x="216408" y="3013710"/>
                </a:lnTo>
                <a:close/>
              </a:path>
              <a:path w="694689" h="5035550">
                <a:moveTo>
                  <a:pt x="216408" y="2588514"/>
                </a:moveTo>
                <a:lnTo>
                  <a:pt x="213360" y="2579370"/>
                </a:lnTo>
                <a:lnTo>
                  <a:pt x="185928" y="2586990"/>
                </a:lnTo>
                <a:lnTo>
                  <a:pt x="188976" y="2596134"/>
                </a:lnTo>
                <a:lnTo>
                  <a:pt x="216408" y="2588514"/>
                </a:lnTo>
                <a:close/>
              </a:path>
              <a:path w="694689" h="5035550">
                <a:moveTo>
                  <a:pt x="216408" y="631698"/>
                </a:moveTo>
                <a:lnTo>
                  <a:pt x="188976" y="624078"/>
                </a:lnTo>
                <a:lnTo>
                  <a:pt x="185928" y="633222"/>
                </a:lnTo>
                <a:lnTo>
                  <a:pt x="213360" y="640842"/>
                </a:lnTo>
                <a:lnTo>
                  <a:pt x="216408" y="631698"/>
                </a:lnTo>
                <a:close/>
              </a:path>
              <a:path w="694689" h="5035550">
                <a:moveTo>
                  <a:pt x="217170" y="132588"/>
                </a:moveTo>
                <a:lnTo>
                  <a:pt x="214884" y="123444"/>
                </a:lnTo>
                <a:lnTo>
                  <a:pt x="187452" y="130302"/>
                </a:lnTo>
                <a:lnTo>
                  <a:pt x="189738" y="139446"/>
                </a:lnTo>
                <a:lnTo>
                  <a:pt x="217170" y="132588"/>
                </a:lnTo>
                <a:close/>
              </a:path>
              <a:path w="694689" h="5035550">
                <a:moveTo>
                  <a:pt x="217932" y="2186940"/>
                </a:moveTo>
                <a:lnTo>
                  <a:pt x="215646" y="2177796"/>
                </a:lnTo>
                <a:lnTo>
                  <a:pt x="188214" y="2184654"/>
                </a:lnTo>
                <a:lnTo>
                  <a:pt x="190500" y="2193798"/>
                </a:lnTo>
                <a:lnTo>
                  <a:pt x="217932" y="2186940"/>
                </a:lnTo>
                <a:close/>
              </a:path>
              <a:path w="694689" h="5035550">
                <a:moveTo>
                  <a:pt x="217932" y="1867662"/>
                </a:moveTo>
                <a:lnTo>
                  <a:pt x="189738" y="1860804"/>
                </a:lnTo>
                <a:lnTo>
                  <a:pt x="187452" y="1869948"/>
                </a:lnTo>
                <a:lnTo>
                  <a:pt x="215646" y="1876806"/>
                </a:lnTo>
                <a:lnTo>
                  <a:pt x="217932" y="1867662"/>
                </a:lnTo>
                <a:close/>
              </a:path>
              <a:path w="694689" h="5035550">
                <a:moveTo>
                  <a:pt x="220218" y="3955542"/>
                </a:moveTo>
                <a:lnTo>
                  <a:pt x="208026" y="3929634"/>
                </a:lnTo>
                <a:lnTo>
                  <a:pt x="199644" y="3933444"/>
                </a:lnTo>
                <a:lnTo>
                  <a:pt x="211074" y="3959352"/>
                </a:lnTo>
                <a:lnTo>
                  <a:pt x="220218" y="3955542"/>
                </a:lnTo>
                <a:close/>
              </a:path>
              <a:path w="694689" h="5035550">
                <a:moveTo>
                  <a:pt x="220218" y="2273808"/>
                </a:moveTo>
                <a:lnTo>
                  <a:pt x="192024" y="2267712"/>
                </a:lnTo>
                <a:lnTo>
                  <a:pt x="189738" y="2277618"/>
                </a:lnTo>
                <a:lnTo>
                  <a:pt x="217932" y="2282952"/>
                </a:lnTo>
                <a:lnTo>
                  <a:pt x="220218" y="2273808"/>
                </a:lnTo>
                <a:close/>
              </a:path>
              <a:path w="694689" h="5035550">
                <a:moveTo>
                  <a:pt x="220218" y="1780794"/>
                </a:moveTo>
                <a:lnTo>
                  <a:pt x="217932" y="1771650"/>
                </a:lnTo>
                <a:lnTo>
                  <a:pt x="190500" y="1776984"/>
                </a:lnTo>
                <a:lnTo>
                  <a:pt x="192024" y="1786128"/>
                </a:lnTo>
                <a:lnTo>
                  <a:pt x="220218" y="1780794"/>
                </a:lnTo>
                <a:close/>
              </a:path>
              <a:path w="694689" h="5035550">
                <a:moveTo>
                  <a:pt x="220218" y="218694"/>
                </a:moveTo>
                <a:lnTo>
                  <a:pt x="192024" y="213360"/>
                </a:lnTo>
                <a:lnTo>
                  <a:pt x="190500" y="223266"/>
                </a:lnTo>
                <a:lnTo>
                  <a:pt x="218694" y="228600"/>
                </a:lnTo>
                <a:lnTo>
                  <a:pt x="220218" y="218694"/>
                </a:lnTo>
                <a:close/>
              </a:path>
              <a:path w="694689" h="5035550">
                <a:moveTo>
                  <a:pt x="220980" y="3099816"/>
                </a:moveTo>
                <a:lnTo>
                  <a:pt x="192786" y="3095244"/>
                </a:lnTo>
                <a:lnTo>
                  <a:pt x="191262" y="3104388"/>
                </a:lnTo>
                <a:lnTo>
                  <a:pt x="219456" y="3108960"/>
                </a:lnTo>
                <a:lnTo>
                  <a:pt x="220980" y="3099816"/>
                </a:lnTo>
                <a:close/>
              </a:path>
              <a:path w="694689" h="5035550">
                <a:moveTo>
                  <a:pt x="220980" y="2673858"/>
                </a:moveTo>
                <a:lnTo>
                  <a:pt x="192786" y="2669286"/>
                </a:lnTo>
                <a:lnTo>
                  <a:pt x="191262" y="2679192"/>
                </a:lnTo>
                <a:lnTo>
                  <a:pt x="219456" y="2683764"/>
                </a:lnTo>
                <a:lnTo>
                  <a:pt x="220980" y="2673858"/>
                </a:lnTo>
                <a:close/>
              </a:path>
              <a:path w="694689" h="5035550">
                <a:moveTo>
                  <a:pt x="220980" y="545592"/>
                </a:moveTo>
                <a:lnTo>
                  <a:pt x="219456" y="535686"/>
                </a:lnTo>
                <a:lnTo>
                  <a:pt x="191262" y="540258"/>
                </a:lnTo>
                <a:lnTo>
                  <a:pt x="192786" y="550164"/>
                </a:lnTo>
                <a:lnTo>
                  <a:pt x="220980" y="545592"/>
                </a:lnTo>
                <a:close/>
              </a:path>
              <a:path w="694689" h="5035550">
                <a:moveTo>
                  <a:pt x="221742" y="1383792"/>
                </a:moveTo>
                <a:lnTo>
                  <a:pt x="220218" y="1373886"/>
                </a:lnTo>
                <a:lnTo>
                  <a:pt x="192024" y="1378458"/>
                </a:lnTo>
                <a:lnTo>
                  <a:pt x="193548" y="1387602"/>
                </a:lnTo>
                <a:lnTo>
                  <a:pt x="221742" y="1383792"/>
                </a:lnTo>
                <a:close/>
              </a:path>
              <a:path w="694689" h="5035550">
                <a:moveTo>
                  <a:pt x="222504" y="969264"/>
                </a:moveTo>
                <a:lnTo>
                  <a:pt x="221742" y="960120"/>
                </a:lnTo>
                <a:lnTo>
                  <a:pt x="194310" y="962355"/>
                </a:lnTo>
                <a:lnTo>
                  <a:pt x="193548" y="962406"/>
                </a:lnTo>
                <a:lnTo>
                  <a:pt x="194310" y="972312"/>
                </a:lnTo>
                <a:lnTo>
                  <a:pt x="221742" y="969352"/>
                </a:lnTo>
                <a:lnTo>
                  <a:pt x="222504" y="969264"/>
                </a:lnTo>
                <a:close/>
              </a:path>
              <a:path w="694689" h="5035550">
                <a:moveTo>
                  <a:pt x="235458" y="3990594"/>
                </a:moveTo>
                <a:lnTo>
                  <a:pt x="224028" y="3963924"/>
                </a:lnTo>
                <a:lnTo>
                  <a:pt x="214884" y="3967734"/>
                </a:lnTo>
                <a:lnTo>
                  <a:pt x="226314" y="3994404"/>
                </a:lnTo>
                <a:lnTo>
                  <a:pt x="235458" y="3990594"/>
                </a:lnTo>
                <a:close/>
              </a:path>
              <a:path w="694689" h="5035550">
                <a:moveTo>
                  <a:pt x="249936" y="1061466"/>
                </a:moveTo>
                <a:lnTo>
                  <a:pt x="222504" y="1052322"/>
                </a:lnTo>
                <a:lnTo>
                  <a:pt x="219456" y="1061466"/>
                </a:lnTo>
                <a:lnTo>
                  <a:pt x="246888" y="1070610"/>
                </a:lnTo>
                <a:lnTo>
                  <a:pt x="249936" y="1061466"/>
                </a:lnTo>
                <a:close/>
              </a:path>
              <a:path w="694689" h="5035550">
                <a:moveTo>
                  <a:pt x="250698" y="4024884"/>
                </a:moveTo>
                <a:lnTo>
                  <a:pt x="239268" y="3998976"/>
                </a:lnTo>
                <a:lnTo>
                  <a:pt x="230124" y="4002786"/>
                </a:lnTo>
                <a:lnTo>
                  <a:pt x="241554" y="4028694"/>
                </a:lnTo>
                <a:lnTo>
                  <a:pt x="250698" y="4024884"/>
                </a:lnTo>
                <a:close/>
              </a:path>
              <a:path w="694689" h="5035550">
                <a:moveTo>
                  <a:pt x="252222" y="1477518"/>
                </a:moveTo>
                <a:lnTo>
                  <a:pt x="224790" y="1469136"/>
                </a:lnTo>
                <a:lnTo>
                  <a:pt x="222504" y="1478280"/>
                </a:lnTo>
                <a:lnTo>
                  <a:pt x="249936" y="1486662"/>
                </a:lnTo>
                <a:lnTo>
                  <a:pt x="252222" y="1477518"/>
                </a:lnTo>
                <a:close/>
              </a:path>
              <a:path w="694689" h="5035550">
                <a:moveTo>
                  <a:pt x="252984" y="3411486"/>
                </a:moveTo>
                <a:lnTo>
                  <a:pt x="249936" y="3402342"/>
                </a:lnTo>
                <a:lnTo>
                  <a:pt x="222504" y="3410724"/>
                </a:lnTo>
                <a:lnTo>
                  <a:pt x="225552" y="3419868"/>
                </a:lnTo>
                <a:lnTo>
                  <a:pt x="252984" y="3411486"/>
                </a:lnTo>
                <a:close/>
              </a:path>
              <a:path w="694689" h="5035550">
                <a:moveTo>
                  <a:pt x="252984" y="3003042"/>
                </a:moveTo>
                <a:lnTo>
                  <a:pt x="249936" y="2993898"/>
                </a:lnTo>
                <a:lnTo>
                  <a:pt x="222504" y="3001518"/>
                </a:lnTo>
                <a:lnTo>
                  <a:pt x="225552" y="3010662"/>
                </a:lnTo>
                <a:lnTo>
                  <a:pt x="252984" y="3003042"/>
                </a:lnTo>
                <a:close/>
              </a:path>
              <a:path w="694689" h="5035550">
                <a:moveTo>
                  <a:pt x="252984" y="2577846"/>
                </a:moveTo>
                <a:lnTo>
                  <a:pt x="249936" y="2568702"/>
                </a:lnTo>
                <a:lnTo>
                  <a:pt x="222504" y="2577084"/>
                </a:lnTo>
                <a:lnTo>
                  <a:pt x="225552" y="2586228"/>
                </a:lnTo>
                <a:lnTo>
                  <a:pt x="252984" y="2577846"/>
                </a:lnTo>
                <a:close/>
              </a:path>
              <a:path w="694689" h="5035550">
                <a:moveTo>
                  <a:pt x="252984" y="642366"/>
                </a:moveTo>
                <a:lnTo>
                  <a:pt x="225552" y="633984"/>
                </a:lnTo>
                <a:lnTo>
                  <a:pt x="222504" y="643128"/>
                </a:lnTo>
                <a:lnTo>
                  <a:pt x="249936" y="651510"/>
                </a:lnTo>
                <a:lnTo>
                  <a:pt x="252984" y="642366"/>
                </a:lnTo>
                <a:close/>
              </a:path>
              <a:path w="694689" h="5035550">
                <a:moveTo>
                  <a:pt x="254508" y="2177796"/>
                </a:moveTo>
                <a:lnTo>
                  <a:pt x="252222" y="2168652"/>
                </a:lnTo>
                <a:lnTo>
                  <a:pt x="224790" y="2175510"/>
                </a:lnTo>
                <a:lnTo>
                  <a:pt x="227076" y="2184654"/>
                </a:lnTo>
                <a:lnTo>
                  <a:pt x="254508" y="2177796"/>
                </a:lnTo>
                <a:close/>
              </a:path>
              <a:path w="694689" h="5035550">
                <a:moveTo>
                  <a:pt x="254508" y="1876806"/>
                </a:moveTo>
                <a:lnTo>
                  <a:pt x="227076" y="1869948"/>
                </a:lnTo>
                <a:lnTo>
                  <a:pt x="224790" y="1879092"/>
                </a:lnTo>
                <a:lnTo>
                  <a:pt x="252222" y="1885950"/>
                </a:lnTo>
                <a:lnTo>
                  <a:pt x="254508" y="1876806"/>
                </a:lnTo>
                <a:close/>
              </a:path>
              <a:path w="694689" h="5035550">
                <a:moveTo>
                  <a:pt x="254508" y="122682"/>
                </a:moveTo>
                <a:lnTo>
                  <a:pt x="251460" y="113538"/>
                </a:lnTo>
                <a:lnTo>
                  <a:pt x="224028" y="120396"/>
                </a:lnTo>
                <a:lnTo>
                  <a:pt x="226314" y="130302"/>
                </a:lnTo>
                <a:lnTo>
                  <a:pt x="254508" y="122682"/>
                </a:lnTo>
                <a:close/>
              </a:path>
              <a:path w="694689" h="5035550">
                <a:moveTo>
                  <a:pt x="257556" y="2281428"/>
                </a:moveTo>
                <a:lnTo>
                  <a:pt x="229362" y="2275332"/>
                </a:lnTo>
                <a:lnTo>
                  <a:pt x="227076" y="2284476"/>
                </a:lnTo>
                <a:lnTo>
                  <a:pt x="255270" y="2290572"/>
                </a:lnTo>
                <a:lnTo>
                  <a:pt x="257556" y="2281428"/>
                </a:lnTo>
                <a:close/>
              </a:path>
              <a:path w="694689" h="5035550">
                <a:moveTo>
                  <a:pt x="257556" y="1773174"/>
                </a:moveTo>
                <a:lnTo>
                  <a:pt x="255270" y="1764030"/>
                </a:lnTo>
                <a:lnTo>
                  <a:pt x="227838" y="1769364"/>
                </a:lnTo>
                <a:lnTo>
                  <a:pt x="229362" y="1779270"/>
                </a:lnTo>
                <a:lnTo>
                  <a:pt x="257556" y="1773174"/>
                </a:lnTo>
                <a:close/>
              </a:path>
              <a:path w="694689" h="5035550">
                <a:moveTo>
                  <a:pt x="257556" y="225552"/>
                </a:moveTo>
                <a:lnTo>
                  <a:pt x="229362" y="220980"/>
                </a:lnTo>
                <a:lnTo>
                  <a:pt x="227838" y="230124"/>
                </a:lnTo>
                <a:lnTo>
                  <a:pt x="256032" y="235458"/>
                </a:lnTo>
                <a:lnTo>
                  <a:pt x="257556" y="225552"/>
                </a:lnTo>
                <a:close/>
              </a:path>
              <a:path w="694689" h="5035550">
                <a:moveTo>
                  <a:pt x="259080" y="3105912"/>
                </a:moveTo>
                <a:lnTo>
                  <a:pt x="230886" y="3101340"/>
                </a:lnTo>
                <a:lnTo>
                  <a:pt x="229362" y="3110484"/>
                </a:lnTo>
                <a:lnTo>
                  <a:pt x="257556" y="3115056"/>
                </a:lnTo>
                <a:lnTo>
                  <a:pt x="259080" y="3105912"/>
                </a:lnTo>
                <a:close/>
              </a:path>
              <a:path w="694689" h="5035550">
                <a:moveTo>
                  <a:pt x="259080" y="2679954"/>
                </a:moveTo>
                <a:lnTo>
                  <a:pt x="230886" y="2675382"/>
                </a:lnTo>
                <a:lnTo>
                  <a:pt x="229362" y="2685288"/>
                </a:lnTo>
                <a:lnTo>
                  <a:pt x="257556" y="2689098"/>
                </a:lnTo>
                <a:lnTo>
                  <a:pt x="259080" y="2679954"/>
                </a:lnTo>
                <a:close/>
              </a:path>
              <a:path w="694689" h="5035550">
                <a:moveTo>
                  <a:pt x="259080" y="1378458"/>
                </a:moveTo>
                <a:lnTo>
                  <a:pt x="258318" y="1368552"/>
                </a:lnTo>
                <a:lnTo>
                  <a:pt x="230886" y="1372260"/>
                </a:lnTo>
                <a:lnTo>
                  <a:pt x="230124" y="1372362"/>
                </a:lnTo>
                <a:lnTo>
                  <a:pt x="230886" y="1382268"/>
                </a:lnTo>
                <a:lnTo>
                  <a:pt x="258318" y="1378572"/>
                </a:lnTo>
                <a:lnTo>
                  <a:pt x="259080" y="1378458"/>
                </a:lnTo>
                <a:close/>
              </a:path>
              <a:path w="694689" h="5035550">
                <a:moveTo>
                  <a:pt x="259080" y="539496"/>
                </a:moveTo>
                <a:lnTo>
                  <a:pt x="257556" y="529590"/>
                </a:lnTo>
                <a:lnTo>
                  <a:pt x="229362" y="534162"/>
                </a:lnTo>
                <a:lnTo>
                  <a:pt x="230886" y="544068"/>
                </a:lnTo>
                <a:lnTo>
                  <a:pt x="259080" y="539496"/>
                </a:lnTo>
                <a:close/>
              </a:path>
              <a:path w="694689" h="5035550">
                <a:moveTo>
                  <a:pt x="260604" y="966216"/>
                </a:moveTo>
                <a:lnTo>
                  <a:pt x="259842" y="956310"/>
                </a:lnTo>
                <a:lnTo>
                  <a:pt x="232410" y="959281"/>
                </a:lnTo>
                <a:lnTo>
                  <a:pt x="231648" y="959358"/>
                </a:lnTo>
                <a:lnTo>
                  <a:pt x="232410" y="968502"/>
                </a:lnTo>
                <a:lnTo>
                  <a:pt x="259842" y="966279"/>
                </a:lnTo>
                <a:lnTo>
                  <a:pt x="260604" y="966216"/>
                </a:lnTo>
                <a:close/>
              </a:path>
              <a:path w="694689" h="5035550">
                <a:moveTo>
                  <a:pt x="265938" y="4059936"/>
                </a:moveTo>
                <a:lnTo>
                  <a:pt x="254508" y="4034028"/>
                </a:lnTo>
                <a:lnTo>
                  <a:pt x="246126" y="4037838"/>
                </a:lnTo>
                <a:lnTo>
                  <a:pt x="257556" y="4063746"/>
                </a:lnTo>
                <a:lnTo>
                  <a:pt x="265938" y="4059936"/>
                </a:lnTo>
                <a:close/>
              </a:path>
              <a:path w="694689" h="5035550">
                <a:moveTo>
                  <a:pt x="281178" y="4094988"/>
                </a:moveTo>
                <a:lnTo>
                  <a:pt x="269748" y="4069080"/>
                </a:lnTo>
                <a:lnTo>
                  <a:pt x="261366" y="4072890"/>
                </a:lnTo>
                <a:lnTo>
                  <a:pt x="272796" y="4098798"/>
                </a:lnTo>
                <a:lnTo>
                  <a:pt x="281178" y="4094988"/>
                </a:lnTo>
                <a:close/>
              </a:path>
              <a:path w="694689" h="5035550">
                <a:moveTo>
                  <a:pt x="285750" y="1073658"/>
                </a:moveTo>
                <a:lnTo>
                  <a:pt x="259080" y="1064514"/>
                </a:lnTo>
                <a:lnTo>
                  <a:pt x="256032" y="1073658"/>
                </a:lnTo>
                <a:lnTo>
                  <a:pt x="282702" y="1082802"/>
                </a:lnTo>
                <a:lnTo>
                  <a:pt x="285750" y="1073658"/>
                </a:lnTo>
                <a:close/>
              </a:path>
              <a:path w="694689" h="5035550">
                <a:moveTo>
                  <a:pt x="288798" y="1488186"/>
                </a:moveTo>
                <a:lnTo>
                  <a:pt x="261366" y="1479804"/>
                </a:lnTo>
                <a:lnTo>
                  <a:pt x="259080" y="1488948"/>
                </a:lnTo>
                <a:lnTo>
                  <a:pt x="286512" y="1497330"/>
                </a:lnTo>
                <a:lnTo>
                  <a:pt x="288798" y="1488186"/>
                </a:lnTo>
                <a:close/>
              </a:path>
              <a:path w="694689" h="5035550">
                <a:moveTo>
                  <a:pt x="289560" y="3401580"/>
                </a:moveTo>
                <a:lnTo>
                  <a:pt x="286512" y="3392436"/>
                </a:lnTo>
                <a:lnTo>
                  <a:pt x="259080" y="3400056"/>
                </a:lnTo>
                <a:lnTo>
                  <a:pt x="262128" y="3409200"/>
                </a:lnTo>
                <a:lnTo>
                  <a:pt x="289560" y="3401580"/>
                </a:lnTo>
                <a:close/>
              </a:path>
              <a:path w="694689" h="5035550">
                <a:moveTo>
                  <a:pt x="289560" y="2992374"/>
                </a:moveTo>
                <a:lnTo>
                  <a:pt x="286512" y="2983230"/>
                </a:lnTo>
                <a:lnTo>
                  <a:pt x="259080" y="2990850"/>
                </a:lnTo>
                <a:lnTo>
                  <a:pt x="262128" y="2999994"/>
                </a:lnTo>
                <a:lnTo>
                  <a:pt x="289560" y="2992374"/>
                </a:lnTo>
                <a:close/>
              </a:path>
              <a:path w="694689" h="5035550">
                <a:moveTo>
                  <a:pt x="289560" y="2567940"/>
                </a:moveTo>
                <a:lnTo>
                  <a:pt x="286512" y="2558034"/>
                </a:lnTo>
                <a:lnTo>
                  <a:pt x="259080" y="2566416"/>
                </a:lnTo>
                <a:lnTo>
                  <a:pt x="262128" y="2575560"/>
                </a:lnTo>
                <a:lnTo>
                  <a:pt x="289560" y="2567940"/>
                </a:lnTo>
                <a:close/>
              </a:path>
              <a:path w="694689" h="5035550">
                <a:moveTo>
                  <a:pt x="289560" y="652272"/>
                </a:moveTo>
                <a:lnTo>
                  <a:pt x="262128" y="644652"/>
                </a:lnTo>
                <a:lnTo>
                  <a:pt x="259080" y="653796"/>
                </a:lnTo>
                <a:lnTo>
                  <a:pt x="286512" y="661416"/>
                </a:lnTo>
                <a:lnTo>
                  <a:pt x="289560" y="652272"/>
                </a:lnTo>
                <a:close/>
              </a:path>
              <a:path w="694689" h="5035550">
                <a:moveTo>
                  <a:pt x="291084" y="113538"/>
                </a:moveTo>
                <a:lnTo>
                  <a:pt x="288798" y="103632"/>
                </a:lnTo>
                <a:lnTo>
                  <a:pt x="261366" y="111252"/>
                </a:lnTo>
                <a:lnTo>
                  <a:pt x="263652" y="120396"/>
                </a:lnTo>
                <a:lnTo>
                  <a:pt x="291084" y="113538"/>
                </a:lnTo>
                <a:close/>
              </a:path>
              <a:path w="694689" h="5035550">
                <a:moveTo>
                  <a:pt x="291846" y="2168652"/>
                </a:moveTo>
                <a:lnTo>
                  <a:pt x="289560" y="2159508"/>
                </a:lnTo>
                <a:lnTo>
                  <a:pt x="262128" y="2166366"/>
                </a:lnTo>
                <a:lnTo>
                  <a:pt x="264414" y="2175510"/>
                </a:lnTo>
                <a:lnTo>
                  <a:pt x="291846" y="2168652"/>
                </a:lnTo>
                <a:close/>
              </a:path>
              <a:path w="694689" h="5035550">
                <a:moveTo>
                  <a:pt x="291846" y="1885950"/>
                </a:moveTo>
                <a:lnTo>
                  <a:pt x="263652" y="1879092"/>
                </a:lnTo>
                <a:lnTo>
                  <a:pt x="261366" y="1888236"/>
                </a:lnTo>
                <a:lnTo>
                  <a:pt x="289560" y="1895094"/>
                </a:lnTo>
                <a:lnTo>
                  <a:pt x="291846" y="1885950"/>
                </a:lnTo>
                <a:close/>
              </a:path>
              <a:path w="694689" h="5035550">
                <a:moveTo>
                  <a:pt x="294894" y="2288286"/>
                </a:moveTo>
                <a:lnTo>
                  <a:pt x="266700" y="2282952"/>
                </a:lnTo>
                <a:lnTo>
                  <a:pt x="264414" y="2292096"/>
                </a:lnTo>
                <a:lnTo>
                  <a:pt x="292608" y="2298192"/>
                </a:lnTo>
                <a:lnTo>
                  <a:pt x="294894" y="2288286"/>
                </a:lnTo>
                <a:close/>
              </a:path>
              <a:path w="694689" h="5035550">
                <a:moveTo>
                  <a:pt x="294894" y="1766316"/>
                </a:moveTo>
                <a:lnTo>
                  <a:pt x="292608" y="1757172"/>
                </a:lnTo>
                <a:lnTo>
                  <a:pt x="265176" y="1762506"/>
                </a:lnTo>
                <a:lnTo>
                  <a:pt x="266700" y="1771650"/>
                </a:lnTo>
                <a:lnTo>
                  <a:pt x="294894" y="1766316"/>
                </a:lnTo>
                <a:close/>
              </a:path>
              <a:path w="694689" h="5035550">
                <a:moveTo>
                  <a:pt x="294894" y="233172"/>
                </a:moveTo>
                <a:lnTo>
                  <a:pt x="267462" y="227838"/>
                </a:lnTo>
                <a:lnTo>
                  <a:pt x="265176" y="236982"/>
                </a:lnTo>
                <a:lnTo>
                  <a:pt x="293370" y="242316"/>
                </a:lnTo>
                <a:lnTo>
                  <a:pt x="294894" y="233172"/>
                </a:lnTo>
                <a:close/>
              </a:path>
              <a:path w="694689" h="5035550">
                <a:moveTo>
                  <a:pt x="296418" y="4130040"/>
                </a:moveTo>
                <a:lnTo>
                  <a:pt x="284988" y="4103370"/>
                </a:lnTo>
                <a:lnTo>
                  <a:pt x="276606" y="4107180"/>
                </a:lnTo>
                <a:lnTo>
                  <a:pt x="288036" y="4133850"/>
                </a:lnTo>
                <a:lnTo>
                  <a:pt x="296418" y="4130040"/>
                </a:lnTo>
                <a:close/>
              </a:path>
              <a:path w="694689" h="5035550">
                <a:moveTo>
                  <a:pt x="296418" y="3112008"/>
                </a:moveTo>
                <a:lnTo>
                  <a:pt x="268224" y="3107436"/>
                </a:lnTo>
                <a:lnTo>
                  <a:pt x="266700" y="3116580"/>
                </a:lnTo>
                <a:lnTo>
                  <a:pt x="294894" y="3121152"/>
                </a:lnTo>
                <a:lnTo>
                  <a:pt x="296418" y="3112008"/>
                </a:lnTo>
                <a:close/>
              </a:path>
              <a:path w="694689" h="5035550">
                <a:moveTo>
                  <a:pt x="296418" y="2686050"/>
                </a:moveTo>
                <a:lnTo>
                  <a:pt x="268224" y="2681478"/>
                </a:lnTo>
                <a:lnTo>
                  <a:pt x="266700" y="2690622"/>
                </a:lnTo>
                <a:lnTo>
                  <a:pt x="294894" y="2695194"/>
                </a:lnTo>
                <a:lnTo>
                  <a:pt x="296418" y="2686050"/>
                </a:lnTo>
                <a:close/>
              </a:path>
              <a:path w="694689" h="5035550">
                <a:moveTo>
                  <a:pt x="296418" y="533400"/>
                </a:moveTo>
                <a:lnTo>
                  <a:pt x="294894" y="523494"/>
                </a:lnTo>
                <a:lnTo>
                  <a:pt x="266700" y="528066"/>
                </a:lnTo>
                <a:lnTo>
                  <a:pt x="268224" y="537972"/>
                </a:lnTo>
                <a:lnTo>
                  <a:pt x="296418" y="533400"/>
                </a:lnTo>
                <a:close/>
              </a:path>
              <a:path w="694689" h="5035550">
                <a:moveTo>
                  <a:pt x="297180" y="1373124"/>
                </a:moveTo>
                <a:lnTo>
                  <a:pt x="295656" y="1363218"/>
                </a:lnTo>
                <a:lnTo>
                  <a:pt x="267462" y="1367028"/>
                </a:lnTo>
                <a:lnTo>
                  <a:pt x="268986" y="1376934"/>
                </a:lnTo>
                <a:lnTo>
                  <a:pt x="297180" y="1373124"/>
                </a:lnTo>
                <a:close/>
              </a:path>
              <a:path w="694689" h="5035550">
                <a:moveTo>
                  <a:pt x="298704" y="962406"/>
                </a:moveTo>
                <a:lnTo>
                  <a:pt x="297942" y="953262"/>
                </a:lnTo>
                <a:lnTo>
                  <a:pt x="270510" y="955433"/>
                </a:lnTo>
                <a:lnTo>
                  <a:pt x="268986" y="955548"/>
                </a:lnTo>
                <a:lnTo>
                  <a:pt x="270510" y="964692"/>
                </a:lnTo>
                <a:lnTo>
                  <a:pt x="297942" y="962469"/>
                </a:lnTo>
                <a:lnTo>
                  <a:pt x="298704" y="962406"/>
                </a:lnTo>
                <a:close/>
              </a:path>
              <a:path w="694689" h="5035550">
                <a:moveTo>
                  <a:pt x="312420" y="4164330"/>
                </a:moveTo>
                <a:lnTo>
                  <a:pt x="300228" y="4138422"/>
                </a:lnTo>
                <a:lnTo>
                  <a:pt x="291846" y="4142232"/>
                </a:lnTo>
                <a:lnTo>
                  <a:pt x="303276" y="4168140"/>
                </a:lnTo>
                <a:lnTo>
                  <a:pt x="312420" y="4164330"/>
                </a:lnTo>
                <a:close/>
              </a:path>
              <a:path w="694689" h="5035550">
                <a:moveTo>
                  <a:pt x="322326" y="1085850"/>
                </a:moveTo>
                <a:lnTo>
                  <a:pt x="294894" y="1076706"/>
                </a:lnTo>
                <a:lnTo>
                  <a:pt x="291846" y="1085850"/>
                </a:lnTo>
                <a:lnTo>
                  <a:pt x="319278" y="1094994"/>
                </a:lnTo>
                <a:lnTo>
                  <a:pt x="322326" y="1085850"/>
                </a:lnTo>
                <a:close/>
              </a:path>
              <a:path w="694689" h="5035550">
                <a:moveTo>
                  <a:pt x="325374" y="1498854"/>
                </a:moveTo>
                <a:lnTo>
                  <a:pt x="297942" y="1490472"/>
                </a:lnTo>
                <a:lnTo>
                  <a:pt x="295656" y="1499616"/>
                </a:lnTo>
                <a:lnTo>
                  <a:pt x="323088" y="1507998"/>
                </a:lnTo>
                <a:lnTo>
                  <a:pt x="325374" y="1498854"/>
                </a:lnTo>
                <a:close/>
              </a:path>
              <a:path w="694689" h="5035550">
                <a:moveTo>
                  <a:pt x="326136" y="3390912"/>
                </a:moveTo>
                <a:lnTo>
                  <a:pt x="323088" y="3381768"/>
                </a:lnTo>
                <a:lnTo>
                  <a:pt x="295656" y="3389388"/>
                </a:lnTo>
                <a:lnTo>
                  <a:pt x="298704" y="3398532"/>
                </a:lnTo>
                <a:lnTo>
                  <a:pt x="326136" y="3390912"/>
                </a:lnTo>
                <a:close/>
              </a:path>
              <a:path w="694689" h="5035550">
                <a:moveTo>
                  <a:pt x="326136" y="2981706"/>
                </a:moveTo>
                <a:lnTo>
                  <a:pt x="323088" y="2972562"/>
                </a:lnTo>
                <a:lnTo>
                  <a:pt x="295656" y="2980944"/>
                </a:lnTo>
                <a:lnTo>
                  <a:pt x="298704" y="2990088"/>
                </a:lnTo>
                <a:lnTo>
                  <a:pt x="326136" y="2981706"/>
                </a:lnTo>
                <a:close/>
              </a:path>
              <a:path w="694689" h="5035550">
                <a:moveTo>
                  <a:pt x="326136" y="2557272"/>
                </a:moveTo>
                <a:lnTo>
                  <a:pt x="323088" y="2548128"/>
                </a:lnTo>
                <a:lnTo>
                  <a:pt x="295656" y="2555748"/>
                </a:lnTo>
                <a:lnTo>
                  <a:pt x="298704" y="2564892"/>
                </a:lnTo>
                <a:lnTo>
                  <a:pt x="326136" y="2557272"/>
                </a:lnTo>
                <a:close/>
              </a:path>
              <a:path w="694689" h="5035550">
                <a:moveTo>
                  <a:pt x="326136" y="662940"/>
                </a:moveTo>
                <a:lnTo>
                  <a:pt x="298704" y="655320"/>
                </a:lnTo>
                <a:lnTo>
                  <a:pt x="295656" y="664464"/>
                </a:lnTo>
                <a:lnTo>
                  <a:pt x="323088" y="672084"/>
                </a:lnTo>
                <a:lnTo>
                  <a:pt x="326136" y="662940"/>
                </a:lnTo>
                <a:close/>
              </a:path>
              <a:path w="694689" h="5035550">
                <a:moveTo>
                  <a:pt x="327660" y="4199382"/>
                </a:moveTo>
                <a:lnTo>
                  <a:pt x="316230" y="4173474"/>
                </a:lnTo>
                <a:lnTo>
                  <a:pt x="307086" y="4177284"/>
                </a:lnTo>
                <a:lnTo>
                  <a:pt x="318516" y="4203192"/>
                </a:lnTo>
                <a:lnTo>
                  <a:pt x="327660" y="4199382"/>
                </a:lnTo>
                <a:close/>
              </a:path>
              <a:path w="694689" h="5035550">
                <a:moveTo>
                  <a:pt x="327660" y="103632"/>
                </a:moveTo>
                <a:lnTo>
                  <a:pt x="325374" y="94488"/>
                </a:lnTo>
                <a:lnTo>
                  <a:pt x="297942" y="101346"/>
                </a:lnTo>
                <a:lnTo>
                  <a:pt x="300228" y="110490"/>
                </a:lnTo>
                <a:lnTo>
                  <a:pt x="327660" y="103632"/>
                </a:lnTo>
                <a:close/>
              </a:path>
              <a:path w="694689" h="5035550">
                <a:moveTo>
                  <a:pt x="328422" y="1895094"/>
                </a:moveTo>
                <a:lnTo>
                  <a:pt x="300990" y="1888236"/>
                </a:lnTo>
                <a:lnTo>
                  <a:pt x="298704" y="1897380"/>
                </a:lnTo>
                <a:lnTo>
                  <a:pt x="326136" y="1905000"/>
                </a:lnTo>
                <a:lnTo>
                  <a:pt x="328422" y="1895094"/>
                </a:lnTo>
                <a:close/>
              </a:path>
              <a:path w="694689" h="5035550">
                <a:moveTo>
                  <a:pt x="329184" y="2159508"/>
                </a:moveTo>
                <a:lnTo>
                  <a:pt x="326136" y="2150364"/>
                </a:lnTo>
                <a:lnTo>
                  <a:pt x="298704" y="2157222"/>
                </a:lnTo>
                <a:lnTo>
                  <a:pt x="300990" y="2166366"/>
                </a:lnTo>
                <a:lnTo>
                  <a:pt x="329184" y="2159508"/>
                </a:lnTo>
                <a:close/>
              </a:path>
              <a:path w="694689" h="5035550">
                <a:moveTo>
                  <a:pt x="332232" y="2295906"/>
                </a:moveTo>
                <a:lnTo>
                  <a:pt x="304038" y="2290572"/>
                </a:lnTo>
                <a:lnTo>
                  <a:pt x="301752" y="2299716"/>
                </a:lnTo>
                <a:lnTo>
                  <a:pt x="329946" y="2305050"/>
                </a:lnTo>
                <a:lnTo>
                  <a:pt x="332232" y="2295906"/>
                </a:lnTo>
                <a:close/>
              </a:path>
              <a:path w="694689" h="5035550">
                <a:moveTo>
                  <a:pt x="332232" y="1758696"/>
                </a:moveTo>
                <a:lnTo>
                  <a:pt x="330708" y="1749552"/>
                </a:lnTo>
                <a:lnTo>
                  <a:pt x="302514" y="1754886"/>
                </a:lnTo>
                <a:lnTo>
                  <a:pt x="304038" y="1764030"/>
                </a:lnTo>
                <a:lnTo>
                  <a:pt x="332232" y="1758696"/>
                </a:lnTo>
                <a:close/>
              </a:path>
              <a:path w="694689" h="5035550">
                <a:moveTo>
                  <a:pt x="332994" y="240030"/>
                </a:moveTo>
                <a:lnTo>
                  <a:pt x="304800" y="234696"/>
                </a:lnTo>
                <a:lnTo>
                  <a:pt x="302514" y="243840"/>
                </a:lnTo>
                <a:lnTo>
                  <a:pt x="330708" y="249174"/>
                </a:lnTo>
                <a:lnTo>
                  <a:pt x="332994" y="240030"/>
                </a:lnTo>
                <a:close/>
              </a:path>
              <a:path w="694689" h="5035550">
                <a:moveTo>
                  <a:pt x="333756" y="3118104"/>
                </a:moveTo>
                <a:lnTo>
                  <a:pt x="305562" y="3113532"/>
                </a:lnTo>
                <a:lnTo>
                  <a:pt x="304038" y="3122676"/>
                </a:lnTo>
                <a:lnTo>
                  <a:pt x="332232" y="3127248"/>
                </a:lnTo>
                <a:lnTo>
                  <a:pt x="333756" y="3118104"/>
                </a:lnTo>
                <a:close/>
              </a:path>
              <a:path w="694689" h="5035550">
                <a:moveTo>
                  <a:pt x="333756" y="527304"/>
                </a:moveTo>
                <a:lnTo>
                  <a:pt x="332232" y="517398"/>
                </a:lnTo>
                <a:lnTo>
                  <a:pt x="304038" y="521970"/>
                </a:lnTo>
                <a:lnTo>
                  <a:pt x="305562" y="531876"/>
                </a:lnTo>
                <a:lnTo>
                  <a:pt x="333756" y="527304"/>
                </a:lnTo>
                <a:close/>
              </a:path>
              <a:path w="694689" h="5035550">
                <a:moveTo>
                  <a:pt x="334518" y="2692146"/>
                </a:moveTo>
                <a:lnTo>
                  <a:pt x="305562" y="2687574"/>
                </a:lnTo>
                <a:lnTo>
                  <a:pt x="304800" y="2696718"/>
                </a:lnTo>
                <a:lnTo>
                  <a:pt x="332994" y="2701290"/>
                </a:lnTo>
                <a:lnTo>
                  <a:pt x="334518" y="2692146"/>
                </a:lnTo>
                <a:close/>
              </a:path>
              <a:path w="694689" h="5035550">
                <a:moveTo>
                  <a:pt x="334518" y="1367790"/>
                </a:moveTo>
                <a:lnTo>
                  <a:pt x="333756" y="1357884"/>
                </a:lnTo>
                <a:lnTo>
                  <a:pt x="306324" y="1361592"/>
                </a:lnTo>
                <a:lnTo>
                  <a:pt x="305562" y="1361694"/>
                </a:lnTo>
                <a:lnTo>
                  <a:pt x="306324" y="1371600"/>
                </a:lnTo>
                <a:lnTo>
                  <a:pt x="333756" y="1367904"/>
                </a:lnTo>
                <a:lnTo>
                  <a:pt x="334518" y="1367790"/>
                </a:lnTo>
                <a:close/>
              </a:path>
              <a:path w="694689" h="5035550">
                <a:moveTo>
                  <a:pt x="336804" y="958596"/>
                </a:moveTo>
                <a:lnTo>
                  <a:pt x="336042" y="949452"/>
                </a:lnTo>
                <a:lnTo>
                  <a:pt x="307848" y="951687"/>
                </a:lnTo>
                <a:lnTo>
                  <a:pt x="307086" y="951738"/>
                </a:lnTo>
                <a:lnTo>
                  <a:pt x="307848" y="961644"/>
                </a:lnTo>
                <a:lnTo>
                  <a:pt x="336042" y="958684"/>
                </a:lnTo>
                <a:lnTo>
                  <a:pt x="336804" y="958596"/>
                </a:lnTo>
                <a:close/>
              </a:path>
              <a:path w="694689" h="5035550">
                <a:moveTo>
                  <a:pt x="342900" y="4234434"/>
                </a:moveTo>
                <a:lnTo>
                  <a:pt x="331470" y="4208526"/>
                </a:lnTo>
                <a:lnTo>
                  <a:pt x="322326" y="4212336"/>
                </a:lnTo>
                <a:lnTo>
                  <a:pt x="334518" y="4238244"/>
                </a:lnTo>
                <a:lnTo>
                  <a:pt x="342900" y="4234434"/>
                </a:lnTo>
                <a:close/>
              </a:path>
              <a:path w="694689" h="5035550">
                <a:moveTo>
                  <a:pt x="358140" y="4269486"/>
                </a:moveTo>
                <a:lnTo>
                  <a:pt x="346710" y="4242816"/>
                </a:lnTo>
                <a:lnTo>
                  <a:pt x="338328" y="4246626"/>
                </a:lnTo>
                <a:lnTo>
                  <a:pt x="349758" y="4273296"/>
                </a:lnTo>
                <a:lnTo>
                  <a:pt x="358140" y="4269486"/>
                </a:lnTo>
                <a:close/>
              </a:path>
              <a:path w="694689" h="5035550">
                <a:moveTo>
                  <a:pt x="358140" y="1097280"/>
                </a:moveTo>
                <a:lnTo>
                  <a:pt x="330708" y="1088898"/>
                </a:lnTo>
                <a:lnTo>
                  <a:pt x="327660" y="1097280"/>
                </a:lnTo>
                <a:lnTo>
                  <a:pt x="355092" y="1106424"/>
                </a:lnTo>
                <a:lnTo>
                  <a:pt x="358140" y="1097280"/>
                </a:lnTo>
                <a:close/>
              </a:path>
              <a:path w="694689" h="5035550">
                <a:moveTo>
                  <a:pt x="361950" y="1509522"/>
                </a:moveTo>
                <a:lnTo>
                  <a:pt x="334518" y="1501140"/>
                </a:lnTo>
                <a:lnTo>
                  <a:pt x="332232" y="1510284"/>
                </a:lnTo>
                <a:lnTo>
                  <a:pt x="359664" y="1518666"/>
                </a:lnTo>
                <a:lnTo>
                  <a:pt x="361950" y="1509522"/>
                </a:lnTo>
                <a:close/>
              </a:path>
              <a:path w="694689" h="5035550">
                <a:moveTo>
                  <a:pt x="362712" y="3380244"/>
                </a:moveTo>
                <a:lnTo>
                  <a:pt x="359664" y="3371100"/>
                </a:lnTo>
                <a:lnTo>
                  <a:pt x="332232" y="3378720"/>
                </a:lnTo>
                <a:lnTo>
                  <a:pt x="335280" y="3387864"/>
                </a:lnTo>
                <a:lnTo>
                  <a:pt x="362712" y="3380244"/>
                </a:lnTo>
                <a:close/>
              </a:path>
              <a:path w="694689" h="5035550">
                <a:moveTo>
                  <a:pt x="362712" y="2971038"/>
                </a:moveTo>
                <a:lnTo>
                  <a:pt x="359664" y="2961894"/>
                </a:lnTo>
                <a:lnTo>
                  <a:pt x="332232" y="2970276"/>
                </a:lnTo>
                <a:lnTo>
                  <a:pt x="335280" y="2979420"/>
                </a:lnTo>
                <a:lnTo>
                  <a:pt x="362712" y="2971038"/>
                </a:lnTo>
                <a:close/>
              </a:path>
              <a:path w="694689" h="5035550">
                <a:moveTo>
                  <a:pt x="362712" y="2546604"/>
                </a:moveTo>
                <a:lnTo>
                  <a:pt x="359664" y="2537460"/>
                </a:lnTo>
                <a:lnTo>
                  <a:pt x="332232" y="2545080"/>
                </a:lnTo>
                <a:lnTo>
                  <a:pt x="335280" y="2554224"/>
                </a:lnTo>
                <a:lnTo>
                  <a:pt x="362712" y="2546604"/>
                </a:lnTo>
                <a:close/>
              </a:path>
              <a:path w="694689" h="5035550">
                <a:moveTo>
                  <a:pt x="362712" y="673608"/>
                </a:moveTo>
                <a:lnTo>
                  <a:pt x="335280" y="665988"/>
                </a:lnTo>
                <a:lnTo>
                  <a:pt x="332232" y="675132"/>
                </a:lnTo>
                <a:lnTo>
                  <a:pt x="359664" y="682752"/>
                </a:lnTo>
                <a:lnTo>
                  <a:pt x="362712" y="673608"/>
                </a:lnTo>
                <a:close/>
              </a:path>
              <a:path w="694689" h="5035550">
                <a:moveTo>
                  <a:pt x="364998" y="93726"/>
                </a:moveTo>
                <a:lnTo>
                  <a:pt x="362712" y="84582"/>
                </a:lnTo>
                <a:lnTo>
                  <a:pt x="334518" y="92202"/>
                </a:lnTo>
                <a:lnTo>
                  <a:pt x="336804" y="101346"/>
                </a:lnTo>
                <a:lnTo>
                  <a:pt x="364998" y="93726"/>
                </a:lnTo>
                <a:close/>
              </a:path>
              <a:path w="694689" h="5035550">
                <a:moveTo>
                  <a:pt x="365760" y="2150364"/>
                </a:moveTo>
                <a:lnTo>
                  <a:pt x="363474" y="2141220"/>
                </a:lnTo>
                <a:lnTo>
                  <a:pt x="336042" y="2148078"/>
                </a:lnTo>
                <a:lnTo>
                  <a:pt x="338328" y="2157222"/>
                </a:lnTo>
                <a:lnTo>
                  <a:pt x="365760" y="2150364"/>
                </a:lnTo>
                <a:close/>
              </a:path>
              <a:path w="694689" h="5035550">
                <a:moveTo>
                  <a:pt x="365760" y="1905000"/>
                </a:moveTo>
                <a:lnTo>
                  <a:pt x="337566" y="1897380"/>
                </a:lnTo>
                <a:lnTo>
                  <a:pt x="335280" y="1907286"/>
                </a:lnTo>
                <a:lnTo>
                  <a:pt x="363474" y="1914144"/>
                </a:lnTo>
                <a:lnTo>
                  <a:pt x="365760" y="1905000"/>
                </a:lnTo>
                <a:close/>
              </a:path>
              <a:path w="694689" h="5035550">
                <a:moveTo>
                  <a:pt x="369570" y="2303526"/>
                </a:moveTo>
                <a:lnTo>
                  <a:pt x="341376" y="2298192"/>
                </a:lnTo>
                <a:lnTo>
                  <a:pt x="339852" y="2307336"/>
                </a:lnTo>
                <a:lnTo>
                  <a:pt x="367284" y="2312670"/>
                </a:lnTo>
                <a:lnTo>
                  <a:pt x="369570" y="2303526"/>
                </a:lnTo>
                <a:close/>
              </a:path>
              <a:path w="694689" h="5035550">
                <a:moveTo>
                  <a:pt x="369570" y="1751838"/>
                </a:moveTo>
                <a:lnTo>
                  <a:pt x="368046" y="1741932"/>
                </a:lnTo>
                <a:lnTo>
                  <a:pt x="339852" y="1748028"/>
                </a:lnTo>
                <a:lnTo>
                  <a:pt x="341376" y="1757172"/>
                </a:lnTo>
                <a:lnTo>
                  <a:pt x="369570" y="1751838"/>
                </a:lnTo>
                <a:close/>
              </a:path>
              <a:path w="694689" h="5035550">
                <a:moveTo>
                  <a:pt x="370332" y="246888"/>
                </a:moveTo>
                <a:lnTo>
                  <a:pt x="342138" y="241554"/>
                </a:lnTo>
                <a:lnTo>
                  <a:pt x="340614" y="251460"/>
                </a:lnTo>
                <a:lnTo>
                  <a:pt x="368046" y="256032"/>
                </a:lnTo>
                <a:lnTo>
                  <a:pt x="370332" y="246888"/>
                </a:lnTo>
                <a:close/>
              </a:path>
              <a:path w="694689" h="5035550">
                <a:moveTo>
                  <a:pt x="371856" y="3124200"/>
                </a:moveTo>
                <a:lnTo>
                  <a:pt x="343662" y="3119628"/>
                </a:lnTo>
                <a:lnTo>
                  <a:pt x="342138" y="3128772"/>
                </a:lnTo>
                <a:lnTo>
                  <a:pt x="370332" y="3133344"/>
                </a:lnTo>
                <a:lnTo>
                  <a:pt x="371856" y="3124200"/>
                </a:lnTo>
                <a:close/>
              </a:path>
              <a:path w="694689" h="5035550">
                <a:moveTo>
                  <a:pt x="371856" y="2698242"/>
                </a:moveTo>
                <a:lnTo>
                  <a:pt x="343662" y="2693670"/>
                </a:lnTo>
                <a:lnTo>
                  <a:pt x="342138" y="2702814"/>
                </a:lnTo>
                <a:lnTo>
                  <a:pt x="370332" y="2707386"/>
                </a:lnTo>
                <a:lnTo>
                  <a:pt x="371856" y="2698242"/>
                </a:lnTo>
                <a:close/>
              </a:path>
              <a:path w="694689" h="5035550">
                <a:moveTo>
                  <a:pt x="371856" y="521208"/>
                </a:moveTo>
                <a:lnTo>
                  <a:pt x="370332" y="511302"/>
                </a:lnTo>
                <a:lnTo>
                  <a:pt x="342138" y="515874"/>
                </a:lnTo>
                <a:lnTo>
                  <a:pt x="343662" y="525780"/>
                </a:lnTo>
                <a:lnTo>
                  <a:pt x="371856" y="521208"/>
                </a:lnTo>
                <a:close/>
              </a:path>
              <a:path w="694689" h="5035550">
                <a:moveTo>
                  <a:pt x="372618" y="1361694"/>
                </a:moveTo>
                <a:lnTo>
                  <a:pt x="371094" y="1352550"/>
                </a:lnTo>
                <a:lnTo>
                  <a:pt x="342900" y="1356360"/>
                </a:lnTo>
                <a:lnTo>
                  <a:pt x="344424" y="1366266"/>
                </a:lnTo>
                <a:lnTo>
                  <a:pt x="372618" y="1361694"/>
                </a:lnTo>
                <a:close/>
              </a:path>
              <a:path w="694689" h="5035550">
                <a:moveTo>
                  <a:pt x="373380" y="4303776"/>
                </a:moveTo>
                <a:lnTo>
                  <a:pt x="361950" y="4277868"/>
                </a:lnTo>
                <a:lnTo>
                  <a:pt x="353568" y="4281678"/>
                </a:lnTo>
                <a:lnTo>
                  <a:pt x="364998" y="4307586"/>
                </a:lnTo>
                <a:lnTo>
                  <a:pt x="373380" y="4303776"/>
                </a:lnTo>
                <a:close/>
              </a:path>
              <a:path w="694689" h="5035550">
                <a:moveTo>
                  <a:pt x="374142" y="955548"/>
                </a:moveTo>
                <a:lnTo>
                  <a:pt x="373380" y="945642"/>
                </a:lnTo>
                <a:lnTo>
                  <a:pt x="345948" y="948613"/>
                </a:lnTo>
                <a:lnTo>
                  <a:pt x="345186" y="948690"/>
                </a:lnTo>
                <a:lnTo>
                  <a:pt x="345948" y="957834"/>
                </a:lnTo>
                <a:lnTo>
                  <a:pt x="373380" y="955611"/>
                </a:lnTo>
                <a:lnTo>
                  <a:pt x="374142" y="955548"/>
                </a:lnTo>
                <a:close/>
              </a:path>
              <a:path w="694689" h="5035550">
                <a:moveTo>
                  <a:pt x="388620" y="4338828"/>
                </a:moveTo>
                <a:lnTo>
                  <a:pt x="377190" y="4312920"/>
                </a:lnTo>
                <a:lnTo>
                  <a:pt x="368808" y="4316730"/>
                </a:lnTo>
                <a:lnTo>
                  <a:pt x="380238" y="4342638"/>
                </a:lnTo>
                <a:lnTo>
                  <a:pt x="388620" y="4338828"/>
                </a:lnTo>
                <a:close/>
              </a:path>
              <a:path w="694689" h="5035550">
                <a:moveTo>
                  <a:pt x="393954" y="1109472"/>
                </a:moveTo>
                <a:lnTo>
                  <a:pt x="367284" y="1100328"/>
                </a:lnTo>
                <a:lnTo>
                  <a:pt x="364236" y="1109472"/>
                </a:lnTo>
                <a:lnTo>
                  <a:pt x="390906" y="1118616"/>
                </a:lnTo>
                <a:lnTo>
                  <a:pt x="393954" y="1109472"/>
                </a:lnTo>
                <a:close/>
              </a:path>
              <a:path w="694689" h="5035550">
                <a:moveTo>
                  <a:pt x="398526" y="1520190"/>
                </a:moveTo>
                <a:lnTo>
                  <a:pt x="371094" y="1511808"/>
                </a:lnTo>
                <a:lnTo>
                  <a:pt x="368808" y="1520952"/>
                </a:lnTo>
                <a:lnTo>
                  <a:pt x="396240" y="1529334"/>
                </a:lnTo>
                <a:lnTo>
                  <a:pt x="398526" y="1520190"/>
                </a:lnTo>
                <a:close/>
              </a:path>
              <a:path w="694689" h="5035550">
                <a:moveTo>
                  <a:pt x="399288" y="3369576"/>
                </a:moveTo>
                <a:lnTo>
                  <a:pt x="396240" y="3360432"/>
                </a:lnTo>
                <a:lnTo>
                  <a:pt x="368808" y="3368814"/>
                </a:lnTo>
                <a:lnTo>
                  <a:pt x="371856" y="3377958"/>
                </a:lnTo>
                <a:lnTo>
                  <a:pt x="399288" y="3369576"/>
                </a:lnTo>
                <a:close/>
              </a:path>
              <a:path w="694689" h="5035550">
                <a:moveTo>
                  <a:pt x="399288" y="2961132"/>
                </a:moveTo>
                <a:lnTo>
                  <a:pt x="396240" y="2951988"/>
                </a:lnTo>
                <a:lnTo>
                  <a:pt x="368808" y="2959608"/>
                </a:lnTo>
                <a:lnTo>
                  <a:pt x="371856" y="2968752"/>
                </a:lnTo>
                <a:lnTo>
                  <a:pt x="399288" y="2961132"/>
                </a:lnTo>
                <a:close/>
              </a:path>
              <a:path w="694689" h="5035550">
                <a:moveTo>
                  <a:pt x="399288" y="2535936"/>
                </a:moveTo>
                <a:lnTo>
                  <a:pt x="396240" y="2526792"/>
                </a:lnTo>
                <a:lnTo>
                  <a:pt x="368808" y="2535174"/>
                </a:lnTo>
                <a:lnTo>
                  <a:pt x="371856" y="2544318"/>
                </a:lnTo>
                <a:lnTo>
                  <a:pt x="399288" y="2535936"/>
                </a:lnTo>
                <a:close/>
              </a:path>
              <a:path w="694689" h="5035550">
                <a:moveTo>
                  <a:pt x="399288" y="684276"/>
                </a:moveTo>
                <a:lnTo>
                  <a:pt x="371856" y="675894"/>
                </a:lnTo>
                <a:lnTo>
                  <a:pt x="368808" y="685038"/>
                </a:lnTo>
                <a:lnTo>
                  <a:pt x="396240" y="693420"/>
                </a:lnTo>
                <a:lnTo>
                  <a:pt x="399288" y="684276"/>
                </a:lnTo>
                <a:close/>
              </a:path>
              <a:path w="694689" h="5035550">
                <a:moveTo>
                  <a:pt x="401574" y="84582"/>
                </a:moveTo>
                <a:lnTo>
                  <a:pt x="399288" y="75438"/>
                </a:lnTo>
                <a:lnTo>
                  <a:pt x="371856" y="82296"/>
                </a:lnTo>
                <a:lnTo>
                  <a:pt x="374142" y="91440"/>
                </a:lnTo>
                <a:lnTo>
                  <a:pt x="401574" y="84582"/>
                </a:lnTo>
                <a:close/>
              </a:path>
              <a:path w="694689" h="5035550">
                <a:moveTo>
                  <a:pt x="402336" y="1914144"/>
                </a:moveTo>
                <a:lnTo>
                  <a:pt x="374904" y="1907286"/>
                </a:lnTo>
                <a:lnTo>
                  <a:pt x="372618" y="1916430"/>
                </a:lnTo>
                <a:lnTo>
                  <a:pt x="400050" y="1923288"/>
                </a:lnTo>
                <a:lnTo>
                  <a:pt x="402336" y="1914144"/>
                </a:lnTo>
                <a:close/>
              </a:path>
              <a:path w="694689" h="5035550">
                <a:moveTo>
                  <a:pt x="403098" y="2141220"/>
                </a:moveTo>
                <a:lnTo>
                  <a:pt x="400812" y="2132076"/>
                </a:lnTo>
                <a:lnTo>
                  <a:pt x="372618" y="2138934"/>
                </a:lnTo>
                <a:lnTo>
                  <a:pt x="374904" y="2148078"/>
                </a:lnTo>
                <a:lnTo>
                  <a:pt x="403098" y="2141220"/>
                </a:lnTo>
                <a:close/>
              </a:path>
              <a:path w="694689" h="5035550">
                <a:moveTo>
                  <a:pt x="404622" y="4373880"/>
                </a:moveTo>
                <a:lnTo>
                  <a:pt x="393192" y="4347972"/>
                </a:lnTo>
                <a:lnTo>
                  <a:pt x="384048" y="4351782"/>
                </a:lnTo>
                <a:lnTo>
                  <a:pt x="395478" y="4377690"/>
                </a:lnTo>
                <a:lnTo>
                  <a:pt x="404622" y="4373880"/>
                </a:lnTo>
                <a:close/>
              </a:path>
              <a:path w="694689" h="5035550">
                <a:moveTo>
                  <a:pt x="406908" y="2311146"/>
                </a:moveTo>
                <a:lnTo>
                  <a:pt x="378714" y="2305050"/>
                </a:lnTo>
                <a:lnTo>
                  <a:pt x="377190" y="2314956"/>
                </a:lnTo>
                <a:lnTo>
                  <a:pt x="404622" y="2320290"/>
                </a:lnTo>
                <a:lnTo>
                  <a:pt x="406908" y="2311146"/>
                </a:lnTo>
                <a:close/>
              </a:path>
              <a:path w="694689" h="5035550">
                <a:moveTo>
                  <a:pt x="406908" y="1744218"/>
                </a:moveTo>
                <a:lnTo>
                  <a:pt x="405384" y="1735074"/>
                </a:lnTo>
                <a:lnTo>
                  <a:pt x="377190" y="1740408"/>
                </a:lnTo>
                <a:lnTo>
                  <a:pt x="378714" y="1749552"/>
                </a:lnTo>
                <a:lnTo>
                  <a:pt x="406908" y="1744218"/>
                </a:lnTo>
                <a:close/>
              </a:path>
              <a:path w="694689" h="5035550">
                <a:moveTo>
                  <a:pt x="407670" y="253746"/>
                </a:moveTo>
                <a:lnTo>
                  <a:pt x="379476" y="248412"/>
                </a:lnTo>
                <a:lnTo>
                  <a:pt x="377952" y="258318"/>
                </a:lnTo>
                <a:lnTo>
                  <a:pt x="406146" y="263652"/>
                </a:lnTo>
                <a:lnTo>
                  <a:pt x="407670" y="253746"/>
                </a:lnTo>
                <a:close/>
              </a:path>
              <a:path w="694689" h="5035550">
                <a:moveTo>
                  <a:pt x="409194" y="3130296"/>
                </a:moveTo>
                <a:lnTo>
                  <a:pt x="381000" y="3125724"/>
                </a:lnTo>
                <a:lnTo>
                  <a:pt x="379476" y="3134868"/>
                </a:lnTo>
                <a:lnTo>
                  <a:pt x="407670" y="3139440"/>
                </a:lnTo>
                <a:lnTo>
                  <a:pt x="409194" y="3130296"/>
                </a:lnTo>
                <a:close/>
              </a:path>
              <a:path w="694689" h="5035550">
                <a:moveTo>
                  <a:pt x="409194" y="2703576"/>
                </a:moveTo>
                <a:lnTo>
                  <a:pt x="381000" y="2699766"/>
                </a:lnTo>
                <a:lnTo>
                  <a:pt x="379476" y="2708910"/>
                </a:lnTo>
                <a:lnTo>
                  <a:pt x="407670" y="2713482"/>
                </a:lnTo>
                <a:lnTo>
                  <a:pt x="409194" y="2703576"/>
                </a:lnTo>
                <a:close/>
              </a:path>
              <a:path w="694689" h="5035550">
                <a:moveTo>
                  <a:pt x="409194" y="515112"/>
                </a:moveTo>
                <a:lnTo>
                  <a:pt x="407670" y="505206"/>
                </a:lnTo>
                <a:lnTo>
                  <a:pt x="379476" y="509778"/>
                </a:lnTo>
                <a:lnTo>
                  <a:pt x="381000" y="519684"/>
                </a:lnTo>
                <a:lnTo>
                  <a:pt x="409194" y="515112"/>
                </a:lnTo>
                <a:close/>
              </a:path>
              <a:path w="694689" h="5035550">
                <a:moveTo>
                  <a:pt x="410718" y="1356360"/>
                </a:moveTo>
                <a:lnTo>
                  <a:pt x="409194" y="1347216"/>
                </a:lnTo>
                <a:lnTo>
                  <a:pt x="381762" y="1350924"/>
                </a:lnTo>
                <a:lnTo>
                  <a:pt x="381000" y="1351026"/>
                </a:lnTo>
                <a:lnTo>
                  <a:pt x="381762" y="1360932"/>
                </a:lnTo>
                <a:lnTo>
                  <a:pt x="410718" y="1356360"/>
                </a:lnTo>
                <a:close/>
              </a:path>
              <a:path w="694689" h="5035550">
                <a:moveTo>
                  <a:pt x="412242" y="951738"/>
                </a:moveTo>
                <a:lnTo>
                  <a:pt x="411480" y="942594"/>
                </a:lnTo>
                <a:lnTo>
                  <a:pt x="384048" y="944829"/>
                </a:lnTo>
                <a:lnTo>
                  <a:pt x="383286" y="944880"/>
                </a:lnTo>
                <a:lnTo>
                  <a:pt x="384048" y="954786"/>
                </a:lnTo>
                <a:lnTo>
                  <a:pt x="411480" y="951826"/>
                </a:lnTo>
                <a:lnTo>
                  <a:pt x="412242" y="951738"/>
                </a:lnTo>
                <a:close/>
              </a:path>
              <a:path w="694689" h="5035550">
                <a:moveTo>
                  <a:pt x="419862" y="4408932"/>
                </a:moveTo>
                <a:lnTo>
                  <a:pt x="408432" y="4382262"/>
                </a:lnTo>
                <a:lnTo>
                  <a:pt x="399288" y="4386072"/>
                </a:lnTo>
                <a:lnTo>
                  <a:pt x="410718" y="4412742"/>
                </a:lnTo>
                <a:lnTo>
                  <a:pt x="419862" y="4408932"/>
                </a:lnTo>
                <a:close/>
              </a:path>
              <a:path w="694689" h="5035550">
                <a:moveTo>
                  <a:pt x="430530" y="1121664"/>
                </a:moveTo>
                <a:lnTo>
                  <a:pt x="403098" y="1112520"/>
                </a:lnTo>
                <a:lnTo>
                  <a:pt x="400050" y="1121664"/>
                </a:lnTo>
                <a:lnTo>
                  <a:pt x="427482" y="1130808"/>
                </a:lnTo>
                <a:lnTo>
                  <a:pt x="430530" y="1121664"/>
                </a:lnTo>
                <a:close/>
              </a:path>
              <a:path w="694689" h="5035550">
                <a:moveTo>
                  <a:pt x="435102" y="4443222"/>
                </a:moveTo>
                <a:lnTo>
                  <a:pt x="423672" y="4417314"/>
                </a:lnTo>
                <a:lnTo>
                  <a:pt x="414528" y="4421124"/>
                </a:lnTo>
                <a:lnTo>
                  <a:pt x="426720" y="4447032"/>
                </a:lnTo>
                <a:lnTo>
                  <a:pt x="435102" y="4443222"/>
                </a:lnTo>
                <a:close/>
              </a:path>
              <a:path w="694689" h="5035550">
                <a:moveTo>
                  <a:pt x="435102" y="1530858"/>
                </a:moveTo>
                <a:lnTo>
                  <a:pt x="407670" y="1522476"/>
                </a:lnTo>
                <a:lnTo>
                  <a:pt x="405384" y="1531620"/>
                </a:lnTo>
                <a:lnTo>
                  <a:pt x="432816" y="1540002"/>
                </a:lnTo>
                <a:lnTo>
                  <a:pt x="435102" y="1530858"/>
                </a:lnTo>
                <a:close/>
              </a:path>
              <a:path w="694689" h="5035550">
                <a:moveTo>
                  <a:pt x="435864" y="3359670"/>
                </a:moveTo>
                <a:lnTo>
                  <a:pt x="433578" y="3350526"/>
                </a:lnTo>
                <a:lnTo>
                  <a:pt x="405384" y="3358146"/>
                </a:lnTo>
                <a:lnTo>
                  <a:pt x="408432" y="3367290"/>
                </a:lnTo>
                <a:lnTo>
                  <a:pt x="435864" y="3359670"/>
                </a:lnTo>
                <a:close/>
              </a:path>
              <a:path w="694689" h="5035550">
                <a:moveTo>
                  <a:pt x="435864" y="2950464"/>
                </a:moveTo>
                <a:lnTo>
                  <a:pt x="433578" y="2941320"/>
                </a:lnTo>
                <a:lnTo>
                  <a:pt x="405384" y="2948940"/>
                </a:lnTo>
                <a:lnTo>
                  <a:pt x="408432" y="2958084"/>
                </a:lnTo>
                <a:lnTo>
                  <a:pt x="435864" y="2950464"/>
                </a:lnTo>
                <a:close/>
              </a:path>
              <a:path w="694689" h="5035550">
                <a:moveTo>
                  <a:pt x="435864" y="2525268"/>
                </a:moveTo>
                <a:lnTo>
                  <a:pt x="433578" y="2516124"/>
                </a:lnTo>
                <a:lnTo>
                  <a:pt x="405384" y="2524506"/>
                </a:lnTo>
                <a:lnTo>
                  <a:pt x="408432" y="2533650"/>
                </a:lnTo>
                <a:lnTo>
                  <a:pt x="435864" y="2525268"/>
                </a:lnTo>
                <a:close/>
              </a:path>
              <a:path w="694689" h="5035550">
                <a:moveTo>
                  <a:pt x="435864" y="694182"/>
                </a:moveTo>
                <a:lnTo>
                  <a:pt x="408432" y="686562"/>
                </a:lnTo>
                <a:lnTo>
                  <a:pt x="406146" y="695706"/>
                </a:lnTo>
                <a:lnTo>
                  <a:pt x="433578" y="703326"/>
                </a:lnTo>
                <a:lnTo>
                  <a:pt x="435864" y="694182"/>
                </a:lnTo>
                <a:close/>
              </a:path>
              <a:path w="694689" h="5035550">
                <a:moveTo>
                  <a:pt x="438912" y="74676"/>
                </a:moveTo>
                <a:lnTo>
                  <a:pt x="435864" y="65532"/>
                </a:lnTo>
                <a:lnTo>
                  <a:pt x="408432" y="72390"/>
                </a:lnTo>
                <a:lnTo>
                  <a:pt x="410718" y="82296"/>
                </a:lnTo>
                <a:lnTo>
                  <a:pt x="438912" y="74676"/>
                </a:lnTo>
                <a:close/>
              </a:path>
              <a:path w="694689" h="5035550">
                <a:moveTo>
                  <a:pt x="439674" y="2132076"/>
                </a:moveTo>
                <a:lnTo>
                  <a:pt x="437388" y="2122932"/>
                </a:lnTo>
                <a:lnTo>
                  <a:pt x="409956" y="2129790"/>
                </a:lnTo>
                <a:lnTo>
                  <a:pt x="412242" y="2138934"/>
                </a:lnTo>
                <a:lnTo>
                  <a:pt x="439674" y="2132076"/>
                </a:lnTo>
                <a:close/>
              </a:path>
              <a:path w="694689" h="5035550">
                <a:moveTo>
                  <a:pt x="439674" y="1923288"/>
                </a:moveTo>
                <a:lnTo>
                  <a:pt x="411480" y="1916430"/>
                </a:lnTo>
                <a:lnTo>
                  <a:pt x="409194" y="1925574"/>
                </a:lnTo>
                <a:lnTo>
                  <a:pt x="437388" y="1932432"/>
                </a:lnTo>
                <a:lnTo>
                  <a:pt x="439674" y="1923288"/>
                </a:lnTo>
                <a:close/>
              </a:path>
              <a:path w="694689" h="5035550">
                <a:moveTo>
                  <a:pt x="444246" y="2318766"/>
                </a:moveTo>
                <a:lnTo>
                  <a:pt x="416052" y="2312670"/>
                </a:lnTo>
                <a:lnTo>
                  <a:pt x="414528" y="2321814"/>
                </a:lnTo>
                <a:lnTo>
                  <a:pt x="441960" y="2327910"/>
                </a:lnTo>
                <a:lnTo>
                  <a:pt x="444246" y="2318766"/>
                </a:lnTo>
                <a:close/>
              </a:path>
              <a:path w="694689" h="5035550">
                <a:moveTo>
                  <a:pt x="444246" y="1736598"/>
                </a:moveTo>
                <a:lnTo>
                  <a:pt x="442722" y="1727454"/>
                </a:lnTo>
                <a:lnTo>
                  <a:pt x="414528" y="1732788"/>
                </a:lnTo>
                <a:lnTo>
                  <a:pt x="416052" y="1741932"/>
                </a:lnTo>
                <a:lnTo>
                  <a:pt x="444246" y="1736598"/>
                </a:lnTo>
                <a:close/>
              </a:path>
              <a:path w="694689" h="5035550">
                <a:moveTo>
                  <a:pt x="445008" y="261366"/>
                </a:moveTo>
                <a:lnTo>
                  <a:pt x="416814" y="256032"/>
                </a:lnTo>
                <a:lnTo>
                  <a:pt x="415290" y="265176"/>
                </a:lnTo>
                <a:lnTo>
                  <a:pt x="443484" y="270510"/>
                </a:lnTo>
                <a:lnTo>
                  <a:pt x="445008" y="261366"/>
                </a:lnTo>
                <a:close/>
              </a:path>
              <a:path w="694689" h="5035550">
                <a:moveTo>
                  <a:pt x="446532" y="3136392"/>
                </a:moveTo>
                <a:lnTo>
                  <a:pt x="418338" y="3131820"/>
                </a:lnTo>
                <a:lnTo>
                  <a:pt x="416814" y="3140964"/>
                </a:lnTo>
                <a:lnTo>
                  <a:pt x="445008" y="3145536"/>
                </a:lnTo>
                <a:lnTo>
                  <a:pt x="446532" y="3136392"/>
                </a:lnTo>
                <a:close/>
              </a:path>
              <a:path w="694689" h="5035550">
                <a:moveTo>
                  <a:pt x="446532" y="509016"/>
                </a:moveTo>
                <a:lnTo>
                  <a:pt x="445008" y="499110"/>
                </a:lnTo>
                <a:lnTo>
                  <a:pt x="416814" y="503682"/>
                </a:lnTo>
                <a:lnTo>
                  <a:pt x="418338" y="513588"/>
                </a:lnTo>
                <a:lnTo>
                  <a:pt x="446532" y="509016"/>
                </a:lnTo>
                <a:close/>
              </a:path>
              <a:path w="694689" h="5035550">
                <a:moveTo>
                  <a:pt x="447294" y="2709672"/>
                </a:moveTo>
                <a:lnTo>
                  <a:pt x="419100" y="2705100"/>
                </a:lnTo>
                <a:lnTo>
                  <a:pt x="417576" y="2715006"/>
                </a:lnTo>
                <a:lnTo>
                  <a:pt x="445770" y="2719578"/>
                </a:lnTo>
                <a:lnTo>
                  <a:pt x="447294" y="2709672"/>
                </a:lnTo>
                <a:close/>
              </a:path>
              <a:path w="694689" h="5035550">
                <a:moveTo>
                  <a:pt x="448056" y="1351026"/>
                </a:moveTo>
                <a:lnTo>
                  <a:pt x="446532" y="1341882"/>
                </a:lnTo>
                <a:lnTo>
                  <a:pt x="418338" y="1345692"/>
                </a:lnTo>
                <a:lnTo>
                  <a:pt x="419862" y="1355598"/>
                </a:lnTo>
                <a:lnTo>
                  <a:pt x="448056" y="1351026"/>
                </a:lnTo>
                <a:close/>
              </a:path>
              <a:path w="694689" h="5035550">
                <a:moveTo>
                  <a:pt x="450342" y="4478274"/>
                </a:moveTo>
                <a:lnTo>
                  <a:pt x="438912" y="4452366"/>
                </a:lnTo>
                <a:lnTo>
                  <a:pt x="430530" y="4456176"/>
                </a:lnTo>
                <a:lnTo>
                  <a:pt x="441960" y="4482084"/>
                </a:lnTo>
                <a:lnTo>
                  <a:pt x="450342" y="4478274"/>
                </a:lnTo>
                <a:close/>
              </a:path>
              <a:path w="694689" h="5035550">
                <a:moveTo>
                  <a:pt x="450342" y="948690"/>
                </a:moveTo>
                <a:lnTo>
                  <a:pt x="449580" y="938784"/>
                </a:lnTo>
                <a:lnTo>
                  <a:pt x="422148" y="941755"/>
                </a:lnTo>
                <a:lnTo>
                  <a:pt x="421386" y="941832"/>
                </a:lnTo>
                <a:lnTo>
                  <a:pt x="422148" y="950976"/>
                </a:lnTo>
                <a:lnTo>
                  <a:pt x="449580" y="948753"/>
                </a:lnTo>
                <a:lnTo>
                  <a:pt x="450342" y="948690"/>
                </a:lnTo>
                <a:close/>
              </a:path>
              <a:path w="694689" h="5035550">
                <a:moveTo>
                  <a:pt x="465582" y="4513326"/>
                </a:moveTo>
                <a:lnTo>
                  <a:pt x="454152" y="4487418"/>
                </a:lnTo>
                <a:lnTo>
                  <a:pt x="445770" y="4491228"/>
                </a:lnTo>
                <a:lnTo>
                  <a:pt x="457200" y="4517136"/>
                </a:lnTo>
                <a:lnTo>
                  <a:pt x="465582" y="4513326"/>
                </a:lnTo>
                <a:close/>
              </a:path>
              <a:path w="694689" h="5035550">
                <a:moveTo>
                  <a:pt x="466344" y="1133856"/>
                </a:moveTo>
                <a:lnTo>
                  <a:pt x="439674" y="1124712"/>
                </a:lnTo>
                <a:lnTo>
                  <a:pt x="436626" y="1133856"/>
                </a:lnTo>
                <a:lnTo>
                  <a:pt x="463296" y="1143000"/>
                </a:lnTo>
                <a:lnTo>
                  <a:pt x="466344" y="1133856"/>
                </a:lnTo>
                <a:close/>
              </a:path>
              <a:path w="694689" h="5035550">
                <a:moveTo>
                  <a:pt x="471678" y="1541526"/>
                </a:moveTo>
                <a:lnTo>
                  <a:pt x="444246" y="1533144"/>
                </a:lnTo>
                <a:lnTo>
                  <a:pt x="441960" y="1542288"/>
                </a:lnTo>
                <a:lnTo>
                  <a:pt x="469392" y="1550670"/>
                </a:lnTo>
                <a:lnTo>
                  <a:pt x="471678" y="1541526"/>
                </a:lnTo>
                <a:close/>
              </a:path>
              <a:path w="694689" h="5035550">
                <a:moveTo>
                  <a:pt x="472440" y="3349002"/>
                </a:moveTo>
                <a:lnTo>
                  <a:pt x="470154" y="3339858"/>
                </a:lnTo>
                <a:lnTo>
                  <a:pt x="442722" y="3347478"/>
                </a:lnTo>
                <a:lnTo>
                  <a:pt x="445008" y="3356622"/>
                </a:lnTo>
                <a:lnTo>
                  <a:pt x="472440" y="3349002"/>
                </a:lnTo>
                <a:close/>
              </a:path>
              <a:path w="694689" h="5035550">
                <a:moveTo>
                  <a:pt x="472440" y="2939796"/>
                </a:moveTo>
                <a:lnTo>
                  <a:pt x="470154" y="2930652"/>
                </a:lnTo>
                <a:lnTo>
                  <a:pt x="442722" y="2938272"/>
                </a:lnTo>
                <a:lnTo>
                  <a:pt x="445008" y="2947416"/>
                </a:lnTo>
                <a:lnTo>
                  <a:pt x="472440" y="2939796"/>
                </a:lnTo>
                <a:close/>
              </a:path>
              <a:path w="694689" h="5035550">
                <a:moveTo>
                  <a:pt x="472440" y="2515362"/>
                </a:moveTo>
                <a:lnTo>
                  <a:pt x="470154" y="2506218"/>
                </a:lnTo>
                <a:lnTo>
                  <a:pt x="442722" y="2513838"/>
                </a:lnTo>
                <a:lnTo>
                  <a:pt x="445008" y="2522982"/>
                </a:lnTo>
                <a:lnTo>
                  <a:pt x="472440" y="2515362"/>
                </a:lnTo>
                <a:close/>
              </a:path>
              <a:path w="694689" h="5035550">
                <a:moveTo>
                  <a:pt x="472440" y="704850"/>
                </a:moveTo>
                <a:lnTo>
                  <a:pt x="445008" y="697230"/>
                </a:lnTo>
                <a:lnTo>
                  <a:pt x="442722" y="706374"/>
                </a:lnTo>
                <a:lnTo>
                  <a:pt x="470154" y="713994"/>
                </a:lnTo>
                <a:lnTo>
                  <a:pt x="472440" y="704850"/>
                </a:lnTo>
                <a:close/>
              </a:path>
              <a:path w="694689" h="5035550">
                <a:moveTo>
                  <a:pt x="475488" y="64770"/>
                </a:moveTo>
                <a:lnTo>
                  <a:pt x="473202" y="55626"/>
                </a:lnTo>
                <a:lnTo>
                  <a:pt x="445008" y="63246"/>
                </a:lnTo>
                <a:lnTo>
                  <a:pt x="448056" y="72390"/>
                </a:lnTo>
                <a:lnTo>
                  <a:pt x="475488" y="64770"/>
                </a:lnTo>
                <a:close/>
              </a:path>
              <a:path w="694689" h="5035550">
                <a:moveTo>
                  <a:pt x="476250" y="1932432"/>
                </a:moveTo>
                <a:lnTo>
                  <a:pt x="448818" y="1925574"/>
                </a:lnTo>
                <a:lnTo>
                  <a:pt x="446532" y="1934718"/>
                </a:lnTo>
                <a:lnTo>
                  <a:pt x="473964" y="1941576"/>
                </a:lnTo>
                <a:lnTo>
                  <a:pt x="476250" y="1932432"/>
                </a:lnTo>
                <a:close/>
              </a:path>
              <a:path w="694689" h="5035550">
                <a:moveTo>
                  <a:pt x="477012" y="2122932"/>
                </a:moveTo>
                <a:lnTo>
                  <a:pt x="474726" y="2113026"/>
                </a:lnTo>
                <a:lnTo>
                  <a:pt x="446532" y="2120646"/>
                </a:lnTo>
                <a:lnTo>
                  <a:pt x="448818" y="2129790"/>
                </a:lnTo>
                <a:lnTo>
                  <a:pt x="477012" y="2122932"/>
                </a:lnTo>
                <a:close/>
              </a:path>
              <a:path w="694689" h="5035550">
                <a:moveTo>
                  <a:pt x="481584" y="4548378"/>
                </a:moveTo>
                <a:lnTo>
                  <a:pt x="469392" y="4521708"/>
                </a:lnTo>
                <a:lnTo>
                  <a:pt x="461010" y="4525518"/>
                </a:lnTo>
                <a:lnTo>
                  <a:pt x="472440" y="4552188"/>
                </a:lnTo>
                <a:lnTo>
                  <a:pt x="481584" y="4548378"/>
                </a:lnTo>
                <a:close/>
              </a:path>
              <a:path w="694689" h="5035550">
                <a:moveTo>
                  <a:pt x="481584" y="2325624"/>
                </a:moveTo>
                <a:lnTo>
                  <a:pt x="453390" y="2320290"/>
                </a:lnTo>
                <a:lnTo>
                  <a:pt x="451866" y="2329434"/>
                </a:lnTo>
                <a:lnTo>
                  <a:pt x="479298" y="2335530"/>
                </a:lnTo>
                <a:lnTo>
                  <a:pt x="481584" y="2325624"/>
                </a:lnTo>
                <a:close/>
              </a:path>
              <a:path w="694689" h="5035550">
                <a:moveTo>
                  <a:pt x="481584" y="1729740"/>
                </a:moveTo>
                <a:lnTo>
                  <a:pt x="480060" y="1719834"/>
                </a:lnTo>
                <a:lnTo>
                  <a:pt x="451866" y="1725930"/>
                </a:lnTo>
                <a:lnTo>
                  <a:pt x="453390" y="1735074"/>
                </a:lnTo>
                <a:lnTo>
                  <a:pt x="481584" y="1729740"/>
                </a:lnTo>
                <a:close/>
              </a:path>
              <a:path w="694689" h="5035550">
                <a:moveTo>
                  <a:pt x="482346" y="268224"/>
                </a:moveTo>
                <a:lnTo>
                  <a:pt x="454152" y="262890"/>
                </a:lnTo>
                <a:lnTo>
                  <a:pt x="452628" y="272034"/>
                </a:lnTo>
                <a:lnTo>
                  <a:pt x="480822" y="277368"/>
                </a:lnTo>
                <a:lnTo>
                  <a:pt x="482346" y="268224"/>
                </a:lnTo>
                <a:close/>
              </a:path>
              <a:path w="694689" h="5035550">
                <a:moveTo>
                  <a:pt x="484632" y="3142488"/>
                </a:moveTo>
                <a:lnTo>
                  <a:pt x="456438" y="3137916"/>
                </a:lnTo>
                <a:lnTo>
                  <a:pt x="454914" y="3147060"/>
                </a:lnTo>
                <a:lnTo>
                  <a:pt x="483108" y="3151632"/>
                </a:lnTo>
                <a:lnTo>
                  <a:pt x="484632" y="3142488"/>
                </a:lnTo>
                <a:close/>
              </a:path>
              <a:path w="694689" h="5035550">
                <a:moveTo>
                  <a:pt x="484632" y="2715768"/>
                </a:moveTo>
                <a:lnTo>
                  <a:pt x="456438" y="2711196"/>
                </a:lnTo>
                <a:lnTo>
                  <a:pt x="454914" y="2721102"/>
                </a:lnTo>
                <a:lnTo>
                  <a:pt x="483108" y="2725674"/>
                </a:lnTo>
                <a:lnTo>
                  <a:pt x="484632" y="2715768"/>
                </a:lnTo>
                <a:close/>
              </a:path>
              <a:path w="694689" h="5035550">
                <a:moveTo>
                  <a:pt x="484632" y="502920"/>
                </a:moveTo>
                <a:lnTo>
                  <a:pt x="483108" y="493014"/>
                </a:lnTo>
                <a:lnTo>
                  <a:pt x="454914" y="497586"/>
                </a:lnTo>
                <a:lnTo>
                  <a:pt x="456438" y="507492"/>
                </a:lnTo>
                <a:lnTo>
                  <a:pt x="484632" y="502920"/>
                </a:lnTo>
                <a:close/>
              </a:path>
              <a:path w="694689" h="5035550">
                <a:moveTo>
                  <a:pt x="486156" y="1345692"/>
                </a:moveTo>
                <a:lnTo>
                  <a:pt x="484632" y="1336548"/>
                </a:lnTo>
                <a:lnTo>
                  <a:pt x="457200" y="1340256"/>
                </a:lnTo>
                <a:lnTo>
                  <a:pt x="456438" y="1340358"/>
                </a:lnTo>
                <a:lnTo>
                  <a:pt x="457200" y="1350264"/>
                </a:lnTo>
                <a:lnTo>
                  <a:pt x="486156" y="1345692"/>
                </a:lnTo>
                <a:close/>
              </a:path>
              <a:path w="694689" h="5035550">
                <a:moveTo>
                  <a:pt x="488442" y="944880"/>
                </a:moveTo>
                <a:lnTo>
                  <a:pt x="487680" y="935736"/>
                </a:lnTo>
                <a:lnTo>
                  <a:pt x="460248" y="937907"/>
                </a:lnTo>
                <a:lnTo>
                  <a:pt x="458724" y="938022"/>
                </a:lnTo>
                <a:lnTo>
                  <a:pt x="460248" y="947928"/>
                </a:lnTo>
                <a:lnTo>
                  <a:pt x="487680" y="944968"/>
                </a:lnTo>
                <a:lnTo>
                  <a:pt x="488442" y="944880"/>
                </a:lnTo>
                <a:close/>
              </a:path>
              <a:path w="694689" h="5035550">
                <a:moveTo>
                  <a:pt x="496824" y="4582668"/>
                </a:moveTo>
                <a:lnTo>
                  <a:pt x="485394" y="4556760"/>
                </a:lnTo>
                <a:lnTo>
                  <a:pt x="476250" y="4560570"/>
                </a:lnTo>
                <a:lnTo>
                  <a:pt x="487680" y="4586478"/>
                </a:lnTo>
                <a:lnTo>
                  <a:pt x="496824" y="4582668"/>
                </a:lnTo>
                <a:close/>
              </a:path>
              <a:path w="694689" h="5035550">
                <a:moveTo>
                  <a:pt x="502920" y="1146048"/>
                </a:moveTo>
                <a:lnTo>
                  <a:pt x="475488" y="1136904"/>
                </a:lnTo>
                <a:lnTo>
                  <a:pt x="472440" y="1146048"/>
                </a:lnTo>
                <a:lnTo>
                  <a:pt x="499872" y="1155192"/>
                </a:lnTo>
                <a:lnTo>
                  <a:pt x="502920" y="1146048"/>
                </a:lnTo>
                <a:close/>
              </a:path>
              <a:path w="694689" h="5035550">
                <a:moveTo>
                  <a:pt x="508254" y="1552194"/>
                </a:moveTo>
                <a:lnTo>
                  <a:pt x="480822" y="1544574"/>
                </a:lnTo>
                <a:lnTo>
                  <a:pt x="478536" y="1553718"/>
                </a:lnTo>
                <a:lnTo>
                  <a:pt x="505968" y="1561338"/>
                </a:lnTo>
                <a:lnTo>
                  <a:pt x="508254" y="1552194"/>
                </a:lnTo>
                <a:close/>
              </a:path>
              <a:path w="694689" h="5035550">
                <a:moveTo>
                  <a:pt x="509016" y="3338334"/>
                </a:moveTo>
                <a:lnTo>
                  <a:pt x="506730" y="3329190"/>
                </a:lnTo>
                <a:lnTo>
                  <a:pt x="479298" y="3336810"/>
                </a:lnTo>
                <a:lnTo>
                  <a:pt x="481584" y="3345954"/>
                </a:lnTo>
                <a:lnTo>
                  <a:pt x="509016" y="3338334"/>
                </a:lnTo>
                <a:close/>
              </a:path>
              <a:path w="694689" h="5035550">
                <a:moveTo>
                  <a:pt x="509016" y="2929128"/>
                </a:moveTo>
                <a:lnTo>
                  <a:pt x="506730" y="2919984"/>
                </a:lnTo>
                <a:lnTo>
                  <a:pt x="479298" y="2928366"/>
                </a:lnTo>
                <a:lnTo>
                  <a:pt x="481584" y="2937510"/>
                </a:lnTo>
                <a:lnTo>
                  <a:pt x="509016" y="2929128"/>
                </a:lnTo>
                <a:close/>
              </a:path>
              <a:path w="694689" h="5035550">
                <a:moveTo>
                  <a:pt x="509016" y="2504694"/>
                </a:moveTo>
                <a:lnTo>
                  <a:pt x="506730" y="2495550"/>
                </a:lnTo>
                <a:lnTo>
                  <a:pt x="479298" y="2503170"/>
                </a:lnTo>
                <a:lnTo>
                  <a:pt x="481584" y="2512314"/>
                </a:lnTo>
                <a:lnTo>
                  <a:pt x="509016" y="2504694"/>
                </a:lnTo>
                <a:close/>
              </a:path>
              <a:path w="694689" h="5035550">
                <a:moveTo>
                  <a:pt x="509016" y="715518"/>
                </a:moveTo>
                <a:lnTo>
                  <a:pt x="481584" y="707898"/>
                </a:lnTo>
                <a:lnTo>
                  <a:pt x="479298" y="717042"/>
                </a:lnTo>
                <a:lnTo>
                  <a:pt x="506730" y="724662"/>
                </a:lnTo>
                <a:lnTo>
                  <a:pt x="509016" y="715518"/>
                </a:lnTo>
                <a:close/>
              </a:path>
              <a:path w="694689" h="5035550">
                <a:moveTo>
                  <a:pt x="512064" y="4617720"/>
                </a:moveTo>
                <a:lnTo>
                  <a:pt x="500634" y="4591812"/>
                </a:lnTo>
                <a:lnTo>
                  <a:pt x="491490" y="4595622"/>
                </a:lnTo>
                <a:lnTo>
                  <a:pt x="502920" y="4621530"/>
                </a:lnTo>
                <a:lnTo>
                  <a:pt x="512064" y="4617720"/>
                </a:lnTo>
                <a:close/>
              </a:path>
              <a:path w="694689" h="5035550">
                <a:moveTo>
                  <a:pt x="512064" y="55626"/>
                </a:moveTo>
                <a:lnTo>
                  <a:pt x="509778" y="46482"/>
                </a:lnTo>
                <a:lnTo>
                  <a:pt x="482346" y="53340"/>
                </a:lnTo>
                <a:lnTo>
                  <a:pt x="484632" y="62484"/>
                </a:lnTo>
                <a:lnTo>
                  <a:pt x="512064" y="55626"/>
                </a:lnTo>
                <a:close/>
              </a:path>
              <a:path w="694689" h="5035550">
                <a:moveTo>
                  <a:pt x="513588" y="2113788"/>
                </a:moveTo>
                <a:lnTo>
                  <a:pt x="511302" y="2103882"/>
                </a:lnTo>
                <a:lnTo>
                  <a:pt x="483870" y="2110740"/>
                </a:lnTo>
                <a:lnTo>
                  <a:pt x="486156" y="2120646"/>
                </a:lnTo>
                <a:lnTo>
                  <a:pt x="513588" y="2113788"/>
                </a:lnTo>
                <a:close/>
              </a:path>
              <a:path w="694689" h="5035550">
                <a:moveTo>
                  <a:pt x="513588" y="1941576"/>
                </a:moveTo>
                <a:lnTo>
                  <a:pt x="485394" y="1934718"/>
                </a:lnTo>
                <a:lnTo>
                  <a:pt x="483108" y="1943862"/>
                </a:lnTo>
                <a:lnTo>
                  <a:pt x="511302" y="1951482"/>
                </a:lnTo>
                <a:lnTo>
                  <a:pt x="513588" y="1941576"/>
                </a:lnTo>
                <a:close/>
              </a:path>
              <a:path w="694689" h="5035550">
                <a:moveTo>
                  <a:pt x="518922" y="2333244"/>
                </a:moveTo>
                <a:lnTo>
                  <a:pt x="490728" y="2327910"/>
                </a:lnTo>
                <a:lnTo>
                  <a:pt x="489204" y="2337054"/>
                </a:lnTo>
                <a:lnTo>
                  <a:pt x="516636" y="2342388"/>
                </a:lnTo>
                <a:lnTo>
                  <a:pt x="518922" y="2333244"/>
                </a:lnTo>
                <a:close/>
              </a:path>
              <a:path w="694689" h="5035550">
                <a:moveTo>
                  <a:pt x="518922" y="1722120"/>
                </a:moveTo>
                <a:lnTo>
                  <a:pt x="517398" y="1712976"/>
                </a:lnTo>
                <a:lnTo>
                  <a:pt x="489204" y="1718310"/>
                </a:lnTo>
                <a:lnTo>
                  <a:pt x="490728" y="1727454"/>
                </a:lnTo>
                <a:lnTo>
                  <a:pt x="518922" y="1722120"/>
                </a:lnTo>
                <a:close/>
              </a:path>
              <a:path w="694689" h="5035550">
                <a:moveTo>
                  <a:pt x="519684" y="275082"/>
                </a:moveTo>
                <a:lnTo>
                  <a:pt x="491490" y="269748"/>
                </a:lnTo>
                <a:lnTo>
                  <a:pt x="489966" y="278892"/>
                </a:lnTo>
                <a:lnTo>
                  <a:pt x="518160" y="284226"/>
                </a:lnTo>
                <a:lnTo>
                  <a:pt x="519684" y="275082"/>
                </a:lnTo>
                <a:close/>
              </a:path>
              <a:path w="694689" h="5035550">
                <a:moveTo>
                  <a:pt x="521970" y="3148584"/>
                </a:moveTo>
                <a:lnTo>
                  <a:pt x="493776" y="3144012"/>
                </a:lnTo>
                <a:lnTo>
                  <a:pt x="492252" y="3153156"/>
                </a:lnTo>
                <a:lnTo>
                  <a:pt x="520446" y="3157728"/>
                </a:lnTo>
                <a:lnTo>
                  <a:pt x="521970" y="3148584"/>
                </a:lnTo>
                <a:close/>
              </a:path>
              <a:path w="694689" h="5035550">
                <a:moveTo>
                  <a:pt x="521970" y="2721864"/>
                </a:moveTo>
                <a:lnTo>
                  <a:pt x="493776" y="2717292"/>
                </a:lnTo>
                <a:lnTo>
                  <a:pt x="492252" y="2726436"/>
                </a:lnTo>
                <a:lnTo>
                  <a:pt x="520446" y="2731008"/>
                </a:lnTo>
                <a:lnTo>
                  <a:pt x="521970" y="2721864"/>
                </a:lnTo>
                <a:close/>
              </a:path>
              <a:path w="694689" h="5035550">
                <a:moveTo>
                  <a:pt x="521970" y="496824"/>
                </a:moveTo>
                <a:lnTo>
                  <a:pt x="520446" y="486918"/>
                </a:lnTo>
                <a:lnTo>
                  <a:pt x="492252" y="491490"/>
                </a:lnTo>
                <a:lnTo>
                  <a:pt x="493776" y="501396"/>
                </a:lnTo>
                <a:lnTo>
                  <a:pt x="521970" y="496824"/>
                </a:lnTo>
                <a:close/>
              </a:path>
              <a:path w="694689" h="5035550">
                <a:moveTo>
                  <a:pt x="523494" y="1340358"/>
                </a:moveTo>
                <a:lnTo>
                  <a:pt x="521970" y="1331214"/>
                </a:lnTo>
                <a:lnTo>
                  <a:pt x="493776" y="1335024"/>
                </a:lnTo>
                <a:lnTo>
                  <a:pt x="495300" y="1344930"/>
                </a:lnTo>
                <a:lnTo>
                  <a:pt x="523494" y="1340358"/>
                </a:lnTo>
                <a:close/>
              </a:path>
              <a:path w="694689" h="5035550">
                <a:moveTo>
                  <a:pt x="526542" y="941832"/>
                </a:moveTo>
                <a:lnTo>
                  <a:pt x="525018" y="931926"/>
                </a:lnTo>
                <a:lnTo>
                  <a:pt x="497586" y="934897"/>
                </a:lnTo>
                <a:lnTo>
                  <a:pt x="496824" y="934974"/>
                </a:lnTo>
                <a:lnTo>
                  <a:pt x="497586" y="944118"/>
                </a:lnTo>
                <a:lnTo>
                  <a:pt x="525018" y="941959"/>
                </a:lnTo>
                <a:lnTo>
                  <a:pt x="526542" y="941832"/>
                </a:lnTo>
                <a:close/>
              </a:path>
              <a:path w="694689" h="5035550">
                <a:moveTo>
                  <a:pt x="527304" y="4652772"/>
                </a:moveTo>
                <a:lnTo>
                  <a:pt x="515874" y="4626864"/>
                </a:lnTo>
                <a:lnTo>
                  <a:pt x="506730" y="4630674"/>
                </a:lnTo>
                <a:lnTo>
                  <a:pt x="518922" y="4656582"/>
                </a:lnTo>
                <a:lnTo>
                  <a:pt x="527304" y="4652772"/>
                </a:lnTo>
                <a:close/>
              </a:path>
              <a:path w="694689" h="5035550">
                <a:moveTo>
                  <a:pt x="538734" y="1157478"/>
                </a:moveTo>
                <a:lnTo>
                  <a:pt x="512064" y="1149096"/>
                </a:lnTo>
                <a:lnTo>
                  <a:pt x="509016" y="1157478"/>
                </a:lnTo>
                <a:lnTo>
                  <a:pt x="535686" y="1166622"/>
                </a:lnTo>
                <a:lnTo>
                  <a:pt x="538734" y="1157478"/>
                </a:lnTo>
                <a:close/>
              </a:path>
              <a:path w="694689" h="5035550">
                <a:moveTo>
                  <a:pt x="542544" y="4687824"/>
                </a:moveTo>
                <a:lnTo>
                  <a:pt x="531114" y="4661154"/>
                </a:lnTo>
                <a:lnTo>
                  <a:pt x="522732" y="4664964"/>
                </a:lnTo>
                <a:lnTo>
                  <a:pt x="534162" y="4691634"/>
                </a:lnTo>
                <a:lnTo>
                  <a:pt x="542544" y="4687824"/>
                </a:lnTo>
                <a:close/>
              </a:path>
              <a:path w="694689" h="5035550">
                <a:moveTo>
                  <a:pt x="544830" y="1562862"/>
                </a:moveTo>
                <a:lnTo>
                  <a:pt x="517398" y="1555242"/>
                </a:lnTo>
                <a:lnTo>
                  <a:pt x="515112" y="1564386"/>
                </a:lnTo>
                <a:lnTo>
                  <a:pt x="541782" y="1572006"/>
                </a:lnTo>
                <a:lnTo>
                  <a:pt x="544830" y="1562862"/>
                </a:lnTo>
                <a:close/>
              </a:path>
              <a:path w="694689" h="5035550">
                <a:moveTo>
                  <a:pt x="545592" y="3327666"/>
                </a:moveTo>
                <a:lnTo>
                  <a:pt x="543306" y="3318522"/>
                </a:lnTo>
                <a:lnTo>
                  <a:pt x="515874" y="3326904"/>
                </a:lnTo>
                <a:lnTo>
                  <a:pt x="518160" y="3336048"/>
                </a:lnTo>
                <a:lnTo>
                  <a:pt x="545592" y="3327666"/>
                </a:lnTo>
                <a:close/>
              </a:path>
              <a:path w="694689" h="5035550">
                <a:moveTo>
                  <a:pt x="545592" y="2919222"/>
                </a:moveTo>
                <a:lnTo>
                  <a:pt x="543306" y="2910078"/>
                </a:lnTo>
                <a:lnTo>
                  <a:pt x="515874" y="2917698"/>
                </a:lnTo>
                <a:lnTo>
                  <a:pt x="518160" y="2926842"/>
                </a:lnTo>
                <a:lnTo>
                  <a:pt x="545592" y="2919222"/>
                </a:lnTo>
                <a:close/>
              </a:path>
              <a:path w="694689" h="5035550">
                <a:moveTo>
                  <a:pt x="545592" y="2494026"/>
                </a:moveTo>
                <a:lnTo>
                  <a:pt x="543306" y="2484882"/>
                </a:lnTo>
                <a:lnTo>
                  <a:pt x="515874" y="2492502"/>
                </a:lnTo>
                <a:lnTo>
                  <a:pt x="518160" y="2501646"/>
                </a:lnTo>
                <a:lnTo>
                  <a:pt x="545592" y="2494026"/>
                </a:lnTo>
                <a:close/>
              </a:path>
              <a:path w="694689" h="5035550">
                <a:moveTo>
                  <a:pt x="545592" y="726186"/>
                </a:moveTo>
                <a:lnTo>
                  <a:pt x="518160" y="717804"/>
                </a:lnTo>
                <a:lnTo>
                  <a:pt x="515874" y="726948"/>
                </a:lnTo>
                <a:lnTo>
                  <a:pt x="543306" y="735330"/>
                </a:lnTo>
                <a:lnTo>
                  <a:pt x="545592" y="726186"/>
                </a:lnTo>
                <a:close/>
              </a:path>
              <a:path w="694689" h="5035550">
                <a:moveTo>
                  <a:pt x="549402" y="45720"/>
                </a:moveTo>
                <a:lnTo>
                  <a:pt x="547116" y="36576"/>
                </a:lnTo>
                <a:lnTo>
                  <a:pt x="518922" y="44196"/>
                </a:lnTo>
                <a:lnTo>
                  <a:pt x="521208" y="53340"/>
                </a:lnTo>
                <a:lnTo>
                  <a:pt x="549402" y="45720"/>
                </a:lnTo>
                <a:close/>
              </a:path>
              <a:path w="694689" h="5035550">
                <a:moveTo>
                  <a:pt x="550164" y="1951482"/>
                </a:moveTo>
                <a:lnTo>
                  <a:pt x="522732" y="1944624"/>
                </a:lnTo>
                <a:lnTo>
                  <a:pt x="520446" y="1953768"/>
                </a:lnTo>
                <a:lnTo>
                  <a:pt x="547878" y="1960626"/>
                </a:lnTo>
                <a:lnTo>
                  <a:pt x="550164" y="1951482"/>
                </a:lnTo>
                <a:close/>
              </a:path>
              <a:path w="694689" h="5035550">
                <a:moveTo>
                  <a:pt x="550926" y="2103882"/>
                </a:moveTo>
                <a:lnTo>
                  <a:pt x="548640" y="2094738"/>
                </a:lnTo>
                <a:lnTo>
                  <a:pt x="520446" y="2101596"/>
                </a:lnTo>
                <a:lnTo>
                  <a:pt x="522732" y="2110740"/>
                </a:lnTo>
                <a:lnTo>
                  <a:pt x="550926" y="2103882"/>
                </a:lnTo>
                <a:close/>
              </a:path>
              <a:path w="694689" h="5035550">
                <a:moveTo>
                  <a:pt x="556260" y="2340864"/>
                </a:moveTo>
                <a:lnTo>
                  <a:pt x="528066" y="2335530"/>
                </a:lnTo>
                <a:lnTo>
                  <a:pt x="526542" y="2344674"/>
                </a:lnTo>
                <a:lnTo>
                  <a:pt x="553974" y="2350008"/>
                </a:lnTo>
                <a:lnTo>
                  <a:pt x="556260" y="2340864"/>
                </a:lnTo>
                <a:close/>
              </a:path>
              <a:path w="694689" h="5035550">
                <a:moveTo>
                  <a:pt x="556260" y="1714500"/>
                </a:moveTo>
                <a:lnTo>
                  <a:pt x="554736" y="1705356"/>
                </a:lnTo>
                <a:lnTo>
                  <a:pt x="526542" y="1710690"/>
                </a:lnTo>
                <a:lnTo>
                  <a:pt x="528828" y="1720596"/>
                </a:lnTo>
                <a:lnTo>
                  <a:pt x="556260" y="1714500"/>
                </a:lnTo>
                <a:close/>
              </a:path>
              <a:path w="694689" h="5035550">
                <a:moveTo>
                  <a:pt x="557022" y="281940"/>
                </a:moveTo>
                <a:lnTo>
                  <a:pt x="529590" y="276606"/>
                </a:lnTo>
                <a:lnTo>
                  <a:pt x="527304" y="286512"/>
                </a:lnTo>
                <a:lnTo>
                  <a:pt x="555498" y="291846"/>
                </a:lnTo>
                <a:lnTo>
                  <a:pt x="557022" y="281940"/>
                </a:lnTo>
                <a:close/>
              </a:path>
              <a:path w="694689" h="5035550">
                <a:moveTo>
                  <a:pt x="557784" y="4722114"/>
                </a:moveTo>
                <a:lnTo>
                  <a:pt x="546354" y="4696206"/>
                </a:lnTo>
                <a:lnTo>
                  <a:pt x="537972" y="4700016"/>
                </a:lnTo>
                <a:lnTo>
                  <a:pt x="549402" y="4725924"/>
                </a:lnTo>
                <a:lnTo>
                  <a:pt x="557784" y="4722114"/>
                </a:lnTo>
                <a:close/>
              </a:path>
              <a:path w="694689" h="5035550">
                <a:moveTo>
                  <a:pt x="559308" y="3154680"/>
                </a:moveTo>
                <a:lnTo>
                  <a:pt x="531114" y="3150108"/>
                </a:lnTo>
                <a:lnTo>
                  <a:pt x="529590" y="3159252"/>
                </a:lnTo>
                <a:lnTo>
                  <a:pt x="557784" y="3163824"/>
                </a:lnTo>
                <a:lnTo>
                  <a:pt x="559308" y="3154680"/>
                </a:lnTo>
                <a:close/>
              </a:path>
              <a:path w="694689" h="5035550">
                <a:moveTo>
                  <a:pt x="559308" y="490728"/>
                </a:moveTo>
                <a:lnTo>
                  <a:pt x="557784" y="480822"/>
                </a:lnTo>
                <a:lnTo>
                  <a:pt x="529590" y="485394"/>
                </a:lnTo>
                <a:lnTo>
                  <a:pt x="531114" y="495300"/>
                </a:lnTo>
                <a:lnTo>
                  <a:pt x="559308" y="490728"/>
                </a:lnTo>
                <a:close/>
              </a:path>
              <a:path w="694689" h="5035550">
                <a:moveTo>
                  <a:pt x="560070" y="2727960"/>
                </a:moveTo>
                <a:lnTo>
                  <a:pt x="531876" y="2723388"/>
                </a:lnTo>
                <a:lnTo>
                  <a:pt x="530352" y="2732532"/>
                </a:lnTo>
                <a:lnTo>
                  <a:pt x="558546" y="2737104"/>
                </a:lnTo>
                <a:lnTo>
                  <a:pt x="560070" y="2727960"/>
                </a:lnTo>
                <a:close/>
              </a:path>
              <a:path w="694689" h="5035550">
                <a:moveTo>
                  <a:pt x="561594" y="1335024"/>
                </a:moveTo>
                <a:lnTo>
                  <a:pt x="560070" y="1325880"/>
                </a:lnTo>
                <a:lnTo>
                  <a:pt x="532638" y="1329588"/>
                </a:lnTo>
                <a:lnTo>
                  <a:pt x="531876" y="1329690"/>
                </a:lnTo>
                <a:lnTo>
                  <a:pt x="532638" y="1339596"/>
                </a:lnTo>
                <a:lnTo>
                  <a:pt x="561594" y="1335024"/>
                </a:lnTo>
                <a:close/>
              </a:path>
              <a:path w="694689" h="5035550">
                <a:moveTo>
                  <a:pt x="563880" y="938022"/>
                </a:moveTo>
                <a:lnTo>
                  <a:pt x="563118" y="928878"/>
                </a:lnTo>
                <a:lnTo>
                  <a:pt x="535686" y="931113"/>
                </a:lnTo>
                <a:lnTo>
                  <a:pt x="534924" y="931164"/>
                </a:lnTo>
                <a:lnTo>
                  <a:pt x="535686" y="940308"/>
                </a:lnTo>
                <a:lnTo>
                  <a:pt x="563118" y="938085"/>
                </a:lnTo>
                <a:lnTo>
                  <a:pt x="563880" y="938022"/>
                </a:lnTo>
                <a:close/>
              </a:path>
              <a:path w="694689" h="5035550">
                <a:moveTo>
                  <a:pt x="573786" y="4757166"/>
                </a:moveTo>
                <a:lnTo>
                  <a:pt x="561594" y="4731258"/>
                </a:lnTo>
                <a:lnTo>
                  <a:pt x="553212" y="4735068"/>
                </a:lnTo>
                <a:lnTo>
                  <a:pt x="564642" y="4760976"/>
                </a:lnTo>
                <a:lnTo>
                  <a:pt x="573786" y="4757166"/>
                </a:lnTo>
                <a:close/>
              </a:path>
              <a:path w="694689" h="5035550">
                <a:moveTo>
                  <a:pt x="575310" y="1169670"/>
                </a:moveTo>
                <a:lnTo>
                  <a:pt x="547878" y="1160526"/>
                </a:lnTo>
                <a:lnTo>
                  <a:pt x="544830" y="1169670"/>
                </a:lnTo>
                <a:lnTo>
                  <a:pt x="572262" y="1178814"/>
                </a:lnTo>
                <a:lnTo>
                  <a:pt x="575310" y="1169670"/>
                </a:lnTo>
                <a:close/>
              </a:path>
              <a:path w="694689" h="5035550">
                <a:moveTo>
                  <a:pt x="581406" y="1573530"/>
                </a:moveTo>
                <a:lnTo>
                  <a:pt x="553974" y="1565910"/>
                </a:lnTo>
                <a:lnTo>
                  <a:pt x="550926" y="1575054"/>
                </a:lnTo>
                <a:lnTo>
                  <a:pt x="578358" y="1582674"/>
                </a:lnTo>
                <a:lnTo>
                  <a:pt x="581406" y="1573530"/>
                </a:lnTo>
                <a:close/>
              </a:path>
              <a:path w="694689" h="5035550">
                <a:moveTo>
                  <a:pt x="582168" y="3316998"/>
                </a:moveTo>
                <a:lnTo>
                  <a:pt x="579882" y="3307854"/>
                </a:lnTo>
                <a:lnTo>
                  <a:pt x="552450" y="3316236"/>
                </a:lnTo>
                <a:lnTo>
                  <a:pt x="554736" y="3325380"/>
                </a:lnTo>
                <a:lnTo>
                  <a:pt x="582168" y="3316998"/>
                </a:lnTo>
                <a:close/>
              </a:path>
              <a:path w="694689" h="5035550">
                <a:moveTo>
                  <a:pt x="582168" y="2908554"/>
                </a:moveTo>
                <a:lnTo>
                  <a:pt x="579882" y="2899410"/>
                </a:lnTo>
                <a:lnTo>
                  <a:pt x="552450" y="2907030"/>
                </a:lnTo>
                <a:lnTo>
                  <a:pt x="554736" y="2916174"/>
                </a:lnTo>
                <a:lnTo>
                  <a:pt x="582168" y="2908554"/>
                </a:lnTo>
                <a:close/>
              </a:path>
              <a:path w="694689" h="5035550">
                <a:moveTo>
                  <a:pt x="582168" y="2483358"/>
                </a:moveTo>
                <a:lnTo>
                  <a:pt x="579882" y="2474214"/>
                </a:lnTo>
                <a:lnTo>
                  <a:pt x="552450" y="2482596"/>
                </a:lnTo>
                <a:lnTo>
                  <a:pt x="554736" y="2491740"/>
                </a:lnTo>
                <a:lnTo>
                  <a:pt x="582168" y="2483358"/>
                </a:lnTo>
                <a:close/>
              </a:path>
              <a:path w="694689" h="5035550">
                <a:moveTo>
                  <a:pt x="582168" y="736092"/>
                </a:moveTo>
                <a:lnTo>
                  <a:pt x="554736" y="728472"/>
                </a:lnTo>
                <a:lnTo>
                  <a:pt x="552450" y="737616"/>
                </a:lnTo>
                <a:lnTo>
                  <a:pt x="579882" y="745236"/>
                </a:lnTo>
                <a:lnTo>
                  <a:pt x="582168" y="736092"/>
                </a:lnTo>
                <a:close/>
              </a:path>
              <a:path w="694689" h="5035550">
                <a:moveTo>
                  <a:pt x="585978" y="36576"/>
                </a:moveTo>
                <a:lnTo>
                  <a:pt x="583692" y="26670"/>
                </a:lnTo>
                <a:lnTo>
                  <a:pt x="556260" y="34290"/>
                </a:lnTo>
                <a:lnTo>
                  <a:pt x="558546" y="43434"/>
                </a:lnTo>
                <a:lnTo>
                  <a:pt x="585978" y="36576"/>
                </a:lnTo>
                <a:close/>
              </a:path>
              <a:path w="694689" h="5035550">
                <a:moveTo>
                  <a:pt x="587502" y="2094738"/>
                </a:moveTo>
                <a:lnTo>
                  <a:pt x="585216" y="2085594"/>
                </a:lnTo>
                <a:lnTo>
                  <a:pt x="557784" y="2092452"/>
                </a:lnTo>
                <a:lnTo>
                  <a:pt x="560070" y="2101596"/>
                </a:lnTo>
                <a:lnTo>
                  <a:pt x="587502" y="2094738"/>
                </a:lnTo>
                <a:close/>
              </a:path>
              <a:path w="694689" h="5035550">
                <a:moveTo>
                  <a:pt x="587502" y="1960626"/>
                </a:moveTo>
                <a:lnTo>
                  <a:pt x="559308" y="1953768"/>
                </a:lnTo>
                <a:lnTo>
                  <a:pt x="557022" y="1962912"/>
                </a:lnTo>
                <a:lnTo>
                  <a:pt x="585216" y="1969770"/>
                </a:lnTo>
                <a:lnTo>
                  <a:pt x="587502" y="1960626"/>
                </a:lnTo>
                <a:close/>
              </a:path>
              <a:path w="694689" h="5035550">
                <a:moveTo>
                  <a:pt x="589026" y="4792218"/>
                </a:moveTo>
                <a:lnTo>
                  <a:pt x="577596" y="4766310"/>
                </a:lnTo>
                <a:lnTo>
                  <a:pt x="568452" y="4770120"/>
                </a:lnTo>
                <a:lnTo>
                  <a:pt x="579882" y="4796028"/>
                </a:lnTo>
                <a:lnTo>
                  <a:pt x="589026" y="4792218"/>
                </a:lnTo>
                <a:close/>
              </a:path>
              <a:path w="694689" h="5035550">
                <a:moveTo>
                  <a:pt x="593598" y="2348484"/>
                </a:moveTo>
                <a:lnTo>
                  <a:pt x="565404" y="2342388"/>
                </a:lnTo>
                <a:lnTo>
                  <a:pt x="563880" y="2352294"/>
                </a:lnTo>
                <a:lnTo>
                  <a:pt x="591312" y="2357628"/>
                </a:lnTo>
                <a:lnTo>
                  <a:pt x="593598" y="2348484"/>
                </a:lnTo>
                <a:close/>
              </a:path>
              <a:path w="694689" h="5035550">
                <a:moveTo>
                  <a:pt x="593598" y="1707642"/>
                </a:moveTo>
                <a:lnTo>
                  <a:pt x="592074" y="1697736"/>
                </a:lnTo>
                <a:lnTo>
                  <a:pt x="563880" y="1703832"/>
                </a:lnTo>
                <a:lnTo>
                  <a:pt x="566166" y="1712976"/>
                </a:lnTo>
                <a:lnTo>
                  <a:pt x="593598" y="1707642"/>
                </a:lnTo>
                <a:close/>
              </a:path>
              <a:path w="694689" h="5035550">
                <a:moveTo>
                  <a:pt x="595122" y="289560"/>
                </a:moveTo>
                <a:lnTo>
                  <a:pt x="566928" y="284226"/>
                </a:lnTo>
                <a:lnTo>
                  <a:pt x="564642" y="293370"/>
                </a:lnTo>
                <a:lnTo>
                  <a:pt x="592836" y="298704"/>
                </a:lnTo>
                <a:lnTo>
                  <a:pt x="595122" y="289560"/>
                </a:lnTo>
                <a:close/>
              </a:path>
              <a:path w="694689" h="5035550">
                <a:moveTo>
                  <a:pt x="597408" y="3160776"/>
                </a:moveTo>
                <a:lnTo>
                  <a:pt x="569214" y="3156204"/>
                </a:lnTo>
                <a:lnTo>
                  <a:pt x="567690" y="3165348"/>
                </a:lnTo>
                <a:lnTo>
                  <a:pt x="595884" y="3169920"/>
                </a:lnTo>
                <a:lnTo>
                  <a:pt x="597408" y="3160776"/>
                </a:lnTo>
                <a:close/>
              </a:path>
              <a:path w="694689" h="5035550">
                <a:moveTo>
                  <a:pt x="597408" y="2734056"/>
                </a:moveTo>
                <a:lnTo>
                  <a:pt x="569214" y="2729484"/>
                </a:lnTo>
                <a:lnTo>
                  <a:pt x="567690" y="2738628"/>
                </a:lnTo>
                <a:lnTo>
                  <a:pt x="595884" y="2743200"/>
                </a:lnTo>
                <a:lnTo>
                  <a:pt x="597408" y="2734056"/>
                </a:lnTo>
                <a:close/>
              </a:path>
              <a:path w="694689" h="5035550">
                <a:moveTo>
                  <a:pt x="597408" y="484632"/>
                </a:moveTo>
                <a:lnTo>
                  <a:pt x="595884" y="474726"/>
                </a:lnTo>
                <a:lnTo>
                  <a:pt x="567690" y="479298"/>
                </a:lnTo>
                <a:lnTo>
                  <a:pt x="569214" y="489204"/>
                </a:lnTo>
                <a:lnTo>
                  <a:pt x="597408" y="484632"/>
                </a:lnTo>
                <a:close/>
              </a:path>
              <a:path w="694689" h="5035550">
                <a:moveTo>
                  <a:pt x="598932" y="1329690"/>
                </a:moveTo>
                <a:lnTo>
                  <a:pt x="597408" y="1320546"/>
                </a:lnTo>
                <a:lnTo>
                  <a:pt x="569214" y="1324356"/>
                </a:lnTo>
                <a:lnTo>
                  <a:pt x="570738" y="1334262"/>
                </a:lnTo>
                <a:lnTo>
                  <a:pt x="598932" y="1329690"/>
                </a:lnTo>
                <a:close/>
              </a:path>
              <a:path w="694689" h="5035550">
                <a:moveTo>
                  <a:pt x="601980" y="934212"/>
                </a:moveTo>
                <a:lnTo>
                  <a:pt x="601218" y="925068"/>
                </a:lnTo>
                <a:lnTo>
                  <a:pt x="573786" y="927303"/>
                </a:lnTo>
                <a:lnTo>
                  <a:pt x="573024" y="927354"/>
                </a:lnTo>
                <a:lnTo>
                  <a:pt x="573786" y="937260"/>
                </a:lnTo>
                <a:lnTo>
                  <a:pt x="601218" y="934300"/>
                </a:lnTo>
                <a:lnTo>
                  <a:pt x="601980" y="934212"/>
                </a:lnTo>
                <a:close/>
              </a:path>
              <a:path w="694689" h="5035550">
                <a:moveTo>
                  <a:pt x="604266" y="4827270"/>
                </a:moveTo>
                <a:lnTo>
                  <a:pt x="592836" y="4800600"/>
                </a:lnTo>
                <a:lnTo>
                  <a:pt x="583692" y="4804410"/>
                </a:lnTo>
                <a:lnTo>
                  <a:pt x="595122" y="4831080"/>
                </a:lnTo>
                <a:lnTo>
                  <a:pt x="604266" y="4827270"/>
                </a:lnTo>
                <a:close/>
              </a:path>
              <a:path w="694689" h="5035550">
                <a:moveTo>
                  <a:pt x="611124" y="1181862"/>
                </a:moveTo>
                <a:lnTo>
                  <a:pt x="583692" y="1172718"/>
                </a:lnTo>
                <a:lnTo>
                  <a:pt x="581406" y="1181862"/>
                </a:lnTo>
                <a:lnTo>
                  <a:pt x="608076" y="1191006"/>
                </a:lnTo>
                <a:lnTo>
                  <a:pt x="611124" y="1181862"/>
                </a:lnTo>
                <a:close/>
              </a:path>
              <a:path w="694689" h="5035550">
                <a:moveTo>
                  <a:pt x="617982" y="1584198"/>
                </a:moveTo>
                <a:lnTo>
                  <a:pt x="590550" y="1576578"/>
                </a:lnTo>
                <a:lnTo>
                  <a:pt x="587502" y="1585722"/>
                </a:lnTo>
                <a:lnTo>
                  <a:pt x="614934" y="1593342"/>
                </a:lnTo>
                <a:lnTo>
                  <a:pt x="617982" y="1584198"/>
                </a:lnTo>
                <a:close/>
              </a:path>
              <a:path w="694689" h="5035550">
                <a:moveTo>
                  <a:pt x="618744" y="3307092"/>
                </a:moveTo>
                <a:lnTo>
                  <a:pt x="616458" y="3297948"/>
                </a:lnTo>
                <a:lnTo>
                  <a:pt x="589026" y="3305568"/>
                </a:lnTo>
                <a:lnTo>
                  <a:pt x="591312" y="3314712"/>
                </a:lnTo>
                <a:lnTo>
                  <a:pt x="618744" y="3307092"/>
                </a:lnTo>
                <a:close/>
              </a:path>
              <a:path w="694689" h="5035550">
                <a:moveTo>
                  <a:pt x="618744" y="2897886"/>
                </a:moveTo>
                <a:lnTo>
                  <a:pt x="616458" y="2888742"/>
                </a:lnTo>
                <a:lnTo>
                  <a:pt x="589026" y="2896362"/>
                </a:lnTo>
                <a:lnTo>
                  <a:pt x="591312" y="2905506"/>
                </a:lnTo>
                <a:lnTo>
                  <a:pt x="618744" y="2897886"/>
                </a:lnTo>
                <a:close/>
              </a:path>
              <a:path w="694689" h="5035550">
                <a:moveTo>
                  <a:pt x="618744" y="2473452"/>
                </a:moveTo>
                <a:lnTo>
                  <a:pt x="616458" y="2464308"/>
                </a:lnTo>
                <a:lnTo>
                  <a:pt x="589026" y="2471928"/>
                </a:lnTo>
                <a:lnTo>
                  <a:pt x="591312" y="2481072"/>
                </a:lnTo>
                <a:lnTo>
                  <a:pt x="618744" y="2473452"/>
                </a:lnTo>
                <a:close/>
              </a:path>
              <a:path w="694689" h="5035550">
                <a:moveTo>
                  <a:pt x="618744" y="746760"/>
                </a:moveTo>
                <a:lnTo>
                  <a:pt x="591312" y="739140"/>
                </a:lnTo>
                <a:lnTo>
                  <a:pt x="589026" y="748284"/>
                </a:lnTo>
                <a:lnTo>
                  <a:pt x="616458" y="755904"/>
                </a:lnTo>
                <a:lnTo>
                  <a:pt x="618744" y="746760"/>
                </a:lnTo>
                <a:close/>
              </a:path>
              <a:path w="694689" h="5035550">
                <a:moveTo>
                  <a:pt x="619506" y="4861560"/>
                </a:moveTo>
                <a:lnTo>
                  <a:pt x="608076" y="4835652"/>
                </a:lnTo>
                <a:lnTo>
                  <a:pt x="599694" y="4839462"/>
                </a:lnTo>
                <a:lnTo>
                  <a:pt x="611124" y="4865370"/>
                </a:lnTo>
                <a:lnTo>
                  <a:pt x="619506" y="4861560"/>
                </a:lnTo>
                <a:close/>
              </a:path>
              <a:path w="694689" h="5035550">
                <a:moveTo>
                  <a:pt x="622554" y="26670"/>
                </a:moveTo>
                <a:lnTo>
                  <a:pt x="620268" y="17526"/>
                </a:lnTo>
                <a:lnTo>
                  <a:pt x="592836" y="24384"/>
                </a:lnTo>
                <a:lnTo>
                  <a:pt x="595122" y="33528"/>
                </a:lnTo>
                <a:lnTo>
                  <a:pt x="622554" y="26670"/>
                </a:lnTo>
                <a:close/>
              </a:path>
              <a:path w="694689" h="5035550">
                <a:moveTo>
                  <a:pt x="624078" y="1969770"/>
                </a:moveTo>
                <a:lnTo>
                  <a:pt x="596646" y="1962912"/>
                </a:lnTo>
                <a:lnTo>
                  <a:pt x="594360" y="1972056"/>
                </a:lnTo>
                <a:lnTo>
                  <a:pt x="621792" y="1978914"/>
                </a:lnTo>
                <a:lnTo>
                  <a:pt x="624078" y="1969770"/>
                </a:lnTo>
                <a:close/>
              </a:path>
              <a:path w="694689" h="5035550">
                <a:moveTo>
                  <a:pt x="624840" y="2085594"/>
                </a:moveTo>
                <a:lnTo>
                  <a:pt x="622554" y="2076450"/>
                </a:lnTo>
                <a:lnTo>
                  <a:pt x="594360" y="2083308"/>
                </a:lnTo>
                <a:lnTo>
                  <a:pt x="596646" y="2092452"/>
                </a:lnTo>
                <a:lnTo>
                  <a:pt x="624840" y="2085594"/>
                </a:lnTo>
                <a:close/>
              </a:path>
              <a:path w="694689" h="5035550">
                <a:moveTo>
                  <a:pt x="630936" y="2356104"/>
                </a:moveTo>
                <a:lnTo>
                  <a:pt x="602742" y="2350008"/>
                </a:lnTo>
                <a:lnTo>
                  <a:pt x="601218" y="2359152"/>
                </a:lnTo>
                <a:lnTo>
                  <a:pt x="629412" y="2365248"/>
                </a:lnTo>
                <a:lnTo>
                  <a:pt x="630936" y="2356104"/>
                </a:lnTo>
                <a:close/>
              </a:path>
              <a:path w="694689" h="5035550">
                <a:moveTo>
                  <a:pt x="630936" y="1700022"/>
                </a:moveTo>
                <a:lnTo>
                  <a:pt x="629412" y="1690878"/>
                </a:lnTo>
                <a:lnTo>
                  <a:pt x="601218" y="1696212"/>
                </a:lnTo>
                <a:lnTo>
                  <a:pt x="603504" y="1705356"/>
                </a:lnTo>
                <a:lnTo>
                  <a:pt x="630936" y="1700022"/>
                </a:lnTo>
                <a:close/>
              </a:path>
              <a:path w="694689" h="5035550">
                <a:moveTo>
                  <a:pt x="632460" y="296418"/>
                </a:moveTo>
                <a:lnTo>
                  <a:pt x="604266" y="291084"/>
                </a:lnTo>
                <a:lnTo>
                  <a:pt x="602742" y="300228"/>
                </a:lnTo>
                <a:lnTo>
                  <a:pt x="630174" y="305562"/>
                </a:lnTo>
                <a:lnTo>
                  <a:pt x="632460" y="296418"/>
                </a:lnTo>
                <a:close/>
              </a:path>
              <a:path w="694689" h="5035550">
                <a:moveTo>
                  <a:pt x="634746" y="4896612"/>
                </a:moveTo>
                <a:lnTo>
                  <a:pt x="623316" y="4870704"/>
                </a:lnTo>
                <a:lnTo>
                  <a:pt x="614934" y="4874514"/>
                </a:lnTo>
                <a:lnTo>
                  <a:pt x="626364" y="4900422"/>
                </a:lnTo>
                <a:lnTo>
                  <a:pt x="634746" y="4896612"/>
                </a:lnTo>
                <a:close/>
              </a:path>
              <a:path w="694689" h="5035550">
                <a:moveTo>
                  <a:pt x="634746" y="3166872"/>
                </a:moveTo>
                <a:lnTo>
                  <a:pt x="606552" y="3162300"/>
                </a:lnTo>
                <a:lnTo>
                  <a:pt x="605028" y="3171444"/>
                </a:lnTo>
                <a:lnTo>
                  <a:pt x="633222" y="3176016"/>
                </a:lnTo>
                <a:lnTo>
                  <a:pt x="634746" y="3166872"/>
                </a:lnTo>
                <a:close/>
              </a:path>
              <a:path w="694689" h="5035550">
                <a:moveTo>
                  <a:pt x="634746" y="478536"/>
                </a:moveTo>
                <a:lnTo>
                  <a:pt x="633222" y="468630"/>
                </a:lnTo>
                <a:lnTo>
                  <a:pt x="605028" y="473202"/>
                </a:lnTo>
                <a:lnTo>
                  <a:pt x="606552" y="483108"/>
                </a:lnTo>
                <a:lnTo>
                  <a:pt x="634746" y="478536"/>
                </a:lnTo>
                <a:close/>
              </a:path>
              <a:path w="694689" h="5035550">
                <a:moveTo>
                  <a:pt x="635508" y="2740152"/>
                </a:moveTo>
                <a:lnTo>
                  <a:pt x="607314" y="2735580"/>
                </a:lnTo>
                <a:lnTo>
                  <a:pt x="605790" y="2744724"/>
                </a:lnTo>
                <a:lnTo>
                  <a:pt x="633984" y="2749296"/>
                </a:lnTo>
                <a:lnTo>
                  <a:pt x="635508" y="2740152"/>
                </a:lnTo>
                <a:close/>
              </a:path>
              <a:path w="694689" h="5035550">
                <a:moveTo>
                  <a:pt x="637032" y="1324356"/>
                </a:moveTo>
                <a:lnTo>
                  <a:pt x="635508" y="1315212"/>
                </a:lnTo>
                <a:lnTo>
                  <a:pt x="608076" y="1318920"/>
                </a:lnTo>
                <a:lnTo>
                  <a:pt x="607314" y="1319022"/>
                </a:lnTo>
                <a:lnTo>
                  <a:pt x="608076" y="1328928"/>
                </a:lnTo>
                <a:lnTo>
                  <a:pt x="637032" y="1324356"/>
                </a:lnTo>
                <a:close/>
              </a:path>
              <a:path w="694689" h="5035550">
                <a:moveTo>
                  <a:pt x="640080" y="931164"/>
                </a:moveTo>
                <a:lnTo>
                  <a:pt x="639318" y="921258"/>
                </a:lnTo>
                <a:lnTo>
                  <a:pt x="611886" y="924229"/>
                </a:lnTo>
                <a:lnTo>
                  <a:pt x="611124" y="924306"/>
                </a:lnTo>
                <a:lnTo>
                  <a:pt x="611886" y="933450"/>
                </a:lnTo>
                <a:lnTo>
                  <a:pt x="639318" y="931227"/>
                </a:lnTo>
                <a:lnTo>
                  <a:pt x="640080" y="931164"/>
                </a:lnTo>
                <a:close/>
              </a:path>
              <a:path w="694689" h="5035550">
                <a:moveTo>
                  <a:pt x="646938" y="1194054"/>
                </a:moveTo>
                <a:lnTo>
                  <a:pt x="620268" y="1184910"/>
                </a:lnTo>
                <a:lnTo>
                  <a:pt x="617220" y="1194054"/>
                </a:lnTo>
                <a:lnTo>
                  <a:pt x="644652" y="1203198"/>
                </a:lnTo>
                <a:lnTo>
                  <a:pt x="646938" y="1194054"/>
                </a:lnTo>
                <a:close/>
              </a:path>
              <a:path w="694689" h="5035550">
                <a:moveTo>
                  <a:pt x="649986" y="4931664"/>
                </a:moveTo>
                <a:lnTo>
                  <a:pt x="638556" y="4905756"/>
                </a:lnTo>
                <a:lnTo>
                  <a:pt x="630174" y="4909566"/>
                </a:lnTo>
                <a:lnTo>
                  <a:pt x="641604" y="4935474"/>
                </a:lnTo>
                <a:lnTo>
                  <a:pt x="649986" y="4931664"/>
                </a:lnTo>
                <a:close/>
              </a:path>
              <a:path w="694689" h="5035550">
                <a:moveTo>
                  <a:pt x="654558" y="1594866"/>
                </a:moveTo>
                <a:lnTo>
                  <a:pt x="627126" y="1587246"/>
                </a:lnTo>
                <a:lnTo>
                  <a:pt x="624078" y="1596390"/>
                </a:lnTo>
                <a:lnTo>
                  <a:pt x="651510" y="1604010"/>
                </a:lnTo>
                <a:lnTo>
                  <a:pt x="654558" y="1594866"/>
                </a:lnTo>
                <a:close/>
              </a:path>
              <a:path w="694689" h="5035550">
                <a:moveTo>
                  <a:pt x="655320" y="3296424"/>
                </a:moveTo>
                <a:lnTo>
                  <a:pt x="653034" y="3287280"/>
                </a:lnTo>
                <a:lnTo>
                  <a:pt x="625602" y="3294900"/>
                </a:lnTo>
                <a:lnTo>
                  <a:pt x="627888" y="3304044"/>
                </a:lnTo>
                <a:lnTo>
                  <a:pt x="655320" y="3296424"/>
                </a:lnTo>
                <a:close/>
              </a:path>
              <a:path w="694689" h="5035550">
                <a:moveTo>
                  <a:pt x="655320" y="2887218"/>
                </a:moveTo>
                <a:lnTo>
                  <a:pt x="653034" y="2878074"/>
                </a:lnTo>
                <a:lnTo>
                  <a:pt x="625602" y="2886456"/>
                </a:lnTo>
                <a:lnTo>
                  <a:pt x="627888" y="2895600"/>
                </a:lnTo>
                <a:lnTo>
                  <a:pt x="655320" y="2887218"/>
                </a:lnTo>
                <a:close/>
              </a:path>
              <a:path w="694689" h="5035550">
                <a:moveTo>
                  <a:pt x="655320" y="2462784"/>
                </a:moveTo>
                <a:lnTo>
                  <a:pt x="653034" y="2453640"/>
                </a:lnTo>
                <a:lnTo>
                  <a:pt x="625602" y="2461260"/>
                </a:lnTo>
                <a:lnTo>
                  <a:pt x="627888" y="2470404"/>
                </a:lnTo>
                <a:lnTo>
                  <a:pt x="655320" y="2462784"/>
                </a:lnTo>
                <a:close/>
              </a:path>
              <a:path w="694689" h="5035550">
                <a:moveTo>
                  <a:pt x="655320" y="757428"/>
                </a:moveTo>
                <a:lnTo>
                  <a:pt x="627888" y="749808"/>
                </a:lnTo>
                <a:lnTo>
                  <a:pt x="625602" y="758952"/>
                </a:lnTo>
                <a:lnTo>
                  <a:pt x="653034" y="766572"/>
                </a:lnTo>
                <a:lnTo>
                  <a:pt x="655320" y="757428"/>
                </a:lnTo>
                <a:close/>
              </a:path>
              <a:path w="694689" h="5035550">
                <a:moveTo>
                  <a:pt x="659892" y="16764"/>
                </a:moveTo>
                <a:lnTo>
                  <a:pt x="657606" y="7620"/>
                </a:lnTo>
                <a:lnTo>
                  <a:pt x="629412" y="15240"/>
                </a:lnTo>
                <a:lnTo>
                  <a:pt x="632460" y="24384"/>
                </a:lnTo>
                <a:lnTo>
                  <a:pt x="659892" y="16764"/>
                </a:lnTo>
                <a:close/>
              </a:path>
              <a:path w="694689" h="5035550">
                <a:moveTo>
                  <a:pt x="661416" y="2076450"/>
                </a:moveTo>
                <a:lnTo>
                  <a:pt x="659130" y="2067306"/>
                </a:lnTo>
                <a:lnTo>
                  <a:pt x="631698" y="2074164"/>
                </a:lnTo>
                <a:lnTo>
                  <a:pt x="633984" y="2083308"/>
                </a:lnTo>
                <a:lnTo>
                  <a:pt x="661416" y="2076450"/>
                </a:lnTo>
                <a:close/>
              </a:path>
              <a:path w="694689" h="5035550">
                <a:moveTo>
                  <a:pt x="661416" y="1978914"/>
                </a:moveTo>
                <a:lnTo>
                  <a:pt x="633222" y="1972056"/>
                </a:lnTo>
                <a:lnTo>
                  <a:pt x="630936" y="1981200"/>
                </a:lnTo>
                <a:lnTo>
                  <a:pt x="659130" y="1988058"/>
                </a:lnTo>
                <a:lnTo>
                  <a:pt x="661416" y="1978914"/>
                </a:lnTo>
                <a:close/>
              </a:path>
              <a:path w="694689" h="5035550">
                <a:moveTo>
                  <a:pt x="665988" y="4966716"/>
                </a:moveTo>
                <a:lnTo>
                  <a:pt x="653796" y="4940046"/>
                </a:lnTo>
                <a:lnTo>
                  <a:pt x="645414" y="4943856"/>
                </a:lnTo>
                <a:lnTo>
                  <a:pt x="656844" y="4970526"/>
                </a:lnTo>
                <a:lnTo>
                  <a:pt x="665988" y="4966716"/>
                </a:lnTo>
                <a:close/>
              </a:path>
              <a:path w="694689" h="5035550">
                <a:moveTo>
                  <a:pt x="668274" y="2362962"/>
                </a:moveTo>
                <a:lnTo>
                  <a:pt x="640080" y="2357628"/>
                </a:lnTo>
                <a:lnTo>
                  <a:pt x="638556" y="2366772"/>
                </a:lnTo>
                <a:lnTo>
                  <a:pt x="666750" y="2372868"/>
                </a:lnTo>
                <a:lnTo>
                  <a:pt x="668274" y="2362962"/>
                </a:lnTo>
                <a:close/>
              </a:path>
              <a:path w="694689" h="5035550">
                <a:moveTo>
                  <a:pt x="668274" y="1692402"/>
                </a:moveTo>
                <a:lnTo>
                  <a:pt x="666750" y="1683258"/>
                </a:lnTo>
                <a:lnTo>
                  <a:pt x="638556" y="1688592"/>
                </a:lnTo>
                <a:lnTo>
                  <a:pt x="640842" y="1698498"/>
                </a:lnTo>
                <a:lnTo>
                  <a:pt x="668274" y="1692402"/>
                </a:lnTo>
                <a:close/>
              </a:path>
              <a:path w="694689" h="5035550">
                <a:moveTo>
                  <a:pt x="669798" y="303276"/>
                </a:moveTo>
                <a:lnTo>
                  <a:pt x="641604" y="297942"/>
                </a:lnTo>
                <a:lnTo>
                  <a:pt x="640080" y="307086"/>
                </a:lnTo>
                <a:lnTo>
                  <a:pt x="668274" y="312420"/>
                </a:lnTo>
                <a:lnTo>
                  <a:pt x="669798" y="303276"/>
                </a:lnTo>
                <a:close/>
              </a:path>
              <a:path w="694689" h="5035550">
                <a:moveTo>
                  <a:pt x="672084" y="3172968"/>
                </a:moveTo>
                <a:lnTo>
                  <a:pt x="643890" y="3168396"/>
                </a:lnTo>
                <a:lnTo>
                  <a:pt x="642366" y="3177540"/>
                </a:lnTo>
                <a:lnTo>
                  <a:pt x="670560" y="3182112"/>
                </a:lnTo>
                <a:lnTo>
                  <a:pt x="672084" y="3172968"/>
                </a:lnTo>
                <a:close/>
              </a:path>
              <a:path w="694689" h="5035550">
                <a:moveTo>
                  <a:pt x="672084" y="472440"/>
                </a:moveTo>
                <a:lnTo>
                  <a:pt x="670560" y="462534"/>
                </a:lnTo>
                <a:lnTo>
                  <a:pt x="642366" y="467106"/>
                </a:lnTo>
                <a:lnTo>
                  <a:pt x="643890" y="477012"/>
                </a:lnTo>
                <a:lnTo>
                  <a:pt x="672084" y="472440"/>
                </a:lnTo>
                <a:close/>
              </a:path>
              <a:path w="694689" h="5035550">
                <a:moveTo>
                  <a:pt x="672846" y="2745486"/>
                </a:moveTo>
                <a:lnTo>
                  <a:pt x="644652" y="2741676"/>
                </a:lnTo>
                <a:lnTo>
                  <a:pt x="643128" y="2750820"/>
                </a:lnTo>
                <a:lnTo>
                  <a:pt x="671322" y="2755392"/>
                </a:lnTo>
                <a:lnTo>
                  <a:pt x="672846" y="2745486"/>
                </a:lnTo>
                <a:close/>
              </a:path>
              <a:path w="694689" h="5035550">
                <a:moveTo>
                  <a:pt x="674370" y="1319022"/>
                </a:moveTo>
                <a:lnTo>
                  <a:pt x="672846" y="1309878"/>
                </a:lnTo>
                <a:lnTo>
                  <a:pt x="644652" y="1313688"/>
                </a:lnTo>
                <a:lnTo>
                  <a:pt x="646176" y="1323594"/>
                </a:lnTo>
                <a:lnTo>
                  <a:pt x="674370" y="1319022"/>
                </a:lnTo>
                <a:close/>
              </a:path>
              <a:path w="694689" h="5035550">
                <a:moveTo>
                  <a:pt x="678180" y="927354"/>
                </a:moveTo>
                <a:lnTo>
                  <a:pt x="677418" y="918210"/>
                </a:lnTo>
                <a:lnTo>
                  <a:pt x="649224" y="920445"/>
                </a:lnTo>
                <a:lnTo>
                  <a:pt x="648462" y="920496"/>
                </a:lnTo>
                <a:lnTo>
                  <a:pt x="649224" y="930402"/>
                </a:lnTo>
                <a:lnTo>
                  <a:pt x="677418" y="927442"/>
                </a:lnTo>
                <a:lnTo>
                  <a:pt x="678180" y="927354"/>
                </a:lnTo>
                <a:close/>
              </a:path>
              <a:path w="694689" h="5035550">
                <a:moveTo>
                  <a:pt x="681228" y="5001006"/>
                </a:moveTo>
                <a:lnTo>
                  <a:pt x="669798" y="4975098"/>
                </a:lnTo>
                <a:lnTo>
                  <a:pt x="660654" y="4978908"/>
                </a:lnTo>
                <a:lnTo>
                  <a:pt x="672084" y="5004816"/>
                </a:lnTo>
                <a:lnTo>
                  <a:pt x="681228" y="5001006"/>
                </a:lnTo>
                <a:close/>
              </a:path>
              <a:path w="694689" h="5035550">
                <a:moveTo>
                  <a:pt x="683514" y="1206246"/>
                </a:moveTo>
                <a:lnTo>
                  <a:pt x="656082" y="1197102"/>
                </a:lnTo>
                <a:lnTo>
                  <a:pt x="653034" y="1206246"/>
                </a:lnTo>
                <a:lnTo>
                  <a:pt x="680466" y="1214628"/>
                </a:lnTo>
                <a:lnTo>
                  <a:pt x="683514" y="1206246"/>
                </a:lnTo>
                <a:close/>
              </a:path>
              <a:path w="694689" h="5035550">
                <a:moveTo>
                  <a:pt x="690372" y="3176016"/>
                </a:moveTo>
                <a:lnTo>
                  <a:pt x="681990" y="3174492"/>
                </a:lnTo>
                <a:lnTo>
                  <a:pt x="680466" y="3183636"/>
                </a:lnTo>
                <a:lnTo>
                  <a:pt x="688848" y="3185160"/>
                </a:lnTo>
                <a:lnTo>
                  <a:pt x="690372" y="3176016"/>
                </a:lnTo>
                <a:close/>
              </a:path>
              <a:path w="694689" h="5035550">
                <a:moveTo>
                  <a:pt x="690372" y="2748534"/>
                </a:moveTo>
                <a:lnTo>
                  <a:pt x="681990" y="2747010"/>
                </a:lnTo>
                <a:lnTo>
                  <a:pt x="680466" y="2756916"/>
                </a:lnTo>
                <a:lnTo>
                  <a:pt x="688848" y="2758440"/>
                </a:lnTo>
                <a:lnTo>
                  <a:pt x="690372" y="2748534"/>
                </a:lnTo>
                <a:close/>
              </a:path>
              <a:path w="694689" h="5035550">
                <a:moveTo>
                  <a:pt x="690372" y="1316736"/>
                </a:moveTo>
                <a:lnTo>
                  <a:pt x="689610" y="1307592"/>
                </a:lnTo>
                <a:lnTo>
                  <a:pt x="683514" y="1308277"/>
                </a:lnTo>
                <a:lnTo>
                  <a:pt x="682752" y="1308354"/>
                </a:lnTo>
                <a:lnTo>
                  <a:pt x="683514" y="1317498"/>
                </a:lnTo>
                <a:lnTo>
                  <a:pt x="689610" y="1316824"/>
                </a:lnTo>
                <a:lnTo>
                  <a:pt x="690372" y="1316736"/>
                </a:lnTo>
                <a:close/>
              </a:path>
              <a:path w="694689" h="5035550">
                <a:moveTo>
                  <a:pt x="690372" y="926592"/>
                </a:moveTo>
                <a:lnTo>
                  <a:pt x="689610" y="916686"/>
                </a:lnTo>
                <a:lnTo>
                  <a:pt x="686562" y="917448"/>
                </a:lnTo>
                <a:lnTo>
                  <a:pt x="687324" y="926592"/>
                </a:lnTo>
                <a:lnTo>
                  <a:pt x="690372" y="926592"/>
                </a:lnTo>
                <a:close/>
              </a:path>
              <a:path w="694689" h="5035550">
                <a:moveTo>
                  <a:pt x="690372" y="469392"/>
                </a:moveTo>
                <a:lnTo>
                  <a:pt x="688848" y="459486"/>
                </a:lnTo>
                <a:lnTo>
                  <a:pt x="680466" y="461010"/>
                </a:lnTo>
                <a:lnTo>
                  <a:pt x="681990" y="470916"/>
                </a:lnTo>
                <a:lnTo>
                  <a:pt x="690372" y="469392"/>
                </a:lnTo>
                <a:close/>
              </a:path>
              <a:path w="694689" h="5035550">
                <a:moveTo>
                  <a:pt x="691134" y="3286518"/>
                </a:moveTo>
                <a:lnTo>
                  <a:pt x="688848" y="3277374"/>
                </a:lnTo>
                <a:lnTo>
                  <a:pt x="662178" y="3284232"/>
                </a:lnTo>
                <a:lnTo>
                  <a:pt x="664464" y="3293376"/>
                </a:lnTo>
                <a:lnTo>
                  <a:pt x="691134" y="3286518"/>
                </a:lnTo>
                <a:close/>
              </a:path>
              <a:path w="694689" h="5035550">
                <a:moveTo>
                  <a:pt x="691134" y="2877312"/>
                </a:moveTo>
                <a:lnTo>
                  <a:pt x="688848" y="2868168"/>
                </a:lnTo>
                <a:lnTo>
                  <a:pt x="662178" y="2875788"/>
                </a:lnTo>
                <a:lnTo>
                  <a:pt x="664464" y="2884932"/>
                </a:lnTo>
                <a:lnTo>
                  <a:pt x="691134" y="2877312"/>
                </a:lnTo>
                <a:close/>
              </a:path>
              <a:path w="694689" h="5035550">
                <a:moveTo>
                  <a:pt x="691134" y="2452116"/>
                </a:moveTo>
                <a:lnTo>
                  <a:pt x="688848" y="2442972"/>
                </a:lnTo>
                <a:lnTo>
                  <a:pt x="662178" y="2450592"/>
                </a:lnTo>
                <a:lnTo>
                  <a:pt x="664464" y="2459736"/>
                </a:lnTo>
                <a:lnTo>
                  <a:pt x="691134" y="2452116"/>
                </a:lnTo>
                <a:close/>
              </a:path>
              <a:path w="694689" h="5035550">
                <a:moveTo>
                  <a:pt x="691134" y="2367534"/>
                </a:moveTo>
                <a:lnTo>
                  <a:pt x="677418" y="2365248"/>
                </a:lnTo>
                <a:lnTo>
                  <a:pt x="675894" y="2374392"/>
                </a:lnTo>
                <a:lnTo>
                  <a:pt x="688848" y="2377440"/>
                </a:lnTo>
                <a:lnTo>
                  <a:pt x="691134" y="2367534"/>
                </a:lnTo>
                <a:close/>
              </a:path>
              <a:path w="694689" h="5035550">
                <a:moveTo>
                  <a:pt x="691134" y="2069592"/>
                </a:moveTo>
                <a:lnTo>
                  <a:pt x="688848" y="2059686"/>
                </a:lnTo>
                <a:lnTo>
                  <a:pt x="668274" y="2065020"/>
                </a:lnTo>
                <a:lnTo>
                  <a:pt x="670560" y="2074164"/>
                </a:lnTo>
                <a:lnTo>
                  <a:pt x="691134" y="2069592"/>
                </a:lnTo>
                <a:close/>
              </a:path>
              <a:path w="694689" h="5035550">
                <a:moveTo>
                  <a:pt x="691134" y="1986534"/>
                </a:moveTo>
                <a:lnTo>
                  <a:pt x="670560" y="1981200"/>
                </a:lnTo>
                <a:lnTo>
                  <a:pt x="668274" y="1991106"/>
                </a:lnTo>
                <a:lnTo>
                  <a:pt x="688848" y="1995678"/>
                </a:lnTo>
                <a:lnTo>
                  <a:pt x="691134" y="1986534"/>
                </a:lnTo>
                <a:close/>
              </a:path>
              <a:path w="694689" h="5035550">
                <a:moveTo>
                  <a:pt x="691134" y="1688592"/>
                </a:moveTo>
                <a:lnTo>
                  <a:pt x="688848" y="1678686"/>
                </a:lnTo>
                <a:lnTo>
                  <a:pt x="675894" y="1681734"/>
                </a:lnTo>
                <a:lnTo>
                  <a:pt x="678180" y="1690878"/>
                </a:lnTo>
                <a:lnTo>
                  <a:pt x="691134" y="1688592"/>
                </a:lnTo>
                <a:close/>
              </a:path>
              <a:path w="694689" h="5035550">
                <a:moveTo>
                  <a:pt x="691134" y="1605534"/>
                </a:moveTo>
                <a:lnTo>
                  <a:pt x="663702" y="1597914"/>
                </a:lnTo>
                <a:lnTo>
                  <a:pt x="660654" y="1607058"/>
                </a:lnTo>
                <a:lnTo>
                  <a:pt x="688086" y="1614678"/>
                </a:lnTo>
                <a:lnTo>
                  <a:pt x="691134" y="1605534"/>
                </a:lnTo>
                <a:close/>
              </a:path>
              <a:path w="694689" h="5035550">
                <a:moveTo>
                  <a:pt x="691134" y="767334"/>
                </a:moveTo>
                <a:lnTo>
                  <a:pt x="664464" y="759714"/>
                </a:lnTo>
                <a:lnTo>
                  <a:pt x="662178" y="768858"/>
                </a:lnTo>
                <a:lnTo>
                  <a:pt x="688848" y="776478"/>
                </a:lnTo>
                <a:lnTo>
                  <a:pt x="691134" y="767334"/>
                </a:lnTo>
                <a:close/>
              </a:path>
              <a:path w="694689" h="5035550">
                <a:moveTo>
                  <a:pt x="691134" y="307086"/>
                </a:moveTo>
                <a:lnTo>
                  <a:pt x="678942" y="304800"/>
                </a:lnTo>
                <a:lnTo>
                  <a:pt x="677418" y="314706"/>
                </a:lnTo>
                <a:lnTo>
                  <a:pt x="688848" y="316992"/>
                </a:lnTo>
                <a:lnTo>
                  <a:pt x="691134" y="307086"/>
                </a:lnTo>
                <a:close/>
              </a:path>
              <a:path w="694689" h="5035550">
                <a:moveTo>
                  <a:pt x="691134" y="9144"/>
                </a:moveTo>
                <a:lnTo>
                  <a:pt x="688848" y="0"/>
                </a:lnTo>
                <a:lnTo>
                  <a:pt x="666750" y="5334"/>
                </a:lnTo>
                <a:lnTo>
                  <a:pt x="669036" y="14478"/>
                </a:lnTo>
                <a:lnTo>
                  <a:pt x="691134" y="9144"/>
                </a:lnTo>
                <a:close/>
              </a:path>
              <a:path w="694689" h="5035550">
                <a:moveTo>
                  <a:pt x="694182" y="5031486"/>
                </a:moveTo>
                <a:lnTo>
                  <a:pt x="685038" y="5010150"/>
                </a:lnTo>
                <a:lnTo>
                  <a:pt x="675894" y="5013960"/>
                </a:lnTo>
                <a:lnTo>
                  <a:pt x="685800" y="5035296"/>
                </a:lnTo>
                <a:lnTo>
                  <a:pt x="694182" y="5031486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828800"/>
            <a:ext cx="2689098" cy="495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136398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70" dirty="0"/>
              <a:t> </a:t>
            </a:r>
            <a:r>
              <a:rPr dirty="0"/>
              <a:t>New</a:t>
            </a:r>
            <a:r>
              <a:rPr spc="-70" dirty="0"/>
              <a:t> </a:t>
            </a:r>
            <a:r>
              <a:rPr dirty="0"/>
              <a:t>Cloud</a:t>
            </a:r>
            <a:r>
              <a:rPr spc="-70" dirty="0"/>
              <a:t> </a:t>
            </a:r>
            <a:r>
              <a:rPr dirty="0"/>
              <a:t>at</a:t>
            </a:r>
            <a:r>
              <a:rPr spc="-70" dirty="0"/>
              <a:t> </a:t>
            </a:r>
            <a:r>
              <a:rPr dirty="0"/>
              <a:t>CMU-</a:t>
            </a:r>
            <a:r>
              <a:rPr spc="-50" dirty="0"/>
              <a:t>Q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grpSp>
        <p:nvGrpSpPr>
          <p:cNvPr id="4" name="object 4"/>
          <p:cNvGrpSpPr/>
          <p:nvPr/>
        </p:nvGrpSpPr>
        <p:grpSpPr>
          <a:xfrm>
            <a:off x="4567427" y="3119627"/>
            <a:ext cx="3134360" cy="2067560"/>
            <a:chOff x="4567427" y="3119627"/>
            <a:chExt cx="3134360" cy="20675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1999" y="3124199"/>
              <a:ext cx="343662" cy="17145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67427" y="3119628"/>
              <a:ext cx="3134105" cy="206730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67427" y="3119627"/>
              <a:ext cx="3134360" cy="2067560"/>
            </a:xfrm>
            <a:custGeom>
              <a:avLst/>
              <a:gdLst/>
              <a:ahLst/>
              <a:cxnLst/>
              <a:rect l="l" t="t" r="r" b="b"/>
              <a:pathLst>
                <a:path w="3134359" h="2067560">
                  <a:moveTo>
                    <a:pt x="3134106" y="1719072"/>
                  </a:moveTo>
                  <a:lnTo>
                    <a:pt x="3134106" y="347472"/>
                  </a:lnTo>
                  <a:lnTo>
                    <a:pt x="3133344" y="329946"/>
                  </a:lnTo>
                  <a:lnTo>
                    <a:pt x="3124372" y="267022"/>
                  </a:lnTo>
                  <a:lnTo>
                    <a:pt x="3111158" y="223832"/>
                  </a:lnTo>
                  <a:lnTo>
                    <a:pt x="3092610" y="183252"/>
                  </a:lnTo>
                  <a:lnTo>
                    <a:pt x="3069160" y="145683"/>
                  </a:lnTo>
                  <a:lnTo>
                    <a:pt x="3041243" y="111527"/>
                  </a:lnTo>
                  <a:lnTo>
                    <a:pt x="3009291" y="81186"/>
                  </a:lnTo>
                  <a:lnTo>
                    <a:pt x="2973737" y="55061"/>
                  </a:lnTo>
                  <a:lnTo>
                    <a:pt x="2935014" y="33555"/>
                  </a:lnTo>
                  <a:lnTo>
                    <a:pt x="2893554" y="17068"/>
                  </a:lnTo>
                  <a:lnTo>
                    <a:pt x="2849792" y="6003"/>
                  </a:lnTo>
                  <a:lnTo>
                    <a:pt x="2804160" y="762"/>
                  </a:lnTo>
                  <a:lnTo>
                    <a:pt x="347472" y="0"/>
                  </a:lnTo>
                  <a:lnTo>
                    <a:pt x="300972" y="3423"/>
                  </a:lnTo>
                  <a:lnTo>
                    <a:pt x="256427" y="12501"/>
                  </a:lnTo>
                  <a:lnTo>
                    <a:pt x="214202" y="26907"/>
                  </a:lnTo>
                  <a:lnTo>
                    <a:pt x="174663" y="46315"/>
                  </a:lnTo>
                  <a:lnTo>
                    <a:pt x="138176" y="70401"/>
                  </a:lnTo>
                  <a:lnTo>
                    <a:pt x="105106" y="98838"/>
                  </a:lnTo>
                  <a:lnTo>
                    <a:pt x="75818" y="131300"/>
                  </a:lnTo>
                  <a:lnTo>
                    <a:pt x="50679" y="167462"/>
                  </a:lnTo>
                  <a:lnTo>
                    <a:pt x="30054" y="206999"/>
                  </a:lnTo>
                  <a:lnTo>
                    <a:pt x="14309" y="249585"/>
                  </a:lnTo>
                  <a:lnTo>
                    <a:pt x="3809" y="294894"/>
                  </a:lnTo>
                  <a:lnTo>
                    <a:pt x="0" y="348234"/>
                  </a:lnTo>
                  <a:lnTo>
                    <a:pt x="0" y="1719834"/>
                  </a:lnTo>
                  <a:lnTo>
                    <a:pt x="4572" y="1772412"/>
                  </a:lnTo>
                  <a:lnTo>
                    <a:pt x="9906" y="1797938"/>
                  </a:lnTo>
                  <a:lnTo>
                    <a:pt x="9905" y="329946"/>
                  </a:lnTo>
                  <a:lnTo>
                    <a:pt x="11429" y="313182"/>
                  </a:lnTo>
                  <a:lnTo>
                    <a:pt x="31740" y="228080"/>
                  </a:lnTo>
                  <a:lnTo>
                    <a:pt x="54087" y="180355"/>
                  </a:lnTo>
                  <a:lnTo>
                    <a:pt x="83681" y="136750"/>
                  </a:lnTo>
                  <a:lnTo>
                    <a:pt x="120395" y="97536"/>
                  </a:lnTo>
                  <a:lnTo>
                    <a:pt x="191394" y="48058"/>
                  </a:lnTo>
                  <a:lnTo>
                    <a:pt x="241434" y="26950"/>
                  </a:lnTo>
                  <a:lnTo>
                    <a:pt x="294201" y="14084"/>
                  </a:lnTo>
                  <a:lnTo>
                    <a:pt x="347472" y="9964"/>
                  </a:lnTo>
                  <a:lnTo>
                    <a:pt x="2804160" y="9906"/>
                  </a:lnTo>
                  <a:lnTo>
                    <a:pt x="2820924" y="11430"/>
                  </a:lnTo>
                  <a:lnTo>
                    <a:pt x="2869204" y="19810"/>
                  </a:lnTo>
                  <a:lnTo>
                    <a:pt x="2914912" y="34952"/>
                  </a:lnTo>
                  <a:lnTo>
                    <a:pt x="2957516" y="56282"/>
                  </a:lnTo>
                  <a:lnTo>
                    <a:pt x="2996485" y="83227"/>
                  </a:lnTo>
                  <a:lnTo>
                    <a:pt x="3031288" y="115214"/>
                  </a:lnTo>
                  <a:lnTo>
                    <a:pt x="3061392" y="151669"/>
                  </a:lnTo>
                  <a:lnTo>
                    <a:pt x="3086267" y="192020"/>
                  </a:lnTo>
                  <a:lnTo>
                    <a:pt x="3105381" y="235692"/>
                  </a:lnTo>
                  <a:lnTo>
                    <a:pt x="3118202" y="282112"/>
                  </a:lnTo>
                  <a:lnTo>
                    <a:pt x="3124200" y="330708"/>
                  </a:lnTo>
                  <a:lnTo>
                    <a:pt x="3124200" y="1797784"/>
                  </a:lnTo>
                  <a:lnTo>
                    <a:pt x="3127904" y="1783211"/>
                  </a:lnTo>
                  <a:lnTo>
                    <a:pt x="3133344" y="1737360"/>
                  </a:lnTo>
                  <a:lnTo>
                    <a:pt x="3134106" y="1719072"/>
                  </a:lnTo>
                  <a:close/>
                </a:path>
                <a:path w="3134359" h="2067560">
                  <a:moveTo>
                    <a:pt x="3124200" y="1797784"/>
                  </a:moveTo>
                  <a:lnTo>
                    <a:pt x="3124200" y="1737360"/>
                  </a:lnTo>
                  <a:lnTo>
                    <a:pt x="3122676" y="1754124"/>
                  </a:lnTo>
                  <a:lnTo>
                    <a:pt x="3114295" y="1802404"/>
                  </a:lnTo>
                  <a:lnTo>
                    <a:pt x="3099153" y="1848112"/>
                  </a:lnTo>
                  <a:lnTo>
                    <a:pt x="3077823" y="1890716"/>
                  </a:lnTo>
                  <a:lnTo>
                    <a:pt x="3050878" y="1929685"/>
                  </a:lnTo>
                  <a:lnTo>
                    <a:pt x="3018891" y="1964488"/>
                  </a:lnTo>
                  <a:lnTo>
                    <a:pt x="2982436" y="1994592"/>
                  </a:lnTo>
                  <a:lnTo>
                    <a:pt x="2942085" y="2019467"/>
                  </a:lnTo>
                  <a:lnTo>
                    <a:pt x="2898413" y="2038581"/>
                  </a:lnTo>
                  <a:lnTo>
                    <a:pt x="2851993" y="2051402"/>
                  </a:lnTo>
                  <a:lnTo>
                    <a:pt x="2804160" y="2057305"/>
                  </a:lnTo>
                  <a:lnTo>
                    <a:pt x="347472" y="2057348"/>
                  </a:lnTo>
                  <a:lnTo>
                    <a:pt x="300972" y="2054210"/>
                  </a:lnTo>
                  <a:lnTo>
                    <a:pt x="299187" y="2054089"/>
                  </a:lnTo>
                  <a:lnTo>
                    <a:pt x="252047" y="2043808"/>
                  </a:lnTo>
                  <a:lnTo>
                    <a:pt x="207398" y="2027058"/>
                  </a:lnTo>
                  <a:lnTo>
                    <a:pt x="165824" y="2004341"/>
                  </a:lnTo>
                  <a:lnTo>
                    <a:pt x="127911" y="1976161"/>
                  </a:lnTo>
                  <a:lnTo>
                    <a:pt x="94242" y="1943019"/>
                  </a:lnTo>
                  <a:lnTo>
                    <a:pt x="65404" y="1905418"/>
                  </a:lnTo>
                  <a:lnTo>
                    <a:pt x="41980" y="1863861"/>
                  </a:lnTo>
                  <a:lnTo>
                    <a:pt x="24556" y="1818850"/>
                  </a:lnTo>
                  <a:lnTo>
                    <a:pt x="13716" y="1770888"/>
                  </a:lnTo>
                  <a:lnTo>
                    <a:pt x="9906" y="1736598"/>
                  </a:lnTo>
                  <a:lnTo>
                    <a:pt x="9906" y="1797938"/>
                  </a:lnTo>
                  <a:lnTo>
                    <a:pt x="22824" y="1843148"/>
                  </a:lnTo>
                  <a:lnTo>
                    <a:pt x="45720" y="1891984"/>
                  </a:lnTo>
                  <a:lnTo>
                    <a:pt x="76235" y="1936468"/>
                  </a:lnTo>
                  <a:lnTo>
                    <a:pt x="114300" y="1976628"/>
                  </a:lnTo>
                  <a:lnTo>
                    <a:pt x="187212" y="2028027"/>
                  </a:lnTo>
                  <a:lnTo>
                    <a:pt x="238520" y="2049375"/>
                  </a:lnTo>
                  <a:lnTo>
                    <a:pt x="292678" y="2062352"/>
                  </a:lnTo>
                  <a:lnTo>
                    <a:pt x="347472" y="2067238"/>
                  </a:lnTo>
                  <a:lnTo>
                    <a:pt x="2786634" y="2067306"/>
                  </a:lnTo>
                  <a:lnTo>
                    <a:pt x="2803398" y="2066577"/>
                  </a:lnTo>
                  <a:lnTo>
                    <a:pt x="2804160" y="2066544"/>
                  </a:lnTo>
                  <a:lnTo>
                    <a:pt x="2820924" y="2065086"/>
                  </a:lnTo>
                  <a:lnTo>
                    <a:pt x="2821686" y="2065020"/>
                  </a:lnTo>
                  <a:lnTo>
                    <a:pt x="2867233" y="2057464"/>
                  </a:lnTo>
                  <a:lnTo>
                    <a:pt x="2910474" y="2044228"/>
                  </a:lnTo>
                  <a:lnTo>
                    <a:pt x="2951028" y="2025724"/>
                  </a:lnTo>
                  <a:lnTo>
                    <a:pt x="2988518" y="2002362"/>
                  </a:lnTo>
                  <a:lnTo>
                    <a:pt x="3022565" y="1974554"/>
                  </a:lnTo>
                  <a:lnTo>
                    <a:pt x="3052790" y="1942711"/>
                  </a:lnTo>
                  <a:lnTo>
                    <a:pt x="3078816" y="1907244"/>
                  </a:lnTo>
                  <a:lnTo>
                    <a:pt x="3100262" y="1868564"/>
                  </a:lnTo>
                  <a:lnTo>
                    <a:pt x="3116751" y="1827082"/>
                  </a:lnTo>
                  <a:lnTo>
                    <a:pt x="3124200" y="17977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14570" y="3251708"/>
            <a:ext cx="2638425" cy="176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Arial"/>
                <a:cs typeface="Arial"/>
              </a:rPr>
              <a:t>Total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Installed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Capacity: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600" dirty="0">
                <a:latin typeface="Arial MT"/>
                <a:cs typeface="Arial MT"/>
              </a:rPr>
              <a:t>20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Servers</a:t>
            </a:r>
            <a:endParaRPr sz="1600">
              <a:latin typeface="Arial MT"/>
              <a:cs typeface="Arial MT"/>
            </a:endParaRPr>
          </a:p>
          <a:p>
            <a:pPr marL="635" algn="ctr">
              <a:lnSpc>
                <a:spcPct val="100000"/>
              </a:lnSpc>
            </a:pPr>
            <a:r>
              <a:rPr sz="1600" dirty="0">
                <a:latin typeface="Arial MT"/>
                <a:cs typeface="Arial MT"/>
              </a:rPr>
              <a:t>240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Cores,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960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GB</a:t>
            </a:r>
            <a:r>
              <a:rPr sz="1600" spc="-10" dirty="0">
                <a:latin typeface="Arial MT"/>
                <a:cs typeface="Arial MT"/>
              </a:rPr>
              <a:t> Memory,</a:t>
            </a:r>
            <a:endParaRPr sz="1600">
              <a:latin typeface="Arial MT"/>
              <a:cs typeface="Arial MT"/>
            </a:endParaRPr>
          </a:p>
          <a:p>
            <a:pPr marL="120014" marR="111125" algn="ctr">
              <a:lnSpc>
                <a:spcPct val="100000"/>
              </a:lnSpc>
            </a:pPr>
            <a:r>
              <a:rPr sz="1600" dirty="0">
                <a:latin typeface="Arial MT"/>
                <a:cs typeface="Arial MT"/>
              </a:rPr>
              <a:t>18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TB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local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storage, 20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TB </a:t>
            </a:r>
            <a:r>
              <a:rPr sz="1600" dirty="0">
                <a:latin typeface="Arial MT"/>
                <a:cs typeface="Arial MT"/>
              </a:rPr>
              <a:t>SAN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Storage</a:t>
            </a:r>
            <a:endParaRPr sz="1600">
              <a:latin typeface="Arial MT"/>
              <a:cs typeface="Arial MT"/>
            </a:endParaRPr>
          </a:p>
          <a:p>
            <a:pPr marL="142240" marR="134620" indent="58419" algn="ctr">
              <a:lnSpc>
                <a:spcPct val="100000"/>
              </a:lnSpc>
            </a:pPr>
            <a:r>
              <a:rPr sz="1600" dirty="0">
                <a:latin typeface="Arial MT"/>
                <a:cs typeface="Arial MT"/>
              </a:rPr>
              <a:t>VMWare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vSphere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4.x </a:t>
            </a:r>
            <a:r>
              <a:rPr sz="1600" dirty="0">
                <a:latin typeface="Arial MT"/>
                <a:cs typeface="Arial MT"/>
              </a:rPr>
              <a:t>Virtualization</a:t>
            </a:r>
            <a:r>
              <a:rPr sz="1600" spc="-10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Environment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9808" y="5033009"/>
            <a:ext cx="1568450" cy="803275"/>
          </a:xfrm>
          <a:custGeom>
            <a:avLst/>
            <a:gdLst/>
            <a:ahLst/>
            <a:cxnLst/>
            <a:rect l="l" t="t" r="r" b="b"/>
            <a:pathLst>
              <a:path w="1568450" h="803275">
                <a:moveTo>
                  <a:pt x="1568196" y="5334"/>
                </a:moveTo>
                <a:lnTo>
                  <a:pt x="1562862" y="0"/>
                </a:lnTo>
                <a:lnTo>
                  <a:pt x="5334" y="0"/>
                </a:lnTo>
                <a:lnTo>
                  <a:pt x="0" y="5334"/>
                </a:lnTo>
                <a:lnTo>
                  <a:pt x="0" y="797052"/>
                </a:lnTo>
                <a:lnTo>
                  <a:pt x="5334" y="803148"/>
                </a:lnTo>
                <a:lnTo>
                  <a:pt x="12192" y="803148"/>
                </a:lnTo>
                <a:lnTo>
                  <a:pt x="25146" y="803148"/>
                </a:lnTo>
                <a:lnTo>
                  <a:pt x="124968" y="803148"/>
                </a:lnTo>
                <a:lnTo>
                  <a:pt x="144780" y="803148"/>
                </a:lnTo>
                <a:lnTo>
                  <a:pt x="150876" y="797052"/>
                </a:lnTo>
                <a:lnTo>
                  <a:pt x="150876" y="150114"/>
                </a:lnTo>
                <a:lnTo>
                  <a:pt x="1543050" y="150114"/>
                </a:lnTo>
                <a:lnTo>
                  <a:pt x="1555242" y="150114"/>
                </a:lnTo>
                <a:lnTo>
                  <a:pt x="1562862" y="150114"/>
                </a:lnTo>
                <a:lnTo>
                  <a:pt x="1568196" y="144780"/>
                </a:lnTo>
                <a:lnTo>
                  <a:pt x="1568196" y="5334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2434590">
              <a:lnSpc>
                <a:spcPct val="100000"/>
              </a:lnSpc>
              <a:spcBef>
                <a:spcPts val="95"/>
              </a:spcBef>
            </a:pPr>
            <a:r>
              <a:rPr dirty="0"/>
              <a:t>Lecture</a:t>
            </a:r>
            <a:r>
              <a:rPr spc="-145" dirty="0"/>
              <a:t> </a:t>
            </a:r>
            <a:r>
              <a:rPr spc="-10" dirty="0"/>
              <a:t>Outline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grpSp>
        <p:nvGrpSpPr>
          <p:cNvPr id="4" name="object 4"/>
          <p:cNvGrpSpPr/>
          <p:nvPr/>
        </p:nvGrpSpPr>
        <p:grpSpPr>
          <a:xfrm>
            <a:off x="2832354" y="1892807"/>
            <a:ext cx="4491355" cy="1068705"/>
            <a:chOff x="2832354" y="1892807"/>
            <a:chExt cx="4491355" cy="1068705"/>
          </a:xfrm>
        </p:grpSpPr>
        <p:sp>
          <p:nvSpPr>
            <p:cNvPr id="5" name="object 5"/>
            <p:cNvSpPr/>
            <p:nvPr/>
          </p:nvSpPr>
          <p:spPr>
            <a:xfrm>
              <a:off x="2845308" y="1904999"/>
              <a:ext cx="4465320" cy="131445"/>
            </a:xfrm>
            <a:custGeom>
              <a:avLst/>
              <a:gdLst/>
              <a:ahLst/>
              <a:cxnLst/>
              <a:rect l="l" t="t" r="r" b="b"/>
              <a:pathLst>
                <a:path w="4465320" h="131444">
                  <a:moveTo>
                    <a:pt x="4465320" y="0"/>
                  </a:moveTo>
                  <a:lnTo>
                    <a:pt x="0" y="0"/>
                  </a:lnTo>
                  <a:lnTo>
                    <a:pt x="130302" y="131064"/>
                  </a:lnTo>
                  <a:lnTo>
                    <a:pt x="4335018" y="131063"/>
                  </a:lnTo>
                  <a:lnTo>
                    <a:pt x="4465320" y="0"/>
                  </a:lnTo>
                  <a:close/>
                </a:path>
              </a:pathLst>
            </a:custGeom>
            <a:solidFill>
              <a:srgbClr val="B8BF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45308" y="2817875"/>
              <a:ext cx="4465320" cy="130810"/>
            </a:xfrm>
            <a:custGeom>
              <a:avLst/>
              <a:gdLst/>
              <a:ahLst/>
              <a:cxnLst/>
              <a:rect l="l" t="t" r="r" b="b"/>
              <a:pathLst>
                <a:path w="4465320" h="130810">
                  <a:moveTo>
                    <a:pt x="4465320" y="130302"/>
                  </a:moveTo>
                  <a:lnTo>
                    <a:pt x="4335018" y="0"/>
                  </a:lnTo>
                  <a:lnTo>
                    <a:pt x="130302" y="0"/>
                  </a:lnTo>
                  <a:lnTo>
                    <a:pt x="0" y="130302"/>
                  </a:lnTo>
                  <a:lnTo>
                    <a:pt x="4465320" y="130302"/>
                  </a:lnTo>
                  <a:close/>
                </a:path>
              </a:pathLst>
            </a:custGeom>
            <a:solidFill>
              <a:srgbClr val="868D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45308" y="1904999"/>
              <a:ext cx="130810" cy="1043305"/>
            </a:xfrm>
            <a:custGeom>
              <a:avLst/>
              <a:gdLst/>
              <a:ahLst/>
              <a:cxnLst/>
              <a:rect l="l" t="t" r="r" b="b"/>
              <a:pathLst>
                <a:path w="130810" h="1043305">
                  <a:moveTo>
                    <a:pt x="130302" y="912876"/>
                  </a:moveTo>
                  <a:lnTo>
                    <a:pt x="130302" y="131064"/>
                  </a:lnTo>
                  <a:lnTo>
                    <a:pt x="0" y="0"/>
                  </a:lnTo>
                  <a:lnTo>
                    <a:pt x="0" y="1043178"/>
                  </a:lnTo>
                  <a:lnTo>
                    <a:pt x="130302" y="912876"/>
                  </a:lnTo>
                  <a:close/>
                </a:path>
              </a:pathLst>
            </a:custGeom>
            <a:solidFill>
              <a:srgbClr val="CACF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80325" y="1904999"/>
              <a:ext cx="130810" cy="1043305"/>
            </a:xfrm>
            <a:custGeom>
              <a:avLst/>
              <a:gdLst/>
              <a:ahLst/>
              <a:cxnLst/>
              <a:rect l="l" t="t" r="r" b="b"/>
              <a:pathLst>
                <a:path w="130809" h="1043305">
                  <a:moveTo>
                    <a:pt x="130301" y="1043178"/>
                  </a:moveTo>
                  <a:lnTo>
                    <a:pt x="130301" y="0"/>
                  </a:lnTo>
                  <a:lnTo>
                    <a:pt x="0" y="131064"/>
                  </a:lnTo>
                  <a:lnTo>
                    <a:pt x="0" y="912876"/>
                  </a:lnTo>
                  <a:lnTo>
                    <a:pt x="130301" y="1043178"/>
                  </a:lnTo>
                  <a:close/>
                </a:path>
              </a:pathLst>
            </a:custGeom>
            <a:solidFill>
              <a:srgbClr val="6469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32354" y="1892807"/>
              <a:ext cx="4491355" cy="1068705"/>
            </a:xfrm>
            <a:custGeom>
              <a:avLst/>
              <a:gdLst/>
              <a:ahLst/>
              <a:cxnLst/>
              <a:rect l="l" t="t" r="r" b="b"/>
              <a:pathLst>
                <a:path w="4491355" h="1068705">
                  <a:moveTo>
                    <a:pt x="4491228" y="1062228"/>
                  </a:moveTo>
                  <a:lnTo>
                    <a:pt x="4491228" y="5334"/>
                  </a:lnTo>
                  <a:lnTo>
                    <a:pt x="4485132" y="0"/>
                  </a:lnTo>
                  <a:lnTo>
                    <a:pt x="6095" y="0"/>
                  </a:lnTo>
                  <a:lnTo>
                    <a:pt x="0" y="5334"/>
                  </a:lnTo>
                  <a:lnTo>
                    <a:pt x="0" y="1062228"/>
                  </a:lnTo>
                  <a:lnTo>
                    <a:pt x="3810" y="1066038"/>
                  </a:lnTo>
                  <a:lnTo>
                    <a:pt x="3810" y="21336"/>
                  </a:lnTo>
                  <a:lnTo>
                    <a:pt x="22098" y="3810"/>
                  </a:lnTo>
                  <a:lnTo>
                    <a:pt x="43433" y="25146"/>
                  </a:lnTo>
                  <a:lnTo>
                    <a:pt x="4447794" y="25146"/>
                  </a:lnTo>
                  <a:lnTo>
                    <a:pt x="4469130" y="3810"/>
                  </a:lnTo>
                  <a:lnTo>
                    <a:pt x="4487418" y="21336"/>
                  </a:lnTo>
                  <a:lnTo>
                    <a:pt x="4487418" y="1066038"/>
                  </a:lnTo>
                  <a:lnTo>
                    <a:pt x="4491228" y="1062228"/>
                  </a:lnTo>
                  <a:close/>
                </a:path>
                <a:path w="4491355" h="1068705">
                  <a:moveTo>
                    <a:pt x="43433" y="25146"/>
                  </a:moveTo>
                  <a:lnTo>
                    <a:pt x="22098" y="3810"/>
                  </a:lnTo>
                  <a:lnTo>
                    <a:pt x="3810" y="21336"/>
                  </a:lnTo>
                  <a:lnTo>
                    <a:pt x="12954" y="30480"/>
                  </a:lnTo>
                  <a:lnTo>
                    <a:pt x="12954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43433" y="25146"/>
                  </a:lnTo>
                  <a:close/>
                </a:path>
                <a:path w="4491355" h="1068705">
                  <a:moveTo>
                    <a:pt x="25146" y="1024890"/>
                  </a:moveTo>
                  <a:lnTo>
                    <a:pt x="25146" y="42672"/>
                  </a:lnTo>
                  <a:lnTo>
                    <a:pt x="3810" y="21336"/>
                  </a:lnTo>
                  <a:lnTo>
                    <a:pt x="3810" y="1046226"/>
                  </a:lnTo>
                  <a:lnTo>
                    <a:pt x="25146" y="1024890"/>
                  </a:lnTo>
                  <a:close/>
                </a:path>
                <a:path w="4491355" h="1068705">
                  <a:moveTo>
                    <a:pt x="152400" y="934212"/>
                  </a:moveTo>
                  <a:lnTo>
                    <a:pt x="134112" y="915924"/>
                  </a:lnTo>
                  <a:lnTo>
                    <a:pt x="3810" y="1046226"/>
                  </a:lnTo>
                  <a:lnTo>
                    <a:pt x="12954" y="1055370"/>
                  </a:lnTo>
                  <a:lnTo>
                    <a:pt x="12954" y="1043178"/>
                  </a:lnTo>
                  <a:lnTo>
                    <a:pt x="43433" y="1043178"/>
                  </a:lnTo>
                  <a:lnTo>
                    <a:pt x="130302" y="956310"/>
                  </a:lnTo>
                  <a:lnTo>
                    <a:pt x="130302" y="931926"/>
                  </a:lnTo>
                  <a:lnTo>
                    <a:pt x="136398" y="938022"/>
                  </a:lnTo>
                  <a:lnTo>
                    <a:pt x="148589" y="938022"/>
                  </a:lnTo>
                  <a:lnTo>
                    <a:pt x="152400" y="934212"/>
                  </a:lnTo>
                  <a:close/>
                </a:path>
                <a:path w="4491355" h="1068705">
                  <a:moveTo>
                    <a:pt x="4487418" y="1066038"/>
                  </a:moveTo>
                  <a:lnTo>
                    <a:pt x="4487418" y="1046226"/>
                  </a:lnTo>
                  <a:lnTo>
                    <a:pt x="4469130" y="1064514"/>
                  </a:lnTo>
                  <a:lnTo>
                    <a:pt x="4447794" y="1043178"/>
                  </a:lnTo>
                  <a:lnTo>
                    <a:pt x="43433" y="1043178"/>
                  </a:lnTo>
                  <a:lnTo>
                    <a:pt x="22098" y="1064514"/>
                  </a:lnTo>
                  <a:lnTo>
                    <a:pt x="3810" y="1046226"/>
                  </a:lnTo>
                  <a:lnTo>
                    <a:pt x="3810" y="1066038"/>
                  </a:lnTo>
                  <a:lnTo>
                    <a:pt x="6096" y="1068324"/>
                  </a:lnTo>
                  <a:lnTo>
                    <a:pt x="4485132" y="1068324"/>
                  </a:lnTo>
                  <a:lnTo>
                    <a:pt x="4487418" y="1066038"/>
                  </a:lnTo>
                  <a:close/>
                </a:path>
                <a:path w="4491355" h="1068705">
                  <a:moveTo>
                    <a:pt x="25146" y="25146"/>
                  </a:moveTo>
                  <a:lnTo>
                    <a:pt x="25146" y="12192"/>
                  </a:lnTo>
                  <a:lnTo>
                    <a:pt x="12954" y="25146"/>
                  </a:lnTo>
                  <a:lnTo>
                    <a:pt x="25146" y="25146"/>
                  </a:lnTo>
                  <a:close/>
                </a:path>
                <a:path w="4491355" h="1068705">
                  <a:moveTo>
                    <a:pt x="148589" y="130302"/>
                  </a:moveTo>
                  <a:lnTo>
                    <a:pt x="43433" y="25146"/>
                  </a:lnTo>
                  <a:lnTo>
                    <a:pt x="12954" y="25146"/>
                  </a:lnTo>
                  <a:lnTo>
                    <a:pt x="12954" y="30480"/>
                  </a:lnTo>
                  <a:lnTo>
                    <a:pt x="130302" y="147828"/>
                  </a:lnTo>
                  <a:lnTo>
                    <a:pt x="130302" y="135636"/>
                  </a:lnTo>
                  <a:lnTo>
                    <a:pt x="136398" y="130302"/>
                  </a:lnTo>
                  <a:lnTo>
                    <a:pt x="148589" y="130302"/>
                  </a:lnTo>
                  <a:close/>
                </a:path>
                <a:path w="4491355" h="1068705">
                  <a:moveTo>
                    <a:pt x="43433" y="1043178"/>
                  </a:moveTo>
                  <a:lnTo>
                    <a:pt x="12954" y="1043178"/>
                  </a:lnTo>
                  <a:lnTo>
                    <a:pt x="25146" y="1055370"/>
                  </a:lnTo>
                  <a:lnTo>
                    <a:pt x="25146" y="1061466"/>
                  </a:lnTo>
                  <a:lnTo>
                    <a:pt x="43433" y="1043178"/>
                  </a:lnTo>
                  <a:close/>
                </a:path>
                <a:path w="4491355" h="1068705">
                  <a:moveTo>
                    <a:pt x="25146" y="1061466"/>
                  </a:moveTo>
                  <a:lnTo>
                    <a:pt x="25146" y="1055370"/>
                  </a:lnTo>
                  <a:lnTo>
                    <a:pt x="12954" y="1043178"/>
                  </a:lnTo>
                  <a:lnTo>
                    <a:pt x="12954" y="1055370"/>
                  </a:lnTo>
                  <a:lnTo>
                    <a:pt x="22098" y="1064514"/>
                  </a:lnTo>
                  <a:lnTo>
                    <a:pt x="25146" y="1061466"/>
                  </a:lnTo>
                  <a:close/>
                </a:path>
                <a:path w="4491355" h="1068705">
                  <a:moveTo>
                    <a:pt x="152400" y="134112"/>
                  </a:moveTo>
                  <a:lnTo>
                    <a:pt x="148589" y="130302"/>
                  </a:lnTo>
                  <a:lnTo>
                    <a:pt x="136398" y="130302"/>
                  </a:lnTo>
                  <a:lnTo>
                    <a:pt x="130302" y="135636"/>
                  </a:lnTo>
                  <a:lnTo>
                    <a:pt x="130302" y="147828"/>
                  </a:lnTo>
                  <a:lnTo>
                    <a:pt x="134112" y="151638"/>
                  </a:lnTo>
                  <a:lnTo>
                    <a:pt x="152400" y="134112"/>
                  </a:lnTo>
                  <a:close/>
                </a:path>
                <a:path w="4491355" h="1068705">
                  <a:moveTo>
                    <a:pt x="152400" y="146841"/>
                  </a:moveTo>
                  <a:lnTo>
                    <a:pt x="152400" y="134112"/>
                  </a:lnTo>
                  <a:lnTo>
                    <a:pt x="134112" y="151638"/>
                  </a:lnTo>
                  <a:lnTo>
                    <a:pt x="130302" y="147828"/>
                  </a:lnTo>
                  <a:lnTo>
                    <a:pt x="130302" y="919734"/>
                  </a:lnTo>
                  <a:lnTo>
                    <a:pt x="134112" y="915924"/>
                  </a:lnTo>
                  <a:lnTo>
                    <a:pt x="143256" y="925068"/>
                  </a:lnTo>
                  <a:lnTo>
                    <a:pt x="143256" y="155448"/>
                  </a:lnTo>
                  <a:lnTo>
                    <a:pt x="152400" y="146841"/>
                  </a:lnTo>
                  <a:close/>
                </a:path>
                <a:path w="4491355" h="1068705">
                  <a:moveTo>
                    <a:pt x="148589" y="938022"/>
                  </a:moveTo>
                  <a:lnTo>
                    <a:pt x="136398" y="938022"/>
                  </a:lnTo>
                  <a:lnTo>
                    <a:pt x="130302" y="931926"/>
                  </a:lnTo>
                  <a:lnTo>
                    <a:pt x="130302" y="956310"/>
                  </a:lnTo>
                  <a:lnTo>
                    <a:pt x="148589" y="938022"/>
                  </a:lnTo>
                  <a:close/>
                </a:path>
                <a:path w="4491355" h="1068705">
                  <a:moveTo>
                    <a:pt x="156210" y="155448"/>
                  </a:moveTo>
                  <a:lnTo>
                    <a:pt x="156210" y="143256"/>
                  </a:lnTo>
                  <a:lnTo>
                    <a:pt x="143256" y="155448"/>
                  </a:lnTo>
                  <a:lnTo>
                    <a:pt x="156210" y="155448"/>
                  </a:lnTo>
                  <a:close/>
                </a:path>
                <a:path w="4491355" h="1068705">
                  <a:moveTo>
                    <a:pt x="156210" y="912114"/>
                  </a:moveTo>
                  <a:lnTo>
                    <a:pt x="156210" y="155448"/>
                  </a:lnTo>
                  <a:lnTo>
                    <a:pt x="143256" y="155448"/>
                  </a:lnTo>
                  <a:lnTo>
                    <a:pt x="143256" y="912114"/>
                  </a:lnTo>
                  <a:lnTo>
                    <a:pt x="156210" y="912114"/>
                  </a:lnTo>
                  <a:close/>
                </a:path>
                <a:path w="4491355" h="1068705">
                  <a:moveTo>
                    <a:pt x="4347972" y="912114"/>
                  </a:moveTo>
                  <a:lnTo>
                    <a:pt x="143256" y="912114"/>
                  </a:lnTo>
                  <a:lnTo>
                    <a:pt x="156210" y="925068"/>
                  </a:lnTo>
                  <a:lnTo>
                    <a:pt x="156210" y="938022"/>
                  </a:lnTo>
                  <a:lnTo>
                    <a:pt x="4335017" y="938022"/>
                  </a:lnTo>
                  <a:lnTo>
                    <a:pt x="4335017" y="925068"/>
                  </a:lnTo>
                  <a:lnTo>
                    <a:pt x="4347972" y="912114"/>
                  </a:lnTo>
                  <a:close/>
                </a:path>
                <a:path w="4491355" h="1068705">
                  <a:moveTo>
                    <a:pt x="156210" y="938022"/>
                  </a:moveTo>
                  <a:lnTo>
                    <a:pt x="156210" y="925068"/>
                  </a:lnTo>
                  <a:lnTo>
                    <a:pt x="143256" y="912114"/>
                  </a:lnTo>
                  <a:lnTo>
                    <a:pt x="143256" y="925068"/>
                  </a:lnTo>
                  <a:lnTo>
                    <a:pt x="152400" y="934212"/>
                  </a:lnTo>
                  <a:lnTo>
                    <a:pt x="152400" y="938022"/>
                  </a:lnTo>
                  <a:lnTo>
                    <a:pt x="156210" y="938022"/>
                  </a:lnTo>
                  <a:close/>
                </a:path>
                <a:path w="4491355" h="1068705">
                  <a:moveTo>
                    <a:pt x="4342637" y="130302"/>
                  </a:moveTo>
                  <a:lnTo>
                    <a:pt x="148589" y="130302"/>
                  </a:lnTo>
                  <a:lnTo>
                    <a:pt x="152400" y="134112"/>
                  </a:lnTo>
                  <a:lnTo>
                    <a:pt x="152400" y="146841"/>
                  </a:lnTo>
                  <a:lnTo>
                    <a:pt x="156210" y="143256"/>
                  </a:lnTo>
                  <a:lnTo>
                    <a:pt x="156210" y="155448"/>
                  </a:lnTo>
                  <a:lnTo>
                    <a:pt x="4335017" y="155448"/>
                  </a:lnTo>
                  <a:lnTo>
                    <a:pt x="4335017" y="143255"/>
                  </a:lnTo>
                  <a:lnTo>
                    <a:pt x="4338828" y="146841"/>
                  </a:lnTo>
                  <a:lnTo>
                    <a:pt x="4338828" y="134112"/>
                  </a:lnTo>
                  <a:lnTo>
                    <a:pt x="4342637" y="130302"/>
                  </a:lnTo>
                  <a:close/>
                </a:path>
                <a:path w="4491355" h="1068705">
                  <a:moveTo>
                    <a:pt x="152400" y="938022"/>
                  </a:moveTo>
                  <a:lnTo>
                    <a:pt x="152400" y="934212"/>
                  </a:lnTo>
                  <a:lnTo>
                    <a:pt x="148589" y="938022"/>
                  </a:lnTo>
                  <a:lnTo>
                    <a:pt x="152400" y="938022"/>
                  </a:lnTo>
                  <a:close/>
                </a:path>
                <a:path w="4491355" h="1068705">
                  <a:moveTo>
                    <a:pt x="4347972" y="155448"/>
                  </a:moveTo>
                  <a:lnTo>
                    <a:pt x="4335017" y="143255"/>
                  </a:lnTo>
                  <a:lnTo>
                    <a:pt x="4335017" y="155448"/>
                  </a:lnTo>
                  <a:lnTo>
                    <a:pt x="4347972" y="155448"/>
                  </a:lnTo>
                  <a:close/>
                </a:path>
                <a:path w="4491355" h="1068705">
                  <a:moveTo>
                    <a:pt x="4347972" y="912114"/>
                  </a:moveTo>
                  <a:lnTo>
                    <a:pt x="4347972" y="155448"/>
                  </a:lnTo>
                  <a:lnTo>
                    <a:pt x="4335017" y="155448"/>
                  </a:lnTo>
                  <a:lnTo>
                    <a:pt x="4335017" y="912114"/>
                  </a:lnTo>
                  <a:lnTo>
                    <a:pt x="4347972" y="912114"/>
                  </a:lnTo>
                  <a:close/>
                </a:path>
                <a:path w="4491355" h="1068705">
                  <a:moveTo>
                    <a:pt x="4347972" y="925067"/>
                  </a:moveTo>
                  <a:lnTo>
                    <a:pt x="4347972" y="912114"/>
                  </a:lnTo>
                  <a:lnTo>
                    <a:pt x="4335017" y="925068"/>
                  </a:lnTo>
                  <a:lnTo>
                    <a:pt x="4335017" y="938022"/>
                  </a:lnTo>
                  <a:lnTo>
                    <a:pt x="4338828" y="938022"/>
                  </a:lnTo>
                  <a:lnTo>
                    <a:pt x="4338828" y="934212"/>
                  </a:lnTo>
                  <a:lnTo>
                    <a:pt x="4347972" y="925067"/>
                  </a:lnTo>
                  <a:close/>
                </a:path>
                <a:path w="4491355" h="1068705">
                  <a:moveTo>
                    <a:pt x="4360926" y="147828"/>
                  </a:moveTo>
                  <a:lnTo>
                    <a:pt x="4360926" y="135636"/>
                  </a:lnTo>
                  <a:lnTo>
                    <a:pt x="4354830" y="130302"/>
                  </a:lnTo>
                  <a:lnTo>
                    <a:pt x="4342637" y="130302"/>
                  </a:lnTo>
                  <a:lnTo>
                    <a:pt x="4338828" y="134112"/>
                  </a:lnTo>
                  <a:lnTo>
                    <a:pt x="4357116" y="151638"/>
                  </a:lnTo>
                  <a:lnTo>
                    <a:pt x="4360926" y="147828"/>
                  </a:lnTo>
                  <a:close/>
                </a:path>
                <a:path w="4491355" h="1068705">
                  <a:moveTo>
                    <a:pt x="4360926" y="919734"/>
                  </a:moveTo>
                  <a:lnTo>
                    <a:pt x="4360926" y="147828"/>
                  </a:lnTo>
                  <a:lnTo>
                    <a:pt x="4357116" y="151638"/>
                  </a:lnTo>
                  <a:lnTo>
                    <a:pt x="4338828" y="134112"/>
                  </a:lnTo>
                  <a:lnTo>
                    <a:pt x="4338828" y="146841"/>
                  </a:lnTo>
                  <a:lnTo>
                    <a:pt x="4347972" y="155448"/>
                  </a:lnTo>
                  <a:lnTo>
                    <a:pt x="4347972" y="925067"/>
                  </a:lnTo>
                  <a:lnTo>
                    <a:pt x="4357116" y="915924"/>
                  </a:lnTo>
                  <a:lnTo>
                    <a:pt x="4360926" y="919734"/>
                  </a:lnTo>
                  <a:close/>
                </a:path>
                <a:path w="4491355" h="1068705">
                  <a:moveTo>
                    <a:pt x="4487418" y="1046226"/>
                  </a:moveTo>
                  <a:lnTo>
                    <a:pt x="4357116" y="915924"/>
                  </a:lnTo>
                  <a:lnTo>
                    <a:pt x="4338828" y="934212"/>
                  </a:lnTo>
                  <a:lnTo>
                    <a:pt x="4342637" y="938021"/>
                  </a:lnTo>
                  <a:lnTo>
                    <a:pt x="4354830" y="938022"/>
                  </a:lnTo>
                  <a:lnTo>
                    <a:pt x="4360926" y="931926"/>
                  </a:lnTo>
                  <a:lnTo>
                    <a:pt x="4360926" y="956310"/>
                  </a:lnTo>
                  <a:lnTo>
                    <a:pt x="4447794" y="1043178"/>
                  </a:lnTo>
                  <a:lnTo>
                    <a:pt x="4478274" y="1043178"/>
                  </a:lnTo>
                  <a:lnTo>
                    <a:pt x="4478274" y="1055369"/>
                  </a:lnTo>
                  <a:lnTo>
                    <a:pt x="4487418" y="1046226"/>
                  </a:lnTo>
                  <a:close/>
                </a:path>
                <a:path w="4491355" h="1068705">
                  <a:moveTo>
                    <a:pt x="4342637" y="938022"/>
                  </a:moveTo>
                  <a:lnTo>
                    <a:pt x="4338828" y="934212"/>
                  </a:lnTo>
                  <a:lnTo>
                    <a:pt x="4338828" y="938022"/>
                  </a:lnTo>
                  <a:lnTo>
                    <a:pt x="4342637" y="938022"/>
                  </a:lnTo>
                  <a:close/>
                </a:path>
                <a:path w="4491355" h="1068705">
                  <a:moveTo>
                    <a:pt x="4478274" y="30479"/>
                  </a:moveTo>
                  <a:lnTo>
                    <a:pt x="4478274" y="25146"/>
                  </a:lnTo>
                  <a:lnTo>
                    <a:pt x="4447794" y="25146"/>
                  </a:lnTo>
                  <a:lnTo>
                    <a:pt x="4342637" y="130302"/>
                  </a:lnTo>
                  <a:lnTo>
                    <a:pt x="4354830" y="130302"/>
                  </a:lnTo>
                  <a:lnTo>
                    <a:pt x="4360926" y="135636"/>
                  </a:lnTo>
                  <a:lnTo>
                    <a:pt x="4360926" y="147828"/>
                  </a:lnTo>
                  <a:lnTo>
                    <a:pt x="4478274" y="30479"/>
                  </a:lnTo>
                  <a:close/>
                </a:path>
                <a:path w="4491355" h="1068705">
                  <a:moveTo>
                    <a:pt x="4360926" y="956310"/>
                  </a:moveTo>
                  <a:lnTo>
                    <a:pt x="4360926" y="931926"/>
                  </a:lnTo>
                  <a:lnTo>
                    <a:pt x="4354830" y="938022"/>
                  </a:lnTo>
                  <a:lnTo>
                    <a:pt x="4342637" y="938022"/>
                  </a:lnTo>
                  <a:lnTo>
                    <a:pt x="4360926" y="956310"/>
                  </a:lnTo>
                  <a:close/>
                </a:path>
                <a:path w="4491355" h="1068705">
                  <a:moveTo>
                    <a:pt x="4487418" y="21336"/>
                  </a:moveTo>
                  <a:lnTo>
                    <a:pt x="4469130" y="3810"/>
                  </a:lnTo>
                  <a:lnTo>
                    <a:pt x="4447794" y="25146"/>
                  </a:lnTo>
                  <a:lnTo>
                    <a:pt x="4466082" y="25146"/>
                  </a:lnTo>
                  <a:lnTo>
                    <a:pt x="4466082" y="12192"/>
                  </a:lnTo>
                  <a:lnTo>
                    <a:pt x="4478274" y="25146"/>
                  </a:lnTo>
                  <a:lnTo>
                    <a:pt x="4478274" y="30479"/>
                  </a:lnTo>
                  <a:lnTo>
                    <a:pt x="4487418" y="21336"/>
                  </a:lnTo>
                  <a:close/>
                </a:path>
                <a:path w="4491355" h="1068705">
                  <a:moveTo>
                    <a:pt x="4478274" y="1043178"/>
                  </a:moveTo>
                  <a:lnTo>
                    <a:pt x="4447794" y="1043178"/>
                  </a:lnTo>
                  <a:lnTo>
                    <a:pt x="4466082" y="1061466"/>
                  </a:lnTo>
                  <a:lnTo>
                    <a:pt x="4466082" y="1055370"/>
                  </a:lnTo>
                  <a:lnTo>
                    <a:pt x="4478274" y="1043178"/>
                  </a:lnTo>
                  <a:close/>
                </a:path>
                <a:path w="4491355" h="1068705">
                  <a:moveTo>
                    <a:pt x="4478274" y="25146"/>
                  </a:moveTo>
                  <a:lnTo>
                    <a:pt x="4466082" y="12192"/>
                  </a:lnTo>
                  <a:lnTo>
                    <a:pt x="4466082" y="25146"/>
                  </a:lnTo>
                  <a:lnTo>
                    <a:pt x="4478274" y="25146"/>
                  </a:lnTo>
                  <a:close/>
                </a:path>
                <a:path w="4491355" h="1068705">
                  <a:moveTo>
                    <a:pt x="4487418" y="1046226"/>
                  </a:moveTo>
                  <a:lnTo>
                    <a:pt x="4487418" y="21336"/>
                  </a:lnTo>
                  <a:lnTo>
                    <a:pt x="4466082" y="42671"/>
                  </a:lnTo>
                  <a:lnTo>
                    <a:pt x="4466082" y="1024890"/>
                  </a:lnTo>
                  <a:lnTo>
                    <a:pt x="4487418" y="1046226"/>
                  </a:lnTo>
                  <a:close/>
                </a:path>
                <a:path w="4491355" h="1068705">
                  <a:moveTo>
                    <a:pt x="4478274" y="1055369"/>
                  </a:moveTo>
                  <a:lnTo>
                    <a:pt x="4478274" y="1043178"/>
                  </a:lnTo>
                  <a:lnTo>
                    <a:pt x="4466082" y="1055370"/>
                  </a:lnTo>
                  <a:lnTo>
                    <a:pt x="4466082" y="1061466"/>
                  </a:lnTo>
                  <a:lnTo>
                    <a:pt x="4469130" y="1064514"/>
                  </a:lnTo>
                  <a:lnTo>
                    <a:pt x="4478274" y="10553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975610" y="2036064"/>
            <a:ext cx="4204970" cy="782320"/>
          </a:xfrm>
          <a:prstGeom prst="rect">
            <a:avLst/>
          </a:prstGeom>
          <a:solidFill>
            <a:srgbClr val="A7AFF7"/>
          </a:solidFill>
        </p:spPr>
        <p:txBody>
          <a:bodyPr vert="horz" wrap="square" lIns="0" tIns="2470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45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Discussion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53000" y="3124200"/>
            <a:ext cx="381000" cy="609600"/>
          </a:xfrm>
          <a:custGeom>
            <a:avLst/>
            <a:gdLst/>
            <a:ahLst/>
            <a:cxnLst/>
            <a:rect l="l" t="t" r="r" b="b"/>
            <a:pathLst>
              <a:path w="381000" h="609600">
                <a:moveTo>
                  <a:pt x="381000" y="419100"/>
                </a:moveTo>
                <a:lnTo>
                  <a:pt x="285750" y="419100"/>
                </a:lnTo>
                <a:lnTo>
                  <a:pt x="285749" y="0"/>
                </a:lnTo>
                <a:lnTo>
                  <a:pt x="95249" y="0"/>
                </a:lnTo>
                <a:lnTo>
                  <a:pt x="95250" y="419100"/>
                </a:lnTo>
                <a:lnTo>
                  <a:pt x="0" y="419100"/>
                </a:lnTo>
                <a:lnTo>
                  <a:pt x="190500" y="609600"/>
                </a:lnTo>
                <a:lnTo>
                  <a:pt x="381000" y="41910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22274" y="5188711"/>
            <a:ext cx="1070610" cy="4305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0"/>
              </a:spcBef>
            </a:pP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Cloud Infrastructure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29968" y="4679441"/>
            <a:ext cx="289560" cy="247015"/>
          </a:xfrm>
          <a:custGeom>
            <a:avLst/>
            <a:gdLst/>
            <a:ahLst/>
            <a:cxnLst/>
            <a:rect l="l" t="t" r="r" b="b"/>
            <a:pathLst>
              <a:path w="289560" h="247014">
                <a:moveTo>
                  <a:pt x="289560" y="8382"/>
                </a:moveTo>
                <a:lnTo>
                  <a:pt x="286512" y="3810"/>
                </a:lnTo>
                <a:lnTo>
                  <a:pt x="282702" y="2286"/>
                </a:lnTo>
                <a:lnTo>
                  <a:pt x="278130" y="0"/>
                </a:lnTo>
                <a:lnTo>
                  <a:pt x="272796" y="762"/>
                </a:lnTo>
                <a:lnTo>
                  <a:pt x="268986" y="3810"/>
                </a:lnTo>
                <a:lnTo>
                  <a:pt x="5334" y="224790"/>
                </a:lnTo>
                <a:lnTo>
                  <a:pt x="1524" y="227838"/>
                </a:lnTo>
                <a:lnTo>
                  <a:pt x="0" y="233172"/>
                </a:lnTo>
                <a:lnTo>
                  <a:pt x="3048" y="243840"/>
                </a:lnTo>
                <a:lnTo>
                  <a:pt x="8382" y="246888"/>
                </a:lnTo>
                <a:lnTo>
                  <a:pt x="13716" y="246888"/>
                </a:lnTo>
                <a:lnTo>
                  <a:pt x="264414" y="246888"/>
                </a:lnTo>
                <a:lnTo>
                  <a:pt x="277368" y="246888"/>
                </a:lnTo>
                <a:lnTo>
                  <a:pt x="284226" y="246888"/>
                </a:lnTo>
                <a:lnTo>
                  <a:pt x="284988" y="246126"/>
                </a:lnTo>
                <a:lnTo>
                  <a:pt x="289560" y="241554"/>
                </a:lnTo>
                <a:lnTo>
                  <a:pt x="289560" y="8382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476500" y="4678679"/>
            <a:ext cx="1610360" cy="803275"/>
          </a:xfrm>
          <a:custGeom>
            <a:avLst/>
            <a:gdLst/>
            <a:ahLst/>
            <a:cxnLst/>
            <a:rect l="l" t="t" r="r" b="b"/>
            <a:pathLst>
              <a:path w="1610360" h="803275">
                <a:moveTo>
                  <a:pt x="1610106" y="6096"/>
                </a:moveTo>
                <a:lnTo>
                  <a:pt x="1604772" y="0"/>
                </a:lnTo>
                <a:lnTo>
                  <a:pt x="6096" y="0"/>
                </a:lnTo>
                <a:lnTo>
                  <a:pt x="0" y="6096"/>
                </a:lnTo>
                <a:lnTo>
                  <a:pt x="0" y="797814"/>
                </a:lnTo>
                <a:lnTo>
                  <a:pt x="6096" y="803148"/>
                </a:lnTo>
                <a:lnTo>
                  <a:pt x="12954" y="803148"/>
                </a:lnTo>
                <a:lnTo>
                  <a:pt x="25908" y="803148"/>
                </a:lnTo>
                <a:lnTo>
                  <a:pt x="125730" y="803148"/>
                </a:lnTo>
                <a:lnTo>
                  <a:pt x="145542" y="803148"/>
                </a:lnTo>
                <a:lnTo>
                  <a:pt x="150876" y="797814"/>
                </a:lnTo>
                <a:lnTo>
                  <a:pt x="150876" y="150876"/>
                </a:lnTo>
                <a:lnTo>
                  <a:pt x="1584960" y="150876"/>
                </a:lnTo>
                <a:lnTo>
                  <a:pt x="1597152" y="150876"/>
                </a:lnTo>
                <a:lnTo>
                  <a:pt x="1604772" y="150876"/>
                </a:lnTo>
                <a:lnTo>
                  <a:pt x="1610106" y="144780"/>
                </a:lnTo>
                <a:lnTo>
                  <a:pt x="1610106" y="6096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658110" y="4834382"/>
            <a:ext cx="1241425" cy="62293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0"/>
              </a:spcBef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Service</a:t>
            </a:r>
            <a:r>
              <a:rPr sz="14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Models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 Cloud Computing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552444" y="4325111"/>
            <a:ext cx="295910" cy="247015"/>
          </a:xfrm>
          <a:custGeom>
            <a:avLst/>
            <a:gdLst/>
            <a:ahLst/>
            <a:cxnLst/>
            <a:rect l="l" t="t" r="r" b="b"/>
            <a:pathLst>
              <a:path w="295910" h="247014">
                <a:moveTo>
                  <a:pt x="295656" y="9144"/>
                </a:moveTo>
                <a:lnTo>
                  <a:pt x="293370" y="4572"/>
                </a:lnTo>
                <a:lnTo>
                  <a:pt x="284226" y="0"/>
                </a:lnTo>
                <a:lnTo>
                  <a:pt x="278892" y="762"/>
                </a:lnTo>
                <a:lnTo>
                  <a:pt x="275082" y="3810"/>
                </a:lnTo>
                <a:lnTo>
                  <a:pt x="5334" y="224790"/>
                </a:lnTo>
                <a:lnTo>
                  <a:pt x="1524" y="227838"/>
                </a:lnTo>
                <a:lnTo>
                  <a:pt x="0" y="233934"/>
                </a:lnTo>
                <a:lnTo>
                  <a:pt x="1524" y="238506"/>
                </a:lnTo>
                <a:lnTo>
                  <a:pt x="3048" y="243840"/>
                </a:lnTo>
                <a:lnTo>
                  <a:pt x="8382" y="246888"/>
                </a:lnTo>
                <a:lnTo>
                  <a:pt x="13716" y="246888"/>
                </a:lnTo>
                <a:lnTo>
                  <a:pt x="270510" y="246888"/>
                </a:lnTo>
                <a:lnTo>
                  <a:pt x="283464" y="246888"/>
                </a:lnTo>
                <a:lnTo>
                  <a:pt x="290322" y="246888"/>
                </a:lnTo>
                <a:lnTo>
                  <a:pt x="291084" y="246126"/>
                </a:lnTo>
                <a:lnTo>
                  <a:pt x="295656" y="241554"/>
                </a:lnTo>
                <a:lnTo>
                  <a:pt x="295656" y="9144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55008" y="4324350"/>
            <a:ext cx="1701800" cy="803910"/>
          </a:xfrm>
          <a:custGeom>
            <a:avLst/>
            <a:gdLst/>
            <a:ahLst/>
            <a:cxnLst/>
            <a:rect l="l" t="t" r="r" b="b"/>
            <a:pathLst>
              <a:path w="1701800" h="803910">
                <a:moveTo>
                  <a:pt x="1701546" y="6096"/>
                </a:moveTo>
                <a:lnTo>
                  <a:pt x="1696212" y="0"/>
                </a:lnTo>
                <a:lnTo>
                  <a:pt x="5334" y="0"/>
                </a:lnTo>
                <a:lnTo>
                  <a:pt x="0" y="6096"/>
                </a:lnTo>
                <a:lnTo>
                  <a:pt x="0" y="797814"/>
                </a:lnTo>
                <a:lnTo>
                  <a:pt x="5334" y="803910"/>
                </a:lnTo>
                <a:lnTo>
                  <a:pt x="12192" y="803910"/>
                </a:lnTo>
                <a:lnTo>
                  <a:pt x="25146" y="803910"/>
                </a:lnTo>
                <a:lnTo>
                  <a:pt x="124968" y="803910"/>
                </a:lnTo>
                <a:lnTo>
                  <a:pt x="144780" y="803910"/>
                </a:lnTo>
                <a:lnTo>
                  <a:pt x="150876" y="797814"/>
                </a:lnTo>
                <a:lnTo>
                  <a:pt x="150876" y="150876"/>
                </a:lnTo>
                <a:lnTo>
                  <a:pt x="1676400" y="150876"/>
                </a:lnTo>
                <a:lnTo>
                  <a:pt x="1688592" y="150876"/>
                </a:lnTo>
                <a:lnTo>
                  <a:pt x="1696212" y="150876"/>
                </a:lnTo>
                <a:lnTo>
                  <a:pt x="1701546" y="145542"/>
                </a:lnTo>
                <a:lnTo>
                  <a:pt x="1701546" y="6096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36617" y="4480052"/>
            <a:ext cx="13379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Cloud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 Stack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30190" y="3971543"/>
            <a:ext cx="312420" cy="247015"/>
          </a:xfrm>
          <a:custGeom>
            <a:avLst/>
            <a:gdLst/>
            <a:ahLst/>
            <a:cxnLst/>
            <a:rect l="l" t="t" r="r" b="b"/>
            <a:pathLst>
              <a:path w="312420" h="247014">
                <a:moveTo>
                  <a:pt x="312420" y="8382"/>
                </a:moveTo>
                <a:lnTo>
                  <a:pt x="309372" y="3810"/>
                </a:lnTo>
                <a:lnTo>
                  <a:pt x="304800" y="2286"/>
                </a:lnTo>
                <a:lnTo>
                  <a:pt x="300990" y="0"/>
                </a:lnTo>
                <a:lnTo>
                  <a:pt x="295656" y="762"/>
                </a:lnTo>
                <a:lnTo>
                  <a:pt x="291846" y="3048"/>
                </a:lnTo>
                <a:lnTo>
                  <a:pt x="6096" y="224028"/>
                </a:lnTo>
                <a:lnTo>
                  <a:pt x="1524" y="227076"/>
                </a:lnTo>
                <a:lnTo>
                  <a:pt x="0" y="233172"/>
                </a:lnTo>
                <a:lnTo>
                  <a:pt x="1524" y="238506"/>
                </a:lnTo>
                <a:lnTo>
                  <a:pt x="3048" y="243078"/>
                </a:lnTo>
                <a:lnTo>
                  <a:pt x="8382" y="246888"/>
                </a:lnTo>
                <a:lnTo>
                  <a:pt x="13716" y="246888"/>
                </a:lnTo>
                <a:lnTo>
                  <a:pt x="286512" y="246888"/>
                </a:lnTo>
                <a:lnTo>
                  <a:pt x="299466" y="246888"/>
                </a:lnTo>
                <a:lnTo>
                  <a:pt x="306324" y="246888"/>
                </a:lnTo>
                <a:lnTo>
                  <a:pt x="307086" y="246126"/>
                </a:lnTo>
                <a:lnTo>
                  <a:pt x="312420" y="240792"/>
                </a:lnTo>
                <a:lnTo>
                  <a:pt x="312420" y="8382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76950" y="3972305"/>
            <a:ext cx="1632585" cy="802005"/>
          </a:xfrm>
          <a:custGeom>
            <a:avLst/>
            <a:gdLst/>
            <a:ahLst/>
            <a:cxnLst/>
            <a:rect l="l" t="t" r="r" b="b"/>
            <a:pathLst>
              <a:path w="1632584" h="802004">
                <a:moveTo>
                  <a:pt x="1632204" y="5334"/>
                </a:moveTo>
                <a:lnTo>
                  <a:pt x="1626870" y="0"/>
                </a:lnTo>
                <a:lnTo>
                  <a:pt x="6096" y="0"/>
                </a:lnTo>
                <a:lnTo>
                  <a:pt x="0" y="5334"/>
                </a:lnTo>
                <a:lnTo>
                  <a:pt x="0" y="796290"/>
                </a:lnTo>
                <a:lnTo>
                  <a:pt x="6096" y="801624"/>
                </a:lnTo>
                <a:lnTo>
                  <a:pt x="12954" y="801624"/>
                </a:lnTo>
                <a:lnTo>
                  <a:pt x="25908" y="801624"/>
                </a:lnTo>
                <a:lnTo>
                  <a:pt x="125730" y="801624"/>
                </a:lnTo>
                <a:lnTo>
                  <a:pt x="145542" y="801624"/>
                </a:lnTo>
                <a:lnTo>
                  <a:pt x="150876" y="796290"/>
                </a:lnTo>
                <a:lnTo>
                  <a:pt x="150876" y="150114"/>
                </a:lnTo>
                <a:lnTo>
                  <a:pt x="1607058" y="150114"/>
                </a:lnTo>
                <a:lnTo>
                  <a:pt x="1619250" y="150114"/>
                </a:lnTo>
                <a:lnTo>
                  <a:pt x="1626870" y="150114"/>
                </a:lnTo>
                <a:lnTo>
                  <a:pt x="1632204" y="144780"/>
                </a:lnTo>
                <a:lnTo>
                  <a:pt x="1632204" y="5334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258559" y="4126483"/>
            <a:ext cx="1298575" cy="62293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0"/>
              </a:spcBef>
            </a:pP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Types</a:t>
            </a:r>
            <a:r>
              <a:rPr sz="14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14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Clouds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14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CMUQ’s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Private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 Cloud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152894" y="3617213"/>
            <a:ext cx="300990" cy="247015"/>
          </a:xfrm>
          <a:custGeom>
            <a:avLst/>
            <a:gdLst/>
            <a:ahLst/>
            <a:cxnLst/>
            <a:rect l="l" t="t" r="r" b="b"/>
            <a:pathLst>
              <a:path w="300990" h="247014">
                <a:moveTo>
                  <a:pt x="300990" y="9144"/>
                </a:moveTo>
                <a:lnTo>
                  <a:pt x="297942" y="4572"/>
                </a:lnTo>
                <a:lnTo>
                  <a:pt x="288798" y="0"/>
                </a:lnTo>
                <a:lnTo>
                  <a:pt x="284226" y="762"/>
                </a:lnTo>
                <a:lnTo>
                  <a:pt x="1524" y="227838"/>
                </a:lnTo>
                <a:lnTo>
                  <a:pt x="0" y="233172"/>
                </a:lnTo>
                <a:lnTo>
                  <a:pt x="3048" y="243840"/>
                </a:lnTo>
                <a:lnTo>
                  <a:pt x="8382" y="246888"/>
                </a:lnTo>
                <a:lnTo>
                  <a:pt x="13716" y="246888"/>
                </a:lnTo>
                <a:lnTo>
                  <a:pt x="275082" y="246888"/>
                </a:lnTo>
                <a:lnTo>
                  <a:pt x="288036" y="246888"/>
                </a:lnTo>
                <a:lnTo>
                  <a:pt x="294894" y="246888"/>
                </a:lnTo>
                <a:lnTo>
                  <a:pt x="295656" y="246227"/>
                </a:lnTo>
                <a:lnTo>
                  <a:pt x="300990" y="241554"/>
                </a:lnTo>
                <a:lnTo>
                  <a:pt x="300990" y="9144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7836407" y="3617976"/>
            <a:ext cx="1657350" cy="1714500"/>
            <a:chOff x="7836407" y="3617976"/>
            <a:chExt cx="1657350" cy="1714500"/>
          </a:xfrm>
        </p:grpSpPr>
        <p:sp>
          <p:nvSpPr>
            <p:cNvPr id="24" name="object 24"/>
            <p:cNvSpPr/>
            <p:nvPr/>
          </p:nvSpPr>
          <p:spPr>
            <a:xfrm>
              <a:off x="7836408" y="3617975"/>
              <a:ext cx="1657350" cy="803910"/>
            </a:xfrm>
            <a:custGeom>
              <a:avLst/>
              <a:gdLst/>
              <a:ahLst/>
              <a:cxnLst/>
              <a:rect l="l" t="t" r="r" b="b"/>
              <a:pathLst>
                <a:path w="1657350" h="803910">
                  <a:moveTo>
                    <a:pt x="1657350" y="6096"/>
                  </a:moveTo>
                  <a:lnTo>
                    <a:pt x="1651254" y="0"/>
                  </a:lnTo>
                  <a:lnTo>
                    <a:pt x="5334" y="0"/>
                  </a:lnTo>
                  <a:lnTo>
                    <a:pt x="0" y="6096"/>
                  </a:lnTo>
                  <a:lnTo>
                    <a:pt x="0" y="797814"/>
                  </a:lnTo>
                  <a:lnTo>
                    <a:pt x="5334" y="803910"/>
                  </a:lnTo>
                  <a:lnTo>
                    <a:pt x="12192" y="803910"/>
                  </a:lnTo>
                  <a:lnTo>
                    <a:pt x="25146" y="803910"/>
                  </a:lnTo>
                  <a:lnTo>
                    <a:pt x="124968" y="803910"/>
                  </a:lnTo>
                  <a:lnTo>
                    <a:pt x="144780" y="803910"/>
                  </a:lnTo>
                  <a:lnTo>
                    <a:pt x="150876" y="797814"/>
                  </a:lnTo>
                  <a:lnTo>
                    <a:pt x="150876" y="150876"/>
                  </a:lnTo>
                  <a:lnTo>
                    <a:pt x="1631442" y="150876"/>
                  </a:lnTo>
                  <a:lnTo>
                    <a:pt x="1644396" y="150876"/>
                  </a:lnTo>
                  <a:lnTo>
                    <a:pt x="1651254" y="150876"/>
                  </a:lnTo>
                  <a:lnTo>
                    <a:pt x="1657350" y="145542"/>
                  </a:lnTo>
                  <a:lnTo>
                    <a:pt x="1657350" y="6096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524493" y="4591050"/>
              <a:ext cx="346075" cy="741680"/>
            </a:xfrm>
            <a:custGeom>
              <a:avLst/>
              <a:gdLst/>
              <a:ahLst/>
              <a:cxnLst/>
              <a:rect l="l" t="t" r="r" b="b"/>
              <a:pathLst>
                <a:path w="346075" h="741679">
                  <a:moveTo>
                    <a:pt x="345948" y="741426"/>
                  </a:moveTo>
                  <a:lnTo>
                    <a:pt x="345947" y="173735"/>
                  </a:lnTo>
                  <a:lnTo>
                    <a:pt x="172973" y="0"/>
                  </a:lnTo>
                  <a:lnTo>
                    <a:pt x="0" y="173735"/>
                  </a:lnTo>
                  <a:lnTo>
                    <a:pt x="0" y="741426"/>
                  </a:lnTo>
                  <a:lnTo>
                    <a:pt x="172974" y="568452"/>
                  </a:lnTo>
                  <a:lnTo>
                    <a:pt x="345948" y="74142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8911590" y="3263645"/>
            <a:ext cx="304165" cy="247015"/>
          </a:xfrm>
          <a:custGeom>
            <a:avLst/>
            <a:gdLst/>
            <a:ahLst/>
            <a:cxnLst/>
            <a:rect l="l" t="t" r="r" b="b"/>
            <a:pathLst>
              <a:path w="304165" h="247014">
                <a:moveTo>
                  <a:pt x="304038" y="8382"/>
                </a:moveTo>
                <a:lnTo>
                  <a:pt x="301752" y="3810"/>
                </a:lnTo>
                <a:lnTo>
                  <a:pt x="297180" y="1524"/>
                </a:lnTo>
                <a:lnTo>
                  <a:pt x="292608" y="0"/>
                </a:lnTo>
                <a:lnTo>
                  <a:pt x="287274" y="0"/>
                </a:lnTo>
                <a:lnTo>
                  <a:pt x="6096" y="224028"/>
                </a:lnTo>
                <a:lnTo>
                  <a:pt x="1524" y="227076"/>
                </a:lnTo>
                <a:lnTo>
                  <a:pt x="0" y="233172"/>
                </a:lnTo>
                <a:lnTo>
                  <a:pt x="1524" y="238506"/>
                </a:lnTo>
                <a:lnTo>
                  <a:pt x="3810" y="243078"/>
                </a:lnTo>
                <a:lnTo>
                  <a:pt x="8382" y="246888"/>
                </a:lnTo>
                <a:lnTo>
                  <a:pt x="13716" y="246888"/>
                </a:lnTo>
                <a:lnTo>
                  <a:pt x="278892" y="246888"/>
                </a:lnTo>
                <a:lnTo>
                  <a:pt x="291846" y="246888"/>
                </a:lnTo>
                <a:lnTo>
                  <a:pt x="298704" y="246888"/>
                </a:lnTo>
                <a:lnTo>
                  <a:pt x="299466" y="246024"/>
                </a:lnTo>
                <a:lnTo>
                  <a:pt x="304038" y="240792"/>
                </a:lnTo>
                <a:lnTo>
                  <a:pt x="304038" y="8382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016493" y="3759200"/>
            <a:ext cx="1368425" cy="4305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0"/>
              </a:spcBef>
            </a:pPr>
            <a:r>
              <a:rPr sz="1400" dirty="0">
                <a:solidFill>
                  <a:srgbClr val="170FC1"/>
                </a:solidFill>
                <a:latin typeface="Arial MT"/>
                <a:cs typeface="Arial MT"/>
              </a:rPr>
              <a:t>Software</a:t>
            </a:r>
            <a:r>
              <a:rPr sz="1400" spc="-40" dirty="0">
                <a:solidFill>
                  <a:srgbClr val="170FC1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70FC1"/>
                </a:solidFill>
                <a:latin typeface="Arial MT"/>
                <a:cs typeface="Arial MT"/>
              </a:rPr>
              <a:t>Service Models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415290">
              <a:lnSpc>
                <a:spcPct val="100000"/>
              </a:lnSpc>
              <a:spcBef>
                <a:spcPts val="95"/>
              </a:spcBef>
            </a:pPr>
            <a:r>
              <a:rPr dirty="0"/>
              <a:t>Economics</a:t>
            </a:r>
            <a:r>
              <a:rPr spc="-120" dirty="0"/>
              <a:t> </a:t>
            </a:r>
            <a:r>
              <a:rPr dirty="0"/>
              <a:t>of</a:t>
            </a:r>
            <a:r>
              <a:rPr spc="-114" dirty="0"/>
              <a:t> </a:t>
            </a:r>
            <a:r>
              <a:rPr dirty="0"/>
              <a:t>Cloud</a:t>
            </a:r>
            <a:r>
              <a:rPr spc="-120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981911"/>
            <a:ext cx="7493634" cy="324421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Evolution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Software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Service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Models</a:t>
            </a:r>
            <a:endParaRPr sz="3200">
              <a:latin typeface="Arial MT"/>
              <a:cs typeface="Arial MT"/>
            </a:endParaRPr>
          </a:p>
          <a:p>
            <a:pPr marL="355600" marR="48260" indent="-34353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What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is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Value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Proposition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for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Cloud Computing?</a:t>
            </a:r>
            <a:endParaRPr sz="3200">
              <a:latin typeface="Arial MT"/>
              <a:cs typeface="Arial MT"/>
            </a:endParaRPr>
          </a:p>
          <a:p>
            <a:pPr marL="355600" marR="5080" indent="-34353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How</a:t>
            </a:r>
            <a:r>
              <a:rPr sz="3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did</a:t>
            </a:r>
            <a:r>
              <a:rPr sz="3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Cloud</a:t>
            </a:r>
            <a:r>
              <a:rPr sz="3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Computing</a:t>
            </a:r>
            <a:r>
              <a:rPr sz="3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emerge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7E7E7E"/>
                </a:solidFill>
                <a:latin typeface="Arial MT"/>
                <a:cs typeface="Arial MT"/>
              </a:rPr>
              <a:t>from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business</a:t>
            </a:r>
            <a:r>
              <a:rPr sz="3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/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industry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rather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than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7E7E7E"/>
                </a:solidFill>
                <a:latin typeface="Arial MT"/>
                <a:cs typeface="Arial MT"/>
              </a:rPr>
              <a:t>from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Academia?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445134">
              <a:lnSpc>
                <a:spcPct val="100000"/>
              </a:lnSpc>
              <a:spcBef>
                <a:spcPts val="95"/>
              </a:spcBef>
            </a:pPr>
            <a:r>
              <a:rPr dirty="0"/>
              <a:t>Cost</a:t>
            </a:r>
            <a:r>
              <a:rPr spc="-114" dirty="0"/>
              <a:t> </a:t>
            </a:r>
            <a:r>
              <a:rPr dirty="0"/>
              <a:t>of</a:t>
            </a:r>
            <a:r>
              <a:rPr spc="-110" dirty="0"/>
              <a:t> </a:t>
            </a:r>
            <a:r>
              <a:rPr dirty="0"/>
              <a:t>Information</a:t>
            </a:r>
            <a:r>
              <a:rPr spc="-11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2079751"/>
            <a:ext cx="7776845" cy="3391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60705" indent="-34353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When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you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are</a:t>
            </a:r>
            <a:r>
              <a:rPr sz="32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using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IT</a:t>
            </a:r>
            <a:r>
              <a:rPr sz="32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there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are</a:t>
            </a:r>
            <a:r>
              <a:rPr sz="32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three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primary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costs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associated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with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it:</a:t>
            </a:r>
            <a:endParaRPr sz="32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685"/>
              </a:spcBef>
              <a:buFont typeface="Wingdings"/>
              <a:buChar char=""/>
              <a:tabLst>
                <a:tab pos="755015" algn="l"/>
              </a:tabLst>
            </a:pP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Software</a:t>
            </a:r>
            <a:r>
              <a:rPr sz="28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Cost</a:t>
            </a:r>
            <a:r>
              <a:rPr sz="28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(Media</a:t>
            </a:r>
            <a:r>
              <a:rPr sz="28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+</a:t>
            </a:r>
            <a:r>
              <a:rPr sz="28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License</a:t>
            </a:r>
            <a:r>
              <a:rPr sz="28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Arial MT"/>
                <a:cs typeface="Arial MT"/>
              </a:rPr>
              <a:t>cost/user)</a:t>
            </a:r>
            <a:endParaRPr sz="2800">
              <a:latin typeface="Arial MT"/>
              <a:cs typeface="Arial MT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755650" algn="l"/>
              </a:tabLst>
            </a:pP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Support</a:t>
            </a:r>
            <a:r>
              <a:rPr sz="2800" spc="-9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Cost</a:t>
            </a:r>
            <a:r>
              <a:rPr sz="2800" spc="-9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(Vendor</a:t>
            </a:r>
            <a:r>
              <a:rPr sz="2800" spc="-9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Support,</a:t>
            </a:r>
            <a:r>
              <a:rPr sz="2800" spc="-9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Updates</a:t>
            </a:r>
            <a:r>
              <a:rPr sz="2800" spc="-9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7E7E7E"/>
                </a:solidFill>
                <a:latin typeface="Arial MT"/>
                <a:cs typeface="Arial MT"/>
              </a:rPr>
              <a:t>and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Patches</a:t>
            </a:r>
            <a:r>
              <a:rPr sz="2800" spc="-1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Arial MT"/>
                <a:cs typeface="Arial MT"/>
              </a:rPr>
              <a:t>etc.)</a:t>
            </a:r>
            <a:endParaRPr sz="2800">
              <a:latin typeface="Arial MT"/>
              <a:cs typeface="Arial MT"/>
            </a:endParaRPr>
          </a:p>
          <a:p>
            <a:pPr marL="755650" marR="340995" lvl="1" indent="-285750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755650" algn="l"/>
              </a:tabLst>
            </a:pP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Management</a:t>
            </a:r>
            <a:r>
              <a:rPr sz="2800" spc="-9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Cost</a:t>
            </a:r>
            <a:r>
              <a:rPr sz="2800" spc="-114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(IT</a:t>
            </a:r>
            <a:r>
              <a:rPr sz="2800" spc="-114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Infrastructure</a:t>
            </a:r>
            <a:r>
              <a:rPr sz="2800" spc="-114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Arial MT"/>
                <a:cs typeface="Arial MT"/>
              </a:rPr>
              <a:t>costs,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Manpower,</a:t>
            </a:r>
            <a:r>
              <a:rPr sz="2800" spc="-1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Arial MT"/>
                <a:cs typeface="Arial MT"/>
              </a:rPr>
              <a:t>etc.)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2186305">
              <a:lnSpc>
                <a:spcPct val="100000"/>
              </a:lnSpc>
              <a:spcBef>
                <a:spcPts val="95"/>
              </a:spcBef>
            </a:pPr>
            <a:r>
              <a:rPr dirty="0"/>
              <a:t>Traditional</a:t>
            </a:r>
            <a:r>
              <a:rPr spc="-210" dirty="0"/>
              <a:t> </a:t>
            </a:r>
            <a:r>
              <a:rPr spc="-10" dirty="0"/>
              <a:t>Model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59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/>
              <a:t>Classical</a:t>
            </a:r>
            <a:r>
              <a:rPr spc="-60" dirty="0"/>
              <a:t> </a:t>
            </a:r>
            <a:r>
              <a:rPr spc="-10" dirty="0"/>
              <a:t>Model</a:t>
            </a:r>
          </a:p>
          <a:p>
            <a:pPr marL="355600" marR="249554" indent="-342900">
              <a:lnSpc>
                <a:spcPts val="3240"/>
              </a:lnSpc>
              <a:spcBef>
                <a:spcPts val="765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/>
              <a:t>Software</a:t>
            </a:r>
            <a:r>
              <a:rPr spc="-50" dirty="0"/>
              <a:t> </a:t>
            </a:r>
            <a:r>
              <a:rPr dirty="0"/>
              <a:t>provider</a:t>
            </a:r>
            <a:r>
              <a:rPr spc="-50" dirty="0"/>
              <a:t> </a:t>
            </a:r>
            <a:r>
              <a:rPr dirty="0"/>
              <a:t>develops</a:t>
            </a:r>
            <a:r>
              <a:rPr spc="-50" dirty="0"/>
              <a:t> </a:t>
            </a:r>
            <a:r>
              <a:rPr dirty="0"/>
              <a:t>software</a:t>
            </a:r>
            <a:r>
              <a:rPr spc="-50" dirty="0"/>
              <a:t> </a:t>
            </a:r>
            <a:r>
              <a:rPr spc="-25" dirty="0"/>
              <a:t>and </a:t>
            </a:r>
            <a:r>
              <a:rPr dirty="0"/>
              <a:t>charges</a:t>
            </a:r>
            <a:r>
              <a:rPr spc="-3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license</a:t>
            </a:r>
            <a:r>
              <a:rPr spc="-25" dirty="0"/>
              <a:t> </a:t>
            </a:r>
            <a:r>
              <a:rPr dirty="0"/>
              <a:t>fee</a:t>
            </a:r>
            <a:r>
              <a:rPr spc="-25" dirty="0"/>
              <a:t> </a:t>
            </a:r>
            <a:r>
              <a:rPr dirty="0"/>
              <a:t>per</a:t>
            </a:r>
            <a:r>
              <a:rPr spc="-25" dirty="0"/>
              <a:t> </a:t>
            </a:r>
            <a:r>
              <a:rPr dirty="0"/>
              <a:t>user</a:t>
            </a:r>
            <a:r>
              <a:rPr spc="-25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client</a:t>
            </a:r>
          </a:p>
          <a:p>
            <a:pPr marL="354965" indent="-342265">
              <a:lnSpc>
                <a:spcPct val="100000"/>
              </a:lnSpc>
              <a:spcBef>
                <a:spcPts val="31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/>
              <a:t>The</a:t>
            </a:r>
            <a:r>
              <a:rPr spc="-40" dirty="0"/>
              <a:t> </a:t>
            </a:r>
            <a:r>
              <a:rPr dirty="0"/>
              <a:t>provider</a:t>
            </a:r>
            <a:r>
              <a:rPr spc="-20" dirty="0"/>
              <a:t> </a:t>
            </a:r>
            <a:r>
              <a:rPr dirty="0"/>
              <a:t>may</a:t>
            </a:r>
            <a:r>
              <a:rPr spc="-25" dirty="0"/>
              <a:t> </a:t>
            </a:r>
            <a:r>
              <a:rPr dirty="0"/>
              <a:t>charge</a:t>
            </a:r>
            <a:r>
              <a:rPr spc="-2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support</a:t>
            </a:r>
            <a:r>
              <a:rPr spc="-20" dirty="0"/>
              <a:t> </a:t>
            </a:r>
            <a:r>
              <a:rPr dirty="0"/>
              <a:t>fee</a:t>
            </a:r>
            <a:r>
              <a:rPr spc="-25" dirty="0"/>
              <a:t> </a:t>
            </a:r>
            <a:r>
              <a:rPr spc="-10" dirty="0"/>
              <a:t>/user</a:t>
            </a:r>
          </a:p>
          <a:p>
            <a:pPr marL="355600" marR="921385" indent="-342900">
              <a:lnSpc>
                <a:spcPts val="3240"/>
              </a:lnSpc>
              <a:spcBef>
                <a:spcPts val="765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/>
              <a:t>The</a:t>
            </a:r>
            <a:r>
              <a:rPr spc="-35" dirty="0"/>
              <a:t> </a:t>
            </a:r>
            <a:r>
              <a:rPr dirty="0"/>
              <a:t>management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software</a:t>
            </a:r>
            <a:r>
              <a:rPr spc="-25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spc="-25" dirty="0"/>
              <a:t>the </a:t>
            </a:r>
            <a:r>
              <a:rPr dirty="0"/>
              <a:t>clients</a:t>
            </a:r>
            <a:r>
              <a:rPr spc="-45" dirty="0"/>
              <a:t> </a:t>
            </a:r>
            <a:r>
              <a:rPr spc="-10" dirty="0"/>
              <a:t>responsibility</a:t>
            </a:r>
          </a:p>
          <a:p>
            <a:pPr marL="755015" lvl="1" indent="-285115">
              <a:lnSpc>
                <a:spcPct val="100000"/>
              </a:lnSpc>
              <a:spcBef>
                <a:spcPts val="275"/>
              </a:spcBef>
              <a:buFont typeface="Wingdings"/>
              <a:buChar char=""/>
              <a:tabLst>
                <a:tab pos="755015" algn="l"/>
              </a:tabLst>
            </a:pP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Up</a:t>
            </a:r>
            <a:r>
              <a:rPr sz="26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6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4x</a:t>
            </a:r>
            <a:r>
              <a:rPr sz="26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6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cost</a:t>
            </a:r>
            <a:r>
              <a:rPr sz="26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26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6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actual</a:t>
            </a:r>
            <a:r>
              <a:rPr sz="26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software</a:t>
            </a:r>
            <a:r>
              <a:rPr sz="26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per</a:t>
            </a:r>
            <a:r>
              <a:rPr sz="26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spc="-20" dirty="0">
                <a:solidFill>
                  <a:srgbClr val="7E7E7E"/>
                </a:solidFill>
                <a:latin typeface="Arial MT"/>
                <a:cs typeface="Arial MT"/>
              </a:rPr>
              <a:t>year!</a:t>
            </a:r>
            <a:endParaRPr sz="26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310"/>
              </a:spcBef>
              <a:buFont typeface="Wingdings"/>
              <a:buChar char=""/>
              <a:tabLst>
                <a:tab pos="755015" algn="l"/>
              </a:tabLst>
            </a:pP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Infrastructure,</a:t>
            </a:r>
            <a:r>
              <a:rPr sz="2600" spc="-10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Manpower,</a:t>
            </a:r>
            <a:r>
              <a:rPr sz="2600" spc="-10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software</a:t>
            </a:r>
            <a:r>
              <a:rPr sz="2600" spc="-114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7E7E7E"/>
                </a:solidFill>
                <a:latin typeface="Arial MT"/>
                <a:cs typeface="Arial MT"/>
              </a:rPr>
              <a:t>maintenance</a:t>
            </a:r>
            <a:endParaRPr sz="26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355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/>
              <a:t>Traditional</a:t>
            </a:r>
            <a:r>
              <a:rPr spc="-40" dirty="0"/>
              <a:t> </a:t>
            </a:r>
            <a:r>
              <a:rPr dirty="0"/>
              <a:t>Software</a:t>
            </a:r>
            <a:r>
              <a:rPr spc="-50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dirty="0"/>
              <a:t>Oracle</a:t>
            </a:r>
            <a:r>
              <a:rPr spc="-35" dirty="0"/>
              <a:t> </a:t>
            </a:r>
            <a:r>
              <a:rPr spc="-20" dirty="0"/>
              <a:t>etc.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45720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106" rIns="0" bIns="0" rtlCol="0">
            <a:spAutoFit/>
          </a:bodyPr>
          <a:lstStyle/>
          <a:p>
            <a:pPr marL="1239520">
              <a:lnSpc>
                <a:spcPct val="100000"/>
              </a:lnSpc>
              <a:spcBef>
                <a:spcPts val="95"/>
              </a:spcBef>
            </a:pPr>
            <a:r>
              <a:rPr dirty="0"/>
              <a:t>Software</a:t>
            </a:r>
            <a:r>
              <a:rPr spc="-160" dirty="0"/>
              <a:t> </a:t>
            </a:r>
            <a:r>
              <a:rPr dirty="0"/>
              <a:t>Service</a:t>
            </a:r>
            <a:r>
              <a:rPr spc="-155" dirty="0"/>
              <a:t> </a:t>
            </a:r>
            <a:r>
              <a:rPr spc="-10" dirty="0"/>
              <a:t>Models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3579" y="2235708"/>
            <a:ext cx="1082039" cy="51587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49855" y="2383790"/>
            <a:ext cx="730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Traditional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73579" y="2887979"/>
            <a:ext cx="1082039" cy="51663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101088" y="2946908"/>
            <a:ext cx="827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" marR="5080" indent="-5461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$4000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/user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(one-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time)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73579" y="3528059"/>
            <a:ext cx="1082039" cy="51663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142998" y="3587750"/>
            <a:ext cx="744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$800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/user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/year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9101" y="3000248"/>
            <a:ext cx="1140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Software</a:t>
            </a:r>
            <a:r>
              <a:rPr sz="1400" spc="-20" dirty="0">
                <a:latin typeface="Arial MT"/>
                <a:cs typeface="Arial MT"/>
              </a:rPr>
              <a:t> Cost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9101" y="3609852"/>
            <a:ext cx="10617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Support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Cost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2901" y="4400042"/>
            <a:ext cx="12680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Management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Cost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001011" y="4186428"/>
            <a:ext cx="1052830" cy="512445"/>
            <a:chOff x="2001011" y="4186428"/>
            <a:chExt cx="1052830" cy="51244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01011" y="4186428"/>
              <a:ext cx="1052321" cy="51206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001011" y="4186428"/>
              <a:ext cx="1052830" cy="512445"/>
            </a:xfrm>
            <a:custGeom>
              <a:avLst/>
              <a:gdLst/>
              <a:ahLst/>
              <a:cxnLst/>
              <a:rect l="l" t="t" r="r" b="b"/>
              <a:pathLst>
                <a:path w="1052830" h="512445">
                  <a:moveTo>
                    <a:pt x="1052322" y="509778"/>
                  </a:moveTo>
                  <a:lnTo>
                    <a:pt x="1052322" y="2286"/>
                  </a:lnTo>
                  <a:lnTo>
                    <a:pt x="1050036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09778"/>
                  </a:lnTo>
                  <a:lnTo>
                    <a:pt x="2286" y="512064"/>
                  </a:lnTo>
                  <a:lnTo>
                    <a:pt x="5334" y="512064"/>
                  </a:lnTo>
                  <a:lnTo>
                    <a:pt x="5334" y="9906"/>
                  </a:lnTo>
                  <a:lnTo>
                    <a:pt x="9906" y="4572"/>
                  </a:lnTo>
                  <a:lnTo>
                    <a:pt x="9906" y="9906"/>
                  </a:lnTo>
                  <a:lnTo>
                    <a:pt x="1042415" y="9906"/>
                  </a:lnTo>
                  <a:lnTo>
                    <a:pt x="1042415" y="4571"/>
                  </a:lnTo>
                  <a:lnTo>
                    <a:pt x="1046988" y="9906"/>
                  </a:lnTo>
                  <a:lnTo>
                    <a:pt x="1046988" y="512064"/>
                  </a:lnTo>
                  <a:lnTo>
                    <a:pt x="1050036" y="512064"/>
                  </a:lnTo>
                  <a:lnTo>
                    <a:pt x="1052322" y="509778"/>
                  </a:lnTo>
                  <a:close/>
                </a:path>
                <a:path w="1052830" h="512445">
                  <a:moveTo>
                    <a:pt x="9906" y="9906"/>
                  </a:moveTo>
                  <a:lnTo>
                    <a:pt x="9906" y="4572"/>
                  </a:lnTo>
                  <a:lnTo>
                    <a:pt x="5334" y="9906"/>
                  </a:lnTo>
                  <a:lnTo>
                    <a:pt x="9906" y="9906"/>
                  </a:lnTo>
                  <a:close/>
                </a:path>
                <a:path w="1052830" h="512445">
                  <a:moveTo>
                    <a:pt x="9906" y="502158"/>
                  </a:moveTo>
                  <a:lnTo>
                    <a:pt x="9906" y="9906"/>
                  </a:lnTo>
                  <a:lnTo>
                    <a:pt x="5334" y="9906"/>
                  </a:lnTo>
                  <a:lnTo>
                    <a:pt x="5334" y="502158"/>
                  </a:lnTo>
                  <a:lnTo>
                    <a:pt x="9906" y="502158"/>
                  </a:lnTo>
                  <a:close/>
                </a:path>
                <a:path w="1052830" h="512445">
                  <a:moveTo>
                    <a:pt x="1046988" y="502158"/>
                  </a:moveTo>
                  <a:lnTo>
                    <a:pt x="5334" y="502158"/>
                  </a:lnTo>
                  <a:lnTo>
                    <a:pt x="9906" y="506730"/>
                  </a:lnTo>
                  <a:lnTo>
                    <a:pt x="9906" y="512064"/>
                  </a:lnTo>
                  <a:lnTo>
                    <a:pt x="1042415" y="512064"/>
                  </a:lnTo>
                  <a:lnTo>
                    <a:pt x="1042415" y="506730"/>
                  </a:lnTo>
                  <a:lnTo>
                    <a:pt x="1046988" y="502158"/>
                  </a:lnTo>
                  <a:close/>
                </a:path>
                <a:path w="1052830" h="512445">
                  <a:moveTo>
                    <a:pt x="9906" y="512064"/>
                  </a:moveTo>
                  <a:lnTo>
                    <a:pt x="9906" y="506730"/>
                  </a:lnTo>
                  <a:lnTo>
                    <a:pt x="5334" y="502158"/>
                  </a:lnTo>
                  <a:lnTo>
                    <a:pt x="5334" y="512064"/>
                  </a:lnTo>
                  <a:lnTo>
                    <a:pt x="9906" y="512064"/>
                  </a:lnTo>
                  <a:close/>
                </a:path>
                <a:path w="1052830" h="512445">
                  <a:moveTo>
                    <a:pt x="1046988" y="9906"/>
                  </a:moveTo>
                  <a:lnTo>
                    <a:pt x="1042415" y="4571"/>
                  </a:lnTo>
                  <a:lnTo>
                    <a:pt x="1042415" y="9906"/>
                  </a:lnTo>
                  <a:lnTo>
                    <a:pt x="1046988" y="9906"/>
                  </a:lnTo>
                  <a:close/>
                </a:path>
                <a:path w="1052830" h="512445">
                  <a:moveTo>
                    <a:pt x="1046988" y="502158"/>
                  </a:moveTo>
                  <a:lnTo>
                    <a:pt x="1046988" y="9906"/>
                  </a:lnTo>
                  <a:lnTo>
                    <a:pt x="1042415" y="9906"/>
                  </a:lnTo>
                  <a:lnTo>
                    <a:pt x="1042415" y="502158"/>
                  </a:lnTo>
                  <a:lnTo>
                    <a:pt x="1046988" y="502158"/>
                  </a:lnTo>
                  <a:close/>
                </a:path>
                <a:path w="1052830" h="512445">
                  <a:moveTo>
                    <a:pt x="1046988" y="512064"/>
                  </a:moveTo>
                  <a:lnTo>
                    <a:pt x="1046988" y="502158"/>
                  </a:lnTo>
                  <a:lnTo>
                    <a:pt x="1042415" y="506730"/>
                  </a:lnTo>
                  <a:lnTo>
                    <a:pt x="1042415" y="512064"/>
                  </a:lnTo>
                  <a:lnTo>
                    <a:pt x="1046988" y="51206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173477" y="4197350"/>
            <a:ext cx="70739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Up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4x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the </a:t>
            </a:r>
            <a:r>
              <a:rPr sz="1000" dirty="0">
                <a:latin typeface="Arial MT"/>
                <a:cs typeface="Arial MT"/>
              </a:rPr>
              <a:t>cost</a:t>
            </a:r>
            <a:r>
              <a:rPr sz="1000" spc="-25" dirty="0">
                <a:latin typeface="Arial MT"/>
                <a:cs typeface="Arial MT"/>
              </a:rPr>
              <a:t> of </a:t>
            </a:r>
            <a:r>
              <a:rPr sz="1000" spc="-10" dirty="0">
                <a:latin typeface="Arial MT"/>
                <a:cs typeface="Arial MT"/>
              </a:rPr>
              <a:t>Software!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5094" y="4905247"/>
            <a:ext cx="837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Deployment Location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001011" y="4848605"/>
            <a:ext cx="1052830" cy="511809"/>
            <a:chOff x="2001011" y="4848605"/>
            <a:chExt cx="1052830" cy="511809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01011" y="4848605"/>
              <a:ext cx="1052321" cy="51130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001011" y="4848605"/>
              <a:ext cx="1052830" cy="511809"/>
            </a:xfrm>
            <a:custGeom>
              <a:avLst/>
              <a:gdLst/>
              <a:ahLst/>
              <a:cxnLst/>
              <a:rect l="l" t="t" r="r" b="b"/>
              <a:pathLst>
                <a:path w="1052830" h="511810">
                  <a:moveTo>
                    <a:pt x="1052322" y="509016"/>
                  </a:moveTo>
                  <a:lnTo>
                    <a:pt x="1052322" y="2286"/>
                  </a:lnTo>
                  <a:lnTo>
                    <a:pt x="1050036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09016"/>
                  </a:lnTo>
                  <a:lnTo>
                    <a:pt x="2286" y="511302"/>
                  </a:lnTo>
                  <a:lnTo>
                    <a:pt x="5334" y="511302"/>
                  </a:lnTo>
                  <a:lnTo>
                    <a:pt x="5334" y="9144"/>
                  </a:lnTo>
                  <a:lnTo>
                    <a:pt x="9906" y="4572"/>
                  </a:lnTo>
                  <a:lnTo>
                    <a:pt x="9906" y="9144"/>
                  </a:lnTo>
                  <a:lnTo>
                    <a:pt x="1042415" y="9144"/>
                  </a:lnTo>
                  <a:lnTo>
                    <a:pt x="1042415" y="4571"/>
                  </a:lnTo>
                  <a:lnTo>
                    <a:pt x="1046988" y="9144"/>
                  </a:lnTo>
                  <a:lnTo>
                    <a:pt x="1046988" y="511302"/>
                  </a:lnTo>
                  <a:lnTo>
                    <a:pt x="1050036" y="511302"/>
                  </a:lnTo>
                  <a:lnTo>
                    <a:pt x="1052322" y="509016"/>
                  </a:lnTo>
                  <a:close/>
                </a:path>
                <a:path w="1052830" h="511810">
                  <a:moveTo>
                    <a:pt x="9906" y="9144"/>
                  </a:moveTo>
                  <a:lnTo>
                    <a:pt x="9906" y="4572"/>
                  </a:lnTo>
                  <a:lnTo>
                    <a:pt x="5334" y="9144"/>
                  </a:lnTo>
                  <a:lnTo>
                    <a:pt x="9906" y="9144"/>
                  </a:lnTo>
                  <a:close/>
                </a:path>
                <a:path w="1052830" h="511810">
                  <a:moveTo>
                    <a:pt x="9906" y="502158"/>
                  </a:moveTo>
                  <a:lnTo>
                    <a:pt x="9906" y="9144"/>
                  </a:lnTo>
                  <a:lnTo>
                    <a:pt x="5334" y="9144"/>
                  </a:lnTo>
                  <a:lnTo>
                    <a:pt x="5334" y="502158"/>
                  </a:lnTo>
                  <a:lnTo>
                    <a:pt x="9906" y="502158"/>
                  </a:lnTo>
                  <a:close/>
                </a:path>
                <a:path w="1052830" h="511810">
                  <a:moveTo>
                    <a:pt x="1046988" y="502158"/>
                  </a:moveTo>
                  <a:lnTo>
                    <a:pt x="5334" y="502158"/>
                  </a:lnTo>
                  <a:lnTo>
                    <a:pt x="9906" y="506730"/>
                  </a:lnTo>
                  <a:lnTo>
                    <a:pt x="9906" y="511302"/>
                  </a:lnTo>
                  <a:lnTo>
                    <a:pt x="1042415" y="511302"/>
                  </a:lnTo>
                  <a:lnTo>
                    <a:pt x="1042415" y="506730"/>
                  </a:lnTo>
                  <a:lnTo>
                    <a:pt x="1046988" y="502158"/>
                  </a:lnTo>
                  <a:close/>
                </a:path>
                <a:path w="1052830" h="511810">
                  <a:moveTo>
                    <a:pt x="9906" y="511302"/>
                  </a:moveTo>
                  <a:lnTo>
                    <a:pt x="9906" y="506730"/>
                  </a:lnTo>
                  <a:lnTo>
                    <a:pt x="5334" y="502158"/>
                  </a:lnTo>
                  <a:lnTo>
                    <a:pt x="5334" y="511302"/>
                  </a:lnTo>
                  <a:lnTo>
                    <a:pt x="9906" y="511302"/>
                  </a:lnTo>
                  <a:close/>
                </a:path>
                <a:path w="1052830" h="511810">
                  <a:moveTo>
                    <a:pt x="1046988" y="9144"/>
                  </a:moveTo>
                  <a:lnTo>
                    <a:pt x="1042415" y="4571"/>
                  </a:lnTo>
                  <a:lnTo>
                    <a:pt x="1042415" y="9144"/>
                  </a:lnTo>
                  <a:lnTo>
                    <a:pt x="1046988" y="9144"/>
                  </a:lnTo>
                  <a:close/>
                </a:path>
                <a:path w="1052830" h="511810">
                  <a:moveTo>
                    <a:pt x="1046988" y="502158"/>
                  </a:moveTo>
                  <a:lnTo>
                    <a:pt x="1046988" y="9144"/>
                  </a:lnTo>
                  <a:lnTo>
                    <a:pt x="1042415" y="9144"/>
                  </a:lnTo>
                  <a:lnTo>
                    <a:pt x="1042415" y="502158"/>
                  </a:lnTo>
                  <a:lnTo>
                    <a:pt x="1046988" y="502158"/>
                  </a:lnTo>
                  <a:close/>
                </a:path>
                <a:path w="1052830" h="511810">
                  <a:moveTo>
                    <a:pt x="1046988" y="511302"/>
                  </a:moveTo>
                  <a:lnTo>
                    <a:pt x="1046988" y="502158"/>
                  </a:lnTo>
                  <a:lnTo>
                    <a:pt x="1042415" y="506730"/>
                  </a:lnTo>
                  <a:lnTo>
                    <a:pt x="1042415" y="511302"/>
                  </a:lnTo>
                  <a:lnTo>
                    <a:pt x="1046988" y="511302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207767" y="5011166"/>
            <a:ext cx="6394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Client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Side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1843405">
              <a:lnSpc>
                <a:spcPct val="100000"/>
              </a:lnSpc>
              <a:spcBef>
                <a:spcPts val="95"/>
              </a:spcBef>
            </a:pPr>
            <a:r>
              <a:rPr dirty="0"/>
              <a:t>Open</a:t>
            </a:r>
            <a:r>
              <a:rPr spc="-114" dirty="0"/>
              <a:t> </a:t>
            </a:r>
            <a:r>
              <a:rPr dirty="0"/>
              <a:t>Source</a:t>
            </a:r>
            <a:r>
              <a:rPr spc="-114" dirty="0"/>
              <a:t> </a:t>
            </a:r>
            <a:r>
              <a:rPr spc="-10" dirty="0"/>
              <a:t>Model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/>
              <a:t>“Free”</a:t>
            </a:r>
            <a:r>
              <a:rPr spc="-5" dirty="0"/>
              <a:t> </a:t>
            </a:r>
            <a:r>
              <a:rPr spc="-10" dirty="0"/>
              <a:t>Model</a:t>
            </a:r>
          </a:p>
          <a:p>
            <a:pPr marL="355600" marR="31750" indent="-342900">
              <a:lnSpc>
                <a:spcPts val="2880"/>
              </a:lnSpc>
              <a:spcBef>
                <a:spcPts val="695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/>
              <a:t>Software</a:t>
            </a:r>
            <a:r>
              <a:rPr spc="-45" dirty="0"/>
              <a:t> </a:t>
            </a:r>
            <a:r>
              <a:rPr dirty="0"/>
              <a:t>provider</a:t>
            </a:r>
            <a:r>
              <a:rPr spc="-45" dirty="0"/>
              <a:t> </a:t>
            </a:r>
            <a:r>
              <a:rPr dirty="0"/>
              <a:t>packages</a:t>
            </a:r>
            <a:r>
              <a:rPr spc="-45" dirty="0"/>
              <a:t> </a:t>
            </a:r>
            <a:r>
              <a:rPr dirty="0"/>
              <a:t>Open</a:t>
            </a:r>
            <a:r>
              <a:rPr spc="-45" dirty="0"/>
              <a:t> </a:t>
            </a:r>
            <a:r>
              <a:rPr spc="-10" dirty="0"/>
              <a:t>Source </a:t>
            </a:r>
            <a:r>
              <a:rPr dirty="0"/>
              <a:t>Software</a:t>
            </a:r>
            <a:r>
              <a:rPr spc="-3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provides</a:t>
            </a:r>
            <a:r>
              <a:rPr spc="-15" dirty="0"/>
              <a:t> </a:t>
            </a:r>
            <a:r>
              <a:rPr dirty="0"/>
              <a:t>it</a:t>
            </a:r>
            <a:r>
              <a:rPr spc="-5" dirty="0"/>
              <a:t> </a:t>
            </a:r>
            <a:r>
              <a:rPr dirty="0"/>
              <a:t>at</a:t>
            </a:r>
            <a:r>
              <a:rPr spc="-20" dirty="0"/>
              <a:t> </a:t>
            </a:r>
            <a:r>
              <a:rPr dirty="0"/>
              <a:t>little</a:t>
            </a:r>
            <a:r>
              <a:rPr spc="-15" dirty="0"/>
              <a:t> </a:t>
            </a:r>
            <a:r>
              <a:rPr dirty="0"/>
              <a:t>or</a:t>
            </a:r>
            <a:r>
              <a:rPr spc="-20" dirty="0"/>
              <a:t> </a:t>
            </a:r>
            <a:r>
              <a:rPr dirty="0"/>
              <a:t>no</a:t>
            </a:r>
            <a:r>
              <a:rPr spc="-20" dirty="0"/>
              <a:t> </a:t>
            </a:r>
            <a:r>
              <a:rPr dirty="0"/>
              <a:t>cost </a:t>
            </a:r>
            <a:r>
              <a:rPr spc="-25" dirty="0"/>
              <a:t>to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client</a:t>
            </a:r>
          </a:p>
          <a:p>
            <a:pPr marL="355600" marR="312420" indent="-342900">
              <a:lnSpc>
                <a:spcPct val="80000"/>
              </a:lnSpc>
              <a:spcBef>
                <a:spcPts val="745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provider</a:t>
            </a:r>
            <a:r>
              <a:rPr spc="-30" dirty="0"/>
              <a:t> </a:t>
            </a:r>
            <a:r>
              <a:rPr dirty="0"/>
              <a:t>makes</a:t>
            </a:r>
            <a:r>
              <a:rPr spc="-30" dirty="0"/>
              <a:t> </a:t>
            </a:r>
            <a:r>
              <a:rPr dirty="0"/>
              <a:t>money</a:t>
            </a:r>
            <a:r>
              <a:rPr spc="-30" dirty="0"/>
              <a:t> </a:t>
            </a:r>
            <a:r>
              <a:rPr dirty="0"/>
              <a:t>on</a:t>
            </a:r>
            <a:r>
              <a:rPr spc="-30" dirty="0"/>
              <a:t> </a:t>
            </a:r>
            <a:r>
              <a:rPr dirty="0"/>
              <a:t>support</a:t>
            </a:r>
            <a:r>
              <a:rPr spc="-30" dirty="0"/>
              <a:t> </a:t>
            </a:r>
            <a:r>
              <a:rPr spc="-50" dirty="0"/>
              <a:t>– </a:t>
            </a:r>
            <a:r>
              <a:rPr dirty="0"/>
              <a:t>charges</a:t>
            </a:r>
            <a:r>
              <a:rPr spc="-4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higher</a:t>
            </a:r>
            <a:r>
              <a:rPr spc="-35" dirty="0"/>
              <a:t> </a:t>
            </a:r>
            <a:r>
              <a:rPr dirty="0"/>
              <a:t>fee</a:t>
            </a:r>
            <a:r>
              <a:rPr spc="-40" dirty="0"/>
              <a:t> </a:t>
            </a:r>
            <a:r>
              <a:rPr dirty="0"/>
              <a:t>than</a:t>
            </a:r>
            <a:r>
              <a:rPr spc="-35" dirty="0"/>
              <a:t> </a:t>
            </a:r>
            <a:r>
              <a:rPr dirty="0"/>
              <a:t>traditional</a:t>
            </a:r>
            <a:r>
              <a:rPr spc="-35" dirty="0"/>
              <a:t> </a:t>
            </a:r>
            <a:r>
              <a:rPr spc="-10" dirty="0"/>
              <a:t>model</a:t>
            </a:r>
          </a:p>
          <a:p>
            <a:pPr marL="355600" marR="224154" indent="-342900">
              <a:lnSpc>
                <a:spcPct val="80000"/>
              </a:lnSpc>
              <a:spcBef>
                <a:spcPts val="72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/>
              <a:t>The</a:t>
            </a:r>
            <a:r>
              <a:rPr spc="-20" dirty="0"/>
              <a:t> </a:t>
            </a:r>
            <a:r>
              <a:rPr dirty="0"/>
              <a:t>cost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Managing</a:t>
            </a:r>
            <a:r>
              <a:rPr spc="-1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software</a:t>
            </a:r>
            <a:r>
              <a:rPr spc="-35" dirty="0"/>
              <a:t> </a:t>
            </a:r>
            <a:r>
              <a:rPr spc="-10" dirty="0"/>
              <a:t>remains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same</a:t>
            </a:r>
            <a:r>
              <a:rPr spc="-30" dirty="0"/>
              <a:t> </a:t>
            </a:r>
            <a:r>
              <a:rPr dirty="0"/>
              <a:t>as</a:t>
            </a:r>
            <a:r>
              <a:rPr spc="-30" dirty="0"/>
              <a:t> </a:t>
            </a:r>
            <a:r>
              <a:rPr dirty="0"/>
              <a:t>Traditional</a:t>
            </a:r>
            <a:r>
              <a:rPr spc="-30" dirty="0"/>
              <a:t> </a:t>
            </a:r>
            <a:r>
              <a:rPr spc="-10" dirty="0"/>
              <a:t>Model</a:t>
            </a:r>
          </a:p>
          <a:p>
            <a:pPr marL="755015" lvl="1" indent="-285115">
              <a:lnSpc>
                <a:spcPct val="100000"/>
              </a:lnSpc>
              <a:spcBef>
                <a:spcPts val="10"/>
              </a:spcBef>
              <a:buFont typeface="Wingdings"/>
              <a:buChar char=""/>
              <a:tabLst>
                <a:tab pos="755015" algn="l"/>
              </a:tabLst>
            </a:pP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Up</a:t>
            </a:r>
            <a:r>
              <a:rPr sz="26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6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4x</a:t>
            </a:r>
            <a:r>
              <a:rPr sz="26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6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cost</a:t>
            </a:r>
            <a:r>
              <a:rPr sz="26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26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6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actual</a:t>
            </a:r>
            <a:r>
              <a:rPr sz="26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software</a:t>
            </a:r>
            <a:r>
              <a:rPr sz="26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per</a:t>
            </a:r>
            <a:r>
              <a:rPr sz="26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spc="-20" dirty="0">
                <a:solidFill>
                  <a:srgbClr val="7E7E7E"/>
                </a:solidFill>
                <a:latin typeface="Arial MT"/>
                <a:cs typeface="Arial MT"/>
              </a:rPr>
              <a:t>year!</a:t>
            </a:r>
            <a:endParaRPr sz="26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buFont typeface="Wingdings"/>
              <a:buChar char=""/>
              <a:tabLst>
                <a:tab pos="755015" algn="l"/>
              </a:tabLst>
            </a:pP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Infrastructure,</a:t>
            </a:r>
            <a:r>
              <a:rPr sz="2600" spc="-10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Manpower,</a:t>
            </a:r>
            <a:r>
              <a:rPr sz="2600" spc="-10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7E7E7E"/>
                </a:solidFill>
                <a:latin typeface="Arial MT"/>
                <a:cs typeface="Arial MT"/>
              </a:rPr>
              <a:t>software</a:t>
            </a:r>
            <a:r>
              <a:rPr sz="2600" spc="-114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7E7E7E"/>
                </a:solidFill>
                <a:latin typeface="Arial MT"/>
                <a:cs typeface="Arial MT"/>
              </a:rPr>
              <a:t>maintenance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45720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106" rIns="0" bIns="0" rtlCol="0">
            <a:spAutoFit/>
          </a:bodyPr>
          <a:lstStyle/>
          <a:p>
            <a:pPr marL="1239520">
              <a:lnSpc>
                <a:spcPct val="100000"/>
              </a:lnSpc>
              <a:spcBef>
                <a:spcPts val="95"/>
              </a:spcBef>
            </a:pPr>
            <a:r>
              <a:rPr dirty="0"/>
              <a:t>Software</a:t>
            </a:r>
            <a:r>
              <a:rPr spc="-160" dirty="0"/>
              <a:t> </a:t>
            </a:r>
            <a:r>
              <a:rPr dirty="0"/>
              <a:t>Service</a:t>
            </a:r>
            <a:r>
              <a:rPr spc="-155" dirty="0"/>
              <a:t> </a:t>
            </a:r>
            <a:r>
              <a:rPr spc="-10" dirty="0"/>
              <a:t>Models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3579" y="2235708"/>
            <a:ext cx="1082039" cy="51587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49855" y="2383790"/>
            <a:ext cx="730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Traditional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7" y="2235707"/>
            <a:ext cx="1077467" cy="51206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80308" y="2292350"/>
            <a:ext cx="508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461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Open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Source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73579" y="2887979"/>
            <a:ext cx="1082039" cy="51663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101088" y="2946908"/>
            <a:ext cx="827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" marR="5080" indent="-5461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$4000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/user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(one-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time)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73579" y="3528059"/>
            <a:ext cx="1082039" cy="51663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142998" y="3587750"/>
            <a:ext cx="744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$800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/user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/year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95827" y="2887979"/>
            <a:ext cx="1077467" cy="51663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446779" y="3038347"/>
            <a:ext cx="575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$0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/user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95827" y="3528059"/>
            <a:ext cx="1077467" cy="51663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320288" y="3587750"/>
            <a:ext cx="828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$1600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/user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/year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9101" y="3000248"/>
            <a:ext cx="1140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Software</a:t>
            </a:r>
            <a:r>
              <a:rPr sz="1400" spc="-20" dirty="0">
                <a:latin typeface="Arial MT"/>
                <a:cs typeface="Arial MT"/>
              </a:rPr>
              <a:t> Cost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9101" y="3609852"/>
            <a:ext cx="10617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Support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Cost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2901" y="4400042"/>
            <a:ext cx="12680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Management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Cost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001011" y="4186428"/>
            <a:ext cx="2272030" cy="512445"/>
            <a:chOff x="2001011" y="4186428"/>
            <a:chExt cx="2272030" cy="512445"/>
          </a:xfrm>
        </p:grpSpPr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01011" y="4186428"/>
              <a:ext cx="2271522" cy="51206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001011" y="4186428"/>
              <a:ext cx="2272030" cy="512445"/>
            </a:xfrm>
            <a:custGeom>
              <a:avLst/>
              <a:gdLst/>
              <a:ahLst/>
              <a:cxnLst/>
              <a:rect l="l" t="t" r="r" b="b"/>
              <a:pathLst>
                <a:path w="2272029" h="512445">
                  <a:moveTo>
                    <a:pt x="2271522" y="509778"/>
                  </a:moveTo>
                  <a:lnTo>
                    <a:pt x="2271522" y="2286"/>
                  </a:lnTo>
                  <a:lnTo>
                    <a:pt x="2269236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09778"/>
                  </a:lnTo>
                  <a:lnTo>
                    <a:pt x="2286" y="512064"/>
                  </a:lnTo>
                  <a:lnTo>
                    <a:pt x="5333" y="512064"/>
                  </a:lnTo>
                  <a:lnTo>
                    <a:pt x="5334" y="9906"/>
                  </a:lnTo>
                  <a:lnTo>
                    <a:pt x="9906" y="4572"/>
                  </a:lnTo>
                  <a:lnTo>
                    <a:pt x="9906" y="9906"/>
                  </a:lnTo>
                  <a:lnTo>
                    <a:pt x="2261616" y="9906"/>
                  </a:lnTo>
                  <a:lnTo>
                    <a:pt x="2261616" y="4572"/>
                  </a:lnTo>
                  <a:lnTo>
                    <a:pt x="2266188" y="9906"/>
                  </a:lnTo>
                  <a:lnTo>
                    <a:pt x="2266188" y="512064"/>
                  </a:lnTo>
                  <a:lnTo>
                    <a:pt x="2269236" y="512064"/>
                  </a:lnTo>
                  <a:lnTo>
                    <a:pt x="2271522" y="509778"/>
                  </a:lnTo>
                  <a:close/>
                </a:path>
                <a:path w="2272029" h="512445">
                  <a:moveTo>
                    <a:pt x="9906" y="9906"/>
                  </a:moveTo>
                  <a:lnTo>
                    <a:pt x="9906" y="4572"/>
                  </a:lnTo>
                  <a:lnTo>
                    <a:pt x="5334" y="9906"/>
                  </a:lnTo>
                  <a:lnTo>
                    <a:pt x="9906" y="9906"/>
                  </a:lnTo>
                  <a:close/>
                </a:path>
                <a:path w="2272029" h="512445">
                  <a:moveTo>
                    <a:pt x="9906" y="502158"/>
                  </a:moveTo>
                  <a:lnTo>
                    <a:pt x="9906" y="9906"/>
                  </a:lnTo>
                  <a:lnTo>
                    <a:pt x="5334" y="9906"/>
                  </a:lnTo>
                  <a:lnTo>
                    <a:pt x="5334" y="502158"/>
                  </a:lnTo>
                  <a:lnTo>
                    <a:pt x="9906" y="502158"/>
                  </a:lnTo>
                  <a:close/>
                </a:path>
                <a:path w="2272029" h="512445">
                  <a:moveTo>
                    <a:pt x="2266188" y="502158"/>
                  </a:moveTo>
                  <a:lnTo>
                    <a:pt x="5334" y="502158"/>
                  </a:lnTo>
                  <a:lnTo>
                    <a:pt x="9906" y="506730"/>
                  </a:lnTo>
                  <a:lnTo>
                    <a:pt x="9906" y="512064"/>
                  </a:lnTo>
                  <a:lnTo>
                    <a:pt x="2261616" y="512064"/>
                  </a:lnTo>
                  <a:lnTo>
                    <a:pt x="2261616" y="506730"/>
                  </a:lnTo>
                  <a:lnTo>
                    <a:pt x="2266188" y="502158"/>
                  </a:lnTo>
                  <a:close/>
                </a:path>
                <a:path w="2272029" h="512445">
                  <a:moveTo>
                    <a:pt x="9906" y="512064"/>
                  </a:moveTo>
                  <a:lnTo>
                    <a:pt x="9906" y="506730"/>
                  </a:lnTo>
                  <a:lnTo>
                    <a:pt x="5334" y="502158"/>
                  </a:lnTo>
                  <a:lnTo>
                    <a:pt x="5333" y="512064"/>
                  </a:lnTo>
                  <a:lnTo>
                    <a:pt x="9906" y="512064"/>
                  </a:lnTo>
                  <a:close/>
                </a:path>
                <a:path w="2272029" h="512445">
                  <a:moveTo>
                    <a:pt x="2266188" y="9906"/>
                  </a:moveTo>
                  <a:lnTo>
                    <a:pt x="2261616" y="4572"/>
                  </a:lnTo>
                  <a:lnTo>
                    <a:pt x="2261616" y="9906"/>
                  </a:lnTo>
                  <a:lnTo>
                    <a:pt x="2266188" y="9906"/>
                  </a:lnTo>
                  <a:close/>
                </a:path>
                <a:path w="2272029" h="512445">
                  <a:moveTo>
                    <a:pt x="2266188" y="502158"/>
                  </a:moveTo>
                  <a:lnTo>
                    <a:pt x="2266188" y="9906"/>
                  </a:lnTo>
                  <a:lnTo>
                    <a:pt x="2261616" y="9906"/>
                  </a:lnTo>
                  <a:lnTo>
                    <a:pt x="2261616" y="502158"/>
                  </a:lnTo>
                  <a:lnTo>
                    <a:pt x="2266188" y="502158"/>
                  </a:lnTo>
                  <a:close/>
                </a:path>
                <a:path w="2272029" h="512445">
                  <a:moveTo>
                    <a:pt x="2266188" y="512064"/>
                  </a:moveTo>
                  <a:lnTo>
                    <a:pt x="2266188" y="502158"/>
                  </a:lnTo>
                  <a:lnTo>
                    <a:pt x="2261616" y="506730"/>
                  </a:lnTo>
                  <a:lnTo>
                    <a:pt x="2261616" y="512064"/>
                  </a:lnTo>
                  <a:lnTo>
                    <a:pt x="2266188" y="51206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124710" y="4333747"/>
            <a:ext cx="202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Up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4x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cost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 </a:t>
            </a:r>
            <a:r>
              <a:rPr sz="1200" spc="-10" dirty="0">
                <a:latin typeface="Arial MT"/>
                <a:cs typeface="Arial MT"/>
              </a:rPr>
              <a:t>Software!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5094" y="4905247"/>
            <a:ext cx="837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Deployment Location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001011" y="4848605"/>
            <a:ext cx="2272030" cy="511809"/>
            <a:chOff x="2001011" y="4848605"/>
            <a:chExt cx="2272030" cy="511809"/>
          </a:xfrm>
        </p:grpSpPr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01011" y="4848605"/>
              <a:ext cx="2271522" cy="51130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001011" y="4848605"/>
              <a:ext cx="2272030" cy="511809"/>
            </a:xfrm>
            <a:custGeom>
              <a:avLst/>
              <a:gdLst/>
              <a:ahLst/>
              <a:cxnLst/>
              <a:rect l="l" t="t" r="r" b="b"/>
              <a:pathLst>
                <a:path w="2272029" h="511810">
                  <a:moveTo>
                    <a:pt x="2271522" y="509016"/>
                  </a:moveTo>
                  <a:lnTo>
                    <a:pt x="2271522" y="2286"/>
                  </a:lnTo>
                  <a:lnTo>
                    <a:pt x="2269236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09016"/>
                  </a:lnTo>
                  <a:lnTo>
                    <a:pt x="2286" y="511302"/>
                  </a:lnTo>
                  <a:lnTo>
                    <a:pt x="5333" y="511302"/>
                  </a:lnTo>
                  <a:lnTo>
                    <a:pt x="5334" y="9144"/>
                  </a:lnTo>
                  <a:lnTo>
                    <a:pt x="9906" y="4572"/>
                  </a:lnTo>
                  <a:lnTo>
                    <a:pt x="9906" y="9144"/>
                  </a:lnTo>
                  <a:lnTo>
                    <a:pt x="2261616" y="9144"/>
                  </a:lnTo>
                  <a:lnTo>
                    <a:pt x="2261616" y="4572"/>
                  </a:lnTo>
                  <a:lnTo>
                    <a:pt x="2266188" y="9144"/>
                  </a:lnTo>
                  <a:lnTo>
                    <a:pt x="2266188" y="511302"/>
                  </a:lnTo>
                  <a:lnTo>
                    <a:pt x="2269236" y="511302"/>
                  </a:lnTo>
                  <a:lnTo>
                    <a:pt x="2271522" y="509016"/>
                  </a:lnTo>
                  <a:close/>
                </a:path>
                <a:path w="2272029" h="511810">
                  <a:moveTo>
                    <a:pt x="9906" y="9144"/>
                  </a:moveTo>
                  <a:lnTo>
                    <a:pt x="9906" y="4572"/>
                  </a:lnTo>
                  <a:lnTo>
                    <a:pt x="5334" y="9144"/>
                  </a:lnTo>
                  <a:lnTo>
                    <a:pt x="9906" y="9144"/>
                  </a:lnTo>
                  <a:close/>
                </a:path>
                <a:path w="2272029" h="511810">
                  <a:moveTo>
                    <a:pt x="9906" y="502158"/>
                  </a:moveTo>
                  <a:lnTo>
                    <a:pt x="9906" y="9144"/>
                  </a:lnTo>
                  <a:lnTo>
                    <a:pt x="5334" y="9144"/>
                  </a:lnTo>
                  <a:lnTo>
                    <a:pt x="5334" y="502158"/>
                  </a:lnTo>
                  <a:lnTo>
                    <a:pt x="9906" y="502158"/>
                  </a:lnTo>
                  <a:close/>
                </a:path>
                <a:path w="2272029" h="511810">
                  <a:moveTo>
                    <a:pt x="2266188" y="502158"/>
                  </a:moveTo>
                  <a:lnTo>
                    <a:pt x="5334" y="502158"/>
                  </a:lnTo>
                  <a:lnTo>
                    <a:pt x="9906" y="506730"/>
                  </a:lnTo>
                  <a:lnTo>
                    <a:pt x="9906" y="511302"/>
                  </a:lnTo>
                  <a:lnTo>
                    <a:pt x="2261616" y="511302"/>
                  </a:lnTo>
                  <a:lnTo>
                    <a:pt x="2261616" y="506730"/>
                  </a:lnTo>
                  <a:lnTo>
                    <a:pt x="2266188" y="502158"/>
                  </a:lnTo>
                  <a:close/>
                </a:path>
                <a:path w="2272029" h="511810">
                  <a:moveTo>
                    <a:pt x="9906" y="511302"/>
                  </a:moveTo>
                  <a:lnTo>
                    <a:pt x="9906" y="506730"/>
                  </a:lnTo>
                  <a:lnTo>
                    <a:pt x="5334" y="502158"/>
                  </a:lnTo>
                  <a:lnTo>
                    <a:pt x="5333" y="511302"/>
                  </a:lnTo>
                  <a:lnTo>
                    <a:pt x="9906" y="511302"/>
                  </a:lnTo>
                  <a:close/>
                </a:path>
                <a:path w="2272029" h="511810">
                  <a:moveTo>
                    <a:pt x="2266188" y="9144"/>
                  </a:moveTo>
                  <a:lnTo>
                    <a:pt x="2261616" y="4572"/>
                  </a:lnTo>
                  <a:lnTo>
                    <a:pt x="2261616" y="9144"/>
                  </a:lnTo>
                  <a:lnTo>
                    <a:pt x="2266188" y="9144"/>
                  </a:lnTo>
                  <a:close/>
                </a:path>
                <a:path w="2272029" h="511810">
                  <a:moveTo>
                    <a:pt x="2266188" y="502158"/>
                  </a:moveTo>
                  <a:lnTo>
                    <a:pt x="2266188" y="9144"/>
                  </a:lnTo>
                  <a:lnTo>
                    <a:pt x="2261616" y="9144"/>
                  </a:lnTo>
                  <a:lnTo>
                    <a:pt x="2261616" y="502158"/>
                  </a:lnTo>
                  <a:lnTo>
                    <a:pt x="2266188" y="502158"/>
                  </a:lnTo>
                  <a:close/>
                </a:path>
                <a:path w="2272029" h="511810">
                  <a:moveTo>
                    <a:pt x="2266188" y="511302"/>
                  </a:moveTo>
                  <a:lnTo>
                    <a:pt x="2266188" y="502158"/>
                  </a:lnTo>
                  <a:lnTo>
                    <a:pt x="2261616" y="506730"/>
                  </a:lnTo>
                  <a:lnTo>
                    <a:pt x="2261616" y="511302"/>
                  </a:lnTo>
                  <a:lnTo>
                    <a:pt x="2266188" y="511302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817367" y="5011166"/>
            <a:ext cx="6394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Client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Side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1984375">
              <a:lnSpc>
                <a:spcPct val="100000"/>
              </a:lnSpc>
              <a:spcBef>
                <a:spcPts val="95"/>
              </a:spcBef>
            </a:pPr>
            <a:r>
              <a:rPr dirty="0"/>
              <a:t>Outsourcing</a:t>
            </a:r>
            <a:r>
              <a:rPr spc="-235" dirty="0"/>
              <a:t> </a:t>
            </a:r>
            <a:r>
              <a:rPr spc="-10" dirty="0"/>
              <a:t>Model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2030983"/>
            <a:ext cx="7854315" cy="425005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marR="184150" indent="-343535">
              <a:lnSpc>
                <a:spcPts val="3460"/>
              </a:lnSpc>
              <a:spcBef>
                <a:spcPts val="530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Primary</a:t>
            </a:r>
            <a:r>
              <a:rPr sz="32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cost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Software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Management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is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in</a:t>
            </a:r>
            <a:r>
              <a:rPr sz="32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Manpower</a:t>
            </a:r>
            <a:endParaRPr sz="3200">
              <a:latin typeface="Arial MT"/>
              <a:cs typeface="Arial MT"/>
            </a:endParaRPr>
          </a:p>
          <a:p>
            <a:pPr marL="355600" marR="299085" indent="-343535">
              <a:lnSpc>
                <a:spcPts val="3460"/>
              </a:lnSpc>
              <a:spcBef>
                <a:spcPts val="760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Why</a:t>
            </a:r>
            <a:r>
              <a:rPr sz="3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not</a:t>
            </a:r>
            <a:r>
              <a:rPr sz="3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delegate</a:t>
            </a:r>
            <a:r>
              <a:rPr sz="3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3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management</a:t>
            </a:r>
            <a:r>
              <a:rPr sz="3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of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software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country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with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cheaper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labor costs</a:t>
            </a:r>
            <a:endParaRPr sz="32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285"/>
              </a:spcBef>
              <a:buFont typeface="Wingdings"/>
              <a:buChar char=""/>
              <a:tabLst>
                <a:tab pos="755015" algn="l"/>
              </a:tabLst>
            </a:pP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India,</a:t>
            </a:r>
            <a:r>
              <a:rPr sz="28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E7E7E"/>
                </a:solidFill>
                <a:latin typeface="Arial MT"/>
                <a:cs typeface="Arial MT"/>
              </a:rPr>
              <a:t>China</a:t>
            </a:r>
            <a:r>
              <a:rPr sz="28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7E7E7E"/>
                </a:solidFill>
                <a:latin typeface="Arial MT"/>
                <a:cs typeface="Arial MT"/>
              </a:rPr>
              <a:t>etc.</a:t>
            </a:r>
            <a:endParaRPr sz="2800">
              <a:latin typeface="Arial MT"/>
              <a:cs typeface="Arial MT"/>
            </a:endParaRPr>
          </a:p>
          <a:p>
            <a:pPr marL="355600" marR="5080" indent="-343535">
              <a:lnSpc>
                <a:spcPts val="3460"/>
              </a:lnSpc>
              <a:spcBef>
                <a:spcPts val="805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Outsource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management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software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for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flat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fee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–</a:t>
            </a:r>
            <a:r>
              <a:rPr sz="32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keep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IT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management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costs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under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control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45720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106" rIns="0" bIns="0" rtlCol="0">
            <a:spAutoFit/>
          </a:bodyPr>
          <a:lstStyle/>
          <a:p>
            <a:pPr marL="1239520">
              <a:lnSpc>
                <a:spcPct val="100000"/>
              </a:lnSpc>
              <a:spcBef>
                <a:spcPts val="95"/>
              </a:spcBef>
            </a:pPr>
            <a:r>
              <a:rPr dirty="0"/>
              <a:t>Software</a:t>
            </a:r>
            <a:r>
              <a:rPr spc="-160" dirty="0"/>
              <a:t> </a:t>
            </a:r>
            <a:r>
              <a:rPr dirty="0"/>
              <a:t>Service</a:t>
            </a:r>
            <a:r>
              <a:rPr spc="-155" dirty="0"/>
              <a:t> </a:t>
            </a:r>
            <a:r>
              <a:rPr spc="-10" dirty="0"/>
              <a:t>Models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3579" y="2235708"/>
            <a:ext cx="1082039" cy="51587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49855" y="2383790"/>
            <a:ext cx="730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Traditional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7" y="2235707"/>
            <a:ext cx="1077467" cy="51206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80308" y="2292350"/>
            <a:ext cx="508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461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Open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Source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88179" y="2235707"/>
            <a:ext cx="1082039" cy="51206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606544" y="2383790"/>
            <a:ext cx="847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Outsourcing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73579" y="2887979"/>
            <a:ext cx="1082039" cy="51663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101088" y="2946908"/>
            <a:ext cx="827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" marR="5080" indent="-5461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$4000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/user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(one-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time)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73579" y="3528059"/>
            <a:ext cx="1082039" cy="51663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142998" y="3587750"/>
            <a:ext cx="744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$800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/user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/year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95827" y="2887979"/>
            <a:ext cx="1077467" cy="51663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446779" y="3038347"/>
            <a:ext cx="575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$0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/user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95827" y="3528059"/>
            <a:ext cx="1077467" cy="51663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320288" y="3587750"/>
            <a:ext cx="828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$1600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/user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/year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509515" y="2904744"/>
            <a:ext cx="1081277" cy="51663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637785" y="2962909"/>
            <a:ext cx="827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" marR="5080" indent="-5461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$4000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/user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(one-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time)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509515" y="3544823"/>
            <a:ext cx="1081277" cy="51663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4679696" y="3603752"/>
            <a:ext cx="744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$800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/user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/year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509515" y="4184903"/>
            <a:ext cx="1081277" cy="516636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4614164" y="4242308"/>
            <a:ext cx="876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&lt; 1300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/user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/month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9101" y="3000248"/>
            <a:ext cx="1140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Software</a:t>
            </a:r>
            <a:r>
              <a:rPr sz="1400" spc="-20" dirty="0">
                <a:latin typeface="Arial MT"/>
                <a:cs typeface="Arial MT"/>
              </a:rPr>
              <a:t> Cost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9101" y="3609852"/>
            <a:ext cx="10617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Support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Cost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2901" y="4400042"/>
            <a:ext cx="12680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Management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Cost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001011" y="4186428"/>
            <a:ext cx="2272030" cy="512445"/>
            <a:chOff x="2001011" y="4186428"/>
            <a:chExt cx="2272030" cy="512445"/>
          </a:xfrm>
        </p:grpSpPr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01011" y="4186428"/>
              <a:ext cx="2271522" cy="51206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01011" y="4186428"/>
              <a:ext cx="2272030" cy="512445"/>
            </a:xfrm>
            <a:custGeom>
              <a:avLst/>
              <a:gdLst/>
              <a:ahLst/>
              <a:cxnLst/>
              <a:rect l="l" t="t" r="r" b="b"/>
              <a:pathLst>
                <a:path w="2272029" h="512445">
                  <a:moveTo>
                    <a:pt x="2271522" y="509778"/>
                  </a:moveTo>
                  <a:lnTo>
                    <a:pt x="2271522" y="2286"/>
                  </a:lnTo>
                  <a:lnTo>
                    <a:pt x="2269236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09778"/>
                  </a:lnTo>
                  <a:lnTo>
                    <a:pt x="2286" y="512064"/>
                  </a:lnTo>
                  <a:lnTo>
                    <a:pt x="5333" y="512064"/>
                  </a:lnTo>
                  <a:lnTo>
                    <a:pt x="5334" y="9906"/>
                  </a:lnTo>
                  <a:lnTo>
                    <a:pt x="9906" y="4572"/>
                  </a:lnTo>
                  <a:lnTo>
                    <a:pt x="9906" y="9906"/>
                  </a:lnTo>
                  <a:lnTo>
                    <a:pt x="2261616" y="9906"/>
                  </a:lnTo>
                  <a:lnTo>
                    <a:pt x="2261616" y="4572"/>
                  </a:lnTo>
                  <a:lnTo>
                    <a:pt x="2266188" y="9906"/>
                  </a:lnTo>
                  <a:lnTo>
                    <a:pt x="2266188" y="512064"/>
                  </a:lnTo>
                  <a:lnTo>
                    <a:pt x="2269236" y="512064"/>
                  </a:lnTo>
                  <a:lnTo>
                    <a:pt x="2271522" y="509778"/>
                  </a:lnTo>
                  <a:close/>
                </a:path>
                <a:path w="2272029" h="512445">
                  <a:moveTo>
                    <a:pt x="9906" y="9906"/>
                  </a:moveTo>
                  <a:lnTo>
                    <a:pt x="9906" y="4572"/>
                  </a:lnTo>
                  <a:lnTo>
                    <a:pt x="5334" y="9906"/>
                  </a:lnTo>
                  <a:lnTo>
                    <a:pt x="9906" y="9906"/>
                  </a:lnTo>
                  <a:close/>
                </a:path>
                <a:path w="2272029" h="512445">
                  <a:moveTo>
                    <a:pt x="9906" y="502158"/>
                  </a:moveTo>
                  <a:lnTo>
                    <a:pt x="9906" y="9906"/>
                  </a:lnTo>
                  <a:lnTo>
                    <a:pt x="5334" y="9906"/>
                  </a:lnTo>
                  <a:lnTo>
                    <a:pt x="5334" y="502158"/>
                  </a:lnTo>
                  <a:lnTo>
                    <a:pt x="9906" y="502158"/>
                  </a:lnTo>
                  <a:close/>
                </a:path>
                <a:path w="2272029" h="512445">
                  <a:moveTo>
                    <a:pt x="2266188" y="502158"/>
                  </a:moveTo>
                  <a:lnTo>
                    <a:pt x="5334" y="502158"/>
                  </a:lnTo>
                  <a:lnTo>
                    <a:pt x="9906" y="506730"/>
                  </a:lnTo>
                  <a:lnTo>
                    <a:pt x="9906" y="512064"/>
                  </a:lnTo>
                  <a:lnTo>
                    <a:pt x="2261616" y="512064"/>
                  </a:lnTo>
                  <a:lnTo>
                    <a:pt x="2261616" y="506730"/>
                  </a:lnTo>
                  <a:lnTo>
                    <a:pt x="2266188" y="502158"/>
                  </a:lnTo>
                  <a:close/>
                </a:path>
                <a:path w="2272029" h="512445">
                  <a:moveTo>
                    <a:pt x="9906" y="512064"/>
                  </a:moveTo>
                  <a:lnTo>
                    <a:pt x="9906" y="506730"/>
                  </a:lnTo>
                  <a:lnTo>
                    <a:pt x="5334" y="502158"/>
                  </a:lnTo>
                  <a:lnTo>
                    <a:pt x="5333" y="512064"/>
                  </a:lnTo>
                  <a:lnTo>
                    <a:pt x="9906" y="512064"/>
                  </a:lnTo>
                  <a:close/>
                </a:path>
                <a:path w="2272029" h="512445">
                  <a:moveTo>
                    <a:pt x="2266188" y="9906"/>
                  </a:moveTo>
                  <a:lnTo>
                    <a:pt x="2261616" y="4572"/>
                  </a:lnTo>
                  <a:lnTo>
                    <a:pt x="2261616" y="9906"/>
                  </a:lnTo>
                  <a:lnTo>
                    <a:pt x="2266188" y="9906"/>
                  </a:lnTo>
                  <a:close/>
                </a:path>
                <a:path w="2272029" h="512445">
                  <a:moveTo>
                    <a:pt x="2266188" y="502158"/>
                  </a:moveTo>
                  <a:lnTo>
                    <a:pt x="2266188" y="9906"/>
                  </a:lnTo>
                  <a:lnTo>
                    <a:pt x="2261616" y="9906"/>
                  </a:lnTo>
                  <a:lnTo>
                    <a:pt x="2261616" y="502158"/>
                  </a:lnTo>
                  <a:lnTo>
                    <a:pt x="2266188" y="502158"/>
                  </a:lnTo>
                  <a:close/>
                </a:path>
                <a:path w="2272029" h="512445">
                  <a:moveTo>
                    <a:pt x="2266188" y="512064"/>
                  </a:moveTo>
                  <a:lnTo>
                    <a:pt x="2266188" y="502158"/>
                  </a:lnTo>
                  <a:lnTo>
                    <a:pt x="2261616" y="506730"/>
                  </a:lnTo>
                  <a:lnTo>
                    <a:pt x="2261616" y="512064"/>
                  </a:lnTo>
                  <a:lnTo>
                    <a:pt x="2266188" y="51206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124710" y="4333747"/>
            <a:ext cx="202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Up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4x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cost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 </a:t>
            </a:r>
            <a:r>
              <a:rPr sz="1200" spc="-10" dirty="0">
                <a:latin typeface="Arial MT"/>
                <a:cs typeface="Arial MT"/>
              </a:rPr>
              <a:t>Software!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5094" y="4905247"/>
            <a:ext cx="837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Deployment Location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001011" y="4848605"/>
            <a:ext cx="2272030" cy="511809"/>
            <a:chOff x="2001011" y="4848605"/>
            <a:chExt cx="2272030" cy="511809"/>
          </a:xfrm>
        </p:grpSpPr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01011" y="4848605"/>
              <a:ext cx="2271522" cy="51130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001011" y="4848605"/>
              <a:ext cx="2272030" cy="511809"/>
            </a:xfrm>
            <a:custGeom>
              <a:avLst/>
              <a:gdLst/>
              <a:ahLst/>
              <a:cxnLst/>
              <a:rect l="l" t="t" r="r" b="b"/>
              <a:pathLst>
                <a:path w="2272029" h="511810">
                  <a:moveTo>
                    <a:pt x="2271522" y="509016"/>
                  </a:moveTo>
                  <a:lnTo>
                    <a:pt x="2271522" y="2286"/>
                  </a:lnTo>
                  <a:lnTo>
                    <a:pt x="2269236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09016"/>
                  </a:lnTo>
                  <a:lnTo>
                    <a:pt x="2286" y="511302"/>
                  </a:lnTo>
                  <a:lnTo>
                    <a:pt x="5333" y="511302"/>
                  </a:lnTo>
                  <a:lnTo>
                    <a:pt x="5334" y="9144"/>
                  </a:lnTo>
                  <a:lnTo>
                    <a:pt x="9906" y="4572"/>
                  </a:lnTo>
                  <a:lnTo>
                    <a:pt x="9906" y="9144"/>
                  </a:lnTo>
                  <a:lnTo>
                    <a:pt x="2261616" y="9144"/>
                  </a:lnTo>
                  <a:lnTo>
                    <a:pt x="2261616" y="4572"/>
                  </a:lnTo>
                  <a:lnTo>
                    <a:pt x="2266188" y="9144"/>
                  </a:lnTo>
                  <a:lnTo>
                    <a:pt x="2266188" y="511302"/>
                  </a:lnTo>
                  <a:lnTo>
                    <a:pt x="2269236" y="511302"/>
                  </a:lnTo>
                  <a:lnTo>
                    <a:pt x="2271522" y="509016"/>
                  </a:lnTo>
                  <a:close/>
                </a:path>
                <a:path w="2272029" h="511810">
                  <a:moveTo>
                    <a:pt x="9906" y="9144"/>
                  </a:moveTo>
                  <a:lnTo>
                    <a:pt x="9906" y="4572"/>
                  </a:lnTo>
                  <a:lnTo>
                    <a:pt x="5334" y="9144"/>
                  </a:lnTo>
                  <a:lnTo>
                    <a:pt x="9906" y="9144"/>
                  </a:lnTo>
                  <a:close/>
                </a:path>
                <a:path w="2272029" h="511810">
                  <a:moveTo>
                    <a:pt x="9906" y="502158"/>
                  </a:moveTo>
                  <a:lnTo>
                    <a:pt x="9906" y="9144"/>
                  </a:lnTo>
                  <a:lnTo>
                    <a:pt x="5334" y="9144"/>
                  </a:lnTo>
                  <a:lnTo>
                    <a:pt x="5334" y="502158"/>
                  </a:lnTo>
                  <a:lnTo>
                    <a:pt x="9906" y="502158"/>
                  </a:lnTo>
                  <a:close/>
                </a:path>
                <a:path w="2272029" h="511810">
                  <a:moveTo>
                    <a:pt x="2266188" y="502158"/>
                  </a:moveTo>
                  <a:lnTo>
                    <a:pt x="5334" y="502158"/>
                  </a:lnTo>
                  <a:lnTo>
                    <a:pt x="9906" y="506730"/>
                  </a:lnTo>
                  <a:lnTo>
                    <a:pt x="9906" y="511302"/>
                  </a:lnTo>
                  <a:lnTo>
                    <a:pt x="2261616" y="511302"/>
                  </a:lnTo>
                  <a:lnTo>
                    <a:pt x="2261616" y="506730"/>
                  </a:lnTo>
                  <a:lnTo>
                    <a:pt x="2266188" y="502158"/>
                  </a:lnTo>
                  <a:close/>
                </a:path>
                <a:path w="2272029" h="511810">
                  <a:moveTo>
                    <a:pt x="9906" y="511302"/>
                  </a:moveTo>
                  <a:lnTo>
                    <a:pt x="9906" y="506730"/>
                  </a:lnTo>
                  <a:lnTo>
                    <a:pt x="5334" y="502158"/>
                  </a:lnTo>
                  <a:lnTo>
                    <a:pt x="5333" y="511302"/>
                  </a:lnTo>
                  <a:lnTo>
                    <a:pt x="9906" y="511302"/>
                  </a:lnTo>
                  <a:close/>
                </a:path>
                <a:path w="2272029" h="511810">
                  <a:moveTo>
                    <a:pt x="2266188" y="9144"/>
                  </a:moveTo>
                  <a:lnTo>
                    <a:pt x="2261616" y="4572"/>
                  </a:lnTo>
                  <a:lnTo>
                    <a:pt x="2261616" y="9144"/>
                  </a:lnTo>
                  <a:lnTo>
                    <a:pt x="2266188" y="9144"/>
                  </a:lnTo>
                  <a:close/>
                </a:path>
                <a:path w="2272029" h="511810">
                  <a:moveTo>
                    <a:pt x="2266188" y="502158"/>
                  </a:moveTo>
                  <a:lnTo>
                    <a:pt x="2266188" y="9144"/>
                  </a:lnTo>
                  <a:lnTo>
                    <a:pt x="2261616" y="9144"/>
                  </a:lnTo>
                  <a:lnTo>
                    <a:pt x="2261616" y="502158"/>
                  </a:lnTo>
                  <a:lnTo>
                    <a:pt x="2266188" y="502158"/>
                  </a:lnTo>
                  <a:close/>
                </a:path>
                <a:path w="2272029" h="511810">
                  <a:moveTo>
                    <a:pt x="2266188" y="511302"/>
                  </a:moveTo>
                  <a:lnTo>
                    <a:pt x="2266188" y="502158"/>
                  </a:lnTo>
                  <a:lnTo>
                    <a:pt x="2261616" y="506730"/>
                  </a:lnTo>
                  <a:lnTo>
                    <a:pt x="2261616" y="511302"/>
                  </a:lnTo>
                  <a:lnTo>
                    <a:pt x="2266188" y="511302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817367" y="5011166"/>
            <a:ext cx="6394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Client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Side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513326" y="4831841"/>
            <a:ext cx="1076960" cy="512445"/>
            <a:chOff x="4513326" y="4831841"/>
            <a:chExt cx="1076960" cy="512445"/>
          </a:xfrm>
        </p:grpSpPr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13326" y="4831841"/>
              <a:ext cx="1076705" cy="512064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513326" y="4831841"/>
              <a:ext cx="1076960" cy="512445"/>
            </a:xfrm>
            <a:custGeom>
              <a:avLst/>
              <a:gdLst/>
              <a:ahLst/>
              <a:cxnLst/>
              <a:rect l="l" t="t" r="r" b="b"/>
              <a:pathLst>
                <a:path w="1076960" h="512445">
                  <a:moveTo>
                    <a:pt x="1076706" y="509778"/>
                  </a:moveTo>
                  <a:lnTo>
                    <a:pt x="1076706" y="2286"/>
                  </a:lnTo>
                  <a:lnTo>
                    <a:pt x="1074420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09778"/>
                  </a:lnTo>
                  <a:lnTo>
                    <a:pt x="2286" y="512064"/>
                  </a:lnTo>
                  <a:lnTo>
                    <a:pt x="4572" y="512064"/>
                  </a:lnTo>
                  <a:lnTo>
                    <a:pt x="4572" y="9906"/>
                  </a:lnTo>
                  <a:lnTo>
                    <a:pt x="9906" y="5334"/>
                  </a:lnTo>
                  <a:lnTo>
                    <a:pt x="9906" y="9906"/>
                  </a:lnTo>
                  <a:lnTo>
                    <a:pt x="1066800" y="9906"/>
                  </a:lnTo>
                  <a:lnTo>
                    <a:pt x="1066800" y="5334"/>
                  </a:lnTo>
                  <a:lnTo>
                    <a:pt x="1071372" y="9906"/>
                  </a:lnTo>
                  <a:lnTo>
                    <a:pt x="1071372" y="512064"/>
                  </a:lnTo>
                  <a:lnTo>
                    <a:pt x="1074420" y="512064"/>
                  </a:lnTo>
                  <a:lnTo>
                    <a:pt x="1076706" y="509778"/>
                  </a:lnTo>
                  <a:close/>
                </a:path>
                <a:path w="1076960" h="512445">
                  <a:moveTo>
                    <a:pt x="9906" y="9906"/>
                  </a:moveTo>
                  <a:lnTo>
                    <a:pt x="9906" y="5334"/>
                  </a:lnTo>
                  <a:lnTo>
                    <a:pt x="4572" y="9906"/>
                  </a:lnTo>
                  <a:lnTo>
                    <a:pt x="9906" y="9906"/>
                  </a:lnTo>
                  <a:close/>
                </a:path>
                <a:path w="1076960" h="512445">
                  <a:moveTo>
                    <a:pt x="9906" y="502158"/>
                  </a:moveTo>
                  <a:lnTo>
                    <a:pt x="9906" y="9906"/>
                  </a:lnTo>
                  <a:lnTo>
                    <a:pt x="4572" y="9906"/>
                  </a:lnTo>
                  <a:lnTo>
                    <a:pt x="4572" y="502158"/>
                  </a:lnTo>
                  <a:lnTo>
                    <a:pt x="9906" y="502158"/>
                  </a:lnTo>
                  <a:close/>
                </a:path>
                <a:path w="1076960" h="512445">
                  <a:moveTo>
                    <a:pt x="1071372" y="502158"/>
                  </a:moveTo>
                  <a:lnTo>
                    <a:pt x="4572" y="502158"/>
                  </a:lnTo>
                  <a:lnTo>
                    <a:pt x="9906" y="506730"/>
                  </a:lnTo>
                  <a:lnTo>
                    <a:pt x="9906" y="512064"/>
                  </a:lnTo>
                  <a:lnTo>
                    <a:pt x="1066800" y="512064"/>
                  </a:lnTo>
                  <a:lnTo>
                    <a:pt x="1066800" y="506730"/>
                  </a:lnTo>
                  <a:lnTo>
                    <a:pt x="1071372" y="502158"/>
                  </a:lnTo>
                  <a:close/>
                </a:path>
                <a:path w="1076960" h="512445">
                  <a:moveTo>
                    <a:pt x="9906" y="512064"/>
                  </a:moveTo>
                  <a:lnTo>
                    <a:pt x="9906" y="506730"/>
                  </a:lnTo>
                  <a:lnTo>
                    <a:pt x="4572" y="502158"/>
                  </a:lnTo>
                  <a:lnTo>
                    <a:pt x="4572" y="512064"/>
                  </a:lnTo>
                  <a:lnTo>
                    <a:pt x="9906" y="512064"/>
                  </a:lnTo>
                  <a:close/>
                </a:path>
                <a:path w="1076960" h="512445">
                  <a:moveTo>
                    <a:pt x="1071372" y="9906"/>
                  </a:moveTo>
                  <a:lnTo>
                    <a:pt x="1066800" y="5334"/>
                  </a:lnTo>
                  <a:lnTo>
                    <a:pt x="1066800" y="9906"/>
                  </a:lnTo>
                  <a:lnTo>
                    <a:pt x="1071372" y="9906"/>
                  </a:lnTo>
                  <a:close/>
                </a:path>
                <a:path w="1076960" h="512445">
                  <a:moveTo>
                    <a:pt x="1071372" y="502158"/>
                  </a:moveTo>
                  <a:lnTo>
                    <a:pt x="1071372" y="9906"/>
                  </a:lnTo>
                  <a:lnTo>
                    <a:pt x="1066800" y="9906"/>
                  </a:lnTo>
                  <a:lnTo>
                    <a:pt x="1066800" y="502158"/>
                  </a:lnTo>
                  <a:lnTo>
                    <a:pt x="1071372" y="502158"/>
                  </a:lnTo>
                  <a:close/>
                </a:path>
                <a:path w="1076960" h="512445">
                  <a:moveTo>
                    <a:pt x="1071372" y="512064"/>
                  </a:moveTo>
                  <a:lnTo>
                    <a:pt x="1071372" y="502158"/>
                  </a:lnTo>
                  <a:lnTo>
                    <a:pt x="1066800" y="506730"/>
                  </a:lnTo>
                  <a:lnTo>
                    <a:pt x="1066800" y="512064"/>
                  </a:lnTo>
                  <a:lnTo>
                    <a:pt x="1071372" y="51206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658362" y="4918964"/>
            <a:ext cx="7867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47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Client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or </a:t>
            </a:r>
            <a:r>
              <a:rPr sz="1000" dirty="0">
                <a:latin typeface="Arial MT"/>
                <a:cs typeface="Arial MT"/>
              </a:rPr>
              <a:t>Provider</a:t>
            </a:r>
            <a:r>
              <a:rPr sz="1000" spc="-6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Side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1091565">
              <a:lnSpc>
                <a:spcPct val="100000"/>
              </a:lnSpc>
              <a:spcBef>
                <a:spcPts val="95"/>
              </a:spcBef>
            </a:pPr>
            <a:r>
              <a:rPr dirty="0"/>
              <a:t>Hybrid</a:t>
            </a:r>
            <a:r>
              <a:rPr spc="-114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dirty="0"/>
              <a:t>Hybrid+</a:t>
            </a:r>
            <a:r>
              <a:rPr spc="-110" dirty="0"/>
              <a:t> </a:t>
            </a:r>
            <a:r>
              <a:rPr spc="-10" dirty="0"/>
              <a:t>Model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2005075"/>
            <a:ext cx="8043545" cy="41802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Business</a:t>
            </a:r>
            <a:r>
              <a:rPr sz="25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Software</a:t>
            </a:r>
            <a:r>
              <a:rPr sz="25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Requirements</a:t>
            </a:r>
            <a:r>
              <a:rPr sz="25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do</a:t>
            </a:r>
            <a:r>
              <a:rPr sz="25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not</a:t>
            </a:r>
            <a:r>
              <a:rPr sz="25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change</a:t>
            </a:r>
            <a:r>
              <a:rPr sz="25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spc="-10" dirty="0">
                <a:solidFill>
                  <a:srgbClr val="7E7E7E"/>
                </a:solidFill>
                <a:latin typeface="Arial MT"/>
                <a:cs typeface="Arial MT"/>
              </a:rPr>
              <a:t>often.</a:t>
            </a:r>
            <a:endParaRPr sz="2500">
              <a:latin typeface="Arial MT"/>
              <a:cs typeface="Arial MT"/>
            </a:endParaRPr>
          </a:p>
          <a:p>
            <a:pPr marL="755015" lvl="1" indent="-285115">
              <a:lnSpc>
                <a:spcPts val="2635"/>
              </a:lnSpc>
              <a:spcBef>
                <a:spcPts val="10"/>
              </a:spcBef>
              <a:buFont typeface="Wingdings"/>
              <a:buChar char=""/>
              <a:tabLst>
                <a:tab pos="755015" algn="l"/>
              </a:tabLst>
            </a:pP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ERP/Financials/CRM</a:t>
            </a:r>
            <a:r>
              <a:rPr sz="2200" spc="-20" dirty="0">
                <a:solidFill>
                  <a:srgbClr val="7E7E7E"/>
                </a:solidFill>
                <a:latin typeface="Arial MT"/>
                <a:cs typeface="Arial MT"/>
              </a:rPr>
              <a:t> etc.</a:t>
            </a: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ts val="2995"/>
              </a:lnSpc>
              <a:buFont typeface="Wingdings"/>
              <a:buChar char=""/>
              <a:tabLst>
                <a:tab pos="354965" algn="l"/>
              </a:tabLst>
            </a:pP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Why</a:t>
            </a:r>
            <a:r>
              <a:rPr sz="25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reinvent</a:t>
            </a:r>
            <a:r>
              <a:rPr sz="25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5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spc="-10" dirty="0">
                <a:solidFill>
                  <a:srgbClr val="7E7E7E"/>
                </a:solidFill>
                <a:latin typeface="Arial MT"/>
                <a:cs typeface="Arial MT"/>
              </a:rPr>
              <a:t>wheel?</a:t>
            </a:r>
            <a:endParaRPr sz="25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Standardize,</a:t>
            </a:r>
            <a:r>
              <a:rPr sz="25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Specialize</a:t>
            </a:r>
            <a:r>
              <a:rPr sz="25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25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spc="-10" dirty="0">
                <a:solidFill>
                  <a:srgbClr val="7E7E7E"/>
                </a:solidFill>
                <a:latin typeface="Arial MT"/>
                <a:cs typeface="Arial MT"/>
              </a:rPr>
              <a:t>Repeat</a:t>
            </a:r>
            <a:endParaRPr sz="2500">
              <a:latin typeface="Arial MT"/>
              <a:cs typeface="Arial MT"/>
            </a:endParaRPr>
          </a:p>
          <a:p>
            <a:pPr marL="755650" marR="859155" lvl="1" indent="-285750">
              <a:lnSpc>
                <a:spcPct val="80000"/>
              </a:lnSpc>
              <a:spcBef>
                <a:spcPts val="545"/>
              </a:spcBef>
              <a:buFont typeface="Wingdings"/>
              <a:buChar char=""/>
              <a:tabLst>
                <a:tab pos="755650" algn="l"/>
              </a:tabLst>
            </a:pP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Create</a:t>
            </a:r>
            <a:r>
              <a:rPr sz="2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2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flexible</a:t>
            </a:r>
            <a:r>
              <a:rPr sz="22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version</a:t>
            </a:r>
            <a:r>
              <a:rPr sz="2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2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Software</a:t>
            </a:r>
            <a:r>
              <a:rPr sz="2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that</a:t>
            </a:r>
            <a:r>
              <a:rPr sz="2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can</a:t>
            </a:r>
            <a:r>
              <a:rPr sz="2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7E7E7E"/>
                </a:solidFill>
                <a:latin typeface="Arial MT"/>
                <a:cs typeface="Arial MT"/>
              </a:rPr>
              <a:t>be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quickly</a:t>
            </a:r>
            <a:r>
              <a:rPr sz="22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configured</a:t>
            </a:r>
            <a:r>
              <a:rPr sz="2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22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 MT"/>
                <a:cs typeface="Arial MT"/>
              </a:rPr>
              <a:t>deployed.</a:t>
            </a:r>
            <a:endParaRPr sz="2200">
              <a:latin typeface="Arial MT"/>
              <a:cs typeface="Arial MT"/>
            </a:endParaRPr>
          </a:p>
          <a:p>
            <a:pPr marL="755015" lvl="1" indent="-285115">
              <a:lnSpc>
                <a:spcPts val="2635"/>
              </a:lnSpc>
              <a:buFont typeface="Wingdings"/>
              <a:buChar char=""/>
              <a:tabLst>
                <a:tab pos="755015" algn="l"/>
              </a:tabLst>
            </a:pP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Automate</a:t>
            </a:r>
            <a:r>
              <a:rPr sz="2200" spc="-8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support</a:t>
            </a:r>
            <a:r>
              <a:rPr sz="22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through</a:t>
            </a:r>
            <a:r>
              <a:rPr sz="22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remote</a:t>
            </a:r>
            <a:r>
              <a:rPr sz="22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 MT"/>
                <a:cs typeface="Arial MT"/>
              </a:rPr>
              <a:t>access.</a:t>
            </a: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ts val="2995"/>
              </a:lnSpc>
              <a:buFont typeface="Wingdings"/>
              <a:buChar char=""/>
              <a:tabLst>
                <a:tab pos="354965" algn="l"/>
              </a:tabLst>
            </a:pP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Sell</a:t>
            </a:r>
            <a:r>
              <a:rPr sz="25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easy</a:t>
            </a:r>
            <a:r>
              <a:rPr sz="25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to deploy</a:t>
            </a:r>
            <a:r>
              <a:rPr sz="25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software</a:t>
            </a:r>
            <a:r>
              <a:rPr sz="25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5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many</a:t>
            </a:r>
            <a:r>
              <a:rPr sz="25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spc="-10" dirty="0">
                <a:solidFill>
                  <a:srgbClr val="7E7E7E"/>
                </a:solidFill>
                <a:latin typeface="Arial MT"/>
                <a:cs typeface="Arial MT"/>
              </a:rPr>
              <a:t>clients.</a:t>
            </a:r>
            <a:endParaRPr sz="25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10"/>
              </a:spcBef>
              <a:buFont typeface="Wingdings"/>
              <a:buChar char=""/>
              <a:tabLst>
                <a:tab pos="755015" algn="l"/>
              </a:tabLst>
            </a:pP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Decrease</a:t>
            </a:r>
            <a:r>
              <a:rPr sz="2200" spc="-8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200" spc="-8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 MT"/>
                <a:cs typeface="Arial MT"/>
              </a:rPr>
              <a:t>Margin</a:t>
            </a:r>
            <a:endParaRPr sz="2200">
              <a:latin typeface="Arial MT"/>
              <a:cs typeface="Arial MT"/>
            </a:endParaRPr>
          </a:p>
          <a:p>
            <a:pPr marL="755015" lvl="1" indent="-285115">
              <a:lnSpc>
                <a:spcPts val="2635"/>
              </a:lnSpc>
              <a:buFont typeface="Wingdings"/>
              <a:buChar char=""/>
              <a:tabLst>
                <a:tab pos="755015" algn="l"/>
              </a:tabLst>
            </a:pP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Increase</a:t>
            </a:r>
            <a:r>
              <a:rPr sz="2200" spc="-8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200" spc="-8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Arial MT"/>
                <a:cs typeface="Arial MT"/>
              </a:rPr>
              <a:t>Customers</a:t>
            </a:r>
            <a:endParaRPr sz="2200">
              <a:latin typeface="Arial MT"/>
              <a:cs typeface="Arial MT"/>
            </a:endParaRPr>
          </a:p>
          <a:p>
            <a:pPr marL="354965" marR="151765" indent="-342900">
              <a:lnSpc>
                <a:spcPct val="80000"/>
              </a:lnSpc>
              <a:spcBef>
                <a:spcPts val="595"/>
              </a:spcBef>
              <a:buFont typeface="Wingdings"/>
              <a:buChar char=""/>
              <a:tabLst>
                <a:tab pos="354965" algn="l"/>
              </a:tabLst>
            </a:pP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Hybrid+</a:t>
            </a:r>
            <a:r>
              <a:rPr sz="25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is</a:t>
            </a:r>
            <a:r>
              <a:rPr sz="25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more</a:t>
            </a:r>
            <a:r>
              <a:rPr sz="25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advanced</a:t>
            </a:r>
            <a:r>
              <a:rPr sz="25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–</a:t>
            </a:r>
            <a:r>
              <a:rPr sz="25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charge</a:t>
            </a:r>
            <a:r>
              <a:rPr sz="25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25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flat</a:t>
            </a:r>
            <a:r>
              <a:rPr sz="25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monthly</a:t>
            </a:r>
            <a:r>
              <a:rPr sz="25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spc="-25" dirty="0">
                <a:solidFill>
                  <a:srgbClr val="7E7E7E"/>
                </a:solidFill>
                <a:latin typeface="Arial MT"/>
                <a:cs typeface="Arial MT"/>
              </a:rPr>
              <a:t>fee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for</a:t>
            </a:r>
            <a:r>
              <a:rPr sz="25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5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software,</a:t>
            </a:r>
            <a:r>
              <a:rPr sz="25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support</a:t>
            </a:r>
            <a:r>
              <a:rPr sz="25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2500" spc="-10" dirty="0">
                <a:solidFill>
                  <a:srgbClr val="7E7E7E"/>
                </a:solidFill>
                <a:latin typeface="Arial MT"/>
                <a:cs typeface="Arial MT"/>
              </a:rPr>
              <a:t> management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45720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106" rIns="0" bIns="0" rtlCol="0">
            <a:spAutoFit/>
          </a:bodyPr>
          <a:lstStyle/>
          <a:p>
            <a:pPr marL="1239520">
              <a:lnSpc>
                <a:spcPct val="100000"/>
              </a:lnSpc>
              <a:spcBef>
                <a:spcPts val="95"/>
              </a:spcBef>
            </a:pPr>
            <a:r>
              <a:rPr dirty="0"/>
              <a:t>Software</a:t>
            </a:r>
            <a:r>
              <a:rPr spc="-160" dirty="0"/>
              <a:t> </a:t>
            </a:r>
            <a:r>
              <a:rPr dirty="0"/>
              <a:t>Service</a:t>
            </a:r>
            <a:r>
              <a:rPr spc="-155" dirty="0"/>
              <a:t> </a:t>
            </a:r>
            <a:r>
              <a:rPr spc="-10" dirty="0"/>
              <a:t>Models</a:t>
            </a: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3579" y="2235708"/>
            <a:ext cx="1082039" cy="51587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49855" y="2383790"/>
            <a:ext cx="730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Traditional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7" y="2235707"/>
            <a:ext cx="1077467" cy="51206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80308" y="2292350"/>
            <a:ext cx="508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461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Open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Source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88179" y="2235707"/>
            <a:ext cx="1082039" cy="51206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606544" y="2383790"/>
            <a:ext cx="847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Outsourcing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85103" y="2235707"/>
            <a:ext cx="1077467" cy="51206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092444" y="2383790"/>
            <a:ext cx="4648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Hybrid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02780" y="2235708"/>
            <a:ext cx="1082039" cy="51587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267447" y="2383790"/>
            <a:ext cx="5543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Hybrid+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73579" y="2887979"/>
            <a:ext cx="1082039" cy="51663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101088" y="2946908"/>
            <a:ext cx="827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" marR="5080" indent="-5461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$4000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/user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(one-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time)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73579" y="3528059"/>
            <a:ext cx="1082039" cy="51663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142998" y="3587750"/>
            <a:ext cx="744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$800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/user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/year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95827" y="2887979"/>
            <a:ext cx="1077467" cy="51663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3446779" y="3038347"/>
            <a:ext cx="575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$0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/user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195827" y="3528059"/>
            <a:ext cx="1077467" cy="51663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320288" y="3587750"/>
            <a:ext cx="828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$1600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/user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/year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509515" y="2904744"/>
            <a:ext cx="1081277" cy="516636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4637785" y="2962909"/>
            <a:ext cx="827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" marR="5080" indent="-5461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$4000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/user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(one-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time)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509515" y="3544823"/>
            <a:ext cx="1081277" cy="516636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4679696" y="3603752"/>
            <a:ext cx="744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$800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/user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/year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785103" y="2904744"/>
            <a:ext cx="1077467" cy="516636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5911088" y="2962909"/>
            <a:ext cx="827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" marR="5080" indent="-5461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$4000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/user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(one-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time)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785103" y="3544823"/>
            <a:ext cx="1077467" cy="516636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5952997" y="3603752"/>
            <a:ext cx="744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$800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/user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/year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032497" y="2917697"/>
            <a:ext cx="1081277" cy="1783842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7180580" y="3609085"/>
            <a:ext cx="787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1610" marR="5080" indent="-16954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$300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user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month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509515" y="4184903"/>
            <a:ext cx="1081277" cy="516636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4615688" y="4242308"/>
            <a:ext cx="873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Bid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&lt;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1300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/user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/month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785103" y="4184903"/>
            <a:ext cx="1077467" cy="516636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5952997" y="4242308"/>
            <a:ext cx="744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$150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/user</a:t>
            </a:r>
            <a:endParaRPr sz="1200">
              <a:latin typeface="Arial MT"/>
              <a:cs typeface="Arial MT"/>
            </a:endParaRPr>
          </a:p>
          <a:p>
            <a:pPr marL="635"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/month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89101" y="3000248"/>
            <a:ext cx="1140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Software</a:t>
            </a:r>
            <a:r>
              <a:rPr sz="1400" spc="-20" dirty="0">
                <a:latin typeface="Arial MT"/>
                <a:cs typeface="Arial MT"/>
              </a:rPr>
              <a:t> Cost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89101" y="3609852"/>
            <a:ext cx="10617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Support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Cost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12901" y="4400042"/>
            <a:ext cx="12680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Management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Cost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001011" y="4186428"/>
            <a:ext cx="2272030" cy="512445"/>
            <a:chOff x="2001011" y="4186428"/>
            <a:chExt cx="2272030" cy="512445"/>
          </a:xfrm>
        </p:grpSpPr>
        <p:pic>
          <p:nvPicPr>
            <p:cNvPr id="40" name="object 4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001011" y="4186428"/>
              <a:ext cx="2271522" cy="512064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001011" y="4186428"/>
              <a:ext cx="2272030" cy="512445"/>
            </a:xfrm>
            <a:custGeom>
              <a:avLst/>
              <a:gdLst/>
              <a:ahLst/>
              <a:cxnLst/>
              <a:rect l="l" t="t" r="r" b="b"/>
              <a:pathLst>
                <a:path w="2272029" h="512445">
                  <a:moveTo>
                    <a:pt x="2271522" y="509778"/>
                  </a:moveTo>
                  <a:lnTo>
                    <a:pt x="2271522" y="2286"/>
                  </a:lnTo>
                  <a:lnTo>
                    <a:pt x="2269236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09778"/>
                  </a:lnTo>
                  <a:lnTo>
                    <a:pt x="2286" y="512064"/>
                  </a:lnTo>
                  <a:lnTo>
                    <a:pt x="5333" y="512064"/>
                  </a:lnTo>
                  <a:lnTo>
                    <a:pt x="5334" y="9906"/>
                  </a:lnTo>
                  <a:lnTo>
                    <a:pt x="9906" y="4572"/>
                  </a:lnTo>
                  <a:lnTo>
                    <a:pt x="9906" y="9906"/>
                  </a:lnTo>
                  <a:lnTo>
                    <a:pt x="2261616" y="9906"/>
                  </a:lnTo>
                  <a:lnTo>
                    <a:pt x="2261616" y="4572"/>
                  </a:lnTo>
                  <a:lnTo>
                    <a:pt x="2266188" y="9906"/>
                  </a:lnTo>
                  <a:lnTo>
                    <a:pt x="2266188" y="512064"/>
                  </a:lnTo>
                  <a:lnTo>
                    <a:pt x="2269236" y="512064"/>
                  </a:lnTo>
                  <a:lnTo>
                    <a:pt x="2271522" y="509778"/>
                  </a:lnTo>
                  <a:close/>
                </a:path>
                <a:path w="2272029" h="512445">
                  <a:moveTo>
                    <a:pt x="9906" y="9906"/>
                  </a:moveTo>
                  <a:lnTo>
                    <a:pt x="9906" y="4572"/>
                  </a:lnTo>
                  <a:lnTo>
                    <a:pt x="5334" y="9906"/>
                  </a:lnTo>
                  <a:lnTo>
                    <a:pt x="9906" y="9906"/>
                  </a:lnTo>
                  <a:close/>
                </a:path>
                <a:path w="2272029" h="512445">
                  <a:moveTo>
                    <a:pt x="9906" y="502158"/>
                  </a:moveTo>
                  <a:lnTo>
                    <a:pt x="9906" y="9906"/>
                  </a:lnTo>
                  <a:lnTo>
                    <a:pt x="5334" y="9906"/>
                  </a:lnTo>
                  <a:lnTo>
                    <a:pt x="5334" y="502158"/>
                  </a:lnTo>
                  <a:lnTo>
                    <a:pt x="9906" y="502158"/>
                  </a:lnTo>
                  <a:close/>
                </a:path>
                <a:path w="2272029" h="512445">
                  <a:moveTo>
                    <a:pt x="2266188" y="502158"/>
                  </a:moveTo>
                  <a:lnTo>
                    <a:pt x="5334" y="502158"/>
                  </a:lnTo>
                  <a:lnTo>
                    <a:pt x="9906" y="506730"/>
                  </a:lnTo>
                  <a:lnTo>
                    <a:pt x="9906" y="512064"/>
                  </a:lnTo>
                  <a:lnTo>
                    <a:pt x="2261616" y="512064"/>
                  </a:lnTo>
                  <a:lnTo>
                    <a:pt x="2261616" y="506730"/>
                  </a:lnTo>
                  <a:lnTo>
                    <a:pt x="2266188" y="502158"/>
                  </a:lnTo>
                  <a:close/>
                </a:path>
                <a:path w="2272029" h="512445">
                  <a:moveTo>
                    <a:pt x="9906" y="512064"/>
                  </a:moveTo>
                  <a:lnTo>
                    <a:pt x="9906" y="506730"/>
                  </a:lnTo>
                  <a:lnTo>
                    <a:pt x="5334" y="502158"/>
                  </a:lnTo>
                  <a:lnTo>
                    <a:pt x="5333" y="512064"/>
                  </a:lnTo>
                  <a:lnTo>
                    <a:pt x="9906" y="512064"/>
                  </a:lnTo>
                  <a:close/>
                </a:path>
                <a:path w="2272029" h="512445">
                  <a:moveTo>
                    <a:pt x="2266188" y="9906"/>
                  </a:moveTo>
                  <a:lnTo>
                    <a:pt x="2261616" y="4572"/>
                  </a:lnTo>
                  <a:lnTo>
                    <a:pt x="2261616" y="9906"/>
                  </a:lnTo>
                  <a:lnTo>
                    <a:pt x="2266188" y="9906"/>
                  </a:lnTo>
                  <a:close/>
                </a:path>
                <a:path w="2272029" h="512445">
                  <a:moveTo>
                    <a:pt x="2266188" y="502158"/>
                  </a:moveTo>
                  <a:lnTo>
                    <a:pt x="2266188" y="9906"/>
                  </a:lnTo>
                  <a:lnTo>
                    <a:pt x="2261616" y="9906"/>
                  </a:lnTo>
                  <a:lnTo>
                    <a:pt x="2261616" y="502158"/>
                  </a:lnTo>
                  <a:lnTo>
                    <a:pt x="2266188" y="502158"/>
                  </a:lnTo>
                  <a:close/>
                </a:path>
                <a:path w="2272029" h="512445">
                  <a:moveTo>
                    <a:pt x="2266188" y="512064"/>
                  </a:moveTo>
                  <a:lnTo>
                    <a:pt x="2266188" y="502158"/>
                  </a:lnTo>
                  <a:lnTo>
                    <a:pt x="2261616" y="506730"/>
                  </a:lnTo>
                  <a:lnTo>
                    <a:pt x="2261616" y="512064"/>
                  </a:lnTo>
                  <a:lnTo>
                    <a:pt x="2266188" y="51206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124710" y="4333747"/>
            <a:ext cx="202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Up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4x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cost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 </a:t>
            </a:r>
            <a:r>
              <a:rPr sz="1200" spc="-10" dirty="0">
                <a:latin typeface="Arial MT"/>
                <a:cs typeface="Arial MT"/>
              </a:rPr>
              <a:t>Software!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25094" y="4905247"/>
            <a:ext cx="837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Deployment Location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001011" y="4848605"/>
            <a:ext cx="2272030" cy="511809"/>
            <a:chOff x="2001011" y="4848605"/>
            <a:chExt cx="2272030" cy="511809"/>
          </a:xfrm>
        </p:grpSpPr>
        <p:pic>
          <p:nvPicPr>
            <p:cNvPr id="45" name="object 4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001011" y="4848605"/>
              <a:ext cx="2271522" cy="511302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001011" y="4848605"/>
              <a:ext cx="2272030" cy="511809"/>
            </a:xfrm>
            <a:custGeom>
              <a:avLst/>
              <a:gdLst/>
              <a:ahLst/>
              <a:cxnLst/>
              <a:rect l="l" t="t" r="r" b="b"/>
              <a:pathLst>
                <a:path w="2272029" h="511810">
                  <a:moveTo>
                    <a:pt x="2271522" y="509016"/>
                  </a:moveTo>
                  <a:lnTo>
                    <a:pt x="2271522" y="2286"/>
                  </a:lnTo>
                  <a:lnTo>
                    <a:pt x="2269236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09016"/>
                  </a:lnTo>
                  <a:lnTo>
                    <a:pt x="2286" y="511302"/>
                  </a:lnTo>
                  <a:lnTo>
                    <a:pt x="5333" y="511302"/>
                  </a:lnTo>
                  <a:lnTo>
                    <a:pt x="5334" y="9144"/>
                  </a:lnTo>
                  <a:lnTo>
                    <a:pt x="9906" y="4572"/>
                  </a:lnTo>
                  <a:lnTo>
                    <a:pt x="9906" y="9144"/>
                  </a:lnTo>
                  <a:lnTo>
                    <a:pt x="2261616" y="9144"/>
                  </a:lnTo>
                  <a:lnTo>
                    <a:pt x="2261616" y="4572"/>
                  </a:lnTo>
                  <a:lnTo>
                    <a:pt x="2266188" y="9144"/>
                  </a:lnTo>
                  <a:lnTo>
                    <a:pt x="2266188" y="511302"/>
                  </a:lnTo>
                  <a:lnTo>
                    <a:pt x="2269236" y="511302"/>
                  </a:lnTo>
                  <a:lnTo>
                    <a:pt x="2271522" y="509016"/>
                  </a:lnTo>
                  <a:close/>
                </a:path>
                <a:path w="2272029" h="511810">
                  <a:moveTo>
                    <a:pt x="9906" y="9144"/>
                  </a:moveTo>
                  <a:lnTo>
                    <a:pt x="9906" y="4572"/>
                  </a:lnTo>
                  <a:lnTo>
                    <a:pt x="5334" y="9144"/>
                  </a:lnTo>
                  <a:lnTo>
                    <a:pt x="9906" y="9144"/>
                  </a:lnTo>
                  <a:close/>
                </a:path>
                <a:path w="2272029" h="511810">
                  <a:moveTo>
                    <a:pt x="9906" y="502158"/>
                  </a:moveTo>
                  <a:lnTo>
                    <a:pt x="9906" y="9144"/>
                  </a:lnTo>
                  <a:lnTo>
                    <a:pt x="5334" y="9144"/>
                  </a:lnTo>
                  <a:lnTo>
                    <a:pt x="5334" y="502158"/>
                  </a:lnTo>
                  <a:lnTo>
                    <a:pt x="9906" y="502158"/>
                  </a:lnTo>
                  <a:close/>
                </a:path>
                <a:path w="2272029" h="511810">
                  <a:moveTo>
                    <a:pt x="2266188" y="502158"/>
                  </a:moveTo>
                  <a:lnTo>
                    <a:pt x="5334" y="502158"/>
                  </a:lnTo>
                  <a:lnTo>
                    <a:pt x="9906" y="506730"/>
                  </a:lnTo>
                  <a:lnTo>
                    <a:pt x="9906" y="511302"/>
                  </a:lnTo>
                  <a:lnTo>
                    <a:pt x="2261616" y="511302"/>
                  </a:lnTo>
                  <a:lnTo>
                    <a:pt x="2261616" y="506730"/>
                  </a:lnTo>
                  <a:lnTo>
                    <a:pt x="2266188" y="502158"/>
                  </a:lnTo>
                  <a:close/>
                </a:path>
                <a:path w="2272029" h="511810">
                  <a:moveTo>
                    <a:pt x="9906" y="511302"/>
                  </a:moveTo>
                  <a:lnTo>
                    <a:pt x="9906" y="506730"/>
                  </a:lnTo>
                  <a:lnTo>
                    <a:pt x="5334" y="502158"/>
                  </a:lnTo>
                  <a:lnTo>
                    <a:pt x="5333" y="511302"/>
                  </a:lnTo>
                  <a:lnTo>
                    <a:pt x="9906" y="511302"/>
                  </a:lnTo>
                  <a:close/>
                </a:path>
                <a:path w="2272029" h="511810">
                  <a:moveTo>
                    <a:pt x="2266188" y="9144"/>
                  </a:moveTo>
                  <a:lnTo>
                    <a:pt x="2261616" y="4572"/>
                  </a:lnTo>
                  <a:lnTo>
                    <a:pt x="2261616" y="9144"/>
                  </a:lnTo>
                  <a:lnTo>
                    <a:pt x="2266188" y="9144"/>
                  </a:lnTo>
                  <a:close/>
                </a:path>
                <a:path w="2272029" h="511810">
                  <a:moveTo>
                    <a:pt x="2266188" y="502158"/>
                  </a:moveTo>
                  <a:lnTo>
                    <a:pt x="2266188" y="9144"/>
                  </a:lnTo>
                  <a:lnTo>
                    <a:pt x="2261616" y="9144"/>
                  </a:lnTo>
                  <a:lnTo>
                    <a:pt x="2261616" y="502158"/>
                  </a:lnTo>
                  <a:lnTo>
                    <a:pt x="2266188" y="502158"/>
                  </a:lnTo>
                  <a:close/>
                </a:path>
                <a:path w="2272029" h="511810">
                  <a:moveTo>
                    <a:pt x="2266188" y="511302"/>
                  </a:moveTo>
                  <a:lnTo>
                    <a:pt x="2266188" y="502158"/>
                  </a:lnTo>
                  <a:lnTo>
                    <a:pt x="2261616" y="506730"/>
                  </a:lnTo>
                  <a:lnTo>
                    <a:pt x="2261616" y="511302"/>
                  </a:lnTo>
                  <a:lnTo>
                    <a:pt x="2266188" y="511302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817367" y="5011166"/>
            <a:ext cx="6394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Client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Side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513326" y="4831841"/>
            <a:ext cx="3599179" cy="512445"/>
            <a:chOff x="4513326" y="4831841"/>
            <a:chExt cx="3599179" cy="512445"/>
          </a:xfrm>
        </p:grpSpPr>
        <p:pic>
          <p:nvPicPr>
            <p:cNvPr id="49" name="object 4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513326" y="4831841"/>
              <a:ext cx="3598926" cy="51206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4513326" y="4831841"/>
              <a:ext cx="3599179" cy="512445"/>
            </a:xfrm>
            <a:custGeom>
              <a:avLst/>
              <a:gdLst/>
              <a:ahLst/>
              <a:cxnLst/>
              <a:rect l="l" t="t" r="r" b="b"/>
              <a:pathLst>
                <a:path w="3599179" h="512445">
                  <a:moveTo>
                    <a:pt x="3598926" y="509778"/>
                  </a:moveTo>
                  <a:lnTo>
                    <a:pt x="3598926" y="2285"/>
                  </a:lnTo>
                  <a:lnTo>
                    <a:pt x="3596640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09778"/>
                  </a:lnTo>
                  <a:lnTo>
                    <a:pt x="2286" y="512064"/>
                  </a:lnTo>
                  <a:lnTo>
                    <a:pt x="4571" y="512064"/>
                  </a:lnTo>
                  <a:lnTo>
                    <a:pt x="4572" y="9906"/>
                  </a:lnTo>
                  <a:lnTo>
                    <a:pt x="9905" y="5334"/>
                  </a:lnTo>
                  <a:lnTo>
                    <a:pt x="9905" y="9906"/>
                  </a:lnTo>
                  <a:lnTo>
                    <a:pt x="3589020" y="9905"/>
                  </a:lnTo>
                  <a:lnTo>
                    <a:pt x="3589020" y="5333"/>
                  </a:lnTo>
                  <a:lnTo>
                    <a:pt x="3593591" y="9905"/>
                  </a:lnTo>
                  <a:lnTo>
                    <a:pt x="3593591" y="512064"/>
                  </a:lnTo>
                  <a:lnTo>
                    <a:pt x="3596640" y="512064"/>
                  </a:lnTo>
                  <a:lnTo>
                    <a:pt x="3598926" y="509778"/>
                  </a:lnTo>
                  <a:close/>
                </a:path>
                <a:path w="3599179" h="512445">
                  <a:moveTo>
                    <a:pt x="9905" y="9906"/>
                  </a:moveTo>
                  <a:lnTo>
                    <a:pt x="9905" y="5334"/>
                  </a:lnTo>
                  <a:lnTo>
                    <a:pt x="4572" y="9906"/>
                  </a:lnTo>
                  <a:lnTo>
                    <a:pt x="9905" y="9906"/>
                  </a:lnTo>
                  <a:close/>
                </a:path>
                <a:path w="3599179" h="512445">
                  <a:moveTo>
                    <a:pt x="9905" y="502158"/>
                  </a:moveTo>
                  <a:lnTo>
                    <a:pt x="9905" y="9906"/>
                  </a:lnTo>
                  <a:lnTo>
                    <a:pt x="4572" y="9906"/>
                  </a:lnTo>
                  <a:lnTo>
                    <a:pt x="4572" y="502158"/>
                  </a:lnTo>
                  <a:lnTo>
                    <a:pt x="9905" y="502158"/>
                  </a:lnTo>
                  <a:close/>
                </a:path>
                <a:path w="3599179" h="512445">
                  <a:moveTo>
                    <a:pt x="3593591" y="502158"/>
                  </a:moveTo>
                  <a:lnTo>
                    <a:pt x="4572" y="502158"/>
                  </a:lnTo>
                  <a:lnTo>
                    <a:pt x="9905" y="506729"/>
                  </a:lnTo>
                  <a:lnTo>
                    <a:pt x="9905" y="512064"/>
                  </a:lnTo>
                  <a:lnTo>
                    <a:pt x="3589020" y="512064"/>
                  </a:lnTo>
                  <a:lnTo>
                    <a:pt x="3589020" y="506730"/>
                  </a:lnTo>
                  <a:lnTo>
                    <a:pt x="3593591" y="502158"/>
                  </a:lnTo>
                  <a:close/>
                </a:path>
                <a:path w="3599179" h="512445">
                  <a:moveTo>
                    <a:pt x="9905" y="512064"/>
                  </a:moveTo>
                  <a:lnTo>
                    <a:pt x="9905" y="506729"/>
                  </a:lnTo>
                  <a:lnTo>
                    <a:pt x="4572" y="502158"/>
                  </a:lnTo>
                  <a:lnTo>
                    <a:pt x="4571" y="512064"/>
                  </a:lnTo>
                  <a:lnTo>
                    <a:pt x="9905" y="512064"/>
                  </a:lnTo>
                  <a:close/>
                </a:path>
                <a:path w="3599179" h="512445">
                  <a:moveTo>
                    <a:pt x="3593591" y="9905"/>
                  </a:moveTo>
                  <a:lnTo>
                    <a:pt x="3589020" y="5333"/>
                  </a:lnTo>
                  <a:lnTo>
                    <a:pt x="3589020" y="9905"/>
                  </a:lnTo>
                  <a:lnTo>
                    <a:pt x="3593591" y="9905"/>
                  </a:lnTo>
                  <a:close/>
                </a:path>
                <a:path w="3599179" h="512445">
                  <a:moveTo>
                    <a:pt x="3593591" y="502158"/>
                  </a:moveTo>
                  <a:lnTo>
                    <a:pt x="3593591" y="9905"/>
                  </a:lnTo>
                  <a:lnTo>
                    <a:pt x="3589020" y="9905"/>
                  </a:lnTo>
                  <a:lnTo>
                    <a:pt x="3589020" y="502158"/>
                  </a:lnTo>
                  <a:lnTo>
                    <a:pt x="3593591" y="502158"/>
                  </a:lnTo>
                  <a:close/>
                </a:path>
                <a:path w="3599179" h="512445">
                  <a:moveTo>
                    <a:pt x="3593591" y="512064"/>
                  </a:moveTo>
                  <a:lnTo>
                    <a:pt x="3593591" y="502158"/>
                  </a:lnTo>
                  <a:lnTo>
                    <a:pt x="3589020" y="506730"/>
                  </a:lnTo>
                  <a:lnTo>
                    <a:pt x="3589020" y="512064"/>
                  </a:lnTo>
                  <a:lnTo>
                    <a:pt x="3593591" y="51206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5666485" y="4995164"/>
            <a:ext cx="129286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Client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or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Provider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Side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78785" marR="5080" indent="-2176145">
              <a:lnSpc>
                <a:spcPct val="100000"/>
              </a:lnSpc>
              <a:spcBef>
                <a:spcPts val="95"/>
              </a:spcBef>
            </a:pPr>
            <a:r>
              <a:rPr dirty="0"/>
              <a:t>Software</a:t>
            </a:r>
            <a:r>
              <a:rPr spc="-95" dirty="0"/>
              <a:t> </a:t>
            </a:r>
            <a:r>
              <a:rPr dirty="0"/>
              <a:t>as</a:t>
            </a:r>
            <a:r>
              <a:rPr spc="-95" dirty="0"/>
              <a:t> </a:t>
            </a:r>
            <a:r>
              <a:rPr dirty="0"/>
              <a:t>a</a:t>
            </a:r>
            <a:r>
              <a:rPr spc="-90" dirty="0"/>
              <a:t> </a:t>
            </a:r>
            <a:r>
              <a:rPr dirty="0"/>
              <a:t>Service</a:t>
            </a:r>
            <a:r>
              <a:rPr spc="-95" dirty="0"/>
              <a:t> </a:t>
            </a:r>
            <a:r>
              <a:rPr spc="-20" dirty="0"/>
              <a:t>Cloud </a:t>
            </a:r>
            <a:r>
              <a:rPr spc="-10" dirty="0"/>
              <a:t>Computing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981911"/>
            <a:ext cx="7833995" cy="285432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Develop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Web</a:t>
            </a:r>
            <a:r>
              <a:rPr sz="32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Application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Offer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customers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over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Internet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No</a:t>
            </a:r>
            <a:r>
              <a:rPr sz="32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deployment</a:t>
            </a:r>
            <a:r>
              <a:rPr sz="32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7E7E7E"/>
                </a:solidFill>
                <a:latin typeface="Arial MT"/>
                <a:cs typeface="Arial MT"/>
              </a:rPr>
              <a:t>costs</a:t>
            </a:r>
            <a:endParaRPr sz="3200">
              <a:latin typeface="Arial MT"/>
              <a:cs typeface="Arial MT"/>
            </a:endParaRPr>
          </a:p>
          <a:p>
            <a:pPr marL="355600" marR="5080" indent="-343535">
              <a:lnSpc>
                <a:spcPct val="100000"/>
              </a:lnSpc>
              <a:spcBef>
                <a:spcPts val="765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Amortize</a:t>
            </a:r>
            <a:r>
              <a:rPr sz="32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Management</a:t>
            </a:r>
            <a:r>
              <a:rPr sz="3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3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Support</a:t>
            </a:r>
            <a:r>
              <a:rPr sz="32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costs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over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7E7E7E"/>
                </a:solidFill>
                <a:latin typeface="Arial MT"/>
                <a:cs typeface="Arial MT"/>
              </a:rPr>
              <a:t>many</a:t>
            </a:r>
            <a:r>
              <a:rPr sz="32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Arial MT"/>
                <a:cs typeface="Arial MT"/>
              </a:rPr>
              <a:t>clients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45720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106" rIns="0" bIns="0" rtlCol="0">
            <a:spAutoFit/>
          </a:bodyPr>
          <a:lstStyle/>
          <a:p>
            <a:pPr marL="1239520">
              <a:lnSpc>
                <a:spcPct val="100000"/>
              </a:lnSpc>
              <a:spcBef>
                <a:spcPts val="95"/>
              </a:spcBef>
            </a:pPr>
            <a:r>
              <a:rPr dirty="0"/>
              <a:t>Software</a:t>
            </a:r>
            <a:r>
              <a:rPr spc="-160" dirty="0"/>
              <a:t> </a:t>
            </a:r>
            <a:r>
              <a:rPr dirty="0"/>
              <a:t>Service</a:t>
            </a:r>
            <a:r>
              <a:rPr spc="-155" dirty="0"/>
              <a:t> </a:t>
            </a:r>
            <a:r>
              <a:rPr spc="-10" dirty="0"/>
              <a:t>Models</a:t>
            </a:r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3579" y="2235708"/>
            <a:ext cx="1082039" cy="51587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49855" y="2383790"/>
            <a:ext cx="730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Traditional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7" y="2235707"/>
            <a:ext cx="1077467" cy="51206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80308" y="2292350"/>
            <a:ext cx="508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461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Open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Source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88179" y="2235707"/>
            <a:ext cx="1082039" cy="51206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606544" y="2383790"/>
            <a:ext cx="847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Outsourcing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85103" y="2235707"/>
            <a:ext cx="1077467" cy="51206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092444" y="2383790"/>
            <a:ext cx="4648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Hybrid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02780" y="2235708"/>
            <a:ext cx="1082039" cy="51587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267447" y="2383790"/>
            <a:ext cx="5543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Hybrid+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99704" y="2235708"/>
            <a:ext cx="1081277" cy="51587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641333" y="2383790"/>
            <a:ext cx="397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SaaS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73579" y="2887979"/>
            <a:ext cx="1082039" cy="51663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101088" y="2946908"/>
            <a:ext cx="827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" marR="5080" indent="-5461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$4000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/user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(one-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time)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973579" y="3528059"/>
            <a:ext cx="1082039" cy="51663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142998" y="3587750"/>
            <a:ext cx="744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$800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/user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/year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195827" y="2887979"/>
            <a:ext cx="1077467" cy="51663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446779" y="3038347"/>
            <a:ext cx="575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$0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/user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195827" y="3528059"/>
            <a:ext cx="1077467" cy="516636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320288" y="3587750"/>
            <a:ext cx="828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$1600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/user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/year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509515" y="2904744"/>
            <a:ext cx="1081277" cy="516636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4637785" y="2962909"/>
            <a:ext cx="827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" marR="5080" indent="-5461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$4000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/user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(one-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time)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509515" y="3544823"/>
            <a:ext cx="1081277" cy="516636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679696" y="3603752"/>
            <a:ext cx="744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$800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/user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/year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785103" y="2904744"/>
            <a:ext cx="1077467" cy="516636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5911088" y="2962909"/>
            <a:ext cx="827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" marR="5080" indent="-5461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$4000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/user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(one-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time)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785103" y="3544823"/>
            <a:ext cx="1077467" cy="516636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5952997" y="3603752"/>
            <a:ext cx="744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$800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/user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/year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032497" y="2917697"/>
            <a:ext cx="1081277" cy="1783842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7180580" y="3609085"/>
            <a:ext cx="787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1610" marR="5080" indent="-16954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$300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user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month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299704" y="2921507"/>
            <a:ext cx="1081277" cy="1780032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8402066" y="3609847"/>
            <a:ext cx="876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&lt; $100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 /user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/month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36" name="object 3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509515" y="4184903"/>
            <a:ext cx="1081277" cy="516636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4615688" y="4242308"/>
            <a:ext cx="873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Bid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&lt;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1300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/user</a:t>
            </a:r>
            <a:r>
              <a:rPr sz="1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/month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38" name="object 3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785103" y="4184903"/>
            <a:ext cx="1077467" cy="516636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5952997" y="4242308"/>
            <a:ext cx="744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$150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/user</a:t>
            </a:r>
            <a:endParaRPr sz="1200">
              <a:latin typeface="Arial MT"/>
              <a:cs typeface="Arial MT"/>
            </a:endParaRPr>
          </a:p>
          <a:p>
            <a:pPr marL="635"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/month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89101" y="3000248"/>
            <a:ext cx="11404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Software</a:t>
            </a:r>
            <a:r>
              <a:rPr sz="1400" spc="-20" dirty="0">
                <a:latin typeface="Arial MT"/>
                <a:cs typeface="Arial MT"/>
              </a:rPr>
              <a:t> Cost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89101" y="3609852"/>
            <a:ext cx="10617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Support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Cost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12901" y="4400042"/>
            <a:ext cx="12680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Management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Cost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001011" y="4186428"/>
            <a:ext cx="2272030" cy="512445"/>
            <a:chOff x="2001011" y="4186428"/>
            <a:chExt cx="2272030" cy="512445"/>
          </a:xfrm>
        </p:grpSpPr>
        <p:pic>
          <p:nvPicPr>
            <p:cNvPr id="44" name="object 4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001011" y="4186428"/>
              <a:ext cx="2271522" cy="512064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2001011" y="4186428"/>
              <a:ext cx="2272030" cy="512445"/>
            </a:xfrm>
            <a:custGeom>
              <a:avLst/>
              <a:gdLst/>
              <a:ahLst/>
              <a:cxnLst/>
              <a:rect l="l" t="t" r="r" b="b"/>
              <a:pathLst>
                <a:path w="2272029" h="512445">
                  <a:moveTo>
                    <a:pt x="2271522" y="509778"/>
                  </a:moveTo>
                  <a:lnTo>
                    <a:pt x="2271522" y="2286"/>
                  </a:lnTo>
                  <a:lnTo>
                    <a:pt x="2269236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09778"/>
                  </a:lnTo>
                  <a:lnTo>
                    <a:pt x="2286" y="512064"/>
                  </a:lnTo>
                  <a:lnTo>
                    <a:pt x="5333" y="512064"/>
                  </a:lnTo>
                  <a:lnTo>
                    <a:pt x="5334" y="9906"/>
                  </a:lnTo>
                  <a:lnTo>
                    <a:pt x="9906" y="4572"/>
                  </a:lnTo>
                  <a:lnTo>
                    <a:pt x="9906" y="9906"/>
                  </a:lnTo>
                  <a:lnTo>
                    <a:pt x="2261616" y="9906"/>
                  </a:lnTo>
                  <a:lnTo>
                    <a:pt x="2261616" y="4572"/>
                  </a:lnTo>
                  <a:lnTo>
                    <a:pt x="2266188" y="9906"/>
                  </a:lnTo>
                  <a:lnTo>
                    <a:pt x="2266188" y="512064"/>
                  </a:lnTo>
                  <a:lnTo>
                    <a:pt x="2269236" y="512064"/>
                  </a:lnTo>
                  <a:lnTo>
                    <a:pt x="2271522" y="509778"/>
                  </a:lnTo>
                  <a:close/>
                </a:path>
                <a:path w="2272029" h="512445">
                  <a:moveTo>
                    <a:pt x="9906" y="9906"/>
                  </a:moveTo>
                  <a:lnTo>
                    <a:pt x="9906" y="4572"/>
                  </a:lnTo>
                  <a:lnTo>
                    <a:pt x="5334" y="9906"/>
                  </a:lnTo>
                  <a:lnTo>
                    <a:pt x="9906" y="9906"/>
                  </a:lnTo>
                  <a:close/>
                </a:path>
                <a:path w="2272029" h="512445">
                  <a:moveTo>
                    <a:pt x="9906" y="502158"/>
                  </a:moveTo>
                  <a:lnTo>
                    <a:pt x="9906" y="9906"/>
                  </a:lnTo>
                  <a:lnTo>
                    <a:pt x="5334" y="9906"/>
                  </a:lnTo>
                  <a:lnTo>
                    <a:pt x="5334" y="502158"/>
                  </a:lnTo>
                  <a:lnTo>
                    <a:pt x="9906" y="502158"/>
                  </a:lnTo>
                  <a:close/>
                </a:path>
                <a:path w="2272029" h="512445">
                  <a:moveTo>
                    <a:pt x="2266188" y="502158"/>
                  </a:moveTo>
                  <a:lnTo>
                    <a:pt x="5334" y="502158"/>
                  </a:lnTo>
                  <a:lnTo>
                    <a:pt x="9906" y="506730"/>
                  </a:lnTo>
                  <a:lnTo>
                    <a:pt x="9906" y="512064"/>
                  </a:lnTo>
                  <a:lnTo>
                    <a:pt x="2261616" y="512064"/>
                  </a:lnTo>
                  <a:lnTo>
                    <a:pt x="2261616" y="506730"/>
                  </a:lnTo>
                  <a:lnTo>
                    <a:pt x="2266188" y="502158"/>
                  </a:lnTo>
                  <a:close/>
                </a:path>
                <a:path w="2272029" h="512445">
                  <a:moveTo>
                    <a:pt x="9906" y="512064"/>
                  </a:moveTo>
                  <a:lnTo>
                    <a:pt x="9906" y="506730"/>
                  </a:lnTo>
                  <a:lnTo>
                    <a:pt x="5334" y="502158"/>
                  </a:lnTo>
                  <a:lnTo>
                    <a:pt x="5333" y="512064"/>
                  </a:lnTo>
                  <a:lnTo>
                    <a:pt x="9906" y="512064"/>
                  </a:lnTo>
                  <a:close/>
                </a:path>
                <a:path w="2272029" h="512445">
                  <a:moveTo>
                    <a:pt x="2266188" y="9906"/>
                  </a:moveTo>
                  <a:lnTo>
                    <a:pt x="2261616" y="4572"/>
                  </a:lnTo>
                  <a:lnTo>
                    <a:pt x="2261616" y="9906"/>
                  </a:lnTo>
                  <a:lnTo>
                    <a:pt x="2266188" y="9906"/>
                  </a:lnTo>
                  <a:close/>
                </a:path>
                <a:path w="2272029" h="512445">
                  <a:moveTo>
                    <a:pt x="2266188" y="502158"/>
                  </a:moveTo>
                  <a:lnTo>
                    <a:pt x="2266188" y="9906"/>
                  </a:lnTo>
                  <a:lnTo>
                    <a:pt x="2261616" y="9906"/>
                  </a:lnTo>
                  <a:lnTo>
                    <a:pt x="2261616" y="502158"/>
                  </a:lnTo>
                  <a:lnTo>
                    <a:pt x="2266188" y="502158"/>
                  </a:lnTo>
                  <a:close/>
                </a:path>
                <a:path w="2272029" h="512445">
                  <a:moveTo>
                    <a:pt x="2266188" y="512064"/>
                  </a:moveTo>
                  <a:lnTo>
                    <a:pt x="2266188" y="502158"/>
                  </a:lnTo>
                  <a:lnTo>
                    <a:pt x="2261616" y="506730"/>
                  </a:lnTo>
                  <a:lnTo>
                    <a:pt x="2261616" y="512064"/>
                  </a:lnTo>
                  <a:lnTo>
                    <a:pt x="2266188" y="51206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124710" y="4333747"/>
            <a:ext cx="202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Up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4x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cost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 </a:t>
            </a:r>
            <a:r>
              <a:rPr sz="1200" spc="-10" dirty="0">
                <a:latin typeface="Arial MT"/>
                <a:cs typeface="Arial MT"/>
              </a:rPr>
              <a:t>Software!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25094" y="4905247"/>
            <a:ext cx="837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Deployment Location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001011" y="4848605"/>
            <a:ext cx="2272030" cy="511809"/>
            <a:chOff x="2001011" y="4848605"/>
            <a:chExt cx="2272030" cy="511809"/>
          </a:xfrm>
        </p:grpSpPr>
        <p:pic>
          <p:nvPicPr>
            <p:cNvPr id="49" name="object 4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001011" y="4848605"/>
              <a:ext cx="2271522" cy="511302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2001011" y="4848605"/>
              <a:ext cx="2272030" cy="511809"/>
            </a:xfrm>
            <a:custGeom>
              <a:avLst/>
              <a:gdLst/>
              <a:ahLst/>
              <a:cxnLst/>
              <a:rect l="l" t="t" r="r" b="b"/>
              <a:pathLst>
                <a:path w="2272029" h="511810">
                  <a:moveTo>
                    <a:pt x="2271522" y="509016"/>
                  </a:moveTo>
                  <a:lnTo>
                    <a:pt x="2271522" y="2286"/>
                  </a:lnTo>
                  <a:lnTo>
                    <a:pt x="2269236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09016"/>
                  </a:lnTo>
                  <a:lnTo>
                    <a:pt x="2286" y="511302"/>
                  </a:lnTo>
                  <a:lnTo>
                    <a:pt x="5333" y="511302"/>
                  </a:lnTo>
                  <a:lnTo>
                    <a:pt x="5334" y="9144"/>
                  </a:lnTo>
                  <a:lnTo>
                    <a:pt x="9906" y="4572"/>
                  </a:lnTo>
                  <a:lnTo>
                    <a:pt x="9906" y="9144"/>
                  </a:lnTo>
                  <a:lnTo>
                    <a:pt x="2261616" y="9144"/>
                  </a:lnTo>
                  <a:lnTo>
                    <a:pt x="2261616" y="4572"/>
                  </a:lnTo>
                  <a:lnTo>
                    <a:pt x="2266188" y="9144"/>
                  </a:lnTo>
                  <a:lnTo>
                    <a:pt x="2266188" y="511302"/>
                  </a:lnTo>
                  <a:lnTo>
                    <a:pt x="2269236" y="511302"/>
                  </a:lnTo>
                  <a:lnTo>
                    <a:pt x="2271522" y="509016"/>
                  </a:lnTo>
                  <a:close/>
                </a:path>
                <a:path w="2272029" h="511810">
                  <a:moveTo>
                    <a:pt x="9906" y="9144"/>
                  </a:moveTo>
                  <a:lnTo>
                    <a:pt x="9906" y="4572"/>
                  </a:lnTo>
                  <a:lnTo>
                    <a:pt x="5334" y="9144"/>
                  </a:lnTo>
                  <a:lnTo>
                    <a:pt x="9906" y="9144"/>
                  </a:lnTo>
                  <a:close/>
                </a:path>
                <a:path w="2272029" h="511810">
                  <a:moveTo>
                    <a:pt x="9906" y="502158"/>
                  </a:moveTo>
                  <a:lnTo>
                    <a:pt x="9906" y="9144"/>
                  </a:lnTo>
                  <a:lnTo>
                    <a:pt x="5334" y="9144"/>
                  </a:lnTo>
                  <a:lnTo>
                    <a:pt x="5334" y="502158"/>
                  </a:lnTo>
                  <a:lnTo>
                    <a:pt x="9906" y="502158"/>
                  </a:lnTo>
                  <a:close/>
                </a:path>
                <a:path w="2272029" h="511810">
                  <a:moveTo>
                    <a:pt x="2266188" y="502158"/>
                  </a:moveTo>
                  <a:lnTo>
                    <a:pt x="5334" y="502158"/>
                  </a:lnTo>
                  <a:lnTo>
                    <a:pt x="9906" y="506730"/>
                  </a:lnTo>
                  <a:lnTo>
                    <a:pt x="9906" y="511302"/>
                  </a:lnTo>
                  <a:lnTo>
                    <a:pt x="2261616" y="511302"/>
                  </a:lnTo>
                  <a:lnTo>
                    <a:pt x="2261616" y="506730"/>
                  </a:lnTo>
                  <a:lnTo>
                    <a:pt x="2266188" y="502158"/>
                  </a:lnTo>
                  <a:close/>
                </a:path>
                <a:path w="2272029" h="511810">
                  <a:moveTo>
                    <a:pt x="9906" y="511302"/>
                  </a:moveTo>
                  <a:lnTo>
                    <a:pt x="9906" y="506730"/>
                  </a:lnTo>
                  <a:lnTo>
                    <a:pt x="5334" y="502158"/>
                  </a:lnTo>
                  <a:lnTo>
                    <a:pt x="5333" y="511302"/>
                  </a:lnTo>
                  <a:lnTo>
                    <a:pt x="9906" y="511302"/>
                  </a:lnTo>
                  <a:close/>
                </a:path>
                <a:path w="2272029" h="511810">
                  <a:moveTo>
                    <a:pt x="2266188" y="9144"/>
                  </a:moveTo>
                  <a:lnTo>
                    <a:pt x="2261616" y="4572"/>
                  </a:lnTo>
                  <a:lnTo>
                    <a:pt x="2261616" y="9144"/>
                  </a:lnTo>
                  <a:lnTo>
                    <a:pt x="2266188" y="9144"/>
                  </a:lnTo>
                  <a:close/>
                </a:path>
                <a:path w="2272029" h="511810">
                  <a:moveTo>
                    <a:pt x="2266188" y="502158"/>
                  </a:moveTo>
                  <a:lnTo>
                    <a:pt x="2266188" y="9144"/>
                  </a:lnTo>
                  <a:lnTo>
                    <a:pt x="2261616" y="9144"/>
                  </a:lnTo>
                  <a:lnTo>
                    <a:pt x="2261616" y="502158"/>
                  </a:lnTo>
                  <a:lnTo>
                    <a:pt x="2266188" y="502158"/>
                  </a:lnTo>
                  <a:close/>
                </a:path>
                <a:path w="2272029" h="511810">
                  <a:moveTo>
                    <a:pt x="2266188" y="511302"/>
                  </a:moveTo>
                  <a:lnTo>
                    <a:pt x="2266188" y="502158"/>
                  </a:lnTo>
                  <a:lnTo>
                    <a:pt x="2261616" y="506730"/>
                  </a:lnTo>
                  <a:lnTo>
                    <a:pt x="2261616" y="511302"/>
                  </a:lnTo>
                  <a:lnTo>
                    <a:pt x="2266188" y="511302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2817367" y="5011166"/>
            <a:ext cx="6394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Client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Side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513326" y="4831841"/>
            <a:ext cx="3599179" cy="512445"/>
            <a:chOff x="4513326" y="4831841"/>
            <a:chExt cx="3599179" cy="512445"/>
          </a:xfrm>
        </p:grpSpPr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513326" y="4831841"/>
              <a:ext cx="3598926" cy="512064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4513326" y="4831841"/>
              <a:ext cx="3599179" cy="512445"/>
            </a:xfrm>
            <a:custGeom>
              <a:avLst/>
              <a:gdLst/>
              <a:ahLst/>
              <a:cxnLst/>
              <a:rect l="l" t="t" r="r" b="b"/>
              <a:pathLst>
                <a:path w="3599179" h="512445">
                  <a:moveTo>
                    <a:pt x="3598926" y="509778"/>
                  </a:moveTo>
                  <a:lnTo>
                    <a:pt x="3598926" y="2285"/>
                  </a:lnTo>
                  <a:lnTo>
                    <a:pt x="3596640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09778"/>
                  </a:lnTo>
                  <a:lnTo>
                    <a:pt x="2286" y="512064"/>
                  </a:lnTo>
                  <a:lnTo>
                    <a:pt x="4571" y="512064"/>
                  </a:lnTo>
                  <a:lnTo>
                    <a:pt x="4572" y="9906"/>
                  </a:lnTo>
                  <a:lnTo>
                    <a:pt x="9905" y="5334"/>
                  </a:lnTo>
                  <a:lnTo>
                    <a:pt x="9905" y="9906"/>
                  </a:lnTo>
                  <a:lnTo>
                    <a:pt x="3589020" y="9905"/>
                  </a:lnTo>
                  <a:lnTo>
                    <a:pt x="3589020" y="5333"/>
                  </a:lnTo>
                  <a:lnTo>
                    <a:pt x="3593591" y="9905"/>
                  </a:lnTo>
                  <a:lnTo>
                    <a:pt x="3593591" y="512064"/>
                  </a:lnTo>
                  <a:lnTo>
                    <a:pt x="3596640" y="512064"/>
                  </a:lnTo>
                  <a:lnTo>
                    <a:pt x="3598926" y="509778"/>
                  </a:lnTo>
                  <a:close/>
                </a:path>
                <a:path w="3599179" h="512445">
                  <a:moveTo>
                    <a:pt x="9905" y="9906"/>
                  </a:moveTo>
                  <a:lnTo>
                    <a:pt x="9905" y="5334"/>
                  </a:lnTo>
                  <a:lnTo>
                    <a:pt x="4572" y="9906"/>
                  </a:lnTo>
                  <a:lnTo>
                    <a:pt x="9905" y="9906"/>
                  </a:lnTo>
                  <a:close/>
                </a:path>
                <a:path w="3599179" h="512445">
                  <a:moveTo>
                    <a:pt x="9905" y="502158"/>
                  </a:moveTo>
                  <a:lnTo>
                    <a:pt x="9905" y="9906"/>
                  </a:lnTo>
                  <a:lnTo>
                    <a:pt x="4572" y="9906"/>
                  </a:lnTo>
                  <a:lnTo>
                    <a:pt x="4572" y="502158"/>
                  </a:lnTo>
                  <a:lnTo>
                    <a:pt x="9905" y="502158"/>
                  </a:lnTo>
                  <a:close/>
                </a:path>
                <a:path w="3599179" h="512445">
                  <a:moveTo>
                    <a:pt x="3593591" y="502158"/>
                  </a:moveTo>
                  <a:lnTo>
                    <a:pt x="4572" y="502158"/>
                  </a:lnTo>
                  <a:lnTo>
                    <a:pt x="9905" y="506729"/>
                  </a:lnTo>
                  <a:lnTo>
                    <a:pt x="9905" y="512064"/>
                  </a:lnTo>
                  <a:lnTo>
                    <a:pt x="3589020" y="512064"/>
                  </a:lnTo>
                  <a:lnTo>
                    <a:pt x="3589020" y="506730"/>
                  </a:lnTo>
                  <a:lnTo>
                    <a:pt x="3593591" y="502158"/>
                  </a:lnTo>
                  <a:close/>
                </a:path>
                <a:path w="3599179" h="512445">
                  <a:moveTo>
                    <a:pt x="9905" y="512064"/>
                  </a:moveTo>
                  <a:lnTo>
                    <a:pt x="9905" y="506729"/>
                  </a:lnTo>
                  <a:lnTo>
                    <a:pt x="4572" y="502158"/>
                  </a:lnTo>
                  <a:lnTo>
                    <a:pt x="4571" y="512064"/>
                  </a:lnTo>
                  <a:lnTo>
                    <a:pt x="9905" y="512064"/>
                  </a:lnTo>
                  <a:close/>
                </a:path>
                <a:path w="3599179" h="512445">
                  <a:moveTo>
                    <a:pt x="3593591" y="9905"/>
                  </a:moveTo>
                  <a:lnTo>
                    <a:pt x="3589020" y="5333"/>
                  </a:lnTo>
                  <a:lnTo>
                    <a:pt x="3589020" y="9905"/>
                  </a:lnTo>
                  <a:lnTo>
                    <a:pt x="3593591" y="9905"/>
                  </a:lnTo>
                  <a:close/>
                </a:path>
                <a:path w="3599179" h="512445">
                  <a:moveTo>
                    <a:pt x="3593591" y="502158"/>
                  </a:moveTo>
                  <a:lnTo>
                    <a:pt x="3593591" y="9905"/>
                  </a:lnTo>
                  <a:lnTo>
                    <a:pt x="3589020" y="9905"/>
                  </a:lnTo>
                  <a:lnTo>
                    <a:pt x="3589020" y="502158"/>
                  </a:lnTo>
                  <a:lnTo>
                    <a:pt x="3593591" y="502158"/>
                  </a:lnTo>
                  <a:close/>
                </a:path>
                <a:path w="3599179" h="512445">
                  <a:moveTo>
                    <a:pt x="3593591" y="512064"/>
                  </a:moveTo>
                  <a:lnTo>
                    <a:pt x="3593591" y="502158"/>
                  </a:lnTo>
                  <a:lnTo>
                    <a:pt x="3589020" y="506730"/>
                  </a:lnTo>
                  <a:lnTo>
                    <a:pt x="3589020" y="512064"/>
                  </a:lnTo>
                  <a:lnTo>
                    <a:pt x="3593591" y="51206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5666485" y="4995164"/>
            <a:ext cx="129286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Client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or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Provider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Side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8301228" y="4831841"/>
            <a:ext cx="1076960" cy="512445"/>
            <a:chOff x="8301228" y="4831841"/>
            <a:chExt cx="1076960" cy="512445"/>
          </a:xfrm>
        </p:grpSpPr>
        <p:pic>
          <p:nvPicPr>
            <p:cNvPr id="57" name="object 5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301228" y="4831841"/>
              <a:ext cx="1076705" cy="512063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8301228" y="4831841"/>
              <a:ext cx="1076960" cy="512445"/>
            </a:xfrm>
            <a:custGeom>
              <a:avLst/>
              <a:gdLst/>
              <a:ahLst/>
              <a:cxnLst/>
              <a:rect l="l" t="t" r="r" b="b"/>
              <a:pathLst>
                <a:path w="1076959" h="512445">
                  <a:moveTo>
                    <a:pt x="1076706" y="509778"/>
                  </a:moveTo>
                  <a:lnTo>
                    <a:pt x="1076706" y="2286"/>
                  </a:lnTo>
                  <a:lnTo>
                    <a:pt x="1074420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509778"/>
                  </a:lnTo>
                  <a:lnTo>
                    <a:pt x="2286" y="512064"/>
                  </a:lnTo>
                  <a:lnTo>
                    <a:pt x="4572" y="512064"/>
                  </a:lnTo>
                  <a:lnTo>
                    <a:pt x="4572" y="9906"/>
                  </a:lnTo>
                  <a:lnTo>
                    <a:pt x="9906" y="5334"/>
                  </a:lnTo>
                  <a:lnTo>
                    <a:pt x="9906" y="9906"/>
                  </a:lnTo>
                  <a:lnTo>
                    <a:pt x="1066800" y="9906"/>
                  </a:lnTo>
                  <a:lnTo>
                    <a:pt x="1066800" y="5334"/>
                  </a:lnTo>
                  <a:lnTo>
                    <a:pt x="1071372" y="9906"/>
                  </a:lnTo>
                  <a:lnTo>
                    <a:pt x="1071372" y="512064"/>
                  </a:lnTo>
                  <a:lnTo>
                    <a:pt x="1074420" y="512064"/>
                  </a:lnTo>
                  <a:lnTo>
                    <a:pt x="1076706" y="509778"/>
                  </a:lnTo>
                  <a:close/>
                </a:path>
                <a:path w="1076959" h="512445">
                  <a:moveTo>
                    <a:pt x="9906" y="9906"/>
                  </a:moveTo>
                  <a:lnTo>
                    <a:pt x="9906" y="5334"/>
                  </a:lnTo>
                  <a:lnTo>
                    <a:pt x="4572" y="9906"/>
                  </a:lnTo>
                  <a:lnTo>
                    <a:pt x="9906" y="9906"/>
                  </a:lnTo>
                  <a:close/>
                </a:path>
                <a:path w="1076959" h="512445">
                  <a:moveTo>
                    <a:pt x="9906" y="502158"/>
                  </a:moveTo>
                  <a:lnTo>
                    <a:pt x="9906" y="9906"/>
                  </a:lnTo>
                  <a:lnTo>
                    <a:pt x="4572" y="9906"/>
                  </a:lnTo>
                  <a:lnTo>
                    <a:pt x="4572" y="502158"/>
                  </a:lnTo>
                  <a:lnTo>
                    <a:pt x="9906" y="502158"/>
                  </a:lnTo>
                  <a:close/>
                </a:path>
                <a:path w="1076959" h="512445">
                  <a:moveTo>
                    <a:pt x="1071372" y="502158"/>
                  </a:moveTo>
                  <a:lnTo>
                    <a:pt x="4572" y="502158"/>
                  </a:lnTo>
                  <a:lnTo>
                    <a:pt x="9906" y="506730"/>
                  </a:lnTo>
                  <a:lnTo>
                    <a:pt x="9906" y="512064"/>
                  </a:lnTo>
                  <a:lnTo>
                    <a:pt x="1066800" y="512064"/>
                  </a:lnTo>
                  <a:lnTo>
                    <a:pt x="1066800" y="506730"/>
                  </a:lnTo>
                  <a:lnTo>
                    <a:pt x="1071372" y="502158"/>
                  </a:lnTo>
                  <a:close/>
                </a:path>
                <a:path w="1076959" h="512445">
                  <a:moveTo>
                    <a:pt x="9906" y="512064"/>
                  </a:moveTo>
                  <a:lnTo>
                    <a:pt x="9906" y="506730"/>
                  </a:lnTo>
                  <a:lnTo>
                    <a:pt x="4572" y="502158"/>
                  </a:lnTo>
                  <a:lnTo>
                    <a:pt x="4572" y="512064"/>
                  </a:lnTo>
                  <a:lnTo>
                    <a:pt x="9906" y="512064"/>
                  </a:lnTo>
                  <a:close/>
                </a:path>
                <a:path w="1076959" h="512445">
                  <a:moveTo>
                    <a:pt x="1071372" y="9906"/>
                  </a:moveTo>
                  <a:lnTo>
                    <a:pt x="1066800" y="5334"/>
                  </a:lnTo>
                  <a:lnTo>
                    <a:pt x="1066800" y="9906"/>
                  </a:lnTo>
                  <a:lnTo>
                    <a:pt x="1071372" y="9906"/>
                  </a:lnTo>
                  <a:close/>
                </a:path>
                <a:path w="1076959" h="512445">
                  <a:moveTo>
                    <a:pt x="1071372" y="502158"/>
                  </a:moveTo>
                  <a:lnTo>
                    <a:pt x="1071372" y="9906"/>
                  </a:lnTo>
                  <a:lnTo>
                    <a:pt x="1066800" y="9906"/>
                  </a:lnTo>
                  <a:lnTo>
                    <a:pt x="1066800" y="502158"/>
                  </a:lnTo>
                  <a:lnTo>
                    <a:pt x="1071372" y="502158"/>
                  </a:lnTo>
                  <a:close/>
                </a:path>
                <a:path w="1076959" h="512445">
                  <a:moveTo>
                    <a:pt x="1071372" y="512064"/>
                  </a:moveTo>
                  <a:lnTo>
                    <a:pt x="1071372" y="502158"/>
                  </a:lnTo>
                  <a:lnTo>
                    <a:pt x="1066800" y="506730"/>
                  </a:lnTo>
                  <a:lnTo>
                    <a:pt x="1066800" y="512064"/>
                  </a:lnTo>
                  <a:lnTo>
                    <a:pt x="1071372" y="512064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8446260" y="4995164"/>
            <a:ext cx="7867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Provider</a:t>
            </a:r>
            <a:r>
              <a:rPr sz="1000" spc="-6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Side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2576</TotalTime>
  <Words>2091</Words>
  <Application>Microsoft Office PowerPoint</Application>
  <PresentationFormat>Custom</PresentationFormat>
  <Paragraphs>531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1" baseType="lpstr">
      <vt:lpstr>Arial</vt:lpstr>
      <vt:lpstr>Arial MT</vt:lpstr>
      <vt:lpstr>Calibri</vt:lpstr>
      <vt:lpstr>Calibri Light</vt:lpstr>
      <vt:lpstr>Candara</vt:lpstr>
      <vt:lpstr>Tahoma</vt:lpstr>
      <vt:lpstr>Times New Roman</vt:lpstr>
      <vt:lpstr>Wingdings</vt:lpstr>
      <vt:lpstr>Office Theme</vt:lpstr>
      <vt:lpstr>Lecture 17</vt:lpstr>
      <vt:lpstr>A Cloud is …</vt:lpstr>
      <vt:lpstr>Cloud Computing</vt:lpstr>
      <vt:lpstr>Cloud Computing</vt:lpstr>
      <vt:lpstr>Lecture Outline</vt:lpstr>
      <vt:lpstr>IT as a Service</vt:lpstr>
      <vt:lpstr>Cloud Service Models</vt:lpstr>
      <vt:lpstr>SaaS</vt:lpstr>
      <vt:lpstr>SaaS Maturity Levels</vt:lpstr>
      <vt:lpstr>PaaS</vt:lpstr>
      <vt:lpstr>PaaS Example I</vt:lpstr>
      <vt:lpstr>PaaS Example II</vt:lpstr>
      <vt:lpstr>IaaS (1/3)</vt:lpstr>
      <vt:lpstr>IaaS (2/3)</vt:lpstr>
      <vt:lpstr>IaaS (3/3)</vt:lpstr>
      <vt:lpstr>IaaS Example</vt:lpstr>
      <vt:lpstr>Other Service Models</vt:lpstr>
      <vt:lpstr>Datacenter-as-a-Service</vt:lpstr>
      <vt:lpstr>Lecture Outline</vt:lpstr>
      <vt:lpstr>The Cloud Stack</vt:lpstr>
      <vt:lpstr>Applications</vt:lpstr>
      <vt:lpstr>Data</vt:lpstr>
      <vt:lpstr>Runtime Environment</vt:lpstr>
      <vt:lpstr>Middleware for Clouds</vt:lpstr>
      <vt:lpstr>Operating Systems</vt:lpstr>
      <vt:lpstr>Virtualization</vt:lpstr>
      <vt:lpstr>Cloud Service Layers in the</vt:lpstr>
      <vt:lpstr>Lecture Outline</vt:lpstr>
      <vt:lpstr>Types of Clouds (1/4)</vt:lpstr>
      <vt:lpstr>Types of Clouds (2/4)</vt:lpstr>
      <vt:lpstr>Types of Clouds (3/4)</vt:lpstr>
      <vt:lpstr>Types of Clouds (4/4)</vt:lpstr>
      <vt:lpstr>The Qloud: CMUQ’s Private Cloud</vt:lpstr>
      <vt:lpstr>CMU-Q’s Research Data Center</vt:lpstr>
      <vt:lpstr>One of Qloud Hardware (1/3)</vt:lpstr>
      <vt:lpstr>One of Qloud Hardware (2/3)</vt:lpstr>
      <vt:lpstr>One of Qloud Hardware (3/3)</vt:lpstr>
      <vt:lpstr>Qloud Stack</vt:lpstr>
      <vt:lpstr>A New Cloud at CMU-Q</vt:lpstr>
      <vt:lpstr>Lecture Outline</vt:lpstr>
      <vt:lpstr>Economics of Cloud Computing</vt:lpstr>
      <vt:lpstr>Cost of Information Technology</vt:lpstr>
      <vt:lpstr>Traditional Model</vt:lpstr>
      <vt:lpstr>Software Service Models</vt:lpstr>
      <vt:lpstr>Open Source Model</vt:lpstr>
      <vt:lpstr>Software Service Models</vt:lpstr>
      <vt:lpstr>Outsourcing Model</vt:lpstr>
      <vt:lpstr>Software Service Models</vt:lpstr>
      <vt:lpstr>Hybrid and Hybrid+ Model</vt:lpstr>
      <vt:lpstr>Software Service Models</vt:lpstr>
      <vt:lpstr>Software as a Service Cloud Computing</vt:lpstr>
      <vt:lpstr>Software Service Models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CS15-319: Cloud Computing</dc:title>
  <cp:lastModifiedBy>Muhammad Tehmeed Ebaduddin</cp:lastModifiedBy>
  <cp:revision>7</cp:revision>
  <dcterms:created xsi:type="dcterms:W3CDTF">2025-03-17T07:03:55Z</dcterms:created>
  <dcterms:modified xsi:type="dcterms:W3CDTF">2025-04-29T05:13:32Z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2012-05-14T00:00:00Z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2025-03-17T00:00:00Z</vt:filetime>
  </property>
  <property fmtid="{D5CDD505-2E9C-101B-9397-08002B2CF9AE}" pid="5" name="Producer">
    <vt:lpwstr>Acrobat Distiller 9.0.0 (Windows)</vt:lpwstr>
  </property>
</Properties>
</file>