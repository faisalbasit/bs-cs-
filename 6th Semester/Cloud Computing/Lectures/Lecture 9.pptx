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304" r:id="rId4"/>
    <p:sldId id="305" r:id="rId5"/>
    <p:sldId id="317" r:id="rId6"/>
    <p:sldId id="318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C723-910E-93E2-DD9E-8C009BDA9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14BF-6AB1-2D6D-6C4F-16D43C85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793D-BC27-00EE-2FE6-546C095B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3F34-D6D5-FD76-003E-2A58F613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AA20-775D-3D2F-5A7C-7AD3544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FF1-5278-5ED2-3767-41B28EA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888-CFAA-13F0-D840-385DDCFF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C23-31CF-484D-2328-D3266B2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DAA-32A6-289B-9E90-1CFC1CA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4707-4693-1023-C481-A133F5E6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C375-50CD-EA28-6B1C-C2AB02E5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A47A-1256-9120-418B-E4DBED9C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8D2F-FFEC-130A-6F79-0A342E16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E272-A511-0A83-4DF4-B8171F42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DCCA-79B9-7D08-3680-0167AFE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19E-66D0-C991-CF64-51DDBF4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064C-B38C-6CCA-DF94-1095C61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C86A-B983-1DB9-540F-4315296C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06DA-F39D-FE19-519C-1E98FB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0453-7BEA-116C-3B43-D67AC9E2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A49C-F7C6-6B3D-0FFA-2C22806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8711-F69C-889B-C637-CA961B0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783C-F9D8-7E88-C55A-8E9F164A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16B-9ABE-0D57-76D6-D0C19AA4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41C41-607D-575F-660E-925F3B7E7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59849-E3AE-0BAD-2CA3-B81A42DC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21567-24A0-44CD-4387-19B08F55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ACE88-8596-3D9F-C582-64F1BA0B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3C9B-1E73-E98E-202A-E561A5BE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74D-DE1B-A677-03B5-9FC6155B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327C-DBC4-AE06-2930-2D7165E5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E5B1-38C5-F490-805C-81DBE4B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58315-D355-1669-B9E2-DFC6F11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0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1596F-7C93-C3BF-7868-17419B5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07FB4-764F-A667-3ADA-198CBA5B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AA6-8BA4-825F-E526-A2FFB2D4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8C44-8946-6AD4-AA89-D9A63A1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62C0-983A-C2F0-5EA7-C6005856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ED01-D740-A0F2-E3BD-840425BA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3CB5-4F6E-AE43-86E7-832021D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3263A-156D-BFE7-4FCA-26995177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8A6-1715-6291-4454-CF47944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6D8-2CCE-27A4-9713-D309E338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E9596-F967-1C9E-6FC7-A142A52CD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9478-63A9-3E4A-F73F-DED6E541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B5BE0-E9F0-D9FB-3EBB-BAAC0AC7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B467-3CF9-5F53-87D7-5C0AF2CE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079C-5D0D-7F8D-8ED2-9BA257B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A9-CAA8-4258-79B7-A50335F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1F37-0CB8-3F51-D008-66CE2BA3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90C8-94FB-67B8-DD0D-56653CFC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A8-F553-9046-54E4-C31DB93A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A376-D484-E164-C7C0-F19F2955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C985-2286-D8FE-519B-64932E728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F44F0-43A5-4577-65C4-D49E1408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77-3851-6C68-007A-CA235A5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C42B-D7BE-642F-EA9C-1A0E27C0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6A69-A374-A51E-BB84-DB7FEBB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FCB9C-D80B-0916-0FA5-32E5FB9C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BB38-34A0-8057-E63F-C078CA4E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A0031-A66E-0EF1-B1CE-E45DDB2A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F74-9F4C-4CB8-8E9E-3A0F5CE3409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E475-8084-6708-B118-D30658279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7E31-1CC5-7E1B-DBCD-7168AFBF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534-7AC6-31C1-9CBE-14B33B76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BDAA5-5BB9-B108-8CC4-898094664F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Creating Microsoft Azure Account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178F5-7334-EFBC-ECD7-421AF5FEF827}"/>
              </a:ext>
            </a:extLst>
          </p:cNvPr>
          <p:cNvSpPr txBox="1"/>
          <p:nvPr/>
        </p:nvSpPr>
        <p:spPr>
          <a:xfrm>
            <a:off x="9037983" y="5830957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: Engr. Tehmeed</a:t>
            </a:r>
          </a:p>
        </p:txBody>
      </p:sp>
    </p:spTree>
    <p:extLst>
      <p:ext uri="{BB962C8B-B14F-4D97-AF65-F5344CB8AC3E}">
        <p14:creationId xmlns:p14="http://schemas.microsoft.com/office/powerpoint/2010/main" val="16026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an Azure account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7B984-72C7-D8B9-BE97-2D7CA5679132}"/>
              </a:ext>
            </a:extLst>
          </p:cNvPr>
          <p:cNvSpPr txBox="1"/>
          <p:nvPr/>
        </p:nvSpPr>
        <p:spPr>
          <a:xfrm>
            <a:off x="685801" y="1720840"/>
            <a:ext cx="84524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purchase Azure access directly from Microsoft by signing up on the Azure website or through a Microsoft representative. You can also purchase Azure access through a Microsoft partner. Cloud Solution Provider partners offer a range of complete managed-cloud solutions for Azure.</a:t>
            </a:r>
          </a:p>
        </p:txBody>
      </p:sp>
    </p:spTree>
    <p:extLst>
      <p:ext uri="{BB962C8B-B14F-4D97-AF65-F5344CB8AC3E}">
        <p14:creationId xmlns:p14="http://schemas.microsoft.com/office/powerpoint/2010/main" val="146715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Azure free account?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7B984-72C7-D8B9-BE97-2D7CA5679132}"/>
              </a:ext>
            </a:extLst>
          </p:cNvPr>
          <p:cNvSpPr txBox="1"/>
          <p:nvPr/>
        </p:nvSpPr>
        <p:spPr>
          <a:xfrm>
            <a:off x="685801" y="1720840"/>
            <a:ext cx="84524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 Azure free account includes:</a:t>
            </a:r>
          </a:p>
          <a:p>
            <a:r>
              <a:rPr lang="en-US"/>
              <a:t>•	Free access to popular Azure products for 12 months.</a:t>
            </a:r>
          </a:p>
          <a:p>
            <a:r>
              <a:rPr lang="en-US"/>
              <a:t>•	A credit to use for the first 30 days.</a:t>
            </a:r>
          </a:p>
          <a:p>
            <a:r>
              <a:rPr lang="en-US"/>
              <a:t>•	Access to more than 25 products that are always free.</a:t>
            </a:r>
          </a:p>
          <a:p>
            <a:r>
              <a:rPr lang="en-US"/>
              <a:t>The Azure free account is an excellent way for new users to get started and explore. To sign up, you need a phone number, a credit card, and a Microsoft or GitHub account. The credit card information is used for identity verification only. You won't be charged for any services until you upgrade to a paid subscription.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18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Azure free student account?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7B984-72C7-D8B9-BE97-2D7CA5679132}"/>
              </a:ext>
            </a:extLst>
          </p:cNvPr>
          <p:cNvSpPr txBox="1"/>
          <p:nvPr/>
        </p:nvSpPr>
        <p:spPr>
          <a:xfrm>
            <a:off x="685801" y="1720840"/>
            <a:ext cx="84524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Azure free student account offer includes:</a:t>
            </a:r>
          </a:p>
          <a:p>
            <a:endParaRPr lang="en-US" dirty="0"/>
          </a:p>
          <a:p>
            <a:r>
              <a:rPr lang="en-US" dirty="0"/>
              <a:t>•	Free access to certain Azure services for 12 months.</a:t>
            </a:r>
          </a:p>
          <a:p>
            <a:r>
              <a:rPr lang="en-US" dirty="0"/>
              <a:t>•	A credit to use in the first 12 months.</a:t>
            </a:r>
          </a:p>
          <a:p>
            <a:r>
              <a:rPr lang="en-US" dirty="0"/>
              <a:t>•	Free access to certain software developer tools.</a:t>
            </a:r>
          </a:p>
          <a:p>
            <a:endParaRPr lang="en-US" dirty="0"/>
          </a:p>
          <a:p>
            <a:r>
              <a:rPr lang="en-US" dirty="0"/>
              <a:t>The Azure free student account is an offer for students that gives $100 credit and free developer tools. Also, you can sign up without a credit card.</a:t>
            </a:r>
          </a:p>
        </p:txBody>
      </p:sp>
    </p:spTree>
    <p:extLst>
      <p:ext uri="{BB962C8B-B14F-4D97-AF65-F5344CB8AC3E}">
        <p14:creationId xmlns:p14="http://schemas.microsoft.com/office/powerpoint/2010/main" val="373319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5918-33EE-B45E-EA65-FF88DBC0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EF7FEFC-28E2-AABC-3727-5F4971FE57F8}"/>
              </a:ext>
            </a:extLst>
          </p:cNvPr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1A10537-5699-9875-ED70-A7A4477F679C}"/>
              </a:ext>
            </a:extLst>
          </p:cNvPr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Steps to create</a:t>
            </a:r>
            <a:r>
              <a:rPr lang="en-US" sz="2800" b="1" kern="18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Azure free student account?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7E01D-602B-497B-FD15-FCE87278A5B5}"/>
              </a:ext>
            </a:extLst>
          </p:cNvPr>
          <p:cNvSpPr txBox="1"/>
          <p:nvPr/>
        </p:nvSpPr>
        <p:spPr>
          <a:xfrm>
            <a:off x="685801" y="1720840"/>
            <a:ext cx="84524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create a Microsoft Azure account, first visit the Azure website and click "Start free". You'll need to sign in with an existing Microsoft account or create a new one. After signing in, you'll be guided through the sign-up process, which includes providing personal details and payment information. </a:t>
            </a:r>
          </a:p>
          <a:p>
            <a:r>
              <a:rPr lang="en-US" dirty="0"/>
              <a:t>Here's a more detailed breakdown:</a:t>
            </a:r>
          </a:p>
          <a:p>
            <a:r>
              <a:rPr lang="en-US" dirty="0"/>
              <a:t>Go to the Azure website: Navigate to the Azure homepage. </a:t>
            </a:r>
          </a:p>
          <a:p>
            <a:r>
              <a:rPr lang="en-US" dirty="0"/>
              <a:t>Start Free: Click on the "Start free" button. </a:t>
            </a:r>
          </a:p>
          <a:p>
            <a:r>
              <a:rPr lang="en-US" dirty="0"/>
              <a:t>Sign in or create an account: If you have a Microsoft account, sign in. Otherwise, create a new one. </a:t>
            </a:r>
          </a:p>
          <a:p>
            <a:r>
              <a:rPr lang="en-US" dirty="0"/>
              <a:t>Provide details: Follow the on-screen instructions to provide your personal information, contact details, and payment method. </a:t>
            </a:r>
          </a:p>
          <a:p>
            <a:r>
              <a:rPr lang="en-US" dirty="0"/>
              <a:t>Verify your account: You may need to verify your phone number or email address through an OTP. </a:t>
            </a:r>
          </a:p>
          <a:p>
            <a:r>
              <a:rPr lang="en-US" dirty="0"/>
              <a:t>Accept the terms: Review and accept the Microsoft Azure terms and conditions. </a:t>
            </a:r>
          </a:p>
          <a:p>
            <a:r>
              <a:rPr lang="en-US" dirty="0"/>
              <a:t>Start exploring: Once your account is created, you can start exploring the Azure Portal and its services. </a:t>
            </a:r>
          </a:p>
        </p:txBody>
      </p:sp>
    </p:spTree>
    <p:extLst>
      <p:ext uri="{BB962C8B-B14F-4D97-AF65-F5344CB8AC3E}">
        <p14:creationId xmlns:p14="http://schemas.microsoft.com/office/powerpoint/2010/main" val="27223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7AAEA-0280-21E8-6DD9-FF15FD5E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D41DDE7-AF31-38F1-F836-AD7242365625}"/>
              </a:ext>
            </a:extLst>
          </p:cNvPr>
          <p:cNvSpPr txBox="1"/>
          <p:nvPr/>
        </p:nvSpPr>
        <p:spPr>
          <a:xfrm>
            <a:off x="523658" y="1643239"/>
            <a:ext cx="11144683" cy="16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>
              <a:solidFill>
                <a:srgbClr val="161616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2129" lvl="1" indent="-331065">
              <a:lnSpc>
                <a:spcPts val="4294"/>
              </a:lnSpc>
              <a:buFont typeface="Arial"/>
              <a:buChar char="•"/>
            </a:pPr>
            <a:endParaRPr lang="en-US" sz="3067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694B8A4-CC5C-CB05-86C4-09DA85456727}"/>
              </a:ext>
            </a:extLst>
          </p:cNvPr>
          <p:cNvSpPr txBox="1"/>
          <p:nvPr/>
        </p:nvSpPr>
        <p:spPr>
          <a:xfrm>
            <a:off x="685801" y="537614"/>
            <a:ext cx="10700183" cy="44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800" dirty="0">
                <a:solidFill>
                  <a:srgbClr val="161616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Steps to create</a:t>
            </a:r>
            <a:r>
              <a:rPr lang="en-US" sz="2800" b="1" kern="1800" dirty="0">
                <a:solidFill>
                  <a:srgbClr val="161616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Azure free student account?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67EB6-5930-6F9D-3820-BD2830276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119117"/>
            <a:ext cx="9836623" cy="52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66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1215-6718-3C9D-A593-742866F2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410818"/>
            <a:ext cx="8560904" cy="5526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96513-5058-B201-43D9-E8073E37DDF3}"/>
              </a:ext>
            </a:extLst>
          </p:cNvPr>
          <p:cNvSpPr txBox="1"/>
          <p:nvPr/>
        </p:nvSpPr>
        <p:spPr>
          <a:xfrm>
            <a:off x="3644347" y="3075057"/>
            <a:ext cx="4134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70584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18327</TotalTime>
  <Words>457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Times Neue Roman</vt:lpstr>
      <vt:lpstr>Times New Roman</vt:lpstr>
      <vt:lpstr>Office Theme</vt:lpstr>
      <vt:lpstr>Lecture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Tehmeed Ebaduddin</dc:creator>
  <cp:lastModifiedBy>Muhammad Tehmeed Ebaduddin</cp:lastModifiedBy>
  <cp:revision>17</cp:revision>
  <dcterms:created xsi:type="dcterms:W3CDTF">2024-03-12T05:48:59Z</dcterms:created>
  <dcterms:modified xsi:type="dcterms:W3CDTF">2025-04-27T07:06:18Z</dcterms:modified>
</cp:coreProperties>
</file>