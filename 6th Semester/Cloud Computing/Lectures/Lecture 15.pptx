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60" r:id="rId2"/>
  </p:sldMasterIdLst>
  <p:notesMasterIdLst>
    <p:notesMasterId r:id="rId24"/>
  </p:notesMasterIdLst>
  <p:sldIdLst>
    <p:sldId id="256" r:id="rId3"/>
    <p:sldId id="296" r:id="rId4"/>
    <p:sldId id="297" r:id="rId5"/>
    <p:sldId id="300" r:id="rId6"/>
    <p:sldId id="301" r:id="rId7"/>
    <p:sldId id="302" r:id="rId8"/>
    <p:sldId id="306" r:id="rId9"/>
    <p:sldId id="307" r:id="rId10"/>
    <p:sldId id="308" r:id="rId11"/>
    <p:sldId id="309" r:id="rId12"/>
    <p:sldId id="317" r:id="rId13"/>
    <p:sldId id="310" r:id="rId14"/>
    <p:sldId id="311" r:id="rId15"/>
    <p:sldId id="312" r:id="rId16"/>
    <p:sldId id="313" r:id="rId17"/>
    <p:sldId id="299" r:id="rId18"/>
    <p:sldId id="314" r:id="rId19"/>
    <p:sldId id="315" r:id="rId20"/>
    <p:sldId id="316" r:id="rId21"/>
    <p:sldId id="1862" r:id="rId22"/>
    <p:sldId id="277" r:id="rId2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61" autoAdjust="0"/>
    <p:restoredTop sz="94660"/>
  </p:normalViewPr>
  <p:slideViewPr>
    <p:cSldViewPr snapToGrid="0">
      <p:cViewPr varScale="1">
        <p:scale>
          <a:sx n="70" d="100"/>
          <a:sy n="70" d="100"/>
        </p:scale>
        <p:origin x="744" y="6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viewProps" Target="viewProps.xml"/><Relationship Id="rId3" Type="http://schemas.openxmlformats.org/officeDocument/2006/relationships/slide" Target="slides/slide1.xml"/><Relationship Id="rId21" Type="http://schemas.openxmlformats.org/officeDocument/2006/relationships/slide" Target="slides/slide19.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presProps" Target="presProps.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notesMaster" Target="notesMasters/notesMaster1.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tableStyles" Target="tableStyles.xml"/><Relationship Id="rId10" Type="http://schemas.openxmlformats.org/officeDocument/2006/relationships/slide" Target="slides/slide8.xml"/><Relationship Id="rId19" Type="http://schemas.openxmlformats.org/officeDocument/2006/relationships/slide" Target="slides/slide17.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BC8A96B-4E06-458A-B247-796EF57D9007}" type="datetimeFigureOut">
              <a:rPr lang="en-US" smtClean="0"/>
              <a:t>4/28/2025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A33B627-0E8B-4725-A470-F11AC7899553}" type="slidenum">
              <a:rPr lang="en-US" smtClean="0"/>
              <a:t>‹#›</a:t>
            </a:fld>
            <a:endParaRPr lang="en-US"/>
          </a:p>
        </p:txBody>
      </p:sp>
    </p:spTree>
    <p:extLst>
      <p:ext uri="{BB962C8B-B14F-4D97-AF65-F5344CB8AC3E}">
        <p14:creationId xmlns:p14="http://schemas.microsoft.com/office/powerpoint/2010/main" val="13914922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367" rtl="0" eaLnBrk="1" fontAlgn="auto" latinLnBrk="0" hangingPunct="1">
              <a:lnSpc>
                <a:spcPct val="90000"/>
              </a:lnSpc>
              <a:spcBef>
                <a:spcPts val="0"/>
              </a:spcBef>
              <a:spcAft>
                <a:spcPts val="333"/>
              </a:spcAft>
              <a:buClrTx/>
              <a:buSzTx/>
              <a:buFontTx/>
              <a:buNone/>
              <a:tabLst/>
              <a:defRPr/>
            </a:pPr>
            <a:r>
              <a:rPr lang="en-IE" sz="900" b="1" i="0" u="none" strike="noStrike" kern="1200" dirty="0">
                <a:solidFill>
                  <a:schemeClr val="tx1"/>
                </a:solidFill>
                <a:effectLst/>
                <a:latin typeface="Segoe UI Light" pitchFamily="34" charset="0"/>
                <a:ea typeface="+mn-ea"/>
                <a:cs typeface="+mn-cs"/>
              </a:rPr>
              <a:t>Azure usage charges </a:t>
            </a:r>
            <a:r>
              <a:rPr lang="en-IE" sz="900" b="0" i="0" u="none" strike="noStrike" kern="1200" dirty="0">
                <a:solidFill>
                  <a:schemeClr val="tx1"/>
                </a:solidFill>
                <a:effectLst/>
                <a:latin typeface="Segoe UI Light" pitchFamily="34" charset="0"/>
                <a:ea typeface="+mn-ea"/>
                <a:cs typeface="+mn-cs"/>
              </a:rPr>
              <a:t>- </a:t>
            </a:r>
            <a:r>
              <a:rPr lang="en-IE" u="sng" dirty="0"/>
              <a:t>https://docs.microsoft.com/azure/billing/billing-understand-your-invoice</a:t>
            </a:r>
          </a:p>
          <a:p>
            <a:pPr marL="0" marR="0" lvl="0" indent="0" algn="l" defTabSz="914367" rtl="0" eaLnBrk="1" fontAlgn="auto" latinLnBrk="0" hangingPunct="1">
              <a:lnSpc>
                <a:spcPct val="90000"/>
              </a:lnSpc>
              <a:spcBef>
                <a:spcPts val="0"/>
              </a:spcBef>
              <a:spcAft>
                <a:spcPts val="333"/>
              </a:spcAft>
              <a:buClrTx/>
              <a:buSzTx/>
              <a:buFontTx/>
              <a:buNone/>
              <a:tabLst/>
              <a:defRPr/>
            </a:pPr>
            <a:endParaRPr lang="en-IE" sz="900" u="sng" kern="1200" dirty="0">
              <a:solidFill>
                <a:schemeClr val="tx1"/>
              </a:solidFill>
              <a:effectLst/>
              <a:latin typeface="Segoe UI Light" pitchFamily="34" charset="0"/>
              <a:ea typeface="+mn-ea"/>
              <a:cs typeface="+mn-cs"/>
            </a:endParaRPr>
          </a:p>
          <a:p>
            <a:pPr marL="0" indent="0">
              <a:buNone/>
            </a:pPr>
            <a:r>
              <a:rPr lang="en-IE" sz="2800" dirty="0"/>
              <a:t>There are </a:t>
            </a:r>
            <a:r>
              <a:rPr lang="en-IE" sz="2800" dirty="0">
                <a:solidFill>
                  <a:schemeClr val="accent4"/>
                </a:solidFill>
              </a:rPr>
              <a:t>six </a:t>
            </a:r>
            <a:r>
              <a:rPr lang="en-IE" sz="2800" dirty="0"/>
              <a:t>primary factors affecting costs:</a:t>
            </a:r>
          </a:p>
          <a:p>
            <a:r>
              <a:rPr lang="en-IE" sz="2800" b="1" dirty="0"/>
              <a:t>Resource Type</a:t>
            </a:r>
            <a:r>
              <a:rPr lang="en-IE" sz="2800" dirty="0"/>
              <a:t>: Costs are resource-specific, so the usage that a meter tracks and the number of meters associated with a resource depend on the resource type.</a:t>
            </a:r>
          </a:p>
          <a:p>
            <a:r>
              <a:rPr lang="en-IE" sz="2800" b="1" dirty="0"/>
              <a:t>Services</a:t>
            </a:r>
            <a:r>
              <a:rPr lang="en-IE" sz="2800" dirty="0"/>
              <a:t>: Azure usage rates and billing periods can differ between Enterprise, Web Direct, and CSP customers.</a:t>
            </a:r>
          </a:p>
          <a:p>
            <a:r>
              <a:rPr lang="en-IE" sz="2800" b="1" dirty="0"/>
              <a:t>Location</a:t>
            </a:r>
            <a:r>
              <a:rPr lang="en-IE" sz="2800" dirty="0"/>
              <a:t>: The Azure infrastructure is globally distributed, and usage costs might vary between locations that offer Azure products, services, and resources.</a:t>
            </a:r>
          </a:p>
          <a:p>
            <a:pPr>
              <a:lnSpc>
                <a:spcPct val="100000"/>
              </a:lnSpc>
              <a:spcAft>
                <a:spcPts val="0"/>
              </a:spcAft>
            </a:pPr>
            <a:r>
              <a:rPr lang="en-IE" sz="2800" b="1" dirty="0">
                <a:latin typeface="Segoe UI Light"/>
                <a:cs typeface="Segoe UI Light"/>
              </a:rPr>
              <a:t>Bandwidth: </a:t>
            </a:r>
            <a:r>
              <a:rPr lang="en-US" sz="2800" dirty="0">
                <a:latin typeface="Segoe UI Light"/>
                <a:cs typeface="Segoe UI Light"/>
              </a:rPr>
              <a:t>Some inbound data transfers are free, such as data going into Azure datacenters. For outbound data transfers, such as data going out of Azure datacenters, pricing is based on Zones. </a:t>
            </a:r>
            <a:endParaRPr lang="en-IE" sz="2800" dirty="0">
              <a:latin typeface="Segoe UI Light"/>
              <a:cs typeface="Segoe UI Light"/>
            </a:endParaRPr>
          </a:p>
          <a:p>
            <a:r>
              <a:rPr lang="en-IE" sz="2800" b="1" dirty="0">
                <a:latin typeface="Segoe UI Light"/>
                <a:cs typeface="Segoe UI Light"/>
              </a:rPr>
              <a:t>Azure Reservations:  </a:t>
            </a:r>
            <a:r>
              <a:rPr lang="en-IE" sz="2800" dirty="0">
                <a:latin typeface="Segoe UI Light"/>
                <a:cs typeface="Segoe UI Light"/>
              </a:rPr>
              <a:t>Azure Reservations allow you to prepay for one-year or three-years of virtual machine or SQL Database compute capacity. Pre-paying will allow you to get a discount on the resources you use. Azure reservations can significantly reduce your virtual machine or SQL database compute costs — up to 72 percent on pay-as-you-go prices with one-year or three-year upfront commitment. Reservations provide a billing discount and don't affect the runtime state of your virtual machines or SQL databases.</a:t>
            </a:r>
          </a:p>
          <a:p>
            <a:r>
              <a:rPr lang="en-IE" sz="2800" b="1" dirty="0">
                <a:latin typeface="Segoe UI Light"/>
                <a:cs typeface="Segoe UI Light"/>
              </a:rPr>
              <a:t>Azure Hybrid Benefit:  </a:t>
            </a:r>
            <a:r>
              <a:rPr lang="en-IE" sz="2800" dirty="0">
                <a:latin typeface="Segoe UI Light"/>
                <a:cs typeface="Segoe UI Light"/>
              </a:rPr>
              <a:t>If you already have Windows Server or SQL Server licenses in your on-premises deployments, you can use the Azure Hybrid Benefit program to save in Azure. With the Windows Server benefit, each license covers the cost of the OS (up to two virtual machines), and you only pay for base compute costs. You can use existing SQL Server licenses to save up to 55 percent on vCore-based SQL Database options. Options include SQL Server in Azure Virtual Machines and SQL Server Integration Services.</a:t>
            </a:r>
          </a:p>
          <a:p>
            <a:endParaRPr lang="en-IE" sz="2800" dirty="0"/>
          </a:p>
          <a:p>
            <a:pPr marL="0" marR="0" lvl="0" indent="0" algn="l" defTabSz="914367" rtl="0" eaLnBrk="1" fontAlgn="auto" latinLnBrk="0" hangingPunct="1">
              <a:lnSpc>
                <a:spcPct val="90000"/>
              </a:lnSpc>
              <a:spcBef>
                <a:spcPts val="0"/>
              </a:spcBef>
              <a:spcAft>
                <a:spcPts val="333"/>
              </a:spcAft>
              <a:buClrTx/>
              <a:buSzTx/>
              <a:buFontTx/>
              <a:buNone/>
              <a:tabLst/>
              <a:defRPr/>
            </a:pPr>
            <a:endParaRPr lang="en-IE" sz="900" kern="1200" dirty="0">
              <a:solidFill>
                <a:schemeClr val="tx1"/>
              </a:solidFill>
              <a:effectLst/>
              <a:latin typeface="Segoe UI Light" pitchFamily="34" charset="0"/>
              <a:ea typeface="+mn-ea"/>
              <a:cs typeface="+mn-cs"/>
            </a:endParaRPr>
          </a:p>
        </p:txBody>
      </p:sp>
      <p:sp>
        <p:nvSpPr>
          <p:cNvPr id="4" name="Header Placeholder 3"/>
          <p:cNvSpPr>
            <a:spLocks noGrp="1"/>
          </p:cNvSpPr>
          <p:nvPr>
            <p:ph type="hdr" sz="quarter" idx="10"/>
          </p:nvPr>
        </p:nvSpPr>
        <p:spPr/>
        <p:txBody>
          <a:bodyPr/>
          <a:lstStyle/>
          <a:p>
            <a:pPr marL="0" marR="0" lvl="0" indent="0" algn="l" defTabSz="932742"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solidFill>
              <a:effectLst/>
              <a:uLnTx/>
              <a:uFillTx/>
              <a:latin typeface="Segoe UI" pitchFamily="34" charset="0"/>
              <a:ea typeface="+mn-ea"/>
              <a:cs typeface="+mn-cs"/>
            </a:endParaRPr>
          </a:p>
        </p:txBody>
      </p:sp>
      <p:sp>
        <p:nvSpPr>
          <p:cNvPr id="5" name="Footer Placeholder 4"/>
          <p:cNvSpPr>
            <a:spLocks noGrp="1"/>
          </p:cNvSpPr>
          <p:nvPr>
            <p:ph type="ftr" sz="quarter" idx="11"/>
          </p:nvPr>
        </p:nvSpPr>
        <p:spPr/>
        <p:txBody>
          <a:bodyPr/>
          <a:lstStyle/>
          <a:p>
            <a:pPr marL="571500" marR="0" lvl="0" indent="0" algn="l" defTabSz="914099" rtl="0" eaLnBrk="0" fontAlgn="auto" latinLnBrk="0" hangingPunct="0">
              <a:lnSpc>
                <a:spcPct val="100000"/>
              </a:lnSpc>
              <a:spcBef>
                <a:spcPts val="0"/>
              </a:spcBef>
              <a:spcAft>
                <a:spcPts val="0"/>
              </a:spcAft>
              <a:buClrTx/>
              <a:buSzTx/>
              <a:buFontTx/>
              <a:buNone/>
              <a:tabLst/>
              <a:defRPr/>
            </a:pPr>
            <a:r>
              <a:rPr kumimoji="0" lang="en-US" sz="400" b="0" i="0" u="none" strike="noStrike" kern="1200" cap="none" spc="0" normalizeH="0" baseline="0" noProof="0" dirty="0">
                <a:ln>
                  <a:noFill/>
                </a:ln>
                <a:gradFill>
                  <a:gsLst>
                    <a:gs pos="0">
                      <a:prstClr val="black"/>
                    </a:gs>
                    <a:gs pos="100000">
                      <a:prstClr val="black"/>
                    </a:gs>
                  </a:gsLst>
                  <a:lin ang="5400000" scaled="0"/>
                </a:gradFill>
                <a:effectLst/>
                <a:uLnTx/>
                <a:uFillTx/>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Date Placeholder 5"/>
          <p:cNvSpPr>
            <a:spLocks noGrp="1"/>
          </p:cNvSpPr>
          <p:nvPr>
            <p:ph type="dt" idx="12"/>
          </p:nvPr>
        </p:nvSpPr>
        <p:spPr/>
        <p:txBody>
          <a:bodyPr/>
          <a:lstStyle/>
          <a:p>
            <a:pPr marL="0" marR="0" lvl="0" indent="0" algn="r" defTabSz="932742" rtl="0" eaLnBrk="1" fontAlgn="auto" latinLnBrk="0" hangingPunct="1">
              <a:lnSpc>
                <a:spcPct val="100000"/>
              </a:lnSpc>
              <a:spcBef>
                <a:spcPts val="0"/>
              </a:spcBef>
              <a:spcAft>
                <a:spcPts val="0"/>
              </a:spcAft>
              <a:buClrTx/>
              <a:buSzTx/>
              <a:buFontTx/>
              <a:buNone/>
              <a:tabLst/>
              <a:defRPr/>
            </a:pPr>
            <a:fld id="{9427A7F7-BB1E-479D-AFAA-B52F4D0C99F2}" type="datetime8">
              <a:rPr kumimoji="0" lang="en-US" sz="1200" b="0" i="0" u="none" strike="noStrike" kern="1200" cap="none" spc="0" normalizeH="0" baseline="0" noProof="0" smtClean="0">
                <a:ln>
                  <a:noFill/>
                </a:ln>
                <a:solidFill>
                  <a:prstClr val="black"/>
                </a:solidFill>
                <a:effectLst/>
                <a:uLnTx/>
                <a:uFillTx/>
                <a:latin typeface="Segoe UI" pitchFamily="34" charset="0"/>
                <a:ea typeface="+mn-ea"/>
                <a:cs typeface="+mn-cs"/>
              </a:rPr>
              <a:pPr marL="0" marR="0" lvl="0" indent="0" algn="r" defTabSz="932742" rtl="0" eaLnBrk="1" fontAlgn="auto" latinLnBrk="0" hangingPunct="1">
                <a:lnSpc>
                  <a:spcPct val="100000"/>
                </a:lnSpc>
                <a:spcBef>
                  <a:spcPts val="0"/>
                </a:spcBef>
                <a:spcAft>
                  <a:spcPts val="0"/>
                </a:spcAft>
                <a:buClrTx/>
                <a:buSzTx/>
                <a:buFontTx/>
                <a:buNone/>
                <a:tabLst/>
                <a:defRPr/>
              </a:pPr>
              <a:t>4/28/2025 12:59 PM</a:t>
            </a:fld>
            <a:endParaRPr kumimoji="0" lang="en-US" sz="1200" b="0" i="0" u="none" strike="noStrike" kern="1200" cap="none" spc="0" normalizeH="0" baseline="0" noProof="0" dirty="0">
              <a:ln>
                <a:noFill/>
              </a:ln>
              <a:solidFill>
                <a:prstClr val="black"/>
              </a:solidFill>
              <a:effectLst/>
              <a:uLnTx/>
              <a:uFillTx/>
              <a:latin typeface="Segoe UI" pitchFamily="34" charset="0"/>
              <a:ea typeface="+mn-ea"/>
              <a:cs typeface="+mn-cs"/>
            </a:endParaRPr>
          </a:p>
        </p:txBody>
      </p:sp>
      <p:sp>
        <p:nvSpPr>
          <p:cNvPr id="7" name="Slide Number Placeholder 6"/>
          <p:cNvSpPr>
            <a:spLocks noGrp="1"/>
          </p:cNvSpPr>
          <p:nvPr>
            <p:ph type="sldNum" sz="quarter" idx="13"/>
          </p:nvPr>
        </p:nvSpPr>
        <p:spPr/>
        <p:txBody>
          <a:bodyPr/>
          <a:lstStyle/>
          <a:p>
            <a:pPr marL="0" marR="0" lvl="0" indent="0" algn="r" defTabSz="932742" rtl="0" eaLnBrk="1" fontAlgn="auto" latinLnBrk="0" hangingPunct="1">
              <a:lnSpc>
                <a:spcPct val="100000"/>
              </a:lnSpc>
              <a:spcBef>
                <a:spcPts val="0"/>
              </a:spcBef>
              <a:spcAft>
                <a:spcPts val="0"/>
              </a:spcAft>
              <a:buClrTx/>
              <a:buSzTx/>
              <a:buFontTx/>
              <a:buNone/>
              <a:tabLst/>
              <a:defRPr/>
            </a:pPr>
            <a:fld id="{B4008EB6-D09E-4580-8CD6-DDB14511944F}" type="slidenum">
              <a:rPr kumimoji="0" lang="en-US" sz="1200" b="0" i="0" u="none" strike="noStrike" kern="1200" cap="none" spc="0" normalizeH="0" baseline="0" noProof="0" smtClean="0">
                <a:ln>
                  <a:noFill/>
                </a:ln>
                <a:solidFill>
                  <a:prstClr val="black"/>
                </a:solidFill>
                <a:effectLst/>
                <a:uLnTx/>
                <a:uFillTx/>
                <a:latin typeface="Segoe UI" pitchFamily="34" charset="0"/>
                <a:ea typeface="+mn-ea"/>
                <a:cs typeface="+mn-cs"/>
              </a:rPr>
              <a:pPr marL="0" marR="0" lvl="0" indent="0" algn="r" defTabSz="932742" rtl="0" eaLnBrk="1" fontAlgn="auto" latinLnBrk="0" hangingPunct="1">
                <a:lnSpc>
                  <a:spcPct val="100000"/>
                </a:lnSpc>
                <a:spcBef>
                  <a:spcPts val="0"/>
                </a:spcBef>
                <a:spcAft>
                  <a:spcPts val="0"/>
                </a:spcAft>
                <a:buClrTx/>
                <a:buSzTx/>
                <a:buFontTx/>
                <a:buNone/>
                <a:tabLst/>
                <a:defRPr/>
              </a:pPr>
              <a:t>20</a:t>
            </a:fld>
            <a:endParaRPr kumimoji="0" lang="en-US" sz="1200" b="0" i="0" u="none" strike="noStrike" kern="1200" cap="none" spc="0" normalizeH="0" baseline="0" noProof="0" dirty="0">
              <a:ln>
                <a:noFill/>
              </a:ln>
              <a:solidFill>
                <a:prstClr val="black"/>
              </a:solidFill>
              <a:effectLst/>
              <a:uLnTx/>
              <a:uFillTx/>
              <a:latin typeface="Segoe UI" pitchFamily="34" charset="0"/>
              <a:ea typeface="+mn-ea"/>
              <a:cs typeface="+mn-cs"/>
            </a:endParaRPr>
          </a:p>
        </p:txBody>
      </p:sp>
    </p:spTree>
    <p:extLst>
      <p:ext uri="{BB962C8B-B14F-4D97-AF65-F5344CB8AC3E}">
        <p14:creationId xmlns:p14="http://schemas.microsoft.com/office/powerpoint/2010/main" val="125870497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emf"/><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png"/><Relationship Id="rId1" Type="http://schemas.openxmlformats.org/officeDocument/2006/relationships/slideMaster" Target="../slideMasters/slideMaster2.xml"/><Relationship Id="rId5" Type="http://schemas.openxmlformats.org/officeDocument/2006/relationships/image" Target="../media/image7.svg"/><Relationship Id="rId4" Type="http://schemas.openxmlformats.org/officeDocument/2006/relationships/image" Target="../media/image6.png"/></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03C723-910E-93E2-DD9E-8C009BDA9BA5}"/>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53E314BF-6AB1-2D6D-6C4F-16D43C8512A3}"/>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4C6A793D-BC27-00EE-2FE6-546C095B01F4}"/>
              </a:ext>
            </a:extLst>
          </p:cNvPr>
          <p:cNvSpPr>
            <a:spLocks noGrp="1"/>
          </p:cNvSpPr>
          <p:nvPr>
            <p:ph type="dt" sz="half" idx="10"/>
          </p:nvPr>
        </p:nvSpPr>
        <p:spPr/>
        <p:txBody>
          <a:bodyPr/>
          <a:lstStyle/>
          <a:p>
            <a:fld id="{DAB07F74-9F4C-4CB8-8E9E-3A0F5CE3409F}" type="datetimeFigureOut">
              <a:rPr lang="en-US" smtClean="0"/>
              <a:t>4/28/2025</a:t>
            </a:fld>
            <a:endParaRPr lang="en-US"/>
          </a:p>
        </p:txBody>
      </p:sp>
      <p:sp>
        <p:nvSpPr>
          <p:cNvPr id="5" name="Footer Placeholder 4">
            <a:extLst>
              <a:ext uri="{FF2B5EF4-FFF2-40B4-BE49-F238E27FC236}">
                <a16:creationId xmlns:a16="http://schemas.microsoft.com/office/drawing/2014/main" id="{EA2F3F34-D6D5-FD76-003E-2A58F61307B7}"/>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1EE6AA20-775D-3D2F-5A7C-7AD3544608FC}"/>
              </a:ext>
            </a:extLst>
          </p:cNvPr>
          <p:cNvSpPr>
            <a:spLocks noGrp="1"/>
          </p:cNvSpPr>
          <p:nvPr>
            <p:ph type="sldNum" sz="quarter" idx="12"/>
          </p:nvPr>
        </p:nvSpPr>
        <p:spPr/>
        <p:txBody>
          <a:bodyPr/>
          <a:lstStyle/>
          <a:p>
            <a:fld id="{E26364EF-26CE-4868-A5D4-A13D37D4C42E}" type="slidenum">
              <a:rPr lang="en-US" smtClean="0"/>
              <a:t>‹#›</a:t>
            </a:fld>
            <a:endParaRPr lang="en-US"/>
          </a:p>
        </p:txBody>
      </p:sp>
    </p:spTree>
    <p:extLst>
      <p:ext uri="{BB962C8B-B14F-4D97-AF65-F5344CB8AC3E}">
        <p14:creationId xmlns:p14="http://schemas.microsoft.com/office/powerpoint/2010/main" val="197803100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392FF1-5278-5ED2-3767-41B28EA0E578}"/>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A035A888-CFAA-13F0-D840-385DDCFF11C9}"/>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E3F5C23-31CF-484D-2328-D3266B2E04D2}"/>
              </a:ext>
            </a:extLst>
          </p:cNvPr>
          <p:cNvSpPr>
            <a:spLocks noGrp="1"/>
          </p:cNvSpPr>
          <p:nvPr>
            <p:ph type="dt" sz="half" idx="10"/>
          </p:nvPr>
        </p:nvSpPr>
        <p:spPr/>
        <p:txBody>
          <a:bodyPr/>
          <a:lstStyle/>
          <a:p>
            <a:fld id="{DAB07F74-9F4C-4CB8-8E9E-3A0F5CE3409F}" type="datetimeFigureOut">
              <a:rPr lang="en-US" smtClean="0"/>
              <a:t>4/28/2025</a:t>
            </a:fld>
            <a:endParaRPr lang="en-US"/>
          </a:p>
        </p:txBody>
      </p:sp>
      <p:sp>
        <p:nvSpPr>
          <p:cNvPr id="5" name="Footer Placeholder 4">
            <a:extLst>
              <a:ext uri="{FF2B5EF4-FFF2-40B4-BE49-F238E27FC236}">
                <a16:creationId xmlns:a16="http://schemas.microsoft.com/office/drawing/2014/main" id="{43675DAA-32A6-289B-9E90-1CFC1CA192B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B754707-4693-1023-C481-A133F5E62532}"/>
              </a:ext>
            </a:extLst>
          </p:cNvPr>
          <p:cNvSpPr>
            <a:spLocks noGrp="1"/>
          </p:cNvSpPr>
          <p:nvPr>
            <p:ph type="sldNum" sz="quarter" idx="12"/>
          </p:nvPr>
        </p:nvSpPr>
        <p:spPr/>
        <p:txBody>
          <a:bodyPr/>
          <a:lstStyle/>
          <a:p>
            <a:fld id="{E26364EF-26CE-4868-A5D4-A13D37D4C42E}" type="slidenum">
              <a:rPr lang="en-US" smtClean="0"/>
              <a:t>‹#›</a:t>
            </a:fld>
            <a:endParaRPr lang="en-US"/>
          </a:p>
        </p:txBody>
      </p:sp>
    </p:spTree>
    <p:extLst>
      <p:ext uri="{BB962C8B-B14F-4D97-AF65-F5344CB8AC3E}">
        <p14:creationId xmlns:p14="http://schemas.microsoft.com/office/powerpoint/2010/main" val="183369132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94C375-50CD-EA28-6B1C-C2AB02E510A4}"/>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85D1A47A-1256-9120-418B-E4DBED9C50F3}"/>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8B9C8D2F-FFEC-130A-6F79-0A342E1676FE}"/>
              </a:ext>
            </a:extLst>
          </p:cNvPr>
          <p:cNvSpPr>
            <a:spLocks noGrp="1"/>
          </p:cNvSpPr>
          <p:nvPr>
            <p:ph type="dt" sz="half" idx="10"/>
          </p:nvPr>
        </p:nvSpPr>
        <p:spPr/>
        <p:txBody>
          <a:bodyPr/>
          <a:lstStyle/>
          <a:p>
            <a:fld id="{DAB07F74-9F4C-4CB8-8E9E-3A0F5CE3409F}" type="datetimeFigureOut">
              <a:rPr lang="en-US" smtClean="0"/>
              <a:t>4/28/2025</a:t>
            </a:fld>
            <a:endParaRPr lang="en-US"/>
          </a:p>
        </p:txBody>
      </p:sp>
      <p:sp>
        <p:nvSpPr>
          <p:cNvPr id="5" name="Footer Placeholder 4">
            <a:extLst>
              <a:ext uri="{FF2B5EF4-FFF2-40B4-BE49-F238E27FC236}">
                <a16:creationId xmlns:a16="http://schemas.microsoft.com/office/drawing/2014/main" id="{BF18E272-A511-0A83-4DF4-B8171F42D56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895DCCA-79B9-7D08-3680-0167AFECE130}"/>
              </a:ext>
            </a:extLst>
          </p:cNvPr>
          <p:cNvSpPr>
            <a:spLocks noGrp="1"/>
          </p:cNvSpPr>
          <p:nvPr>
            <p:ph type="sldNum" sz="quarter" idx="12"/>
          </p:nvPr>
        </p:nvSpPr>
        <p:spPr/>
        <p:txBody>
          <a:bodyPr/>
          <a:lstStyle/>
          <a:p>
            <a:fld id="{E26364EF-26CE-4868-A5D4-A13D37D4C42E}" type="slidenum">
              <a:rPr lang="en-US" smtClean="0"/>
              <a:t>‹#›</a:t>
            </a:fld>
            <a:endParaRPr lang="en-US"/>
          </a:p>
        </p:txBody>
      </p:sp>
    </p:spTree>
    <p:extLst>
      <p:ext uri="{BB962C8B-B14F-4D97-AF65-F5344CB8AC3E}">
        <p14:creationId xmlns:p14="http://schemas.microsoft.com/office/powerpoint/2010/main" val="2483713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24419E-66D0-C991-CF64-51DDBF42BF3C}"/>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C2A4064C-B38C-6CCA-DF94-1095C61972A3}"/>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B7A2C86A-B983-1DB9-540F-4315296C2C15}"/>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684106DA-F39D-FE19-519C-1E98FBE4E080}"/>
              </a:ext>
            </a:extLst>
          </p:cNvPr>
          <p:cNvSpPr>
            <a:spLocks noGrp="1"/>
          </p:cNvSpPr>
          <p:nvPr>
            <p:ph type="dt" sz="half" idx="10"/>
          </p:nvPr>
        </p:nvSpPr>
        <p:spPr/>
        <p:txBody>
          <a:bodyPr/>
          <a:lstStyle/>
          <a:p>
            <a:fld id="{DAB07F74-9F4C-4CB8-8E9E-3A0F5CE3409F}" type="datetimeFigureOut">
              <a:rPr lang="en-US" smtClean="0"/>
              <a:t>4/28/2025</a:t>
            </a:fld>
            <a:endParaRPr lang="en-US"/>
          </a:p>
        </p:txBody>
      </p:sp>
      <p:sp>
        <p:nvSpPr>
          <p:cNvPr id="6" name="Footer Placeholder 5">
            <a:extLst>
              <a:ext uri="{FF2B5EF4-FFF2-40B4-BE49-F238E27FC236}">
                <a16:creationId xmlns:a16="http://schemas.microsoft.com/office/drawing/2014/main" id="{6F380453-7BEA-116C-3B43-D67AC9E25EB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0BF8A49C-F7C6-6B3D-0FFA-2C22806614FF}"/>
              </a:ext>
            </a:extLst>
          </p:cNvPr>
          <p:cNvSpPr>
            <a:spLocks noGrp="1"/>
          </p:cNvSpPr>
          <p:nvPr>
            <p:ph type="sldNum" sz="quarter" idx="12"/>
          </p:nvPr>
        </p:nvSpPr>
        <p:spPr/>
        <p:txBody>
          <a:bodyPr/>
          <a:lstStyle/>
          <a:p>
            <a:fld id="{E26364EF-26CE-4868-A5D4-A13D37D4C42E}" type="slidenum">
              <a:rPr lang="en-US" smtClean="0"/>
              <a:t>‹#›</a:t>
            </a:fld>
            <a:endParaRPr lang="en-US"/>
          </a:p>
        </p:txBody>
      </p:sp>
    </p:spTree>
    <p:extLst>
      <p:ext uri="{BB962C8B-B14F-4D97-AF65-F5344CB8AC3E}">
        <p14:creationId xmlns:p14="http://schemas.microsoft.com/office/powerpoint/2010/main" val="189483670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148711-F69C-889B-C637-CA961B0D9D80}"/>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ADF4783C-F9D8-7E88-C55A-8E9F164A3497}"/>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F26FE16B-9ABE-0D57-76D6-D0C19AA4BDA1}"/>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40941C41-607D-575F-660E-925F3B7E7BE6}"/>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C4359849-E3AE-0BAD-2CA3-B81A42DCA9A6}"/>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75921567-24A0-44CD-4387-19B08F55FCB0}"/>
              </a:ext>
            </a:extLst>
          </p:cNvPr>
          <p:cNvSpPr>
            <a:spLocks noGrp="1"/>
          </p:cNvSpPr>
          <p:nvPr>
            <p:ph type="dt" sz="half" idx="10"/>
          </p:nvPr>
        </p:nvSpPr>
        <p:spPr/>
        <p:txBody>
          <a:bodyPr/>
          <a:lstStyle/>
          <a:p>
            <a:fld id="{DAB07F74-9F4C-4CB8-8E9E-3A0F5CE3409F}" type="datetimeFigureOut">
              <a:rPr lang="en-US" smtClean="0"/>
              <a:t>4/28/2025</a:t>
            </a:fld>
            <a:endParaRPr lang="en-US"/>
          </a:p>
        </p:txBody>
      </p:sp>
      <p:sp>
        <p:nvSpPr>
          <p:cNvPr id="8" name="Footer Placeholder 7">
            <a:extLst>
              <a:ext uri="{FF2B5EF4-FFF2-40B4-BE49-F238E27FC236}">
                <a16:creationId xmlns:a16="http://schemas.microsoft.com/office/drawing/2014/main" id="{3DFACE88-8596-3D9F-C582-64F1BA0BAB45}"/>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ECA53C9B-1E73-E98E-202A-E561A5BE65D6}"/>
              </a:ext>
            </a:extLst>
          </p:cNvPr>
          <p:cNvSpPr>
            <a:spLocks noGrp="1"/>
          </p:cNvSpPr>
          <p:nvPr>
            <p:ph type="sldNum" sz="quarter" idx="12"/>
          </p:nvPr>
        </p:nvSpPr>
        <p:spPr/>
        <p:txBody>
          <a:bodyPr/>
          <a:lstStyle/>
          <a:p>
            <a:fld id="{E26364EF-26CE-4868-A5D4-A13D37D4C42E}" type="slidenum">
              <a:rPr lang="en-US" smtClean="0"/>
              <a:t>‹#›</a:t>
            </a:fld>
            <a:endParaRPr lang="en-US"/>
          </a:p>
        </p:txBody>
      </p:sp>
    </p:spTree>
    <p:extLst>
      <p:ext uri="{BB962C8B-B14F-4D97-AF65-F5344CB8AC3E}">
        <p14:creationId xmlns:p14="http://schemas.microsoft.com/office/powerpoint/2010/main" val="114631410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4B774D-DE1B-A677-03B5-9FC6155B19E7}"/>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DBA2327C-DBC4-AE06-2930-2D7165E53A33}"/>
              </a:ext>
            </a:extLst>
          </p:cNvPr>
          <p:cNvSpPr>
            <a:spLocks noGrp="1"/>
          </p:cNvSpPr>
          <p:nvPr>
            <p:ph type="dt" sz="half" idx="10"/>
          </p:nvPr>
        </p:nvSpPr>
        <p:spPr/>
        <p:txBody>
          <a:bodyPr/>
          <a:lstStyle/>
          <a:p>
            <a:fld id="{DAB07F74-9F4C-4CB8-8E9E-3A0F5CE3409F}" type="datetimeFigureOut">
              <a:rPr lang="en-US" smtClean="0"/>
              <a:t>4/28/2025</a:t>
            </a:fld>
            <a:endParaRPr lang="en-US"/>
          </a:p>
        </p:txBody>
      </p:sp>
      <p:sp>
        <p:nvSpPr>
          <p:cNvPr id="4" name="Footer Placeholder 3">
            <a:extLst>
              <a:ext uri="{FF2B5EF4-FFF2-40B4-BE49-F238E27FC236}">
                <a16:creationId xmlns:a16="http://schemas.microsoft.com/office/drawing/2014/main" id="{2100E5B1-38C5-F490-805C-81DBE4B1B44E}"/>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C2A58315-D355-1669-B9E2-DFC6F11AD277}"/>
              </a:ext>
            </a:extLst>
          </p:cNvPr>
          <p:cNvSpPr>
            <a:spLocks noGrp="1"/>
          </p:cNvSpPr>
          <p:nvPr>
            <p:ph type="sldNum" sz="quarter" idx="12"/>
          </p:nvPr>
        </p:nvSpPr>
        <p:spPr/>
        <p:txBody>
          <a:bodyPr/>
          <a:lstStyle/>
          <a:p>
            <a:fld id="{E26364EF-26CE-4868-A5D4-A13D37D4C42E}" type="slidenum">
              <a:rPr lang="en-US" smtClean="0"/>
              <a:t>‹#›</a:t>
            </a:fld>
            <a:endParaRPr lang="en-US"/>
          </a:p>
        </p:txBody>
      </p:sp>
    </p:spTree>
    <p:extLst>
      <p:ext uri="{BB962C8B-B14F-4D97-AF65-F5344CB8AC3E}">
        <p14:creationId xmlns:p14="http://schemas.microsoft.com/office/powerpoint/2010/main" val="342920422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DA1596F-7C93-C3BF-7868-17419B5FD49D}"/>
              </a:ext>
            </a:extLst>
          </p:cNvPr>
          <p:cNvSpPr>
            <a:spLocks noGrp="1"/>
          </p:cNvSpPr>
          <p:nvPr>
            <p:ph type="dt" sz="half" idx="10"/>
          </p:nvPr>
        </p:nvSpPr>
        <p:spPr/>
        <p:txBody>
          <a:bodyPr/>
          <a:lstStyle/>
          <a:p>
            <a:fld id="{DAB07F74-9F4C-4CB8-8E9E-3A0F5CE3409F}" type="datetimeFigureOut">
              <a:rPr lang="en-US" smtClean="0"/>
              <a:t>4/28/2025</a:t>
            </a:fld>
            <a:endParaRPr lang="en-US"/>
          </a:p>
        </p:txBody>
      </p:sp>
      <p:sp>
        <p:nvSpPr>
          <p:cNvPr id="3" name="Footer Placeholder 2">
            <a:extLst>
              <a:ext uri="{FF2B5EF4-FFF2-40B4-BE49-F238E27FC236}">
                <a16:creationId xmlns:a16="http://schemas.microsoft.com/office/drawing/2014/main" id="{AB207FB4-764F-A667-3ADA-198CBA5B2BEC}"/>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68D8EAA6-8BA4-825F-E526-A2FFB2D4650D}"/>
              </a:ext>
            </a:extLst>
          </p:cNvPr>
          <p:cNvSpPr>
            <a:spLocks noGrp="1"/>
          </p:cNvSpPr>
          <p:nvPr>
            <p:ph type="sldNum" sz="quarter" idx="12"/>
          </p:nvPr>
        </p:nvSpPr>
        <p:spPr/>
        <p:txBody>
          <a:bodyPr/>
          <a:lstStyle/>
          <a:p>
            <a:fld id="{E26364EF-26CE-4868-A5D4-A13D37D4C42E}" type="slidenum">
              <a:rPr lang="en-US" smtClean="0"/>
              <a:t>‹#›</a:t>
            </a:fld>
            <a:endParaRPr lang="en-US"/>
          </a:p>
        </p:txBody>
      </p:sp>
    </p:spTree>
    <p:extLst>
      <p:ext uri="{BB962C8B-B14F-4D97-AF65-F5344CB8AC3E}">
        <p14:creationId xmlns:p14="http://schemas.microsoft.com/office/powerpoint/2010/main" val="344470526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E38C44-8946-6AD4-AA89-D9A63A15526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615162C0-983A-C2F0-5EA7-C60058567DA4}"/>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D27BED01-D740-A0F2-E3BD-840425BA359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3B23CB5-4F6E-AE43-86E7-832021D2FEA8}"/>
              </a:ext>
            </a:extLst>
          </p:cNvPr>
          <p:cNvSpPr>
            <a:spLocks noGrp="1"/>
          </p:cNvSpPr>
          <p:nvPr>
            <p:ph type="dt" sz="half" idx="10"/>
          </p:nvPr>
        </p:nvSpPr>
        <p:spPr/>
        <p:txBody>
          <a:bodyPr/>
          <a:lstStyle/>
          <a:p>
            <a:fld id="{DAB07F74-9F4C-4CB8-8E9E-3A0F5CE3409F}" type="datetimeFigureOut">
              <a:rPr lang="en-US" smtClean="0"/>
              <a:t>4/28/2025</a:t>
            </a:fld>
            <a:endParaRPr lang="en-US"/>
          </a:p>
        </p:txBody>
      </p:sp>
      <p:sp>
        <p:nvSpPr>
          <p:cNvPr id="6" name="Footer Placeholder 5">
            <a:extLst>
              <a:ext uri="{FF2B5EF4-FFF2-40B4-BE49-F238E27FC236}">
                <a16:creationId xmlns:a16="http://schemas.microsoft.com/office/drawing/2014/main" id="{7393263A-156D-BFE7-4FCA-269951778837}"/>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87908A6-1715-6291-4454-CF479443FA8E}"/>
              </a:ext>
            </a:extLst>
          </p:cNvPr>
          <p:cNvSpPr>
            <a:spLocks noGrp="1"/>
          </p:cNvSpPr>
          <p:nvPr>
            <p:ph type="sldNum" sz="quarter" idx="12"/>
          </p:nvPr>
        </p:nvSpPr>
        <p:spPr/>
        <p:txBody>
          <a:bodyPr/>
          <a:lstStyle/>
          <a:p>
            <a:fld id="{E26364EF-26CE-4868-A5D4-A13D37D4C42E}" type="slidenum">
              <a:rPr lang="en-US" smtClean="0"/>
              <a:t>‹#›</a:t>
            </a:fld>
            <a:endParaRPr lang="en-US"/>
          </a:p>
        </p:txBody>
      </p:sp>
    </p:spTree>
    <p:extLst>
      <p:ext uri="{BB962C8B-B14F-4D97-AF65-F5344CB8AC3E}">
        <p14:creationId xmlns:p14="http://schemas.microsoft.com/office/powerpoint/2010/main" val="219263682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7876D8-2CCE-27A4-9713-D309E338C38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129E9596-F967-1C9E-6FC7-A142A52CDB6B}"/>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E4929478-63A9-3E4A-F73F-DED6E541BAF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6BB5BE0-E9F0-D9FB-3EBB-BAAC0AC7DFFF}"/>
              </a:ext>
            </a:extLst>
          </p:cNvPr>
          <p:cNvSpPr>
            <a:spLocks noGrp="1"/>
          </p:cNvSpPr>
          <p:nvPr>
            <p:ph type="dt" sz="half" idx="10"/>
          </p:nvPr>
        </p:nvSpPr>
        <p:spPr/>
        <p:txBody>
          <a:bodyPr/>
          <a:lstStyle/>
          <a:p>
            <a:fld id="{DAB07F74-9F4C-4CB8-8E9E-3A0F5CE3409F}" type="datetimeFigureOut">
              <a:rPr lang="en-US" smtClean="0"/>
              <a:t>4/28/2025</a:t>
            </a:fld>
            <a:endParaRPr lang="en-US"/>
          </a:p>
        </p:txBody>
      </p:sp>
      <p:sp>
        <p:nvSpPr>
          <p:cNvPr id="6" name="Footer Placeholder 5">
            <a:extLst>
              <a:ext uri="{FF2B5EF4-FFF2-40B4-BE49-F238E27FC236}">
                <a16:creationId xmlns:a16="http://schemas.microsoft.com/office/drawing/2014/main" id="{FE6CB467-3CF9-5F53-87D7-5C0AF2CED3B3}"/>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3061079C-5D0D-7F8D-8ED2-9BA257BEA763}"/>
              </a:ext>
            </a:extLst>
          </p:cNvPr>
          <p:cNvSpPr>
            <a:spLocks noGrp="1"/>
          </p:cNvSpPr>
          <p:nvPr>
            <p:ph type="sldNum" sz="quarter" idx="12"/>
          </p:nvPr>
        </p:nvSpPr>
        <p:spPr/>
        <p:txBody>
          <a:bodyPr/>
          <a:lstStyle/>
          <a:p>
            <a:fld id="{E26364EF-26CE-4868-A5D4-A13D37D4C42E}" type="slidenum">
              <a:rPr lang="en-US" smtClean="0"/>
              <a:t>‹#›</a:t>
            </a:fld>
            <a:endParaRPr lang="en-US"/>
          </a:p>
        </p:txBody>
      </p:sp>
    </p:spTree>
    <p:extLst>
      <p:ext uri="{BB962C8B-B14F-4D97-AF65-F5344CB8AC3E}">
        <p14:creationId xmlns:p14="http://schemas.microsoft.com/office/powerpoint/2010/main" val="381877388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097FA9-CAA8-4258-79B7-A50335F76346}"/>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89DF1F37-0CB8-3F51-D008-66CE2BA3F74F}"/>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87190C8-94FB-67B8-DD0D-56653CFCCE82}"/>
              </a:ext>
            </a:extLst>
          </p:cNvPr>
          <p:cNvSpPr>
            <a:spLocks noGrp="1"/>
          </p:cNvSpPr>
          <p:nvPr>
            <p:ph type="dt" sz="half" idx="10"/>
          </p:nvPr>
        </p:nvSpPr>
        <p:spPr/>
        <p:txBody>
          <a:bodyPr/>
          <a:lstStyle/>
          <a:p>
            <a:fld id="{DAB07F74-9F4C-4CB8-8E9E-3A0F5CE3409F}" type="datetimeFigureOut">
              <a:rPr lang="en-US" smtClean="0"/>
              <a:t>4/28/2025</a:t>
            </a:fld>
            <a:endParaRPr lang="en-US"/>
          </a:p>
        </p:txBody>
      </p:sp>
      <p:sp>
        <p:nvSpPr>
          <p:cNvPr id="5" name="Footer Placeholder 4">
            <a:extLst>
              <a:ext uri="{FF2B5EF4-FFF2-40B4-BE49-F238E27FC236}">
                <a16:creationId xmlns:a16="http://schemas.microsoft.com/office/drawing/2014/main" id="{3458A5A8-F553-9046-54E4-C31DB93ABF2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DDDA376-D484-E164-C7C0-F19F2955722E}"/>
              </a:ext>
            </a:extLst>
          </p:cNvPr>
          <p:cNvSpPr>
            <a:spLocks noGrp="1"/>
          </p:cNvSpPr>
          <p:nvPr>
            <p:ph type="sldNum" sz="quarter" idx="12"/>
          </p:nvPr>
        </p:nvSpPr>
        <p:spPr/>
        <p:txBody>
          <a:bodyPr/>
          <a:lstStyle/>
          <a:p>
            <a:fld id="{E26364EF-26CE-4868-A5D4-A13D37D4C42E}" type="slidenum">
              <a:rPr lang="en-US" smtClean="0"/>
              <a:t>‹#›</a:t>
            </a:fld>
            <a:endParaRPr lang="en-US"/>
          </a:p>
        </p:txBody>
      </p:sp>
    </p:spTree>
    <p:extLst>
      <p:ext uri="{BB962C8B-B14F-4D97-AF65-F5344CB8AC3E}">
        <p14:creationId xmlns:p14="http://schemas.microsoft.com/office/powerpoint/2010/main" val="185669810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53C6C985-2286-D8FE-519B-64932E728312}"/>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927F44F0-43A5-4577-65C4-D49E14080223}"/>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C82AB77-3851-6C68-007A-CA235A5F9A56}"/>
              </a:ext>
            </a:extLst>
          </p:cNvPr>
          <p:cNvSpPr>
            <a:spLocks noGrp="1"/>
          </p:cNvSpPr>
          <p:nvPr>
            <p:ph type="dt" sz="half" idx="10"/>
          </p:nvPr>
        </p:nvSpPr>
        <p:spPr/>
        <p:txBody>
          <a:bodyPr/>
          <a:lstStyle/>
          <a:p>
            <a:fld id="{DAB07F74-9F4C-4CB8-8E9E-3A0F5CE3409F}" type="datetimeFigureOut">
              <a:rPr lang="en-US" smtClean="0"/>
              <a:t>4/28/2025</a:t>
            </a:fld>
            <a:endParaRPr lang="en-US"/>
          </a:p>
        </p:txBody>
      </p:sp>
      <p:sp>
        <p:nvSpPr>
          <p:cNvPr id="5" name="Footer Placeholder 4">
            <a:extLst>
              <a:ext uri="{FF2B5EF4-FFF2-40B4-BE49-F238E27FC236}">
                <a16:creationId xmlns:a16="http://schemas.microsoft.com/office/drawing/2014/main" id="{C988C42B-D7BE-642F-EA9C-1A0E27C08E6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4246A69-A374-A51E-BB84-DB7FEBBBAC35}"/>
              </a:ext>
            </a:extLst>
          </p:cNvPr>
          <p:cNvSpPr>
            <a:spLocks noGrp="1"/>
          </p:cNvSpPr>
          <p:nvPr>
            <p:ph type="sldNum" sz="quarter" idx="12"/>
          </p:nvPr>
        </p:nvSpPr>
        <p:spPr/>
        <p:txBody>
          <a:bodyPr/>
          <a:lstStyle/>
          <a:p>
            <a:fld id="{E26364EF-26CE-4868-A5D4-A13D37D4C42E}" type="slidenum">
              <a:rPr lang="en-US" smtClean="0"/>
              <a:t>‹#›</a:t>
            </a:fld>
            <a:endParaRPr lang="en-US"/>
          </a:p>
        </p:txBody>
      </p:sp>
    </p:spTree>
    <p:extLst>
      <p:ext uri="{BB962C8B-B14F-4D97-AF65-F5344CB8AC3E}">
        <p14:creationId xmlns:p14="http://schemas.microsoft.com/office/powerpoint/2010/main" val="24570972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E77F7867-67D3-AD26-443E-24161CD7AA7E}"/>
              </a:ext>
            </a:extLst>
          </p:cNvPr>
          <p:cNvPicPr>
            <a:picLocks noChangeAspect="1"/>
          </p:cNvPicPr>
          <p:nvPr userDrawn="1"/>
        </p:nvPicPr>
        <p:blipFill>
          <a:blip r:embed="rId2"/>
          <a:stretch>
            <a:fillRect/>
          </a:stretch>
        </p:blipFill>
        <p:spPr>
          <a:xfrm>
            <a:off x="-1" y="10895"/>
            <a:ext cx="12192001" cy="6836209"/>
          </a:xfrm>
          <a:prstGeom prst="rect">
            <a:avLst/>
          </a:prstGeom>
        </p:spPr>
      </p:pic>
      <p:pic>
        <p:nvPicPr>
          <p:cNvPr id="7" name="MS logo gray - EMF" descr="Microsoft logo, gray text version">
            <a:extLst>
              <a:ext uri="{FF2B5EF4-FFF2-40B4-BE49-F238E27FC236}">
                <a16:creationId xmlns:a16="http://schemas.microsoft.com/office/drawing/2014/main" id="{7B930E7F-5B91-31B0-B67D-DB8C41E881CF}"/>
              </a:ext>
            </a:extLst>
          </p:cNvPr>
          <p:cNvPicPr>
            <a:picLocks noChangeAspect="1"/>
          </p:cNvPicPr>
          <p:nvPr userDrawn="1"/>
        </p:nvPicPr>
        <p:blipFill>
          <a:blip r:embed="rId3"/>
          <a:stretch>
            <a:fillRect/>
          </a:stretch>
        </p:blipFill>
        <p:spPr bwMode="black">
          <a:xfrm>
            <a:off x="584200" y="585789"/>
            <a:ext cx="1366440" cy="292608"/>
          </a:xfrm>
          <a:prstGeom prst="rect">
            <a:avLst/>
          </a:prstGeom>
        </p:spPr>
      </p:pic>
      <p:sp>
        <p:nvSpPr>
          <p:cNvPr id="3" name="Title 1">
            <a:extLst>
              <a:ext uri="{FF2B5EF4-FFF2-40B4-BE49-F238E27FC236}">
                <a16:creationId xmlns:a16="http://schemas.microsoft.com/office/drawing/2014/main" id="{3E21C31D-925C-53B5-2E40-C54FF245B41E}"/>
              </a:ext>
            </a:extLst>
          </p:cNvPr>
          <p:cNvSpPr>
            <a:spLocks noGrp="1"/>
          </p:cNvSpPr>
          <p:nvPr>
            <p:ph type="title" hasCustomPrompt="1"/>
          </p:nvPr>
        </p:nvSpPr>
        <p:spPr>
          <a:xfrm>
            <a:off x="569913" y="3551986"/>
            <a:ext cx="5686955" cy="1108121"/>
          </a:xfrm>
          <a:noFill/>
        </p:spPr>
        <p:txBody>
          <a:bodyPr wrap="square" lIns="0" tIns="0" rIns="0" bIns="0" anchor="b" anchorCtr="0">
            <a:spAutoFit/>
          </a:bodyPr>
          <a:lstStyle>
            <a:lvl1pPr>
              <a:defRPr sz="4000" b="0" i="0" spc="-50" baseline="0">
                <a:solidFill>
                  <a:schemeClr val="tx1"/>
                </a:solidFill>
                <a:latin typeface="+mn-lt"/>
                <a:cs typeface="Segoe UI" panose="020B0502040204020203" pitchFamily="34" charset="0"/>
              </a:defRPr>
            </a:lvl1pPr>
          </a:lstStyle>
          <a:p>
            <a:r>
              <a:rPr lang="en-US" dirty="0"/>
              <a:t>Event name or </a:t>
            </a:r>
            <a:br>
              <a:rPr lang="en-US" dirty="0"/>
            </a:br>
            <a:r>
              <a:rPr lang="en-US" dirty="0"/>
              <a:t>presentation title </a:t>
            </a:r>
          </a:p>
        </p:txBody>
      </p:sp>
      <p:sp>
        <p:nvSpPr>
          <p:cNvPr id="5" name="Footer Placeholder 10">
            <a:extLst>
              <a:ext uri="{FF2B5EF4-FFF2-40B4-BE49-F238E27FC236}">
                <a16:creationId xmlns:a16="http://schemas.microsoft.com/office/drawing/2014/main" id="{44253EDB-56F0-1036-A65B-02ABC067A9E8}"/>
              </a:ext>
            </a:extLst>
          </p:cNvPr>
          <p:cNvSpPr>
            <a:spLocks noGrp="1"/>
          </p:cNvSpPr>
          <p:nvPr>
            <p:ph type="ftr" sz="quarter" idx="3"/>
          </p:nvPr>
        </p:nvSpPr>
        <p:spPr>
          <a:xfrm>
            <a:off x="579438" y="6421083"/>
            <a:ext cx="4151312" cy="197976"/>
          </a:xfrm>
          <a:prstGeom prst="rect">
            <a:avLst/>
          </a:prstGeom>
        </p:spPr>
        <p:txBody>
          <a:bodyPr vert="horz" lIns="0" tIns="0" rIns="0" bIns="0" rtlCol="0" anchor="ctr"/>
          <a:lstStyle>
            <a:lvl1pPr marL="0" algn="l" defTabSz="914225" rtl="0" eaLnBrk="1" latinLnBrk="0" hangingPunct="1">
              <a:defRPr lang="en-US" sz="1000" kern="1200" dirty="0">
                <a:solidFill>
                  <a:schemeClr val="tx1"/>
                </a:solidFill>
                <a:latin typeface="+mn-lt"/>
                <a:ea typeface="+mn-ea"/>
                <a:cs typeface="+mn-cs"/>
              </a:defRPr>
            </a:lvl1pPr>
            <a:lvl5pPr>
              <a:defRPr lang="en-US" sz="750" kern="100" cap="all" spc="0" baseline="0" dirty="0">
                <a:solidFill>
                  <a:schemeClr val="tx1"/>
                </a:solidFill>
                <a:latin typeface="Arial" panose="020B0604020202020204" pitchFamily="34" charset="0"/>
                <a:ea typeface="+mn-ea"/>
                <a:cs typeface="Arial" panose="020B0604020202020204" pitchFamily="34" charset="0"/>
              </a:defRPr>
            </a:lvl5pPr>
          </a:lstStyle>
          <a:p>
            <a:pPr defTabSz="914192">
              <a:defRPr/>
            </a:pPr>
            <a:r>
              <a:rPr lang="en-US">
                <a:solidFill>
                  <a:srgbClr val="000000"/>
                </a:solidFill>
              </a:rPr>
              <a:t>© Copyright Microsoft Corporation. All rights reserved.</a:t>
            </a:r>
          </a:p>
        </p:txBody>
      </p:sp>
      <p:sp>
        <p:nvSpPr>
          <p:cNvPr id="2" name="Footer Placeholder 10">
            <a:extLst>
              <a:ext uri="{FF2B5EF4-FFF2-40B4-BE49-F238E27FC236}">
                <a16:creationId xmlns:a16="http://schemas.microsoft.com/office/drawing/2014/main" id="{A2E85BCA-8C5F-EFAA-DEF3-E5518406532B}"/>
              </a:ext>
            </a:extLst>
          </p:cNvPr>
          <p:cNvSpPr txBox="1">
            <a:spLocks/>
          </p:cNvSpPr>
          <p:nvPr userDrawn="1"/>
        </p:nvSpPr>
        <p:spPr>
          <a:xfrm>
            <a:off x="579438" y="6421083"/>
            <a:ext cx="4151312" cy="197976"/>
          </a:xfrm>
          <a:prstGeom prst="rect">
            <a:avLst/>
          </a:prstGeom>
        </p:spPr>
        <p:txBody>
          <a:bodyPr vert="horz" lIns="0" tIns="0" rIns="0" bIns="0" rtlCol="0" anchor="ctr"/>
          <a:lstStyle>
            <a:defPPr>
              <a:defRPr lang="en-US"/>
            </a:defPPr>
            <a:lvl1pPr marL="0" algn="l" defTabSz="914400" rtl="0" eaLnBrk="1" latinLnBrk="0" hangingPunct="1">
              <a:defRPr lang="en-US" sz="1000" kern="1200" dirty="0">
                <a:solidFill>
                  <a:schemeClr val="tx1"/>
                </a:solidFill>
                <a:latin typeface="+mn-lt"/>
                <a:ea typeface="+mn-ea"/>
                <a:cs typeface="+mn-cs"/>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lang="en-US" sz="750" kern="100" cap="all" spc="0" baseline="0" dirty="0">
                <a:solidFill>
                  <a:schemeClr val="tx1"/>
                </a:solidFill>
                <a:latin typeface="Arial" panose="020B0604020202020204" pitchFamily="34" charset="0"/>
                <a:ea typeface="+mn-ea"/>
                <a:cs typeface="Arial" panose="020B0604020202020204" pitchFamily="34" charset="0"/>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defTabSz="914192">
              <a:defRPr/>
            </a:pPr>
            <a:r>
              <a:rPr lang="en-US" sz="1000" dirty="0">
                <a:solidFill>
                  <a:srgbClr val="000000"/>
                </a:solidFill>
              </a:rPr>
              <a:t>© Copyright Microsoft Corporation. All rights reserved.</a:t>
            </a:r>
          </a:p>
        </p:txBody>
      </p:sp>
    </p:spTree>
    <p:extLst>
      <p:ext uri="{BB962C8B-B14F-4D97-AF65-F5344CB8AC3E}">
        <p14:creationId xmlns:p14="http://schemas.microsoft.com/office/powerpoint/2010/main" val="311596662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2" orient="horz" pos="2496">
          <p15:clr>
            <a:srgbClr val="5ACBF0"/>
          </p15:clr>
        </p15:guide>
        <p15:guide id="3" pos="3360">
          <p15:clr>
            <a:srgbClr val="5ACBF0"/>
          </p15:clr>
        </p15:guide>
        <p15:guide id="5" orient="horz" pos="2160">
          <p15:clr>
            <a:srgbClr val="FBAE40"/>
          </p15:clr>
        </p15:guide>
        <p15:guide id="6" orient="horz" pos="2229">
          <p15:clr>
            <a:srgbClr val="5ACBF0"/>
          </p15:clr>
        </p15:guide>
        <p15:guide id="7" pos="2996">
          <p15:clr>
            <a:srgbClr val="5ACBF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Section slide">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70C7CB3A-8D3F-3ABA-512B-8491467CA0A2}"/>
              </a:ext>
            </a:extLst>
          </p:cNvPr>
          <p:cNvPicPr>
            <a:picLocks noChangeAspect="1"/>
          </p:cNvPicPr>
          <p:nvPr userDrawn="1"/>
        </p:nvPicPr>
        <p:blipFill>
          <a:blip r:embed="rId2"/>
          <a:stretch>
            <a:fillRect/>
          </a:stretch>
        </p:blipFill>
        <p:spPr>
          <a:xfrm>
            <a:off x="0" y="10895"/>
            <a:ext cx="12192000" cy="6836209"/>
          </a:xfrm>
          <a:prstGeom prst="rect">
            <a:avLst/>
          </a:prstGeom>
        </p:spPr>
      </p:pic>
      <p:sp>
        <p:nvSpPr>
          <p:cNvPr id="3" name="Title 1">
            <a:extLst>
              <a:ext uri="{FF2B5EF4-FFF2-40B4-BE49-F238E27FC236}">
                <a16:creationId xmlns:a16="http://schemas.microsoft.com/office/drawing/2014/main" id="{12D19AFB-6939-2FBA-48C9-66A2961406A7}"/>
              </a:ext>
            </a:extLst>
          </p:cNvPr>
          <p:cNvSpPr>
            <a:spLocks noGrp="1"/>
          </p:cNvSpPr>
          <p:nvPr>
            <p:ph type="title" hasCustomPrompt="1"/>
          </p:nvPr>
        </p:nvSpPr>
        <p:spPr>
          <a:xfrm>
            <a:off x="569912" y="3552726"/>
            <a:ext cx="8153362" cy="554061"/>
          </a:xfrm>
          <a:noFill/>
        </p:spPr>
        <p:txBody>
          <a:bodyPr wrap="square" lIns="0" tIns="0" rIns="0" bIns="0" anchor="b" anchorCtr="0">
            <a:spAutoFit/>
          </a:bodyPr>
          <a:lstStyle>
            <a:lvl1pPr>
              <a:defRPr sz="4000" b="0" i="0" spc="-50" baseline="0">
                <a:solidFill>
                  <a:schemeClr val="tx1"/>
                </a:solidFill>
                <a:latin typeface="+mn-lt"/>
                <a:cs typeface="Segoe UI" panose="020B0502040204020203" pitchFamily="34" charset="0"/>
              </a:defRPr>
            </a:lvl1pPr>
          </a:lstStyle>
          <a:p>
            <a:r>
              <a:rPr lang="en-US" dirty="0"/>
              <a:t>Section divider title</a:t>
            </a:r>
          </a:p>
        </p:txBody>
      </p:sp>
      <p:sp>
        <p:nvSpPr>
          <p:cNvPr id="5" name="Footer Placeholder 10">
            <a:extLst>
              <a:ext uri="{FF2B5EF4-FFF2-40B4-BE49-F238E27FC236}">
                <a16:creationId xmlns:a16="http://schemas.microsoft.com/office/drawing/2014/main" id="{CF739926-D45E-64CA-0DB0-97104E14A5A8}"/>
              </a:ext>
            </a:extLst>
          </p:cNvPr>
          <p:cNvSpPr>
            <a:spLocks noGrp="1"/>
          </p:cNvSpPr>
          <p:nvPr>
            <p:ph type="ftr" sz="quarter" idx="3"/>
          </p:nvPr>
        </p:nvSpPr>
        <p:spPr>
          <a:xfrm>
            <a:off x="579438" y="6421083"/>
            <a:ext cx="4151312" cy="197976"/>
          </a:xfrm>
          <a:prstGeom prst="rect">
            <a:avLst/>
          </a:prstGeom>
        </p:spPr>
        <p:txBody>
          <a:bodyPr vert="horz" lIns="0" tIns="0" rIns="0" bIns="0" rtlCol="0" anchor="ctr"/>
          <a:lstStyle>
            <a:lvl1pPr marL="0" algn="l" defTabSz="914225" rtl="0" eaLnBrk="1" latinLnBrk="0" hangingPunct="1">
              <a:defRPr lang="en-US" sz="1000" kern="1200" dirty="0">
                <a:solidFill>
                  <a:schemeClr val="tx1"/>
                </a:solidFill>
                <a:latin typeface="+mn-lt"/>
                <a:ea typeface="+mn-ea"/>
                <a:cs typeface="+mn-cs"/>
              </a:defRPr>
            </a:lvl1pPr>
            <a:lvl5pPr>
              <a:defRPr lang="en-US" sz="750" kern="100" cap="all" spc="0" baseline="0" dirty="0">
                <a:solidFill>
                  <a:schemeClr val="tx1"/>
                </a:solidFill>
                <a:latin typeface="Arial" panose="020B0604020202020204" pitchFamily="34" charset="0"/>
                <a:ea typeface="+mn-ea"/>
                <a:cs typeface="Arial" panose="020B0604020202020204" pitchFamily="34" charset="0"/>
              </a:defRPr>
            </a:lvl5pPr>
          </a:lstStyle>
          <a:p>
            <a:pPr defTabSz="914192">
              <a:defRPr/>
            </a:pPr>
            <a:r>
              <a:rPr lang="en-US">
                <a:solidFill>
                  <a:srgbClr val="000000"/>
                </a:solidFill>
              </a:rPr>
              <a:t>© Copyright Microsoft Corporation. All rights reserved.</a:t>
            </a:r>
          </a:p>
        </p:txBody>
      </p:sp>
    </p:spTree>
    <p:extLst>
      <p:ext uri="{BB962C8B-B14F-4D97-AF65-F5344CB8AC3E}">
        <p14:creationId xmlns:p14="http://schemas.microsoft.com/office/powerpoint/2010/main" val="328366141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450">
          <p15:clr>
            <a:srgbClr val="FBAE40"/>
          </p15:clr>
        </p15:guide>
        <p15:guide id="2" orient="horz" pos="2647">
          <p15:clr>
            <a:srgbClr val="FBAE4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Title">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B29445A-A014-4223-90E2-3D3353E0CE83}"/>
              </a:ext>
            </a:extLst>
          </p:cNvPr>
          <p:cNvSpPr>
            <a:spLocks noGrp="1"/>
          </p:cNvSpPr>
          <p:nvPr>
            <p:ph type="title" hasCustomPrompt="1"/>
          </p:nvPr>
        </p:nvSpPr>
        <p:spPr/>
        <p:txBody>
          <a:bodyPr/>
          <a:lstStyle>
            <a:lvl1pPr>
              <a:defRPr/>
            </a:lvl1pPr>
          </a:lstStyle>
          <a:p>
            <a:r>
              <a:rPr lang="en-US"/>
              <a:t>Heading Segoe UI </a:t>
            </a:r>
            <a:r>
              <a:rPr lang="en-US" err="1"/>
              <a:t>Semibold</a:t>
            </a:r>
            <a:r>
              <a:rPr lang="en-US"/>
              <a:t> 32</a:t>
            </a:r>
          </a:p>
        </p:txBody>
      </p:sp>
    </p:spTree>
    <p:extLst>
      <p:ext uri="{BB962C8B-B14F-4D97-AF65-F5344CB8AC3E}">
        <p14:creationId xmlns:p14="http://schemas.microsoft.com/office/powerpoint/2010/main" val="3937258247"/>
      </p:ext>
    </p:extLst>
  </p:cSld>
  <p:clrMapOvr>
    <a:masterClrMapping/>
  </p:clrMapOvr>
  <p:transition>
    <p:fade/>
  </p:transition>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Title and subheading">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A74CBFC5-126D-4E5D-BA79-A65662FA3631}"/>
              </a:ext>
            </a:extLst>
          </p:cNvPr>
          <p:cNvSpPr>
            <a:spLocks noGrp="1"/>
          </p:cNvSpPr>
          <p:nvPr>
            <p:ph type="title"/>
          </p:nvPr>
        </p:nvSpPr>
        <p:spPr>
          <a:xfrm>
            <a:off x="418643" y="440494"/>
            <a:ext cx="11341268" cy="642840"/>
          </a:xfrm>
        </p:spPr>
        <p:txBody>
          <a:bodyPr/>
          <a:lstStyle/>
          <a:p>
            <a:r>
              <a:rPr lang="en-US" dirty="0"/>
              <a:t>Click to edit Master title style</a:t>
            </a:r>
          </a:p>
        </p:txBody>
      </p:sp>
      <p:sp>
        <p:nvSpPr>
          <p:cNvPr id="4" name="Text Placeholder 3">
            <a:extLst>
              <a:ext uri="{FF2B5EF4-FFF2-40B4-BE49-F238E27FC236}">
                <a16:creationId xmlns:a16="http://schemas.microsoft.com/office/drawing/2014/main" id="{DB521330-4B4A-4C5F-85CF-D5CBC2772D39}"/>
              </a:ext>
            </a:extLst>
          </p:cNvPr>
          <p:cNvSpPr>
            <a:spLocks noGrp="1"/>
          </p:cNvSpPr>
          <p:nvPr>
            <p:ph type="body" sz="quarter" idx="10" hasCustomPrompt="1"/>
          </p:nvPr>
        </p:nvSpPr>
        <p:spPr>
          <a:xfrm>
            <a:off x="432089" y="978560"/>
            <a:ext cx="11341268" cy="430887"/>
          </a:xfrm>
        </p:spPr>
        <p:txBody>
          <a:bodyPr tIns="45720" rIns="0" bIns="45720"/>
          <a:lstStyle>
            <a:lvl1pPr>
              <a:defRPr sz="2200">
                <a:solidFill>
                  <a:schemeClr val="tx2">
                    <a:lumMod val="50000"/>
                  </a:schemeClr>
                </a:solidFill>
              </a:defRPr>
            </a:lvl1pPr>
          </a:lstStyle>
          <a:p>
            <a:r>
              <a:rPr lang="en-US" dirty="0"/>
              <a:t>Subheading Segoe UI </a:t>
            </a:r>
            <a:r>
              <a:rPr lang="en-US" dirty="0" err="1"/>
              <a:t>Semibold</a:t>
            </a:r>
            <a:r>
              <a:rPr lang="en-US" dirty="0"/>
              <a:t> 22 </a:t>
            </a:r>
            <a:r>
              <a:rPr lang="en-US" dirty="0" err="1"/>
              <a:t>pt</a:t>
            </a:r>
            <a:endParaRPr lang="en-US" dirty="0"/>
          </a:p>
        </p:txBody>
      </p:sp>
    </p:spTree>
    <p:extLst>
      <p:ext uri="{BB962C8B-B14F-4D97-AF65-F5344CB8AC3E}">
        <p14:creationId xmlns:p14="http://schemas.microsoft.com/office/powerpoint/2010/main" val="793830862"/>
      </p:ext>
    </p:extLst>
  </p:cSld>
  <p:clrMapOvr>
    <a:masterClrMapping/>
  </p:clrMapOvr>
  <p:transition>
    <p:fade/>
  </p:transition>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1_Demonstration 2">
    <p:bg>
      <p:bgPr>
        <a:solidFill>
          <a:srgbClr val="F4F3F5"/>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0DA845-DD15-1C56-8B25-22EAA1B45A8A}"/>
              </a:ext>
            </a:extLst>
          </p:cNvPr>
          <p:cNvSpPr>
            <a:spLocks noGrp="1"/>
          </p:cNvSpPr>
          <p:nvPr>
            <p:ph type="title"/>
          </p:nvPr>
        </p:nvSpPr>
        <p:spPr/>
        <p:txBody>
          <a:bodyPr/>
          <a:lstStyle/>
          <a:p>
            <a:r>
              <a:rPr lang="en-US"/>
              <a:t>Click to edit Master title style</a:t>
            </a:r>
          </a:p>
        </p:txBody>
      </p:sp>
      <p:sp>
        <p:nvSpPr>
          <p:cNvPr id="4" name="Rounded Rectangle 3_1">
            <a:extLst>
              <a:ext uri="{FF2B5EF4-FFF2-40B4-BE49-F238E27FC236}">
                <a16:creationId xmlns:a16="http://schemas.microsoft.com/office/drawing/2014/main" id="{FC76C8DF-13B1-1B33-CBD3-D0B1496658D3}"/>
              </a:ext>
            </a:extLst>
          </p:cNvPr>
          <p:cNvSpPr/>
          <p:nvPr userDrawn="1"/>
        </p:nvSpPr>
        <p:spPr>
          <a:xfrm>
            <a:off x="510867" y="1267512"/>
            <a:ext cx="10183727" cy="4657256"/>
          </a:xfrm>
          <a:prstGeom prst="roundRect">
            <a:avLst>
              <a:gd name="adj" fmla="val 6113"/>
            </a:avLst>
          </a:prstGeom>
          <a:solidFill>
            <a:schemeClr val="bg1"/>
          </a:solidFill>
          <a:ln>
            <a:noFill/>
          </a:ln>
          <a:effectLst>
            <a:outerShdw blurRad="50800" dist="38100" dir="8100000" algn="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179285" tIns="268927" rIns="268927" bIns="179285" rtlCol="0" anchor="t"/>
          <a:lstStyle/>
          <a:p>
            <a:pPr marL="0" marR="0" lvl="0" indent="0" algn="l" defTabSz="914367" rtl="0" eaLnBrk="1" fontAlgn="auto" latinLnBrk="0" hangingPunct="1">
              <a:lnSpc>
                <a:spcPct val="100000"/>
              </a:lnSpc>
              <a:spcBef>
                <a:spcPct val="20000"/>
              </a:spcBef>
              <a:spcAft>
                <a:spcPts val="0"/>
              </a:spcAft>
              <a:buClrTx/>
              <a:buSzPct val="90000"/>
              <a:buFontTx/>
              <a:buNone/>
              <a:tabLst/>
              <a:defRPr/>
            </a:pPr>
            <a:endParaRPr kumimoji="0" lang="en-US" sz="1765" b="0" i="0" u="none" strike="noStrike" kern="1200" cap="none" spc="0" normalizeH="0" baseline="0" noProof="0" dirty="0">
              <a:ln>
                <a:noFill/>
              </a:ln>
              <a:solidFill>
                <a:srgbClr val="000000"/>
              </a:solidFill>
              <a:effectLst/>
              <a:uLnTx/>
              <a:uFillTx/>
              <a:latin typeface="Segoe UI"/>
              <a:ea typeface="+mn-ea"/>
              <a:cs typeface="Segoe UI" panose="020B0502040204020203" pitchFamily="34" charset="0"/>
            </a:endParaRPr>
          </a:p>
        </p:txBody>
      </p:sp>
      <p:sp>
        <p:nvSpPr>
          <p:cNvPr id="6" name="Oval 5">
            <a:extLst>
              <a:ext uri="{FF2B5EF4-FFF2-40B4-BE49-F238E27FC236}">
                <a16:creationId xmlns:a16="http://schemas.microsoft.com/office/drawing/2014/main" id="{C0B7F7B8-27DC-CB90-9841-2B0EB6BDC8A9}"/>
              </a:ext>
            </a:extLst>
          </p:cNvPr>
          <p:cNvSpPr/>
          <p:nvPr userDrawn="1"/>
        </p:nvSpPr>
        <p:spPr>
          <a:xfrm>
            <a:off x="10121204" y="1095486"/>
            <a:ext cx="1110600" cy="1110600"/>
          </a:xfrm>
          <a:prstGeom prst="ellipse">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225"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Segoe UI"/>
              <a:ea typeface="+mn-ea"/>
              <a:cs typeface="+mn-cs"/>
            </a:endParaRPr>
          </a:p>
        </p:txBody>
      </p:sp>
      <p:pic>
        <p:nvPicPr>
          <p:cNvPr id="15" name="Graphic 14">
            <a:extLst>
              <a:ext uri="{FF2B5EF4-FFF2-40B4-BE49-F238E27FC236}">
                <a16:creationId xmlns:a16="http://schemas.microsoft.com/office/drawing/2014/main" id="{B2A34330-BC4D-94AB-2A95-93170E542890}"/>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 y="3144660"/>
            <a:ext cx="12192001" cy="3035200"/>
          </a:xfrm>
          <a:prstGeom prst="rect">
            <a:avLst/>
          </a:prstGeom>
        </p:spPr>
      </p:pic>
      <p:pic>
        <p:nvPicPr>
          <p:cNvPr id="5" name="Graphic 4" descr="Beaker with solid fill">
            <a:extLst>
              <a:ext uri="{FF2B5EF4-FFF2-40B4-BE49-F238E27FC236}">
                <a16:creationId xmlns:a16="http://schemas.microsoft.com/office/drawing/2014/main" id="{0A4277E8-514E-E7C0-EEAE-4DBF838AD068}"/>
              </a:ext>
            </a:extLst>
          </p:cNvPr>
          <p:cNvPicPr>
            <a:picLocks noChangeAspect="1"/>
          </p:cNvPicPr>
          <p:nvPr userDrawn="1"/>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0228291" y="1119444"/>
            <a:ext cx="896425" cy="896552"/>
          </a:xfrm>
          <a:prstGeom prst="rect">
            <a:avLst/>
          </a:prstGeom>
        </p:spPr>
      </p:pic>
    </p:spTree>
    <p:extLst>
      <p:ext uri="{BB962C8B-B14F-4D97-AF65-F5344CB8AC3E}">
        <p14:creationId xmlns:p14="http://schemas.microsoft.com/office/powerpoint/2010/main" val="1555439463"/>
      </p:ext>
    </p:extLst>
  </p:cSld>
  <p:clrMapOvr>
    <a:masterClrMapping/>
  </p:clrMapOvr>
  <p:transition>
    <p:fade/>
  </p:transition>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1_Learning Objs">
    <p:bg>
      <p:bgPr>
        <a:solidFill>
          <a:srgbClr val="F4F3F5"/>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0DA845-DD15-1C56-8B25-22EAA1B45A8A}"/>
              </a:ext>
            </a:extLst>
          </p:cNvPr>
          <p:cNvSpPr>
            <a:spLocks noGrp="1"/>
          </p:cNvSpPr>
          <p:nvPr>
            <p:ph type="title"/>
          </p:nvPr>
        </p:nvSpPr>
        <p:spPr/>
        <p:txBody>
          <a:bodyPr/>
          <a:lstStyle/>
          <a:p>
            <a:r>
              <a:rPr lang="en-US"/>
              <a:t>Click to edit Master title style</a:t>
            </a:r>
          </a:p>
        </p:txBody>
      </p:sp>
      <p:pic>
        <p:nvPicPr>
          <p:cNvPr id="15" name="Graphic 14">
            <a:extLst>
              <a:ext uri="{FF2B5EF4-FFF2-40B4-BE49-F238E27FC236}">
                <a16:creationId xmlns:a16="http://schemas.microsoft.com/office/drawing/2014/main" id="{B2A34330-BC4D-94AB-2A95-93170E542890}"/>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 y="3144660"/>
            <a:ext cx="12192001" cy="3035200"/>
          </a:xfrm>
          <a:prstGeom prst="rect">
            <a:avLst/>
          </a:prstGeom>
        </p:spPr>
      </p:pic>
      <p:sp>
        <p:nvSpPr>
          <p:cNvPr id="3" name="Rectangle: Rounded Corners 2">
            <a:extLst>
              <a:ext uri="{FF2B5EF4-FFF2-40B4-BE49-F238E27FC236}">
                <a16:creationId xmlns:a16="http://schemas.microsoft.com/office/drawing/2014/main" id="{91224348-9F75-EA87-6E2D-6C09CB20E7B2}"/>
              </a:ext>
            </a:extLst>
          </p:cNvPr>
          <p:cNvSpPr/>
          <p:nvPr userDrawn="1"/>
        </p:nvSpPr>
        <p:spPr bwMode="auto">
          <a:xfrm>
            <a:off x="5995900" y="1447558"/>
            <a:ext cx="5209410" cy="4249283"/>
          </a:xfrm>
          <a:prstGeom prst="roundRect">
            <a:avLst/>
          </a:prstGeom>
          <a:solidFill>
            <a:schemeClr val="bg1"/>
          </a:solidFill>
          <a:ln>
            <a:solidFill>
              <a:schemeClr val="bg1">
                <a:lumMod val="95000"/>
              </a:schemeClr>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914102" fontAlgn="base">
              <a:lnSpc>
                <a:spcPct val="90000"/>
              </a:lnSpc>
              <a:spcBef>
                <a:spcPct val="0"/>
              </a:spcBef>
              <a:spcAft>
                <a:spcPct val="0"/>
              </a:spcAft>
            </a:pPr>
            <a:endParaRPr lang="en-US" sz="2353" dirty="0" err="1">
              <a:gradFill>
                <a:gsLst>
                  <a:gs pos="0">
                    <a:srgbClr val="FFFFFF"/>
                  </a:gs>
                  <a:gs pos="100000">
                    <a:srgbClr val="FFFFFF"/>
                  </a:gs>
                </a:gsLst>
                <a:lin ang="5400000" scaled="0"/>
              </a:gradFill>
              <a:ea typeface="Segoe UI" pitchFamily="34" charset="0"/>
              <a:cs typeface="Segoe UI" pitchFamily="34" charset="0"/>
            </a:endParaRPr>
          </a:p>
        </p:txBody>
      </p:sp>
    </p:spTree>
    <p:extLst>
      <p:ext uri="{BB962C8B-B14F-4D97-AF65-F5344CB8AC3E}">
        <p14:creationId xmlns:p14="http://schemas.microsoft.com/office/powerpoint/2010/main" val="2571643688"/>
      </p:ext>
    </p:extLst>
  </p:cSld>
  <p:clrMapOvr>
    <a:masterClrMapping/>
  </p:clrMapOvr>
  <p:transition>
    <p:fade/>
  </p:transition>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Learning Objs - No OD">
    <p:bg>
      <p:bgPr>
        <a:solidFill>
          <a:srgbClr val="F4F3F5"/>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0DA845-DD15-1C56-8B25-22EAA1B45A8A}"/>
              </a:ext>
            </a:extLst>
          </p:cNvPr>
          <p:cNvSpPr>
            <a:spLocks noGrp="1"/>
          </p:cNvSpPr>
          <p:nvPr>
            <p:ph type="title"/>
          </p:nvPr>
        </p:nvSpPr>
        <p:spPr/>
        <p:txBody>
          <a:bodyPr/>
          <a:lstStyle/>
          <a:p>
            <a:r>
              <a:rPr lang="en-US"/>
              <a:t>Click to edit Master title style</a:t>
            </a:r>
          </a:p>
        </p:txBody>
      </p:sp>
      <p:pic>
        <p:nvPicPr>
          <p:cNvPr id="15" name="Graphic 14">
            <a:extLst>
              <a:ext uri="{FF2B5EF4-FFF2-40B4-BE49-F238E27FC236}">
                <a16:creationId xmlns:a16="http://schemas.microsoft.com/office/drawing/2014/main" id="{B2A34330-BC4D-94AB-2A95-93170E542890}"/>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 y="3144660"/>
            <a:ext cx="12192001" cy="3035200"/>
          </a:xfrm>
          <a:prstGeom prst="rect">
            <a:avLst/>
          </a:prstGeom>
        </p:spPr>
      </p:pic>
    </p:spTree>
    <p:extLst>
      <p:ext uri="{BB962C8B-B14F-4D97-AF65-F5344CB8AC3E}">
        <p14:creationId xmlns:p14="http://schemas.microsoft.com/office/powerpoint/2010/main" val="1131222206"/>
      </p:ext>
    </p:extLst>
  </p:cSld>
  <p:clrMapOvr>
    <a:masterClrMapping/>
  </p:clrMapOvr>
  <p:transition>
    <p:fade/>
  </p:transition>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Learning Recap">
    <p:spTree>
      <p:nvGrpSpPr>
        <p:cNvPr id="1" name=""/>
        <p:cNvGrpSpPr/>
        <p:nvPr/>
      </p:nvGrpSpPr>
      <p:grpSpPr>
        <a:xfrm>
          <a:off x="0" y="0"/>
          <a:ext cx="0" cy="0"/>
          <a:chOff x="0" y="0"/>
          <a:chExt cx="0" cy="0"/>
        </a:xfrm>
      </p:grpSpPr>
      <p:sp>
        <p:nvSpPr>
          <p:cNvPr id="6" name="Rectangle: Single Corner Rounded 5">
            <a:extLst>
              <a:ext uri="{FF2B5EF4-FFF2-40B4-BE49-F238E27FC236}">
                <a16:creationId xmlns:a16="http://schemas.microsoft.com/office/drawing/2014/main" id="{A02CAEB8-26C8-4DCC-A205-1958858BB2CA}"/>
              </a:ext>
              <a:ext uri="{C183D7F6-B498-43B3-948B-1728B52AA6E4}">
                <adec:decorative xmlns:adec="http://schemas.microsoft.com/office/drawing/2017/decorative" val="1"/>
              </a:ext>
            </a:extLst>
          </p:cNvPr>
          <p:cNvSpPr/>
          <p:nvPr userDrawn="1"/>
        </p:nvSpPr>
        <p:spPr bwMode="auto">
          <a:xfrm>
            <a:off x="-1" y="1913467"/>
            <a:ext cx="3121026" cy="3936918"/>
          </a:xfrm>
          <a:prstGeom prst="round1Rect">
            <a:avLst>
              <a:gd name="adj" fmla="val 6737"/>
            </a:avLst>
          </a:prstGeom>
          <a:solidFill>
            <a:srgbClr val="F4F3F5"/>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54" tIns="146284" rIns="182854" bIns="146284" numCol="1" spcCol="0" rtlCol="0" fromWordArt="0" anchor="ctr" anchorCtr="0" forceAA="0" compatLnSpc="1">
            <a:prstTxWarp prst="textNoShape">
              <a:avLst/>
            </a:prstTxWarp>
            <a:noAutofit/>
          </a:bodyPr>
          <a:lstStyle/>
          <a:p>
            <a:pPr algn="ctr" defTabSz="932293" fontAlgn="base">
              <a:spcBef>
                <a:spcPct val="0"/>
              </a:spcBef>
              <a:spcAft>
                <a:spcPct val="0"/>
              </a:spcAft>
            </a:pPr>
            <a:endParaRPr lang="en-US" sz="2400" dirty="0">
              <a:solidFill>
                <a:schemeClr val="tx1"/>
              </a:solidFill>
              <a:ea typeface="Segoe UI" pitchFamily="34" charset="0"/>
              <a:cs typeface="Segoe UI" pitchFamily="34" charset="0"/>
            </a:endParaRPr>
          </a:p>
        </p:txBody>
      </p:sp>
      <p:sp>
        <p:nvSpPr>
          <p:cNvPr id="2" name="Title 1">
            <a:extLst>
              <a:ext uri="{FF2B5EF4-FFF2-40B4-BE49-F238E27FC236}">
                <a16:creationId xmlns:a16="http://schemas.microsoft.com/office/drawing/2014/main" id="{BCE35D3C-86EE-875E-D2A6-669DF7E1C19A}"/>
              </a:ext>
            </a:extLst>
          </p:cNvPr>
          <p:cNvSpPr>
            <a:spLocks noGrp="1"/>
          </p:cNvSpPr>
          <p:nvPr>
            <p:ph type="title" hasCustomPrompt="1"/>
          </p:nvPr>
        </p:nvSpPr>
        <p:spPr>
          <a:xfrm>
            <a:off x="588262" y="585217"/>
            <a:ext cx="11473533" cy="492443"/>
          </a:xfrm>
        </p:spPr>
        <p:txBody>
          <a:bodyPr/>
          <a:lstStyle>
            <a:lvl1pPr>
              <a:defRPr sz="3200" b="0" i="0">
                <a:solidFill>
                  <a:schemeClr val="tx1"/>
                </a:solidFill>
                <a:latin typeface="+mj-lt"/>
                <a:cs typeface="Segoe UI Semibold" panose="020B0502040204020203" pitchFamily="34" charset="0"/>
              </a:defRPr>
            </a:lvl1pPr>
          </a:lstStyle>
          <a:p>
            <a:r>
              <a:rPr lang="en-US" dirty="0"/>
              <a:t>Learning Recap - </a:t>
            </a:r>
          </a:p>
        </p:txBody>
      </p:sp>
      <p:grpSp>
        <p:nvGrpSpPr>
          <p:cNvPr id="3" name="Group 2">
            <a:extLst>
              <a:ext uri="{FF2B5EF4-FFF2-40B4-BE49-F238E27FC236}">
                <a16:creationId xmlns:a16="http://schemas.microsoft.com/office/drawing/2014/main" id="{C54C7EE8-4313-2803-B06C-A5BA61EA412A}"/>
              </a:ext>
              <a:ext uri="{C183D7F6-B498-43B3-948B-1728B52AA6E4}">
                <adec:decorative xmlns:adec="http://schemas.microsoft.com/office/drawing/2017/decorative" val="1"/>
              </a:ext>
            </a:extLst>
          </p:cNvPr>
          <p:cNvGrpSpPr/>
          <p:nvPr userDrawn="1"/>
        </p:nvGrpSpPr>
        <p:grpSpPr>
          <a:xfrm>
            <a:off x="2563579" y="1585913"/>
            <a:ext cx="1110600" cy="1110600"/>
            <a:chOff x="5540700" y="2116300"/>
            <a:chExt cx="1110600" cy="1110600"/>
          </a:xfrm>
        </p:grpSpPr>
        <p:sp>
          <p:nvSpPr>
            <p:cNvPr id="4" name="Oval 3">
              <a:extLst>
                <a:ext uri="{FF2B5EF4-FFF2-40B4-BE49-F238E27FC236}">
                  <a16:creationId xmlns:a16="http://schemas.microsoft.com/office/drawing/2014/main" id="{3F97E22B-DD1F-99A5-25F7-1E4F4F58DA7D}"/>
                </a:ext>
              </a:extLst>
            </p:cNvPr>
            <p:cNvSpPr/>
            <p:nvPr/>
          </p:nvSpPr>
          <p:spPr>
            <a:xfrm>
              <a:off x="5540700" y="2116300"/>
              <a:ext cx="1110600" cy="1110600"/>
            </a:xfrm>
            <a:prstGeom prst="ellipse">
              <a:avLst/>
            </a:prstGeom>
            <a:solidFill>
              <a:srgbClr val="FFA38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225"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Segoe UI"/>
                <a:ea typeface="+mn-ea"/>
                <a:cs typeface="+mn-cs"/>
              </a:endParaRPr>
            </a:p>
          </p:txBody>
        </p:sp>
        <p:pic>
          <p:nvPicPr>
            <p:cNvPr id="9" name="Picture 8">
              <a:extLst>
                <a:ext uri="{FF2B5EF4-FFF2-40B4-BE49-F238E27FC236}">
                  <a16:creationId xmlns:a16="http://schemas.microsoft.com/office/drawing/2014/main" id="{B1C046DA-F3B0-17BF-4867-63F317F8ACA9}"/>
                </a:ext>
              </a:extLst>
            </p:cNvPr>
            <p:cNvPicPr/>
            <p:nvPr/>
          </p:nvPicPr>
          <p:blipFill>
            <a:blip r:embed="rId2"/>
            <a:srcRect/>
            <a:stretch/>
          </p:blipFill>
          <p:spPr>
            <a:xfrm>
              <a:off x="5749602" y="2325202"/>
              <a:ext cx="692796" cy="692796"/>
            </a:xfrm>
            <a:prstGeom prst="rect">
              <a:avLst/>
            </a:prstGeom>
            <a:noFill/>
          </p:spPr>
        </p:pic>
      </p:grpSp>
      <p:sp>
        <p:nvSpPr>
          <p:cNvPr id="7" name="TextBox 6">
            <a:extLst>
              <a:ext uri="{FF2B5EF4-FFF2-40B4-BE49-F238E27FC236}">
                <a16:creationId xmlns:a16="http://schemas.microsoft.com/office/drawing/2014/main" id="{05350FFB-1FC5-59FA-F297-3FE6E8364735}"/>
              </a:ext>
            </a:extLst>
          </p:cNvPr>
          <p:cNvSpPr txBox="1"/>
          <p:nvPr userDrawn="1"/>
        </p:nvSpPr>
        <p:spPr>
          <a:xfrm>
            <a:off x="588263" y="2870545"/>
            <a:ext cx="2184219" cy="1919252"/>
          </a:xfrm>
          <a:prstGeom prst="rect">
            <a:avLst/>
          </a:prstGeom>
          <a:noFill/>
        </p:spPr>
        <p:txBody>
          <a:bodyPr wrap="square" lIns="179285" tIns="143428" rIns="179285" bIns="143428" rtlCol="0">
            <a:spAutoFit/>
          </a:bodyPr>
          <a:lstStyle/>
          <a:p>
            <a:pPr marL="0" marR="0" lvl="0" indent="0" algn="l" defTabSz="914367" rtl="0" eaLnBrk="1" fontAlgn="auto" latinLnBrk="0" hangingPunct="1">
              <a:lnSpc>
                <a:spcPct val="90000"/>
              </a:lnSpc>
              <a:spcBef>
                <a:spcPts val="0"/>
              </a:spcBef>
              <a:spcAft>
                <a:spcPts val="588"/>
              </a:spcAft>
              <a:buClrTx/>
              <a:buSzTx/>
              <a:buFontTx/>
              <a:buNone/>
              <a:tabLst/>
              <a:defRPr/>
            </a:pPr>
            <a:r>
              <a:rPr lang="en-US" sz="2353" kern="1200" spc="-49" baseline="0" dirty="0">
                <a:solidFill>
                  <a:srgbClr val="000000"/>
                </a:solidFill>
                <a:latin typeface="+mj-lt"/>
                <a:ea typeface="+mn-ea"/>
                <a:cs typeface="+mn-cs"/>
              </a:rPr>
              <a:t>Check your knowledge questions and additional study</a:t>
            </a:r>
            <a:endParaRPr lang="en-US" sz="2353" dirty="0">
              <a:gradFill>
                <a:gsLst>
                  <a:gs pos="2917">
                    <a:schemeClr val="tx1"/>
                  </a:gs>
                  <a:gs pos="30000">
                    <a:schemeClr val="tx1"/>
                  </a:gs>
                </a:gsLst>
                <a:lin ang="5400000" scaled="0"/>
              </a:gradFill>
            </a:endParaRPr>
          </a:p>
        </p:txBody>
      </p:sp>
    </p:spTree>
    <p:extLst>
      <p:ext uri="{BB962C8B-B14F-4D97-AF65-F5344CB8AC3E}">
        <p14:creationId xmlns:p14="http://schemas.microsoft.com/office/powerpoint/2010/main" val="2601871844"/>
      </p:ext>
    </p:extLst>
  </p:cSld>
  <p:clrMapOvr>
    <a:masterClrMapping/>
  </p:clrMapOvr>
  <p:transition>
    <p:fade/>
  </p:transition>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Lab">
    <p:spTree>
      <p:nvGrpSpPr>
        <p:cNvPr id="1" name=""/>
        <p:cNvGrpSpPr/>
        <p:nvPr/>
      </p:nvGrpSpPr>
      <p:grpSpPr>
        <a:xfrm>
          <a:off x="0" y="0"/>
          <a:ext cx="0" cy="0"/>
          <a:chOff x="0" y="0"/>
          <a:chExt cx="0" cy="0"/>
        </a:xfrm>
      </p:grpSpPr>
      <p:sp>
        <p:nvSpPr>
          <p:cNvPr id="6" name="Rectangle: Single Corner Rounded 5">
            <a:extLst>
              <a:ext uri="{FF2B5EF4-FFF2-40B4-BE49-F238E27FC236}">
                <a16:creationId xmlns:a16="http://schemas.microsoft.com/office/drawing/2014/main" id="{A02CAEB8-26C8-4DCC-A205-1958858BB2CA}"/>
              </a:ext>
              <a:ext uri="{C183D7F6-B498-43B3-948B-1728B52AA6E4}">
                <adec:decorative xmlns:adec="http://schemas.microsoft.com/office/drawing/2017/decorative" val="1"/>
              </a:ext>
            </a:extLst>
          </p:cNvPr>
          <p:cNvSpPr/>
          <p:nvPr userDrawn="1"/>
        </p:nvSpPr>
        <p:spPr bwMode="auto">
          <a:xfrm>
            <a:off x="-1" y="1913467"/>
            <a:ext cx="4198109" cy="3936918"/>
          </a:xfrm>
          <a:prstGeom prst="round1Rect">
            <a:avLst>
              <a:gd name="adj" fmla="val 6737"/>
            </a:avLst>
          </a:prstGeom>
          <a:solidFill>
            <a:srgbClr val="F4F3F5"/>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54" tIns="146284" rIns="182854" bIns="146284" numCol="1" spcCol="0" rtlCol="0" fromWordArt="0" anchor="ctr" anchorCtr="0" forceAA="0" compatLnSpc="1">
            <a:prstTxWarp prst="textNoShape">
              <a:avLst/>
            </a:prstTxWarp>
            <a:noAutofit/>
          </a:bodyPr>
          <a:lstStyle/>
          <a:p>
            <a:pPr algn="ctr" defTabSz="932293" fontAlgn="base">
              <a:spcBef>
                <a:spcPct val="0"/>
              </a:spcBef>
              <a:spcAft>
                <a:spcPct val="0"/>
              </a:spcAft>
            </a:pPr>
            <a:endParaRPr lang="en-US" sz="2400" dirty="0">
              <a:solidFill>
                <a:schemeClr val="tx1"/>
              </a:solidFill>
              <a:ea typeface="Segoe UI" pitchFamily="34" charset="0"/>
              <a:cs typeface="Segoe UI" pitchFamily="34" charset="0"/>
            </a:endParaRPr>
          </a:p>
        </p:txBody>
      </p:sp>
      <p:sp>
        <p:nvSpPr>
          <p:cNvPr id="2" name="Title 1">
            <a:extLst>
              <a:ext uri="{FF2B5EF4-FFF2-40B4-BE49-F238E27FC236}">
                <a16:creationId xmlns:a16="http://schemas.microsoft.com/office/drawing/2014/main" id="{BCE35D3C-86EE-875E-D2A6-669DF7E1C19A}"/>
              </a:ext>
            </a:extLst>
          </p:cNvPr>
          <p:cNvSpPr>
            <a:spLocks noGrp="1"/>
          </p:cNvSpPr>
          <p:nvPr>
            <p:ph type="title" hasCustomPrompt="1"/>
          </p:nvPr>
        </p:nvSpPr>
        <p:spPr>
          <a:xfrm>
            <a:off x="588262" y="515172"/>
            <a:ext cx="11473533" cy="492443"/>
          </a:xfrm>
        </p:spPr>
        <p:txBody>
          <a:bodyPr/>
          <a:lstStyle>
            <a:lvl1pPr>
              <a:defRPr sz="3200" b="0" i="0">
                <a:solidFill>
                  <a:schemeClr val="tx1"/>
                </a:solidFill>
                <a:latin typeface="+mj-lt"/>
                <a:cs typeface="Segoe UI Semibold" panose="020B0502040204020203" pitchFamily="34" charset="0"/>
              </a:defRPr>
            </a:lvl1pPr>
          </a:lstStyle>
          <a:p>
            <a:r>
              <a:rPr lang="en-US" dirty="0"/>
              <a:t> </a:t>
            </a:r>
          </a:p>
        </p:txBody>
      </p:sp>
      <p:grpSp>
        <p:nvGrpSpPr>
          <p:cNvPr id="8" name="Group 7">
            <a:extLst>
              <a:ext uri="{FF2B5EF4-FFF2-40B4-BE49-F238E27FC236}">
                <a16:creationId xmlns:a16="http://schemas.microsoft.com/office/drawing/2014/main" id="{1682E78A-A36F-A9AB-B5BC-51FF48A0C477}"/>
              </a:ext>
              <a:ext uri="{C183D7F6-B498-43B3-948B-1728B52AA6E4}">
                <adec:decorative xmlns:adec="http://schemas.microsoft.com/office/drawing/2017/decorative" val="1"/>
              </a:ext>
            </a:extLst>
          </p:cNvPr>
          <p:cNvGrpSpPr/>
          <p:nvPr userDrawn="1"/>
        </p:nvGrpSpPr>
        <p:grpSpPr>
          <a:xfrm>
            <a:off x="3653724" y="1448437"/>
            <a:ext cx="1088768" cy="1088922"/>
            <a:chOff x="5540700" y="2116300"/>
            <a:chExt cx="1110600" cy="1110600"/>
          </a:xfrm>
        </p:grpSpPr>
        <p:sp>
          <p:nvSpPr>
            <p:cNvPr id="10" name="Oval 9">
              <a:extLst>
                <a:ext uri="{FF2B5EF4-FFF2-40B4-BE49-F238E27FC236}">
                  <a16:creationId xmlns:a16="http://schemas.microsoft.com/office/drawing/2014/main" id="{A006B05E-82F0-67C0-F4BE-484546169B05}"/>
                </a:ext>
              </a:extLst>
            </p:cNvPr>
            <p:cNvSpPr/>
            <p:nvPr/>
          </p:nvSpPr>
          <p:spPr>
            <a:xfrm>
              <a:off x="5540700" y="2116300"/>
              <a:ext cx="1110600" cy="1110600"/>
            </a:xfrm>
            <a:prstGeom prst="ellipse">
              <a:avLst/>
            </a:prstGeom>
            <a:solidFill>
              <a:srgbClr val="8DC8E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896386"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dirty="0">
                <a:ln>
                  <a:noFill/>
                </a:ln>
                <a:solidFill>
                  <a:srgbClr val="FFFFFF"/>
                </a:solidFill>
                <a:effectLst/>
                <a:uLnTx/>
                <a:uFillTx/>
                <a:latin typeface="Segoe UI"/>
                <a:ea typeface="+mn-ea"/>
                <a:cs typeface="+mn-cs"/>
              </a:endParaRPr>
            </a:p>
          </p:txBody>
        </p:sp>
        <p:pic>
          <p:nvPicPr>
            <p:cNvPr id="11" name="Picture 33">
              <a:extLst>
                <a:ext uri="{FF2B5EF4-FFF2-40B4-BE49-F238E27FC236}">
                  <a16:creationId xmlns:a16="http://schemas.microsoft.com/office/drawing/2014/main" id="{B551F7BB-0B62-B45A-97E8-BDBC64276EB2}"/>
                </a:ext>
              </a:extLst>
            </p:cNvPr>
            <p:cNvPicPr/>
            <p:nvPr/>
          </p:nvPicPr>
          <p:blipFill>
            <a:blip r:embed="rId2">
              <a:extLst>
                <a:ext uri="{96DAC541-7B7A-43D3-8B79-37D633B846F1}">
                  <asvg:svgBlip xmlns:asvg="http://schemas.microsoft.com/office/drawing/2016/SVG/main" r:embed="rId3"/>
                </a:ext>
              </a:extLst>
            </a:blip>
            <a:srcRect/>
            <a:stretch/>
          </p:blipFill>
          <p:spPr>
            <a:xfrm>
              <a:off x="5749602" y="2325202"/>
              <a:ext cx="692796" cy="692796"/>
            </a:xfrm>
            <a:prstGeom prst="rect">
              <a:avLst/>
            </a:prstGeom>
            <a:noFill/>
          </p:spPr>
        </p:pic>
      </p:grpSp>
    </p:spTree>
    <p:extLst>
      <p:ext uri="{BB962C8B-B14F-4D97-AF65-F5344CB8AC3E}">
        <p14:creationId xmlns:p14="http://schemas.microsoft.com/office/powerpoint/2010/main" val="3671788865"/>
      </p:ext>
    </p:extLst>
  </p:cSld>
  <p:clrMapOvr>
    <a:masterClrMapping/>
  </p:clrMapOvr>
  <p:transition>
    <p:fade/>
  </p:transition>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userDrawn="1">
  <p:cSld name="1_Lab">
    <p:spTree>
      <p:nvGrpSpPr>
        <p:cNvPr id="1" name=""/>
        <p:cNvGrpSpPr/>
        <p:nvPr/>
      </p:nvGrpSpPr>
      <p:grpSpPr>
        <a:xfrm>
          <a:off x="0" y="0"/>
          <a:ext cx="0" cy="0"/>
          <a:chOff x="0" y="0"/>
          <a:chExt cx="0" cy="0"/>
        </a:xfrm>
      </p:grpSpPr>
      <p:sp>
        <p:nvSpPr>
          <p:cNvPr id="6" name="Rectangle: Single Corner Rounded 5">
            <a:extLst>
              <a:ext uri="{FF2B5EF4-FFF2-40B4-BE49-F238E27FC236}">
                <a16:creationId xmlns:a16="http://schemas.microsoft.com/office/drawing/2014/main" id="{A02CAEB8-26C8-4DCC-A205-1958858BB2CA}"/>
              </a:ext>
              <a:ext uri="{C183D7F6-B498-43B3-948B-1728B52AA6E4}">
                <adec:decorative xmlns:adec="http://schemas.microsoft.com/office/drawing/2017/decorative" val="1"/>
              </a:ext>
            </a:extLst>
          </p:cNvPr>
          <p:cNvSpPr/>
          <p:nvPr userDrawn="1"/>
        </p:nvSpPr>
        <p:spPr bwMode="auto">
          <a:xfrm>
            <a:off x="-1" y="1913467"/>
            <a:ext cx="4198109" cy="3936918"/>
          </a:xfrm>
          <a:prstGeom prst="round1Rect">
            <a:avLst>
              <a:gd name="adj" fmla="val 6737"/>
            </a:avLst>
          </a:prstGeom>
          <a:solidFill>
            <a:srgbClr val="F4F3F5"/>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28" tIns="146263" rIns="182828" bIns="146263" numCol="1" spcCol="0" rtlCol="0" fromWordArt="0" anchor="ctr" anchorCtr="0" forceAA="0" compatLnSpc="1">
            <a:prstTxWarp prst="textNoShape">
              <a:avLst/>
            </a:prstTxWarp>
            <a:noAutofit/>
          </a:bodyPr>
          <a:lstStyle/>
          <a:p>
            <a:pPr algn="ctr" defTabSz="932114" fontAlgn="base">
              <a:spcBef>
                <a:spcPct val="0"/>
              </a:spcBef>
              <a:spcAft>
                <a:spcPct val="0"/>
              </a:spcAft>
            </a:pPr>
            <a:endParaRPr lang="en-US" sz="2400" dirty="0">
              <a:solidFill>
                <a:schemeClr val="tx1"/>
              </a:solidFill>
              <a:ea typeface="Segoe UI" pitchFamily="34" charset="0"/>
              <a:cs typeface="Segoe UI" pitchFamily="34" charset="0"/>
            </a:endParaRPr>
          </a:p>
        </p:txBody>
      </p:sp>
      <p:grpSp>
        <p:nvGrpSpPr>
          <p:cNvPr id="8" name="Group 7">
            <a:extLst>
              <a:ext uri="{FF2B5EF4-FFF2-40B4-BE49-F238E27FC236}">
                <a16:creationId xmlns:a16="http://schemas.microsoft.com/office/drawing/2014/main" id="{1682E78A-A36F-A9AB-B5BC-51FF48A0C477}"/>
              </a:ext>
              <a:ext uri="{C183D7F6-B498-43B3-948B-1728B52AA6E4}">
                <adec:decorative xmlns:adec="http://schemas.microsoft.com/office/drawing/2017/decorative" val="1"/>
              </a:ext>
            </a:extLst>
          </p:cNvPr>
          <p:cNvGrpSpPr/>
          <p:nvPr userDrawn="1"/>
        </p:nvGrpSpPr>
        <p:grpSpPr>
          <a:xfrm>
            <a:off x="3653724" y="1448437"/>
            <a:ext cx="1088768" cy="1088922"/>
            <a:chOff x="5540700" y="2116300"/>
            <a:chExt cx="1110600" cy="1110600"/>
          </a:xfrm>
        </p:grpSpPr>
        <p:sp>
          <p:nvSpPr>
            <p:cNvPr id="10" name="Oval 9">
              <a:extLst>
                <a:ext uri="{FF2B5EF4-FFF2-40B4-BE49-F238E27FC236}">
                  <a16:creationId xmlns:a16="http://schemas.microsoft.com/office/drawing/2014/main" id="{A006B05E-82F0-67C0-F4BE-484546169B05}"/>
                </a:ext>
              </a:extLst>
            </p:cNvPr>
            <p:cNvSpPr/>
            <p:nvPr/>
          </p:nvSpPr>
          <p:spPr>
            <a:xfrm>
              <a:off x="5540700" y="2116300"/>
              <a:ext cx="1110600" cy="1110600"/>
            </a:xfrm>
            <a:prstGeom prst="ellipse">
              <a:avLst/>
            </a:prstGeom>
            <a:solidFill>
              <a:srgbClr val="8DC8E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896214"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dirty="0">
                <a:ln>
                  <a:noFill/>
                </a:ln>
                <a:solidFill>
                  <a:srgbClr val="FFFFFF"/>
                </a:solidFill>
                <a:effectLst/>
                <a:uLnTx/>
                <a:uFillTx/>
                <a:latin typeface="Segoe UI"/>
                <a:ea typeface="+mn-ea"/>
                <a:cs typeface="+mn-cs"/>
              </a:endParaRPr>
            </a:p>
          </p:txBody>
        </p:sp>
        <p:pic>
          <p:nvPicPr>
            <p:cNvPr id="11" name="Picture 33">
              <a:extLst>
                <a:ext uri="{FF2B5EF4-FFF2-40B4-BE49-F238E27FC236}">
                  <a16:creationId xmlns:a16="http://schemas.microsoft.com/office/drawing/2014/main" id="{B551F7BB-0B62-B45A-97E8-BDBC64276EB2}"/>
                </a:ext>
              </a:extLst>
            </p:cNvPr>
            <p:cNvPicPr/>
            <p:nvPr/>
          </p:nvPicPr>
          <p:blipFill>
            <a:blip r:embed="rId2">
              <a:extLst>
                <a:ext uri="{96DAC541-7B7A-43D3-8B79-37D633B846F1}">
                  <asvg:svgBlip xmlns:asvg="http://schemas.microsoft.com/office/drawing/2016/SVG/main" r:embed="rId3"/>
                </a:ext>
              </a:extLst>
            </a:blip>
            <a:srcRect/>
            <a:stretch/>
          </p:blipFill>
          <p:spPr>
            <a:xfrm>
              <a:off x="5749602" y="2325202"/>
              <a:ext cx="692796" cy="692796"/>
            </a:xfrm>
            <a:prstGeom prst="rect">
              <a:avLst/>
            </a:prstGeom>
            <a:noFill/>
          </p:spPr>
        </p:pic>
      </p:grpSp>
      <p:sp>
        <p:nvSpPr>
          <p:cNvPr id="5" name="Title 2">
            <a:extLst>
              <a:ext uri="{FF2B5EF4-FFF2-40B4-BE49-F238E27FC236}">
                <a16:creationId xmlns:a16="http://schemas.microsoft.com/office/drawing/2014/main" id="{4175403B-6F90-A094-AF78-603246CF1E2C}"/>
              </a:ext>
            </a:extLst>
          </p:cNvPr>
          <p:cNvSpPr>
            <a:spLocks noGrp="1"/>
          </p:cNvSpPr>
          <p:nvPr>
            <p:ph type="title" hasCustomPrompt="1"/>
          </p:nvPr>
        </p:nvSpPr>
        <p:spPr>
          <a:xfrm>
            <a:off x="455994" y="556382"/>
            <a:ext cx="11303917" cy="535572"/>
          </a:xfrm>
        </p:spPr>
        <p:txBody>
          <a:bodyPr/>
          <a:lstStyle>
            <a:lvl1pPr>
              <a:defRPr/>
            </a:lvl1pPr>
          </a:lstStyle>
          <a:p>
            <a:r>
              <a:rPr lang="en-US" dirty="0"/>
              <a:t>Heading Segoe UI </a:t>
            </a:r>
            <a:r>
              <a:rPr lang="en-US" dirty="0" err="1"/>
              <a:t>Semibold</a:t>
            </a:r>
            <a:r>
              <a:rPr lang="en-US" dirty="0"/>
              <a:t> 32</a:t>
            </a:r>
          </a:p>
        </p:txBody>
      </p:sp>
    </p:spTree>
    <p:extLst>
      <p:ext uri="{BB962C8B-B14F-4D97-AF65-F5344CB8AC3E}">
        <p14:creationId xmlns:p14="http://schemas.microsoft.com/office/powerpoint/2010/main" val="3887361871"/>
      </p:ext>
    </p:extLst>
  </p:cSld>
  <p:clrMapOvr>
    <a:masterClrMapping/>
  </p:clrMapOvr>
  <p:transition>
    <p:fade/>
  </p:transition>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userDrawn="1">
  <p:cSld name="1_Title">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B29445A-A014-4223-90E2-3D3353E0CE83}"/>
              </a:ext>
            </a:extLst>
          </p:cNvPr>
          <p:cNvSpPr>
            <a:spLocks noGrp="1"/>
          </p:cNvSpPr>
          <p:nvPr>
            <p:ph type="title" hasCustomPrompt="1"/>
          </p:nvPr>
        </p:nvSpPr>
        <p:spPr>
          <a:xfrm>
            <a:off x="455994" y="556382"/>
            <a:ext cx="11303917" cy="526695"/>
          </a:xfrm>
        </p:spPr>
        <p:txBody>
          <a:bodyPr/>
          <a:lstStyle>
            <a:lvl1pPr>
              <a:defRPr/>
            </a:lvl1pPr>
          </a:lstStyle>
          <a:p>
            <a:r>
              <a:rPr lang="en-US" dirty="0"/>
              <a:t>Heading Segoe UI </a:t>
            </a:r>
            <a:r>
              <a:rPr lang="en-US" dirty="0" err="1"/>
              <a:t>Semibold</a:t>
            </a:r>
            <a:r>
              <a:rPr lang="en-US" dirty="0"/>
              <a:t> 32</a:t>
            </a:r>
          </a:p>
        </p:txBody>
      </p:sp>
    </p:spTree>
    <p:extLst>
      <p:ext uri="{BB962C8B-B14F-4D97-AF65-F5344CB8AC3E}">
        <p14:creationId xmlns:p14="http://schemas.microsoft.com/office/powerpoint/2010/main" val="3393713106"/>
      </p:ext>
    </p:extLst>
  </p:cSld>
  <p:clrMapOvr>
    <a:masterClrMapping/>
  </p:clrMapOvr>
  <p:transition>
    <p:fade/>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ABBFCB9C-D80B-0916-0FA5-32E5FB9CE871}"/>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8CE6BB38-34A0-8057-E63F-C078CA4ED4D9}"/>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8FA0031-A66E-0EF1-B1CE-E45DDB2A6AA1}"/>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DAB07F74-9F4C-4CB8-8E9E-3A0F5CE3409F}" type="datetimeFigureOut">
              <a:rPr lang="en-US" smtClean="0"/>
              <a:t>4/28/2025</a:t>
            </a:fld>
            <a:endParaRPr lang="en-US"/>
          </a:p>
        </p:txBody>
      </p:sp>
      <p:sp>
        <p:nvSpPr>
          <p:cNvPr id="5" name="Footer Placeholder 4">
            <a:extLst>
              <a:ext uri="{FF2B5EF4-FFF2-40B4-BE49-F238E27FC236}">
                <a16:creationId xmlns:a16="http://schemas.microsoft.com/office/drawing/2014/main" id="{AC9BE475-8084-6708-B118-D30658279ACC}"/>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56A07E31-1CC5-7E1B-DBCD-7168AFBF3838}"/>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E26364EF-26CE-4868-A5D4-A13D37D4C42E}" type="slidenum">
              <a:rPr lang="en-US" smtClean="0"/>
              <a:t>‹#›</a:t>
            </a:fld>
            <a:endParaRPr lang="en-US"/>
          </a:p>
        </p:txBody>
      </p:sp>
    </p:spTree>
    <p:extLst>
      <p:ext uri="{BB962C8B-B14F-4D97-AF65-F5344CB8AC3E}">
        <p14:creationId xmlns:p14="http://schemas.microsoft.com/office/powerpoint/2010/main" val="104454375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18643" y="440494"/>
            <a:ext cx="11341268" cy="680196"/>
          </a:xfrm>
          <a:prstGeom prst="rect">
            <a:avLst/>
          </a:prstGeom>
        </p:spPr>
        <p:txBody>
          <a:bodyPr vert="horz" wrap="square" lIns="0" tIns="91440" rIns="146304" bIns="91440" rtlCol="0" anchor="t">
            <a:noAutofit/>
          </a:bodyPr>
          <a:lstStyle/>
          <a:p>
            <a:r>
              <a:rPr lang="en-US" dirty="0"/>
              <a:t>Heading Segoe UI </a:t>
            </a:r>
            <a:r>
              <a:rPr lang="en-US" dirty="0" err="1"/>
              <a:t>Semibold</a:t>
            </a:r>
            <a:r>
              <a:rPr lang="en-US" dirty="0"/>
              <a:t> 28/32</a:t>
            </a:r>
          </a:p>
        </p:txBody>
      </p:sp>
      <p:sp>
        <p:nvSpPr>
          <p:cNvPr id="4" name="Text Placeholder 3"/>
          <p:cNvSpPr>
            <a:spLocks noGrp="1"/>
          </p:cNvSpPr>
          <p:nvPr>
            <p:ph type="body" idx="1"/>
          </p:nvPr>
        </p:nvSpPr>
        <p:spPr>
          <a:xfrm>
            <a:off x="418643" y="1456898"/>
            <a:ext cx="11341268" cy="2492990"/>
          </a:xfrm>
          <a:prstGeom prst="rect">
            <a:avLst/>
          </a:prstGeom>
        </p:spPr>
        <p:txBody>
          <a:bodyPr vert="horz" wrap="square" lIns="0" tIns="91440" rIns="146304" bIns="91440" rtlCol="0">
            <a:spAutoFit/>
          </a:bodyPr>
          <a:lstStyle/>
          <a:p>
            <a:pPr lvl="1"/>
            <a:r>
              <a:rPr lang="en-US" dirty="0"/>
              <a:t>Large: subhead Segoe UI Regular 20/24</a:t>
            </a:r>
          </a:p>
          <a:p>
            <a:pPr lvl="2"/>
            <a:r>
              <a:rPr lang="en-US" dirty="0"/>
              <a:t>Medium: paragraph heading Segoe UI </a:t>
            </a:r>
            <a:r>
              <a:rPr lang="en-US" dirty="0" err="1"/>
              <a:t>Semibold</a:t>
            </a:r>
            <a:r>
              <a:rPr lang="en-US" dirty="0"/>
              <a:t> 14/18</a:t>
            </a:r>
          </a:p>
          <a:p>
            <a:pPr lvl="3"/>
            <a:r>
              <a:rPr lang="en-US" dirty="0"/>
              <a:t>Medium: paragraph body copy Segoe UI Regular 14/18</a:t>
            </a:r>
          </a:p>
          <a:p>
            <a:pPr lvl="4"/>
            <a:r>
              <a:rPr lang="en-US" dirty="0"/>
              <a:t>Small: caption heading Segoe UI Bold 10/12</a:t>
            </a:r>
          </a:p>
          <a:p>
            <a:pPr lvl="6"/>
            <a:r>
              <a:rPr lang="en-US" dirty="0"/>
              <a:t>Small: caption body copy Segoe UI Regular 10/12</a:t>
            </a:r>
          </a:p>
          <a:p>
            <a:pPr lvl="6"/>
            <a:endParaRPr lang="en-US" dirty="0"/>
          </a:p>
          <a:p>
            <a:pPr lvl="6"/>
            <a:endParaRPr lang="en-US" dirty="0"/>
          </a:p>
        </p:txBody>
      </p:sp>
      <p:sp>
        <p:nvSpPr>
          <p:cNvPr id="5" name="TextBox 4">
            <a:extLst>
              <a:ext uri="{FF2B5EF4-FFF2-40B4-BE49-F238E27FC236}">
                <a16:creationId xmlns:a16="http://schemas.microsoft.com/office/drawing/2014/main" id="{FB0C3644-97BA-5FDC-B828-5ADC34453C64}"/>
              </a:ext>
            </a:extLst>
          </p:cNvPr>
          <p:cNvSpPr txBox="1"/>
          <p:nvPr userDrawn="1"/>
        </p:nvSpPr>
        <p:spPr>
          <a:xfrm>
            <a:off x="418643" y="6286702"/>
            <a:ext cx="6094520" cy="265009"/>
          </a:xfrm>
          <a:prstGeom prst="rect">
            <a:avLst/>
          </a:prstGeom>
          <a:noFill/>
        </p:spPr>
        <p:txBody>
          <a:bodyPr wrap="square">
            <a:spAutoFit/>
          </a:bodyPr>
          <a:lstStyle/>
          <a:p>
            <a:pPr defTabSz="914192">
              <a:defRPr/>
            </a:pPr>
            <a:r>
              <a:rPr lang="en-US" sz="1100" dirty="0">
                <a:solidFill>
                  <a:srgbClr val="000000"/>
                </a:solidFill>
              </a:rPr>
              <a:t>© Copyright Microsoft Corporation. All rights reserved.</a:t>
            </a:r>
          </a:p>
        </p:txBody>
      </p:sp>
    </p:spTree>
    <p:extLst>
      <p:ext uri="{BB962C8B-B14F-4D97-AF65-F5344CB8AC3E}">
        <p14:creationId xmlns:p14="http://schemas.microsoft.com/office/powerpoint/2010/main" val="887304211"/>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ransition>
    <p:fade/>
  </p:transition>
  <p:hf sldNum="0" hdr="0" dt="0"/>
  <p:txStyles>
    <p:titleStyle>
      <a:lvl1pPr algn="l" defTabSz="914192" rtl="0" eaLnBrk="1" latinLnBrk="0" hangingPunct="1">
        <a:lnSpc>
          <a:spcPct val="90000"/>
        </a:lnSpc>
        <a:spcBef>
          <a:spcPct val="0"/>
        </a:spcBef>
        <a:buNone/>
        <a:defRPr lang="en-US" sz="3200" b="0" kern="1200" cap="none" spc="-49" baseline="0" dirty="0" smtClean="0">
          <a:ln w="3175">
            <a:noFill/>
          </a:ln>
          <a:solidFill>
            <a:srgbClr val="000000"/>
          </a:solidFill>
          <a:effectLst/>
          <a:latin typeface="+mj-lt"/>
          <a:ea typeface="+mn-ea"/>
          <a:cs typeface="Segoe UI" pitchFamily="34" charset="0"/>
        </a:defRPr>
      </a:lvl1pPr>
    </p:titleStyle>
    <p:bodyStyle>
      <a:lvl1pPr marL="0" marR="0" indent="0" algn="l" defTabSz="914192" rtl="0" eaLnBrk="1" fontAlgn="auto" latinLnBrk="0" hangingPunct="1">
        <a:lnSpc>
          <a:spcPct val="100000"/>
        </a:lnSpc>
        <a:spcBef>
          <a:spcPts val="0"/>
        </a:spcBef>
        <a:spcAft>
          <a:spcPts val="0"/>
        </a:spcAft>
        <a:buClrTx/>
        <a:buSzPct val="90000"/>
        <a:buFont typeface="Wingdings" panose="05000000000000000000" pitchFamily="2" charset="2"/>
        <a:buNone/>
        <a:tabLst/>
        <a:defRPr sz="2353" kern="1200" spc="-49" baseline="0">
          <a:solidFill>
            <a:srgbClr val="000000"/>
          </a:solidFill>
          <a:latin typeface="+mj-lt"/>
          <a:ea typeface="+mn-ea"/>
          <a:cs typeface="+mn-cs"/>
        </a:defRPr>
      </a:lvl1pPr>
      <a:lvl2pPr marL="0" marR="0" indent="0" algn="l" defTabSz="914192" rtl="0" eaLnBrk="1" fontAlgn="auto" latinLnBrk="0" hangingPunct="1">
        <a:lnSpc>
          <a:spcPct val="100000"/>
        </a:lnSpc>
        <a:spcBef>
          <a:spcPts val="392"/>
        </a:spcBef>
        <a:spcAft>
          <a:spcPts val="588"/>
        </a:spcAft>
        <a:buClrTx/>
        <a:buSzPct val="90000"/>
        <a:buFontTx/>
        <a:buNone/>
        <a:tabLst/>
        <a:defRPr sz="2000" kern="1200" spc="0" baseline="0">
          <a:solidFill>
            <a:schemeClr val="tx1"/>
          </a:solidFill>
          <a:latin typeface="+mn-lt"/>
          <a:ea typeface="+mn-ea"/>
          <a:cs typeface="+mn-cs"/>
        </a:defRPr>
      </a:lvl2pPr>
      <a:lvl3pPr marL="0" marR="0" indent="0" algn="l" defTabSz="914192" rtl="0" eaLnBrk="1" fontAlgn="auto" latinLnBrk="0" hangingPunct="1">
        <a:lnSpc>
          <a:spcPct val="100000"/>
        </a:lnSpc>
        <a:spcBef>
          <a:spcPts val="392"/>
        </a:spcBef>
        <a:spcAft>
          <a:spcPts val="588"/>
        </a:spcAft>
        <a:buClrTx/>
        <a:buSzPct val="90000"/>
        <a:buFont typeface="Wingdings" panose="05000000000000000000" pitchFamily="2" charset="2"/>
        <a:buNone/>
        <a:tabLst/>
        <a:defRPr sz="1600" kern="1200" spc="0" baseline="0">
          <a:solidFill>
            <a:schemeClr val="tx1"/>
          </a:solidFill>
          <a:latin typeface="+mj-lt"/>
          <a:ea typeface="+mn-ea"/>
          <a:cs typeface="+mn-cs"/>
        </a:defRPr>
      </a:lvl3pPr>
      <a:lvl4pPr marL="0" marR="0" indent="0" algn="l" defTabSz="914192" rtl="0" eaLnBrk="1" fontAlgn="auto" latinLnBrk="0" hangingPunct="1">
        <a:lnSpc>
          <a:spcPct val="100000"/>
        </a:lnSpc>
        <a:spcBef>
          <a:spcPts val="392"/>
        </a:spcBef>
        <a:spcAft>
          <a:spcPts val="588"/>
        </a:spcAft>
        <a:buClrTx/>
        <a:buSzPct val="90000"/>
        <a:buFont typeface="Wingdings" panose="05000000000000000000" pitchFamily="2" charset="2"/>
        <a:buNone/>
        <a:tabLst/>
        <a:defRPr sz="1600" kern="1200" spc="0" baseline="0">
          <a:solidFill>
            <a:schemeClr val="tx1"/>
          </a:solidFill>
          <a:latin typeface="+mn-lt"/>
          <a:ea typeface="+mn-ea"/>
          <a:cs typeface="+mn-cs"/>
        </a:defRPr>
      </a:lvl4pPr>
      <a:lvl5pPr marL="0" marR="0" indent="0" algn="l" defTabSz="914192" rtl="0" eaLnBrk="1" fontAlgn="auto" latinLnBrk="0" hangingPunct="1">
        <a:lnSpc>
          <a:spcPct val="100000"/>
        </a:lnSpc>
        <a:spcBef>
          <a:spcPts val="392"/>
        </a:spcBef>
        <a:spcAft>
          <a:spcPts val="588"/>
        </a:spcAft>
        <a:buClrTx/>
        <a:buSzPct val="90000"/>
        <a:buFont typeface="Wingdings" panose="05000000000000000000" pitchFamily="2" charset="2"/>
        <a:buNone/>
        <a:tabLst/>
        <a:defRPr sz="1200" b="1" kern="1200" spc="0" baseline="0">
          <a:solidFill>
            <a:schemeClr val="tx1"/>
          </a:solidFill>
          <a:latin typeface="+mn-lt"/>
          <a:ea typeface="+mn-ea"/>
          <a:cs typeface="+mn-cs"/>
        </a:defRPr>
      </a:lvl5pPr>
      <a:lvl6pPr marL="2285477" indent="0" algn="l" defTabSz="914192" rtl="0" eaLnBrk="1" latinLnBrk="0" hangingPunct="1">
        <a:spcBef>
          <a:spcPct val="20000"/>
        </a:spcBef>
        <a:buFont typeface="Arial" pitchFamily="34" charset="0"/>
        <a:buNone/>
        <a:defRPr sz="1961" kern="1200">
          <a:solidFill>
            <a:schemeClr val="tx1"/>
          </a:solidFill>
          <a:latin typeface="+mn-lt"/>
          <a:ea typeface="+mn-ea"/>
          <a:cs typeface="+mn-cs"/>
        </a:defRPr>
      </a:lvl6pPr>
      <a:lvl7pPr marL="0" indent="0" algn="l" defTabSz="914192" rtl="0" eaLnBrk="1" latinLnBrk="0" hangingPunct="1">
        <a:lnSpc>
          <a:spcPct val="100000"/>
        </a:lnSpc>
        <a:spcBef>
          <a:spcPts val="392"/>
        </a:spcBef>
        <a:spcAft>
          <a:spcPts val="588"/>
        </a:spcAft>
        <a:buFont typeface="Arial" pitchFamily="34" charset="0"/>
        <a:buNone/>
        <a:defRPr sz="1200" kern="1200">
          <a:solidFill>
            <a:schemeClr val="tx1"/>
          </a:solidFill>
          <a:latin typeface="+mn-lt"/>
          <a:ea typeface="+mn-ea"/>
          <a:cs typeface="+mn-cs"/>
        </a:defRPr>
      </a:lvl7pPr>
      <a:lvl8pPr marL="3428219" indent="-228548" algn="l" defTabSz="914192" rtl="0" eaLnBrk="1" latinLnBrk="0" hangingPunct="1">
        <a:spcBef>
          <a:spcPct val="20000"/>
        </a:spcBef>
        <a:buFont typeface="Arial" pitchFamily="34" charset="0"/>
        <a:buChar char="•"/>
        <a:defRPr sz="1961" kern="1200">
          <a:solidFill>
            <a:schemeClr val="tx1"/>
          </a:solidFill>
          <a:latin typeface="+mn-lt"/>
          <a:ea typeface="+mn-ea"/>
          <a:cs typeface="+mn-cs"/>
        </a:defRPr>
      </a:lvl8pPr>
      <a:lvl9pPr marL="3885315" indent="-228548" algn="l" defTabSz="914192" rtl="0" eaLnBrk="1" latinLnBrk="0" hangingPunct="1">
        <a:spcBef>
          <a:spcPct val="20000"/>
        </a:spcBef>
        <a:buFont typeface="Arial" pitchFamily="34" charset="0"/>
        <a:buChar char="•"/>
        <a:defRPr sz="1961" kern="1200">
          <a:solidFill>
            <a:schemeClr val="tx1"/>
          </a:solidFill>
          <a:latin typeface="+mn-lt"/>
          <a:ea typeface="+mn-ea"/>
          <a:cs typeface="+mn-cs"/>
        </a:defRPr>
      </a:lvl9pPr>
    </p:bodyStyle>
    <p:otherStyle>
      <a:defPPr>
        <a:defRPr lang="en-US"/>
      </a:defPPr>
      <a:lvl1pPr marL="0" algn="l" defTabSz="914192" rtl="0" eaLnBrk="1" latinLnBrk="0" hangingPunct="1">
        <a:defRPr sz="1765" kern="1200">
          <a:solidFill>
            <a:schemeClr val="tx1"/>
          </a:solidFill>
          <a:latin typeface="+mn-lt"/>
          <a:ea typeface="+mn-ea"/>
          <a:cs typeface="+mn-cs"/>
        </a:defRPr>
      </a:lvl1pPr>
      <a:lvl2pPr marL="457095" algn="l" defTabSz="914192" rtl="0" eaLnBrk="1" latinLnBrk="0" hangingPunct="1">
        <a:defRPr sz="1765" kern="1200">
          <a:solidFill>
            <a:schemeClr val="tx1"/>
          </a:solidFill>
          <a:latin typeface="+mn-lt"/>
          <a:ea typeface="+mn-ea"/>
          <a:cs typeface="+mn-cs"/>
        </a:defRPr>
      </a:lvl2pPr>
      <a:lvl3pPr marL="914192" algn="l" defTabSz="914192" rtl="0" eaLnBrk="1" latinLnBrk="0" hangingPunct="1">
        <a:defRPr sz="1765" kern="1200">
          <a:solidFill>
            <a:schemeClr val="tx1"/>
          </a:solidFill>
          <a:latin typeface="+mn-lt"/>
          <a:ea typeface="+mn-ea"/>
          <a:cs typeface="+mn-cs"/>
        </a:defRPr>
      </a:lvl3pPr>
      <a:lvl4pPr marL="1371287" algn="l" defTabSz="914192" rtl="0" eaLnBrk="1" latinLnBrk="0" hangingPunct="1">
        <a:defRPr sz="1765" kern="1200">
          <a:solidFill>
            <a:schemeClr val="tx1"/>
          </a:solidFill>
          <a:latin typeface="+mn-lt"/>
          <a:ea typeface="+mn-ea"/>
          <a:cs typeface="+mn-cs"/>
        </a:defRPr>
      </a:lvl4pPr>
      <a:lvl5pPr marL="1828383" algn="l" defTabSz="914192" rtl="0" eaLnBrk="1" latinLnBrk="0" hangingPunct="1">
        <a:defRPr sz="1765" kern="1200">
          <a:solidFill>
            <a:schemeClr val="tx1"/>
          </a:solidFill>
          <a:latin typeface="+mn-lt"/>
          <a:ea typeface="+mn-ea"/>
          <a:cs typeface="+mn-cs"/>
        </a:defRPr>
      </a:lvl5pPr>
      <a:lvl6pPr marL="2285479" algn="l" defTabSz="914192" rtl="0" eaLnBrk="1" latinLnBrk="0" hangingPunct="1">
        <a:defRPr sz="1765" kern="1200">
          <a:solidFill>
            <a:schemeClr val="tx1"/>
          </a:solidFill>
          <a:latin typeface="+mn-lt"/>
          <a:ea typeface="+mn-ea"/>
          <a:cs typeface="+mn-cs"/>
        </a:defRPr>
      </a:lvl6pPr>
      <a:lvl7pPr marL="2742575" algn="l" defTabSz="914192" rtl="0" eaLnBrk="1" latinLnBrk="0" hangingPunct="1">
        <a:defRPr sz="1765" kern="1200">
          <a:solidFill>
            <a:schemeClr val="tx1"/>
          </a:solidFill>
          <a:latin typeface="+mn-lt"/>
          <a:ea typeface="+mn-ea"/>
          <a:cs typeface="+mn-cs"/>
        </a:defRPr>
      </a:lvl7pPr>
      <a:lvl8pPr marL="3199670" algn="l" defTabSz="914192" rtl="0" eaLnBrk="1" latinLnBrk="0" hangingPunct="1">
        <a:defRPr sz="1765" kern="1200">
          <a:solidFill>
            <a:schemeClr val="tx1"/>
          </a:solidFill>
          <a:latin typeface="+mn-lt"/>
          <a:ea typeface="+mn-ea"/>
          <a:cs typeface="+mn-cs"/>
        </a:defRPr>
      </a:lvl8pPr>
      <a:lvl9pPr marL="3656767" algn="l" defTabSz="914192" rtl="0" eaLnBrk="1" latinLnBrk="0" hangingPunct="1">
        <a:defRPr sz="1765" kern="1200">
          <a:solidFill>
            <a:schemeClr val="tx1"/>
          </a:solidFill>
          <a:latin typeface="+mn-lt"/>
          <a:ea typeface="+mn-ea"/>
          <a:cs typeface="+mn-cs"/>
        </a:defRPr>
      </a:lvl9pPr>
    </p:otherStyle>
  </p:txStyles>
  <p:extLst>
    <p:ext uri="{27BBF7A9-308A-43DC-89C8-2F10F3537804}">
      <p15:sldGuideLst xmlns:p15="http://schemas.microsoft.com/office/powerpoint/2012/main">
        <p15:guide id="31" pos="1322">
          <p15:clr>
            <a:srgbClr val="C35EA4"/>
          </p15:clr>
        </p15:guide>
        <p15:guide id="32" pos="1498">
          <p15:clr>
            <a:srgbClr val="C35EA4"/>
          </p15:clr>
        </p15:guide>
        <p15:guide id="33" pos="2569">
          <p15:clr>
            <a:srgbClr val="C35EA4"/>
          </p15:clr>
        </p15:guide>
        <p15:guide id="34" pos="2711">
          <p15:clr>
            <a:srgbClr val="C35EA4"/>
          </p15:clr>
        </p15:guide>
        <p15:guide id="35" pos="3778">
          <p15:clr>
            <a:srgbClr val="C35EA4"/>
          </p15:clr>
        </p15:guide>
        <p15:guide id="36" pos="3924">
          <p15:clr>
            <a:srgbClr val="C35EA4"/>
          </p15:clr>
        </p15:guide>
        <p15:guide id="37" pos="4983">
          <p15:clr>
            <a:srgbClr val="C35EA4"/>
          </p15:clr>
        </p15:guide>
        <p15:guide id="38" pos="5127">
          <p15:clr>
            <a:srgbClr val="C35EA4"/>
          </p15:clr>
        </p15:guide>
        <p15:guide id="39" pos="6199">
          <p15:clr>
            <a:srgbClr val="C35EA4"/>
          </p15:clr>
        </p15:guide>
        <p15:guide id="40" pos="6342">
          <p15:clr>
            <a:srgbClr val="C35EA4"/>
          </p15:clr>
        </p15:guide>
        <p15:guide id="41" pos="264">
          <p15:clr>
            <a:srgbClr val="F26B43"/>
          </p15:clr>
        </p15:guide>
        <p15:guide id="42" pos="7416">
          <p15:clr>
            <a:srgbClr val="F26B43"/>
          </p15:clr>
        </p15:guide>
        <p15:guide id="43" orient="horz" pos="736">
          <p15:clr>
            <a:srgbClr val="5ACBF0"/>
          </p15:clr>
        </p15:guide>
        <p15:guide id="44" orient="horz" pos="1360">
          <p15:clr>
            <a:srgbClr val="5ACBF0"/>
          </p15:clr>
        </p15:guide>
        <p15:guide id="45" orient="horz" pos="593">
          <p15:clr>
            <a:srgbClr val="5ACBF0"/>
          </p15:clr>
        </p15:guide>
        <p15:guide id="46" orient="horz" pos="1484">
          <p15:clr>
            <a:srgbClr val="5ACBF0"/>
          </p15:clr>
        </p15:guide>
        <p15:guide id="47" orient="horz" pos="2088">
          <p15:clr>
            <a:srgbClr val="5ACBF0"/>
          </p15:clr>
        </p15:guide>
        <p15:guide id="48" orient="horz" pos="2254">
          <p15:clr>
            <a:srgbClr val="5ACBF0"/>
          </p15:clr>
        </p15:guide>
        <p15:guide id="49" orient="horz" pos="277">
          <p15:clr>
            <a:srgbClr val="F26B43"/>
          </p15:clr>
        </p15:guide>
        <p15:guide id="50" orient="horz" pos="4043">
          <p15:clr>
            <a:srgbClr val="F26B43"/>
          </p15:clr>
        </p15:guide>
        <p15:guide id="51" orient="horz" pos="2835">
          <p15:clr>
            <a:srgbClr val="5ACBF0"/>
          </p15:clr>
        </p15:guide>
        <p15:guide id="52" orient="horz" pos="2960">
          <p15:clr>
            <a:srgbClr val="5ACBF0"/>
          </p15:clr>
        </p15:guide>
        <p15:guide id="53" orient="horz" pos="3572">
          <p15:clr>
            <a:srgbClr val="5ACBF0"/>
          </p15:clr>
        </p15:guide>
        <p15:guide id="54" orient="horz" pos="3690">
          <p15:clr>
            <a:srgbClr val="5ACBF0"/>
          </p15:clr>
        </p15:guide>
        <p15:guide id="55" orient="horz" pos="918">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11.emf"/><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image" Target="../media/image16.emf"/><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image" Target="../media/image17.emf"/><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3" Type="http://schemas.openxmlformats.org/officeDocument/2006/relationships/image" Target="../media/image18.emf"/><Relationship Id="rId2" Type="http://schemas.openxmlformats.org/officeDocument/2006/relationships/notesSlide" Target="../notesSlides/notesSlide1.xml"/><Relationship Id="rId1" Type="http://schemas.openxmlformats.org/officeDocument/2006/relationships/slideLayout" Target="../slideLayouts/slideLayout14.xml"/></Relationships>
</file>

<file path=ppt/slides/_rels/slide21.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977534-7AC6-31C1-9CBE-14B33B764C05}"/>
              </a:ext>
            </a:extLst>
          </p:cNvPr>
          <p:cNvSpPr>
            <a:spLocks noGrp="1"/>
          </p:cNvSpPr>
          <p:nvPr>
            <p:ph type="ctrTitle"/>
          </p:nvPr>
        </p:nvSpPr>
        <p:spPr/>
        <p:txBody>
          <a:bodyPr/>
          <a:lstStyle/>
          <a:p>
            <a:r>
              <a:rPr lang="en-US" dirty="0"/>
              <a:t>Lecture 15</a:t>
            </a:r>
          </a:p>
        </p:txBody>
      </p:sp>
      <p:sp>
        <p:nvSpPr>
          <p:cNvPr id="3" name="Subtitle 2">
            <a:extLst>
              <a:ext uri="{FF2B5EF4-FFF2-40B4-BE49-F238E27FC236}">
                <a16:creationId xmlns:a16="http://schemas.microsoft.com/office/drawing/2014/main" id="{8ABBDAA5-5BB9-B108-8CC4-898094664F92}"/>
              </a:ext>
            </a:extLst>
          </p:cNvPr>
          <p:cNvSpPr>
            <a:spLocks noGrp="1"/>
          </p:cNvSpPr>
          <p:nvPr>
            <p:ph type="subTitle" idx="4294967295"/>
          </p:nvPr>
        </p:nvSpPr>
        <p:spPr>
          <a:xfrm>
            <a:off x="1524000" y="3602038"/>
            <a:ext cx="9144000" cy="1655762"/>
          </a:xfrm>
        </p:spPr>
        <p:txBody>
          <a:bodyPr>
            <a:normAutofit/>
          </a:bodyPr>
          <a:lstStyle/>
          <a:p>
            <a:pPr marL="0" indent="0" algn="ctr">
              <a:buNone/>
            </a:pPr>
            <a:r>
              <a:rPr lang="en-US" sz="4000" b="1" dirty="0"/>
              <a:t>Core architectural components of Azure</a:t>
            </a:r>
          </a:p>
        </p:txBody>
      </p:sp>
      <p:sp>
        <p:nvSpPr>
          <p:cNvPr id="6" name="TextBox 5">
            <a:extLst>
              <a:ext uri="{FF2B5EF4-FFF2-40B4-BE49-F238E27FC236}">
                <a16:creationId xmlns:a16="http://schemas.microsoft.com/office/drawing/2014/main" id="{B32178F5-7334-EFBC-ECD7-421AF5FEF827}"/>
              </a:ext>
            </a:extLst>
          </p:cNvPr>
          <p:cNvSpPr txBox="1"/>
          <p:nvPr/>
        </p:nvSpPr>
        <p:spPr>
          <a:xfrm>
            <a:off x="9037983" y="5830957"/>
            <a:ext cx="2822713" cy="369332"/>
          </a:xfrm>
          <a:prstGeom prst="rect">
            <a:avLst/>
          </a:prstGeom>
          <a:noFill/>
        </p:spPr>
        <p:txBody>
          <a:bodyPr wrap="square" rtlCol="0">
            <a:spAutoFit/>
          </a:bodyPr>
          <a:lstStyle/>
          <a:p>
            <a:r>
              <a:rPr lang="en-US" dirty="0"/>
              <a:t>Instructor : Engr. Tehmeed</a:t>
            </a:r>
          </a:p>
        </p:txBody>
      </p:sp>
    </p:spTree>
    <p:extLst>
      <p:ext uri="{BB962C8B-B14F-4D97-AF65-F5344CB8AC3E}">
        <p14:creationId xmlns:p14="http://schemas.microsoft.com/office/powerpoint/2010/main" val="160269008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523658" y="1643239"/>
            <a:ext cx="11144683" cy="5192960"/>
          </a:xfrm>
          <a:prstGeom prst="rect">
            <a:avLst/>
          </a:prstGeom>
        </p:spPr>
        <p:txBody>
          <a:bodyPr lIns="0" tIns="0" rIns="0" bIns="0" rtlCol="0" anchor="t">
            <a:spAutoFit/>
          </a:bodyPr>
          <a:lstStyle/>
          <a:p>
            <a:endParaRPr lang="en-US" dirty="0">
              <a:solidFill>
                <a:srgbClr val="161616"/>
              </a:solidFill>
              <a:latin typeface="Segoe UI" panose="020B0502040204020203" pitchFamily="34" charset="0"/>
              <a:ea typeface="Times New Roman" panose="02020603050405020304" pitchFamily="18" charset="0"/>
            </a:endParaRPr>
          </a:p>
          <a:p>
            <a:pPr marL="0" marR="0">
              <a:lnSpc>
                <a:spcPct val="107000"/>
              </a:lnSpc>
              <a:spcBef>
                <a:spcPts val="0"/>
              </a:spcBef>
              <a:spcAft>
                <a:spcPts val="800"/>
              </a:spcAft>
            </a:pPr>
            <a:r>
              <a:rPr lang="en-US" sz="1800" kern="0" dirty="0">
                <a:solidFill>
                  <a:srgbClr val="161616"/>
                </a:solidFill>
                <a:effectLst/>
                <a:latin typeface="Segoe UI" panose="020B0502040204020203" pitchFamily="34" charset="0"/>
                <a:ea typeface="Times New Roman" panose="02020603050405020304" pitchFamily="18" charset="0"/>
                <a:cs typeface="Times New Roman" panose="02020603050405020304" pitchFamily="18" charset="0"/>
              </a:rPr>
              <a:t>Azure is a continually expanding set of cloud services that help you meet current and future business challenges. Azure gives you the freedom to build, manage, and deploy applications on a massive global network using your favorite tools and frameworks.</a:t>
            </a:r>
          </a:p>
          <a:p>
            <a:pPr marL="0" marR="0">
              <a:lnSpc>
                <a:spcPct val="107000"/>
              </a:lnSpc>
              <a:spcBef>
                <a:spcPts val="0"/>
              </a:spcBef>
              <a:spcAft>
                <a:spcPts val="800"/>
              </a:spcAft>
            </a:pPr>
            <a:r>
              <a:rPr lang="en-US" sz="1800" kern="100" dirty="0">
                <a:effectLst/>
                <a:latin typeface="Aptos" panose="020B0004020202020204" pitchFamily="34" charset="0"/>
                <a:ea typeface="Aptos" panose="020B0004020202020204" pitchFamily="34" charset="0"/>
                <a:cs typeface="Times New Roman" panose="02020603050405020304" pitchFamily="18" charset="0"/>
              </a:rPr>
              <a:t>Azure provides scalable hosting platforms, where developers can create web based app using popular development frameworks.</a:t>
            </a:r>
          </a:p>
          <a:p>
            <a:pPr marL="0" marR="0">
              <a:lnSpc>
                <a:spcPct val="107000"/>
              </a:lnSpc>
              <a:spcBef>
                <a:spcPts val="0"/>
              </a:spcBef>
              <a:spcAft>
                <a:spcPts val="800"/>
              </a:spcAft>
            </a:pPr>
            <a:endParaRPr lang="en-US" kern="100" dirty="0">
              <a:latin typeface="Aptos" panose="020B0004020202020204" pitchFamily="34" charset="0"/>
              <a:ea typeface="Aptos" panose="020B0004020202020204" pitchFamily="34" charset="0"/>
              <a:cs typeface="Times New Roman" panose="02020603050405020304" pitchFamily="18" charset="0"/>
            </a:endParaRPr>
          </a:p>
          <a:p>
            <a:pPr marL="0" marR="0">
              <a:lnSpc>
                <a:spcPct val="107000"/>
              </a:lnSpc>
              <a:spcBef>
                <a:spcPts val="0"/>
              </a:spcBef>
              <a:spcAft>
                <a:spcPts val="800"/>
              </a:spcAft>
            </a:pPr>
            <a:r>
              <a:rPr lang="en-US" sz="1800" kern="100" dirty="0">
                <a:effectLst/>
                <a:latin typeface="Aptos" panose="020B0004020202020204" pitchFamily="34" charset="0"/>
                <a:ea typeface="Aptos" panose="020B0004020202020204" pitchFamily="34" charset="0"/>
                <a:cs typeface="Times New Roman" panose="02020603050405020304" pitchFamily="18" charset="0"/>
              </a:rPr>
              <a:t>The Azure portal lets you create, configure and control all your services and resources from a single easy to use web based interface</a:t>
            </a:r>
          </a:p>
          <a:p>
            <a:pPr marL="0" marR="0">
              <a:lnSpc>
                <a:spcPct val="107000"/>
              </a:lnSpc>
              <a:spcBef>
                <a:spcPts val="0"/>
              </a:spcBef>
              <a:spcAft>
                <a:spcPts val="800"/>
              </a:spcAft>
            </a:pPr>
            <a:endParaRPr lang="en-US" sz="1800" kern="100" dirty="0">
              <a:effectLst/>
              <a:latin typeface="Aptos" panose="020B0004020202020204" pitchFamily="34" charset="0"/>
              <a:ea typeface="Aptos" panose="020B0004020202020204" pitchFamily="34" charset="0"/>
              <a:cs typeface="Times New Roman" panose="02020603050405020304" pitchFamily="18" charset="0"/>
            </a:endParaRPr>
          </a:p>
          <a:p>
            <a:pPr marL="0" marR="0">
              <a:lnSpc>
                <a:spcPct val="107000"/>
              </a:lnSpc>
              <a:spcBef>
                <a:spcPts val="0"/>
              </a:spcBef>
              <a:spcAft>
                <a:spcPts val="800"/>
              </a:spcAft>
            </a:pPr>
            <a:endParaRPr lang="en-US" sz="1800" kern="100" dirty="0">
              <a:effectLst/>
              <a:latin typeface="Aptos" panose="020B0004020202020204" pitchFamily="34" charset="0"/>
              <a:ea typeface="Aptos" panose="020B0004020202020204" pitchFamily="34" charset="0"/>
              <a:cs typeface="Times New Roman" panose="02020603050405020304" pitchFamily="18" charset="0"/>
            </a:endParaRPr>
          </a:p>
          <a:p>
            <a:endParaRPr lang="en-US" sz="1800" dirty="0">
              <a:effectLst/>
              <a:latin typeface="Times New Roman" panose="02020603050405020304" pitchFamily="18" charset="0"/>
              <a:ea typeface="Times New Roman" panose="02020603050405020304" pitchFamily="18" charset="0"/>
            </a:endParaRPr>
          </a:p>
          <a:p>
            <a:endParaRPr lang="en-US" sz="1800" dirty="0">
              <a:effectLst/>
              <a:latin typeface="Times New Roman" panose="02020603050405020304" pitchFamily="18" charset="0"/>
              <a:ea typeface="Times New Roman" panose="02020603050405020304" pitchFamily="18" charset="0"/>
            </a:endParaRPr>
          </a:p>
          <a:p>
            <a:pPr marL="0" marR="0" algn="l"/>
            <a:endParaRPr lang="en-US" sz="1800" dirty="0">
              <a:effectLst/>
              <a:latin typeface="Times New Roman" panose="02020603050405020304" pitchFamily="18" charset="0"/>
              <a:ea typeface="Times New Roman" panose="02020603050405020304" pitchFamily="18" charset="0"/>
            </a:endParaRPr>
          </a:p>
          <a:p>
            <a:pPr marL="662129" lvl="1" indent="-331065">
              <a:lnSpc>
                <a:spcPts val="4294"/>
              </a:lnSpc>
              <a:buFont typeface="Arial"/>
              <a:buChar char="•"/>
            </a:pPr>
            <a:endParaRPr lang="en-US" sz="3067" dirty="0">
              <a:solidFill>
                <a:srgbClr val="250542"/>
              </a:solidFill>
              <a:latin typeface="Times Neue Roman"/>
            </a:endParaRPr>
          </a:p>
        </p:txBody>
      </p:sp>
      <p:sp>
        <p:nvSpPr>
          <p:cNvPr id="3" name="TextBox 3"/>
          <p:cNvSpPr txBox="1"/>
          <p:nvPr/>
        </p:nvSpPr>
        <p:spPr>
          <a:xfrm>
            <a:off x="685801" y="537614"/>
            <a:ext cx="10700183" cy="441211"/>
          </a:xfrm>
          <a:prstGeom prst="rect">
            <a:avLst/>
          </a:prstGeom>
        </p:spPr>
        <p:txBody>
          <a:bodyPr lIns="0" tIns="0" rIns="0" bIns="0" rtlCol="0" anchor="t">
            <a:spAutoFit/>
          </a:bodyPr>
          <a:lstStyle/>
          <a:p>
            <a:pPr marL="0" marR="0">
              <a:lnSpc>
                <a:spcPct val="107000"/>
              </a:lnSpc>
              <a:spcBef>
                <a:spcPts val="0"/>
              </a:spcBef>
              <a:spcAft>
                <a:spcPts val="0"/>
              </a:spcAft>
            </a:pPr>
            <a:r>
              <a:rPr lang="en-US" sz="2800" b="1" kern="1800" dirty="0">
                <a:solidFill>
                  <a:srgbClr val="161616"/>
                </a:solidFill>
                <a:effectLst/>
                <a:latin typeface="Segoe UI" panose="020B0502040204020203" pitchFamily="34" charset="0"/>
                <a:ea typeface="Times New Roman" panose="02020603050405020304" pitchFamily="18" charset="0"/>
                <a:cs typeface="Times New Roman" panose="02020603050405020304" pitchFamily="18" charset="0"/>
              </a:rPr>
              <a:t>What is Microsoft Azure</a:t>
            </a:r>
            <a:endParaRPr lang="en-US" sz="2800" kern="100" dirty="0">
              <a:effectLst/>
              <a:latin typeface="Aptos" panose="020B0004020202020204" pitchFamily="34" charset="0"/>
              <a:ea typeface="Aptos" panose="020B0004020202020204" pitchFamily="34" charset="0"/>
              <a:cs typeface="Times New Roman" panose="02020603050405020304" pitchFamily="18" charset="0"/>
            </a:endParaRPr>
          </a:p>
        </p:txBody>
      </p:sp>
    </p:spTree>
    <p:extLst>
      <p:ext uri="{BB962C8B-B14F-4D97-AF65-F5344CB8AC3E}">
        <p14:creationId xmlns:p14="http://schemas.microsoft.com/office/powerpoint/2010/main" val="31403456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523658" y="1643239"/>
            <a:ext cx="11144683" cy="1613775"/>
          </a:xfrm>
          <a:prstGeom prst="rect">
            <a:avLst/>
          </a:prstGeom>
        </p:spPr>
        <p:txBody>
          <a:bodyPr lIns="0" tIns="0" rIns="0" bIns="0" rtlCol="0" anchor="t">
            <a:spAutoFit/>
          </a:bodyPr>
          <a:lstStyle/>
          <a:p>
            <a:endParaRPr lang="en-US" dirty="0">
              <a:solidFill>
                <a:srgbClr val="161616"/>
              </a:solidFill>
              <a:latin typeface="Segoe UI" panose="020B0502040204020203" pitchFamily="34" charset="0"/>
              <a:ea typeface="Times New Roman" panose="02020603050405020304" pitchFamily="18" charset="0"/>
            </a:endParaRPr>
          </a:p>
          <a:p>
            <a:endParaRPr lang="en-US" sz="1800" dirty="0">
              <a:effectLst/>
              <a:latin typeface="Times New Roman" panose="02020603050405020304" pitchFamily="18" charset="0"/>
              <a:ea typeface="Times New Roman" panose="02020603050405020304" pitchFamily="18" charset="0"/>
            </a:endParaRPr>
          </a:p>
          <a:p>
            <a:endParaRPr lang="en-US" sz="1800" dirty="0">
              <a:effectLst/>
              <a:latin typeface="Times New Roman" panose="02020603050405020304" pitchFamily="18" charset="0"/>
              <a:ea typeface="Times New Roman" panose="02020603050405020304" pitchFamily="18" charset="0"/>
            </a:endParaRPr>
          </a:p>
          <a:p>
            <a:pPr marL="0" marR="0" algn="l"/>
            <a:endParaRPr lang="en-US" sz="1800" dirty="0">
              <a:effectLst/>
              <a:latin typeface="Times New Roman" panose="02020603050405020304" pitchFamily="18" charset="0"/>
              <a:ea typeface="Times New Roman" panose="02020603050405020304" pitchFamily="18" charset="0"/>
            </a:endParaRPr>
          </a:p>
          <a:p>
            <a:pPr marL="662129" lvl="1" indent="-331065">
              <a:lnSpc>
                <a:spcPts val="4294"/>
              </a:lnSpc>
              <a:buFont typeface="Arial"/>
              <a:buChar char="•"/>
            </a:pPr>
            <a:endParaRPr lang="en-US" sz="3067" dirty="0">
              <a:solidFill>
                <a:srgbClr val="250542"/>
              </a:solidFill>
              <a:latin typeface="Times Neue Roman"/>
            </a:endParaRPr>
          </a:p>
        </p:txBody>
      </p:sp>
      <p:sp>
        <p:nvSpPr>
          <p:cNvPr id="3" name="TextBox 3"/>
          <p:cNvSpPr txBox="1"/>
          <p:nvPr/>
        </p:nvSpPr>
        <p:spPr>
          <a:xfrm>
            <a:off x="685801" y="537614"/>
            <a:ext cx="10700183" cy="441211"/>
          </a:xfrm>
          <a:prstGeom prst="rect">
            <a:avLst/>
          </a:prstGeom>
        </p:spPr>
        <p:txBody>
          <a:bodyPr lIns="0" tIns="0" rIns="0" bIns="0" rtlCol="0" anchor="t">
            <a:spAutoFit/>
          </a:bodyPr>
          <a:lstStyle/>
          <a:p>
            <a:pPr marL="0" marR="0">
              <a:lnSpc>
                <a:spcPct val="107000"/>
              </a:lnSpc>
              <a:spcBef>
                <a:spcPts val="0"/>
              </a:spcBef>
              <a:spcAft>
                <a:spcPts val="0"/>
              </a:spcAft>
            </a:pPr>
            <a:r>
              <a:rPr lang="en-US" sz="2800" b="1" kern="1800" dirty="0">
                <a:solidFill>
                  <a:srgbClr val="161616"/>
                </a:solidFill>
                <a:effectLst/>
                <a:latin typeface="Segoe UI" panose="020B0502040204020203" pitchFamily="34" charset="0"/>
                <a:ea typeface="Times New Roman" panose="02020603050405020304" pitchFamily="18" charset="0"/>
                <a:cs typeface="Times New Roman" panose="02020603050405020304" pitchFamily="18" charset="0"/>
              </a:rPr>
              <a:t>What does Azure offer?</a:t>
            </a:r>
            <a:endParaRPr lang="en-US" sz="2800" kern="100" dirty="0">
              <a:effectLst/>
              <a:latin typeface="Aptos" panose="020B0004020202020204" pitchFamily="34" charset="0"/>
              <a:ea typeface="Aptos" panose="020B0004020202020204" pitchFamily="34" charset="0"/>
              <a:cs typeface="Times New Roman" panose="02020603050405020304" pitchFamily="18" charset="0"/>
            </a:endParaRPr>
          </a:p>
        </p:txBody>
      </p:sp>
      <p:pic>
        <p:nvPicPr>
          <p:cNvPr id="7" name="Picture 6">
            <a:extLst>
              <a:ext uri="{FF2B5EF4-FFF2-40B4-BE49-F238E27FC236}">
                <a16:creationId xmlns:a16="http://schemas.microsoft.com/office/drawing/2014/main" id="{C0C547B8-9570-FB19-135F-646C29610A56}"/>
              </a:ext>
            </a:extLst>
          </p:cNvPr>
          <p:cNvPicPr>
            <a:picLocks noChangeAspect="1"/>
          </p:cNvPicPr>
          <p:nvPr/>
        </p:nvPicPr>
        <p:blipFill>
          <a:blip r:embed="rId2"/>
          <a:stretch>
            <a:fillRect/>
          </a:stretch>
        </p:blipFill>
        <p:spPr>
          <a:xfrm>
            <a:off x="868680" y="1643239"/>
            <a:ext cx="8983980" cy="3317381"/>
          </a:xfrm>
          <a:prstGeom prst="rect">
            <a:avLst/>
          </a:prstGeom>
        </p:spPr>
      </p:pic>
    </p:spTree>
    <p:extLst>
      <p:ext uri="{BB962C8B-B14F-4D97-AF65-F5344CB8AC3E}">
        <p14:creationId xmlns:p14="http://schemas.microsoft.com/office/powerpoint/2010/main" val="239422879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523658" y="1643239"/>
            <a:ext cx="11144683" cy="1613775"/>
          </a:xfrm>
          <a:prstGeom prst="rect">
            <a:avLst/>
          </a:prstGeom>
        </p:spPr>
        <p:txBody>
          <a:bodyPr lIns="0" tIns="0" rIns="0" bIns="0" rtlCol="0" anchor="t">
            <a:spAutoFit/>
          </a:bodyPr>
          <a:lstStyle/>
          <a:p>
            <a:endParaRPr lang="en-US" dirty="0">
              <a:solidFill>
                <a:srgbClr val="161616"/>
              </a:solidFill>
              <a:latin typeface="Segoe UI" panose="020B0502040204020203" pitchFamily="34" charset="0"/>
              <a:ea typeface="Times New Roman" panose="02020603050405020304" pitchFamily="18" charset="0"/>
            </a:endParaRPr>
          </a:p>
          <a:p>
            <a:endParaRPr lang="en-US" sz="1800" dirty="0">
              <a:effectLst/>
              <a:latin typeface="Times New Roman" panose="02020603050405020304" pitchFamily="18" charset="0"/>
              <a:ea typeface="Times New Roman" panose="02020603050405020304" pitchFamily="18" charset="0"/>
            </a:endParaRPr>
          </a:p>
          <a:p>
            <a:endParaRPr lang="en-US" sz="1800" dirty="0">
              <a:effectLst/>
              <a:latin typeface="Times New Roman" panose="02020603050405020304" pitchFamily="18" charset="0"/>
              <a:ea typeface="Times New Roman" panose="02020603050405020304" pitchFamily="18" charset="0"/>
            </a:endParaRPr>
          </a:p>
          <a:p>
            <a:pPr marL="0" marR="0" algn="l"/>
            <a:endParaRPr lang="en-US" sz="1800" dirty="0">
              <a:effectLst/>
              <a:latin typeface="Times New Roman" panose="02020603050405020304" pitchFamily="18" charset="0"/>
              <a:ea typeface="Times New Roman" panose="02020603050405020304" pitchFamily="18" charset="0"/>
            </a:endParaRPr>
          </a:p>
          <a:p>
            <a:pPr marL="662129" lvl="1" indent="-331065">
              <a:lnSpc>
                <a:spcPts val="4294"/>
              </a:lnSpc>
              <a:buFont typeface="Arial"/>
              <a:buChar char="•"/>
            </a:pPr>
            <a:endParaRPr lang="en-US" sz="3067" dirty="0">
              <a:solidFill>
                <a:srgbClr val="250542"/>
              </a:solidFill>
              <a:latin typeface="Times Neue Roman"/>
            </a:endParaRPr>
          </a:p>
        </p:txBody>
      </p:sp>
      <p:sp>
        <p:nvSpPr>
          <p:cNvPr id="3" name="TextBox 3"/>
          <p:cNvSpPr txBox="1"/>
          <p:nvPr/>
        </p:nvSpPr>
        <p:spPr>
          <a:xfrm>
            <a:off x="685801" y="537614"/>
            <a:ext cx="10700183" cy="441211"/>
          </a:xfrm>
          <a:prstGeom prst="rect">
            <a:avLst/>
          </a:prstGeom>
        </p:spPr>
        <p:txBody>
          <a:bodyPr lIns="0" tIns="0" rIns="0" bIns="0" rtlCol="0" anchor="t">
            <a:spAutoFit/>
          </a:bodyPr>
          <a:lstStyle/>
          <a:p>
            <a:pPr marL="0" marR="0">
              <a:lnSpc>
                <a:spcPct val="107000"/>
              </a:lnSpc>
              <a:spcBef>
                <a:spcPts val="0"/>
              </a:spcBef>
              <a:spcAft>
                <a:spcPts val="0"/>
              </a:spcAft>
            </a:pPr>
            <a:r>
              <a:rPr lang="en-US" sz="2800" b="1" kern="1800" dirty="0">
                <a:solidFill>
                  <a:srgbClr val="161616"/>
                </a:solidFill>
                <a:effectLst/>
                <a:latin typeface="Segoe UI" panose="020B0502040204020203" pitchFamily="34" charset="0"/>
                <a:ea typeface="Times New Roman" panose="02020603050405020304" pitchFamily="18" charset="0"/>
                <a:cs typeface="Times New Roman" panose="02020603050405020304" pitchFamily="18" charset="0"/>
              </a:rPr>
              <a:t>What can I do with Azure?</a:t>
            </a:r>
            <a:endParaRPr lang="en-US" sz="2800" kern="100" dirty="0">
              <a:effectLst/>
              <a:latin typeface="Aptos" panose="020B0004020202020204" pitchFamily="34" charset="0"/>
              <a:ea typeface="Aptos" panose="020B0004020202020204" pitchFamily="34" charset="0"/>
              <a:cs typeface="Times New Roman" panose="02020603050405020304" pitchFamily="18" charset="0"/>
            </a:endParaRPr>
          </a:p>
        </p:txBody>
      </p:sp>
      <p:sp>
        <p:nvSpPr>
          <p:cNvPr id="5" name="TextBox 4">
            <a:extLst>
              <a:ext uri="{FF2B5EF4-FFF2-40B4-BE49-F238E27FC236}">
                <a16:creationId xmlns:a16="http://schemas.microsoft.com/office/drawing/2014/main" id="{4827B984-72C7-D8B9-BE97-2D7CA5679132}"/>
              </a:ext>
            </a:extLst>
          </p:cNvPr>
          <p:cNvSpPr txBox="1"/>
          <p:nvPr/>
        </p:nvSpPr>
        <p:spPr>
          <a:xfrm>
            <a:off x="685801" y="1720840"/>
            <a:ext cx="8452484" cy="3139321"/>
          </a:xfrm>
          <a:prstGeom prst="rect">
            <a:avLst/>
          </a:prstGeom>
          <a:noFill/>
        </p:spPr>
        <p:txBody>
          <a:bodyPr wrap="square">
            <a:spAutoFit/>
          </a:bodyPr>
          <a:lstStyle/>
          <a:p>
            <a:r>
              <a:rPr lang="en-US" dirty="0"/>
              <a:t>Azure provides more than 100 services that enable you to do everything from running your existing applications on virtual machines to exploring new software paradigms, such as intelligent bots and mixed reality.</a:t>
            </a:r>
          </a:p>
          <a:p>
            <a:r>
              <a:rPr lang="en-US" dirty="0"/>
              <a:t>Many teams start exploring the cloud by moving their existing applications to virtual machines (VMs) that run in Azure. Migrating your existing apps to VMs is a good start, but the cloud is much more than a different place to run your VMs.</a:t>
            </a:r>
          </a:p>
          <a:p>
            <a:r>
              <a:rPr lang="en-US" dirty="0"/>
              <a:t>For example, Azure provides artificial intelligence (AI) and machine-learning (ML) services that can naturally communicate with your users through vision, hearing speech. It also provides storage solutions that dynamically grow to accommodate massive amounts of data. Azure services enable solutions that aren't feasible without the power of the cloud.</a:t>
            </a:r>
          </a:p>
        </p:txBody>
      </p:sp>
    </p:spTree>
    <p:extLst>
      <p:ext uri="{BB962C8B-B14F-4D97-AF65-F5344CB8AC3E}">
        <p14:creationId xmlns:p14="http://schemas.microsoft.com/office/powerpoint/2010/main" val="181406045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523658" y="1643239"/>
            <a:ext cx="11144683" cy="1613775"/>
          </a:xfrm>
          <a:prstGeom prst="rect">
            <a:avLst/>
          </a:prstGeom>
        </p:spPr>
        <p:txBody>
          <a:bodyPr lIns="0" tIns="0" rIns="0" bIns="0" rtlCol="0" anchor="t">
            <a:spAutoFit/>
          </a:bodyPr>
          <a:lstStyle/>
          <a:p>
            <a:endParaRPr lang="en-US" dirty="0">
              <a:solidFill>
                <a:srgbClr val="161616"/>
              </a:solidFill>
              <a:latin typeface="Segoe UI" panose="020B0502040204020203" pitchFamily="34" charset="0"/>
              <a:ea typeface="Times New Roman" panose="02020603050405020304" pitchFamily="18" charset="0"/>
            </a:endParaRPr>
          </a:p>
          <a:p>
            <a:endParaRPr lang="en-US" sz="1800" dirty="0">
              <a:effectLst/>
              <a:latin typeface="Times New Roman" panose="02020603050405020304" pitchFamily="18" charset="0"/>
              <a:ea typeface="Times New Roman" panose="02020603050405020304" pitchFamily="18" charset="0"/>
            </a:endParaRPr>
          </a:p>
          <a:p>
            <a:endParaRPr lang="en-US" sz="1800" dirty="0">
              <a:effectLst/>
              <a:latin typeface="Times New Roman" panose="02020603050405020304" pitchFamily="18" charset="0"/>
              <a:ea typeface="Times New Roman" panose="02020603050405020304" pitchFamily="18" charset="0"/>
            </a:endParaRPr>
          </a:p>
          <a:p>
            <a:pPr marL="0" marR="0" algn="l"/>
            <a:endParaRPr lang="en-US" sz="1800" dirty="0">
              <a:effectLst/>
              <a:latin typeface="Times New Roman" panose="02020603050405020304" pitchFamily="18" charset="0"/>
              <a:ea typeface="Times New Roman" panose="02020603050405020304" pitchFamily="18" charset="0"/>
            </a:endParaRPr>
          </a:p>
          <a:p>
            <a:pPr marL="662129" lvl="1" indent="-331065">
              <a:lnSpc>
                <a:spcPts val="4294"/>
              </a:lnSpc>
              <a:buFont typeface="Arial"/>
              <a:buChar char="•"/>
            </a:pPr>
            <a:endParaRPr lang="en-US" sz="3067" dirty="0">
              <a:solidFill>
                <a:srgbClr val="250542"/>
              </a:solidFill>
              <a:latin typeface="Times Neue Roman"/>
            </a:endParaRPr>
          </a:p>
        </p:txBody>
      </p:sp>
      <p:sp>
        <p:nvSpPr>
          <p:cNvPr id="3" name="TextBox 3"/>
          <p:cNvSpPr txBox="1"/>
          <p:nvPr/>
        </p:nvSpPr>
        <p:spPr>
          <a:xfrm>
            <a:off x="685801" y="537614"/>
            <a:ext cx="10700183" cy="441211"/>
          </a:xfrm>
          <a:prstGeom prst="rect">
            <a:avLst/>
          </a:prstGeom>
        </p:spPr>
        <p:txBody>
          <a:bodyPr lIns="0" tIns="0" rIns="0" bIns="0" rtlCol="0" anchor="t">
            <a:spAutoFit/>
          </a:bodyPr>
          <a:lstStyle/>
          <a:p>
            <a:pPr marL="0" marR="0">
              <a:lnSpc>
                <a:spcPct val="107000"/>
              </a:lnSpc>
              <a:spcBef>
                <a:spcPts val="0"/>
              </a:spcBef>
              <a:spcAft>
                <a:spcPts val="0"/>
              </a:spcAft>
            </a:pPr>
            <a:r>
              <a:rPr lang="en-US" sz="2800" b="1" kern="1800" dirty="0">
                <a:solidFill>
                  <a:srgbClr val="161616"/>
                </a:solidFill>
                <a:effectLst/>
                <a:latin typeface="Segoe UI" panose="020B0502040204020203" pitchFamily="34" charset="0"/>
                <a:ea typeface="Times New Roman" panose="02020603050405020304" pitchFamily="18" charset="0"/>
                <a:cs typeface="Times New Roman" panose="02020603050405020304" pitchFamily="18" charset="0"/>
              </a:rPr>
              <a:t>Get started with Azure accounts</a:t>
            </a:r>
            <a:endParaRPr lang="en-US" sz="2800" kern="100" dirty="0">
              <a:effectLst/>
              <a:latin typeface="Aptos" panose="020B0004020202020204" pitchFamily="34" charset="0"/>
              <a:ea typeface="Aptos" panose="020B0004020202020204" pitchFamily="34" charset="0"/>
              <a:cs typeface="Times New Roman" panose="02020603050405020304" pitchFamily="18" charset="0"/>
            </a:endParaRPr>
          </a:p>
        </p:txBody>
      </p:sp>
      <p:sp>
        <p:nvSpPr>
          <p:cNvPr id="5" name="TextBox 4">
            <a:extLst>
              <a:ext uri="{FF2B5EF4-FFF2-40B4-BE49-F238E27FC236}">
                <a16:creationId xmlns:a16="http://schemas.microsoft.com/office/drawing/2014/main" id="{4827B984-72C7-D8B9-BE97-2D7CA5679132}"/>
              </a:ext>
            </a:extLst>
          </p:cNvPr>
          <p:cNvSpPr txBox="1"/>
          <p:nvPr/>
        </p:nvSpPr>
        <p:spPr>
          <a:xfrm>
            <a:off x="685801" y="1720840"/>
            <a:ext cx="8452484" cy="3693319"/>
          </a:xfrm>
          <a:prstGeom prst="rect">
            <a:avLst/>
          </a:prstGeom>
          <a:noFill/>
        </p:spPr>
        <p:txBody>
          <a:bodyPr wrap="square">
            <a:spAutoFit/>
          </a:bodyPr>
          <a:lstStyle/>
          <a:p>
            <a:r>
              <a:rPr lang="en-US" dirty="0"/>
              <a:t>To create and use Azure services, you need an Azure subscription. When you're completing Learn modules, most of the time a temporary subscription is created for you, which runs in an environment called the Learn sandbox. When you're working with your own applications and business needs, you need to create an Azure account, and a subscription will be created for you. After you've created an Azure account, you're free to create additional subscriptions. For example, your company might use a single Azure account for your business and separate subscriptions for development, marketing, and sales departments. After you've created an Azure subscription, you can start creating Azure resources within each subscription.</a:t>
            </a:r>
          </a:p>
          <a:p>
            <a:r>
              <a:rPr lang="en-US" dirty="0"/>
              <a:t>If you're new to Azure, you can sign up for a free account on the Azure website to start exploring at no cost to you. When you're ready, you can choose to upgrade your free account. You can also create a new subscription that enables you to start paying for Azure services you need beyond the limits of a free account.</a:t>
            </a:r>
          </a:p>
        </p:txBody>
      </p:sp>
    </p:spTree>
    <p:extLst>
      <p:ext uri="{BB962C8B-B14F-4D97-AF65-F5344CB8AC3E}">
        <p14:creationId xmlns:p14="http://schemas.microsoft.com/office/powerpoint/2010/main" val="357575664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523658" y="1643239"/>
            <a:ext cx="11144683" cy="1613775"/>
          </a:xfrm>
          <a:prstGeom prst="rect">
            <a:avLst/>
          </a:prstGeom>
        </p:spPr>
        <p:txBody>
          <a:bodyPr lIns="0" tIns="0" rIns="0" bIns="0" rtlCol="0" anchor="t">
            <a:spAutoFit/>
          </a:bodyPr>
          <a:lstStyle/>
          <a:p>
            <a:endParaRPr lang="en-US" dirty="0">
              <a:solidFill>
                <a:srgbClr val="161616"/>
              </a:solidFill>
              <a:latin typeface="Segoe UI" panose="020B0502040204020203" pitchFamily="34" charset="0"/>
              <a:ea typeface="Times New Roman" panose="02020603050405020304" pitchFamily="18" charset="0"/>
            </a:endParaRPr>
          </a:p>
          <a:p>
            <a:endParaRPr lang="en-US" sz="1800" dirty="0">
              <a:effectLst/>
              <a:latin typeface="Times New Roman" panose="02020603050405020304" pitchFamily="18" charset="0"/>
              <a:ea typeface="Times New Roman" panose="02020603050405020304" pitchFamily="18" charset="0"/>
            </a:endParaRPr>
          </a:p>
          <a:p>
            <a:endParaRPr lang="en-US" sz="1800" dirty="0">
              <a:effectLst/>
              <a:latin typeface="Times New Roman" panose="02020603050405020304" pitchFamily="18" charset="0"/>
              <a:ea typeface="Times New Roman" panose="02020603050405020304" pitchFamily="18" charset="0"/>
            </a:endParaRPr>
          </a:p>
          <a:p>
            <a:pPr marL="0" marR="0" algn="l"/>
            <a:endParaRPr lang="en-US" sz="1800" dirty="0">
              <a:effectLst/>
              <a:latin typeface="Times New Roman" panose="02020603050405020304" pitchFamily="18" charset="0"/>
              <a:ea typeface="Times New Roman" panose="02020603050405020304" pitchFamily="18" charset="0"/>
            </a:endParaRPr>
          </a:p>
          <a:p>
            <a:pPr marL="662129" lvl="1" indent="-331065">
              <a:lnSpc>
                <a:spcPts val="4294"/>
              </a:lnSpc>
              <a:buFont typeface="Arial"/>
              <a:buChar char="•"/>
            </a:pPr>
            <a:endParaRPr lang="en-US" sz="3067" dirty="0">
              <a:solidFill>
                <a:srgbClr val="250542"/>
              </a:solidFill>
              <a:latin typeface="Times Neue Roman"/>
            </a:endParaRPr>
          </a:p>
        </p:txBody>
      </p:sp>
      <p:sp>
        <p:nvSpPr>
          <p:cNvPr id="3" name="TextBox 3"/>
          <p:cNvSpPr txBox="1"/>
          <p:nvPr/>
        </p:nvSpPr>
        <p:spPr>
          <a:xfrm>
            <a:off x="685801" y="537614"/>
            <a:ext cx="10700183" cy="441211"/>
          </a:xfrm>
          <a:prstGeom prst="rect">
            <a:avLst/>
          </a:prstGeom>
        </p:spPr>
        <p:txBody>
          <a:bodyPr lIns="0" tIns="0" rIns="0" bIns="0" rtlCol="0" anchor="t">
            <a:spAutoFit/>
          </a:bodyPr>
          <a:lstStyle/>
          <a:p>
            <a:pPr marL="0" marR="0">
              <a:lnSpc>
                <a:spcPct val="107000"/>
              </a:lnSpc>
              <a:spcBef>
                <a:spcPts val="0"/>
              </a:spcBef>
              <a:spcAft>
                <a:spcPts val="0"/>
              </a:spcAft>
            </a:pPr>
            <a:r>
              <a:rPr lang="en-US" sz="2800" b="1" kern="1800" dirty="0">
                <a:solidFill>
                  <a:srgbClr val="161616"/>
                </a:solidFill>
                <a:effectLst/>
                <a:latin typeface="Segoe UI" panose="020B0502040204020203" pitchFamily="34" charset="0"/>
                <a:ea typeface="Times New Roman" panose="02020603050405020304" pitchFamily="18" charset="0"/>
                <a:cs typeface="Times New Roman" panose="02020603050405020304" pitchFamily="18" charset="0"/>
              </a:rPr>
              <a:t>Get started with Azure accounts</a:t>
            </a:r>
            <a:endParaRPr lang="en-US" sz="2800" kern="100" dirty="0">
              <a:effectLst/>
              <a:latin typeface="Aptos" panose="020B0004020202020204" pitchFamily="34" charset="0"/>
              <a:ea typeface="Aptos" panose="020B0004020202020204" pitchFamily="34" charset="0"/>
              <a:cs typeface="Times New Roman" panose="02020603050405020304" pitchFamily="18" charset="0"/>
            </a:endParaRPr>
          </a:p>
        </p:txBody>
      </p:sp>
      <p:pic>
        <p:nvPicPr>
          <p:cNvPr id="4" name="Picture 3" descr="Diagram showing the different levels of account scope.">
            <a:extLst>
              <a:ext uri="{FF2B5EF4-FFF2-40B4-BE49-F238E27FC236}">
                <a16:creationId xmlns:a16="http://schemas.microsoft.com/office/drawing/2014/main" id="{458F0C47-B63C-806F-18DF-2429FEB4E965}"/>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685802" y="1147127"/>
            <a:ext cx="8284526" cy="4563745"/>
          </a:xfrm>
          <a:prstGeom prst="rect">
            <a:avLst/>
          </a:prstGeom>
          <a:noFill/>
          <a:ln>
            <a:noFill/>
          </a:ln>
        </p:spPr>
      </p:pic>
    </p:spTree>
    <p:extLst>
      <p:ext uri="{BB962C8B-B14F-4D97-AF65-F5344CB8AC3E}">
        <p14:creationId xmlns:p14="http://schemas.microsoft.com/office/powerpoint/2010/main" val="176338604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523658" y="1643239"/>
            <a:ext cx="11144683" cy="1613775"/>
          </a:xfrm>
          <a:prstGeom prst="rect">
            <a:avLst/>
          </a:prstGeom>
        </p:spPr>
        <p:txBody>
          <a:bodyPr lIns="0" tIns="0" rIns="0" bIns="0" rtlCol="0" anchor="t">
            <a:spAutoFit/>
          </a:bodyPr>
          <a:lstStyle/>
          <a:p>
            <a:endParaRPr lang="en-US" dirty="0">
              <a:solidFill>
                <a:srgbClr val="161616"/>
              </a:solidFill>
              <a:latin typeface="Segoe UI" panose="020B0502040204020203" pitchFamily="34" charset="0"/>
              <a:ea typeface="Times New Roman" panose="02020603050405020304" pitchFamily="18" charset="0"/>
            </a:endParaRPr>
          </a:p>
          <a:p>
            <a:endParaRPr lang="en-US" sz="1800" dirty="0">
              <a:effectLst/>
              <a:latin typeface="Times New Roman" panose="02020603050405020304" pitchFamily="18" charset="0"/>
              <a:ea typeface="Times New Roman" panose="02020603050405020304" pitchFamily="18" charset="0"/>
            </a:endParaRPr>
          </a:p>
          <a:p>
            <a:endParaRPr lang="en-US" sz="1800" dirty="0">
              <a:effectLst/>
              <a:latin typeface="Times New Roman" panose="02020603050405020304" pitchFamily="18" charset="0"/>
              <a:ea typeface="Times New Roman" panose="02020603050405020304" pitchFamily="18" charset="0"/>
            </a:endParaRPr>
          </a:p>
          <a:p>
            <a:pPr marL="0" marR="0" algn="l"/>
            <a:endParaRPr lang="en-US" sz="1800" dirty="0">
              <a:effectLst/>
              <a:latin typeface="Times New Roman" panose="02020603050405020304" pitchFamily="18" charset="0"/>
              <a:ea typeface="Times New Roman" panose="02020603050405020304" pitchFamily="18" charset="0"/>
            </a:endParaRPr>
          </a:p>
          <a:p>
            <a:pPr marL="662129" lvl="1" indent="-331065">
              <a:lnSpc>
                <a:spcPts val="4294"/>
              </a:lnSpc>
              <a:buFont typeface="Arial"/>
              <a:buChar char="•"/>
            </a:pPr>
            <a:endParaRPr lang="en-US" sz="3067" dirty="0">
              <a:solidFill>
                <a:srgbClr val="250542"/>
              </a:solidFill>
              <a:latin typeface="Times Neue Roman"/>
            </a:endParaRPr>
          </a:p>
        </p:txBody>
      </p:sp>
      <p:sp>
        <p:nvSpPr>
          <p:cNvPr id="3" name="TextBox 3"/>
          <p:cNvSpPr txBox="1"/>
          <p:nvPr/>
        </p:nvSpPr>
        <p:spPr>
          <a:xfrm>
            <a:off x="685801" y="537614"/>
            <a:ext cx="10700183" cy="441211"/>
          </a:xfrm>
          <a:prstGeom prst="rect">
            <a:avLst/>
          </a:prstGeom>
        </p:spPr>
        <p:txBody>
          <a:bodyPr lIns="0" tIns="0" rIns="0" bIns="0" rtlCol="0" anchor="t">
            <a:spAutoFit/>
          </a:bodyPr>
          <a:lstStyle/>
          <a:p>
            <a:pPr marL="0" marR="0">
              <a:lnSpc>
                <a:spcPct val="107000"/>
              </a:lnSpc>
              <a:spcBef>
                <a:spcPts val="0"/>
              </a:spcBef>
              <a:spcAft>
                <a:spcPts val="0"/>
              </a:spcAft>
            </a:pPr>
            <a:r>
              <a:rPr lang="en-US" sz="2800" b="1" kern="1800" dirty="0">
                <a:solidFill>
                  <a:srgbClr val="161616"/>
                </a:solidFill>
                <a:effectLst/>
                <a:latin typeface="Segoe UI" panose="020B0502040204020203" pitchFamily="34" charset="0"/>
                <a:ea typeface="Times New Roman" panose="02020603050405020304" pitchFamily="18" charset="0"/>
                <a:cs typeface="Times New Roman" panose="02020603050405020304" pitchFamily="18" charset="0"/>
              </a:rPr>
              <a:t>What is the Microsoft Learn sandbox?</a:t>
            </a:r>
            <a:endParaRPr lang="en-US" sz="2800" kern="100" dirty="0">
              <a:effectLst/>
              <a:latin typeface="Aptos" panose="020B0004020202020204" pitchFamily="34" charset="0"/>
              <a:ea typeface="Aptos" panose="020B0004020202020204" pitchFamily="34" charset="0"/>
              <a:cs typeface="Times New Roman" panose="02020603050405020304" pitchFamily="18" charset="0"/>
            </a:endParaRPr>
          </a:p>
        </p:txBody>
      </p:sp>
      <p:sp>
        <p:nvSpPr>
          <p:cNvPr id="5" name="TextBox 4">
            <a:extLst>
              <a:ext uri="{FF2B5EF4-FFF2-40B4-BE49-F238E27FC236}">
                <a16:creationId xmlns:a16="http://schemas.microsoft.com/office/drawing/2014/main" id="{4827B984-72C7-D8B9-BE97-2D7CA5679132}"/>
              </a:ext>
            </a:extLst>
          </p:cNvPr>
          <p:cNvSpPr txBox="1"/>
          <p:nvPr/>
        </p:nvSpPr>
        <p:spPr>
          <a:xfrm>
            <a:off x="685801" y="1720840"/>
            <a:ext cx="8452484" cy="2862322"/>
          </a:xfrm>
          <a:prstGeom prst="rect">
            <a:avLst/>
          </a:prstGeom>
          <a:noFill/>
        </p:spPr>
        <p:txBody>
          <a:bodyPr wrap="square">
            <a:spAutoFit/>
          </a:bodyPr>
          <a:lstStyle/>
          <a:p>
            <a:r>
              <a:rPr lang="en-US" dirty="0"/>
              <a:t>Many of the Learn exercises use a technology called the sandbox, which creates a temporary subscription that's added to your Azure account. This temporary subscription allows you to create Azure resources during a Learn module. Learn automatically cleans up the temporary resources for you after you've completed the module.</a:t>
            </a:r>
          </a:p>
          <a:p>
            <a:endParaRPr lang="en-US" dirty="0"/>
          </a:p>
          <a:p>
            <a:r>
              <a:rPr lang="en-US" dirty="0"/>
              <a:t>When you're completing a Learn module, you're welcome to use your personal subscription to complete the exercises in a module. However, the sandbox is the preferred method to use because it allows you to create and test Azure resources at no cost to you.</a:t>
            </a:r>
          </a:p>
        </p:txBody>
      </p:sp>
    </p:spTree>
    <p:extLst>
      <p:ext uri="{BB962C8B-B14F-4D97-AF65-F5344CB8AC3E}">
        <p14:creationId xmlns:p14="http://schemas.microsoft.com/office/powerpoint/2010/main" val="191229798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523658" y="1643239"/>
            <a:ext cx="11144683" cy="1613775"/>
          </a:xfrm>
          <a:prstGeom prst="rect">
            <a:avLst/>
          </a:prstGeom>
        </p:spPr>
        <p:txBody>
          <a:bodyPr lIns="0" tIns="0" rIns="0" bIns="0" rtlCol="0" anchor="t">
            <a:spAutoFit/>
          </a:bodyPr>
          <a:lstStyle/>
          <a:p>
            <a:endParaRPr lang="en-US" dirty="0">
              <a:solidFill>
                <a:srgbClr val="161616"/>
              </a:solidFill>
              <a:latin typeface="Segoe UI" panose="020B0502040204020203" pitchFamily="34" charset="0"/>
              <a:ea typeface="Times New Roman" panose="02020603050405020304" pitchFamily="18" charset="0"/>
            </a:endParaRPr>
          </a:p>
          <a:p>
            <a:endParaRPr lang="en-US" sz="1800" dirty="0">
              <a:effectLst/>
              <a:latin typeface="Times New Roman" panose="02020603050405020304" pitchFamily="18" charset="0"/>
              <a:ea typeface="Times New Roman" panose="02020603050405020304" pitchFamily="18" charset="0"/>
            </a:endParaRPr>
          </a:p>
          <a:p>
            <a:endParaRPr lang="en-US" sz="1800" dirty="0">
              <a:effectLst/>
              <a:latin typeface="Times New Roman" panose="02020603050405020304" pitchFamily="18" charset="0"/>
              <a:ea typeface="Times New Roman" panose="02020603050405020304" pitchFamily="18" charset="0"/>
            </a:endParaRPr>
          </a:p>
          <a:p>
            <a:pPr marL="0" marR="0" algn="l"/>
            <a:endParaRPr lang="en-US" sz="1800" dirty="0">
              <a:effectLst/>
              <a:latin typeface="Times New Roman" panose="02020603050405020304" pitchFamily="18" charset="0"/>
              <a:ea typeface="Times New Roman" panose="02020603050405020304" pitchFamily="18" charset="0"/>
            </a:endParaRPr>
          </a:p>
          <a:p>
            <a:pPr marL="662129" lvl="1" indent="-331065">
              <a:lnSpc>
                <a:spcPts val="4294"/>
              </a:lnSpc>
              <a:buFont typeface="Arial"/>
              <a:buChar char="•"/>
            </a:pPr>
            <a:endParaRPr lang="en-US" sz="3067" dirty="0">
              <a:solidFill>
                <a:srgbClr val="250542"/>
              </a:solidFill>
              <a:latin typeface="Times Neue Roman"/>
            </a:endParaRPr>
          </a:p>
        </p:txBody>
      </p:sp>
      <p:sp>
        <p:nvSpPr>
          <p:cNvPr id="3" name="TextBox 3"/>
          <p:cNvSpPr txBox="1"/>
          <p:nvPr/>
        </p:nvSpPr>
        <p:spPr>
          <a:xfrm>
            <a:off x="685801" y="537614"/>
            <a:ext cx="10700183" cy="441211"/>
          </a:xfrm>
          <a:prstGeom prst="rect">
            <a:avLst/>
          </a:prstGeom>
        </p:spPr>
        <p:txBody>
          <a:bodyPr lIns="0" tIns="0" rIns="0" bIns="0" rtlCol="0" anchor="t">
            <a:spAutoFit/>
          </a:bodyPr>
          <a:lstStyle/>
          <a:p>
            <a:pPr marL="0" marR="0">
              <a:lnSpc>
                <a:spcPct val="107000"/>
              </a:lnSpc>
              <a:spcBef>
                <a:spcPts val="0"/>
              </a:spcBef>
              <a:spcAft>
                <a:spcPts val="0"/>
              </a:spcAft>
            </a:pPr>
            <a:r>
              <a:rPr lang="en-US" sz="2800" b="1" kern="1800" dirty="0">
                <a:solidFill>
                  <a:srgbClr val="161616"/>
                </a:solidFill>
                <a:effectLst/>
                <a:latin typeface="Segoe UI" panose="020B0502040204020203" pitchFamily="34" charset="0"/>
                <a:ea typeface="Times New Roman" panose="02020603050405020304" pitchFamily="18" charset="0"/>
                <a:cs typeface="Times New Roman" panose="02020603050405020304" pitchFamily="18" charset="0"/>
              </a:rPr>
              <a:t>Describe Azure physical infrastructure</a:t>
            </a:r>
            <a:endParaRPr lang="en-US" sz="2800" kern="100" dirty="0">
              <a:effectLst/>
              <a:latin typeface="Aptos" panose="020B0004020202020204" pitchFamily="34" charset="0"/>
              <a:ea typeface="Aptos" panose="020B0004020202020204" pitchFamily="34" charset="0"/>
              <a:cs typeface="Times New Roman" panose="02020603050405020304" pitchFamily="18" charset="0"/>
            </a:endParaRPr>
          </a:p>
        </p:txBody>
      </p:sp>
      <p:sp>
        <p:nvSpPr>
          <p:cNvPr id="5" name="TextBox 4">
            <a:extLst>
              <a:ext uri="{FF2B5EF4-FFF2-40B4-BE49-F238E27FC236}">
                <a16:creationId xmlns:a16="http://schemas.microsoft.com/office/drawing/2014/main" id="{4827B984-72C7-D8B9-BE97-2D7CA5679132}"/>
              </a:ext>
            </a:extLst>
          </p:cNvPr>
          <p:cNvSpPr txBox="1"/>
          <p:nvPr/>
        </p:nvSpPr>
        <p:spPr>
          <a:xfrm>
            <a:off x="685801" y="1720840"/>
            <a:ext cx="8452484" cy="1477328"/>
          </a:xfrm>
          <a:prstGeom prst="rect">
            <a:avLst/>
          </a:prstGeom>
          <a:noFill/>
        </p:spPr>
        <p:txBody>
          <a:bodyPr wrap="square">
            <a:spAutoFit/>
          </a:bodyPr>
          <a:lstStyle/>
          <a:p>
            <a:r>
              <a:rPr lang="en-US"/>
              <a:t>Throughout your journey with Microsoft Azure, you’ll hear and use terms like Regions, Availability Zones, Resources, Subscriptions, and more. This module focuses on the core architectural components of Azure. The core architectural components of Azure may be broken down into two main groupings: the physical infrastructure, and the management infrastructure.</a:t>
            </a:r>
            <a:endParaRPr lang="en-US" dirty="0"/>
          </a:p>
        </p:txBody>
      </p:sp>
    </p:spTree>
    <p:extLst>
      <p:ext uri="{BB962C8B-B14F-4D97-AF65-F5344CB8AC3E}">
        <p14:creationId xmlns:p14="http://schemas.microsoft.com/office/powerpoint/2010/main" val="380115700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523658" y="1643239"/>
            <a:ext cx="11144683" cy="1613775"/>
          </a:xfrm>
          <a:prstGeom prst="rect">
            <a:avLst/>
          </a:prstGeom>
        </p:spPr>
        <p:txBody>
          <a:bodyPr lIns="0" tIns="0" rIns="0" bIns="0" rtlCol="0" anchor="t">
            <a:spAutoFit/>
          </a:bodyPr>
          <a:lstStyle/>
          <a:p>
            <a:endParaRPr lang="en-US" dirty="0">
              <a:solidFill>
                <a:srgbClr val="161616"/>
              </a:solidFill>
              <a:latin typeface="Segoe UI" panose="020B0502040204020203" pitchFamily="34" charset="0"/>
              <a:ea typeface="Times New Roman" panose="02020603050405020304" pitchFamily="18" charset="0"/>
            </a:endParaRPr>
          </a:p>
          <a:p>
            <a:endParaRPr lang="en-US" sz="1800" dirty="0">
              <a:effectLst/>
              <a:latin typeface="Times New Roman" panose="02020603050405020304" pitchFamily="18" charset="0"/>
              <a:ea typeface="Times New Roman" panose="02020603050405020304" pitchFamily="18" charset="0"/>
            </a:endParaRPr>
          </a:p>
          <a:p>
            <a:endParaRPr lang="en-US" sz="1800" dirty="0">
              <a:effectLst/>
              <a:latin typeface="Times New Roman" panose="02020603050405020304" pitchFamily="18" charset="0"/>
              <a:ea typeface="Times New Roman" panose="02020603050405020304" pitchFamily="18" charset="0"/>
            </a:endParaRPr>
          </a:p>
          <a:p>
            <a:pPr marL="0" marR="0" algn="l"/>
            <a:endParaRPr lang="en-US" sz="1800" dirty="0">
              <a:effectLst/>
              <a:latin typeface="Times New Roman" panose="02020603050405020304" pitchFamily="18" charset="0"/>
              <a:ea typeface="Times New Roman" panose="02020603050405020304" pitchFamily="18" charset="0"/>
            </a:endParaRPr>
          </a:p>
          <a:p>
            <a:pPr marL="662129" lvl="1" indent="-331065">
              <a:lnSpc>
                <a:spcPts val="4294"/>
              </a:lnSpc>
              <a:buFont typeface="Arial"/>
              <a:buChar char="•"/>
            </a:pPr>
            <a:endParaRPr lang="en-US" sz="3067" dirty="0">
              <a:solidFill>
                <a:srgbClr val="250542"/>
              </a:solidFill>
              <a:latin typeface="Times Neue Roman"/>
            </a:endParaRPr>
          </a:p>
        </p:txBody>
      </p:sp>
      <p:sp>
        <p:nvSpPr>
          <p:cNvPr id="3" name="TextBox 3"/>
          <p:cNvSpPr txBox="1"/>
          <p:nvPr/>
        </p:nvSpPr>
        <p:spPr>
          <a:xfrm>
            <a:off x="685801" y="537614"/>
            <a:ext cx="10700183" cy="441211"/>
          </a:xfrm>
          <a:prstGeom prst="rect">
            <a:avLst/>
          </a:prstGeom>
        </p:spPr>
        <p:txBody>
          <a:bodyPr lIns="0" tIns="0" rIns="0" bIns="0" rtlCol="0" anchor="t">
            <a:spAutoFit/>
          </a:bodyPr>
          <a:lstStyle/>
          <a:p>
            <a:pPr marL="0" marR="0">
              <a:lnSpc>
                <a:spcPct val="107000"/>
              </a:lnSpc>
              <a:spcBef>
                <a:spcPts val="0"/>
              </a:spcBef>
              <a:spcAft>
                <a:spcPts val="0"/>
              </a:spcAft>
            </a:pPr>
            <a:r>
              <a:rPr lang="en-US" sz="2800" b="1" kern="1800" dirty="0">
                <a:solidFill>
                  <a:srgbClr val="161616"/>
                </a:solidFill>
                <a:effectLst/>
                <a:latin typeface="Segoe UI" panose="020B0502040204020203" pitchFamily="34" charset="0"/>
                <a:ea typeface="Times New Roman" panose="02020603050405020304" pitchFamily="18" charset="0"/>
                <a:cs typeface="Times New Roman" panose="02020603050405020304" pitchFamily="18" charset="0"/>
              </a:rPr>
              <a:t>Physical infrastructure</a:t>
            </a:r>
            <a:endParaRPr lang="en-US" sz="2800" kern="100" dirty="0">
              <a:effectLst/>
              <a:latin typeface="Aptos" panose="020B0004020202020204" pitchFamily="34" charset="0"/>
              <a:ea typeface="Aptos" panose="020B0004020202020204" pitchFamily="34" charset="0"/>
              <a:cs typeface="Times New Roman" panose="02020603050405020304" pitchFamily="18" charset="0"/>
            </a:endParaRPr>
          </a:p>
        </p:txBody>
      </p:sp>
      <p:sp>
        <p:nvSpPr>
          <p:cNvPr id="5" name="TextBox 4">
            <a:extLst>
              <a:ext uri="{FF2B5EF4-FFF2-40B4-BE49-F238E27FC236}">
                <a16:creationId xmlns:a16="http://schemas.microsoft.com/office/drawing/2014/main" id="{4827B984-72C7-D8B9-BE97-2D7CA5679132}"/>
              </a:ext>
            </a:extLst>
          </p:cNvPr>
          <p:cNvSpPr txBox="1"/>
          <p:nvPr/>
        </p:nvSpPr>
        <p:spPr>
          <a:xfrm>
            <a:off x="685801" y="1720840"/>
            <a:ext cx="8452484" cy="3416320"/>
          </a:xfrm>
          <a:prstGeom prst="rect">
            <a:avLst/>
          </a:prstGeom>
          <a:noFill/>
        </p:spPr>
        <p:txBody>
          <a:bodyPr wrap="square">
            <a:spAutoFit/>
          </a:bodyPr>
          <a:lstStyle/>
          <a:p>
            <a:r>
              <a:rPr lang="en-US" dirty="0"/>
              <a:t>The physical infrastructure for Azure starts with datacenters. Conceptually, the datacenters are the same as large corporate datacenters. They’re facilities with resources arranged in racks, with dedicated power, cooling, and networking infrastructure.</a:t>
            </a:r>
          </a:p>
          <a:p>
            <a:endParaRPr lang="en-US" dirty="0"/>
          </a:p>
          <a:p>
            <a:r>
              <a:rPr lang="en-US" dirty="0"/>
              <a:t>As a global cloud provider, Azure has datacenters around the world. However, these individual datacenters aren’t directly accessible. Datacenters are grouped into Azure Regions or Azure Availability Zones that are designed to help you achieve resiliency and reliability for your business-critical workloads.</a:t>
            </a:r>
          </a:p>
          <a:p>
            <a:endParaRPr lang="en-US" dirty="0"/>
          </a:p>
          <a:p>
            <a:r>
              <a:rPr lang="en-US" dirty="0"/>
              <a:t>The Global infrastructure site gives you a chance to interactively explore the underlying Azure infrastructure.</a:t>
            </a:r>
          </a:p>
        </p:txBody>
      </p:sp>
    </p:spTree>
    <p:extLst>
      <p:ext uri="{BB962C8B-B14F-4D97-AF65-F5344CB8AC3E}">
        <p14:creationId xmlns:p14="http://schemas.microsoft.com/office/powerpoint/2010/main" val="191262560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523658" y="1643239"/>
            <a:ext cx="11144683" cy="1613775"/>
          </a:xfrm>
          <a:prstGeom prst="rect">
            <a:avLst/>
          </a:prstGeom>
        </p:spPr>
        <p:txBody>
          <a:bodyPr lIns="0" tIns="0" rIns="0" bIns="0" rtlCol="0" anchor="t">
            <a:spAutoFit/>
          </a:bodyPr>
          <a:lstStyle/>
          <a:p>
            <a:endParaRPr lang="en-US" dirty="0">
              <a:solidFill>
                <a:srgbClr val="161616"/>
              </a:solidFill>
              <a:latin typeface="Segoe UI" panose="020B0502040204020203" pitchFamily="34" charset="0"/>
              <a:ea typeface="Times New Roman" panose="02020603050405020304" pitchFamily="18" charset="0"/>
            </a:endParaRPr>
          </a:p>
          <a:p>
            <a:endParaRPr lang="en-US" sz="1800" dirty="0">
              <a:effectLst/>
              <a:latin typeface="Times New Roman" panose="02020603050405020304" pitchFamily="18" charset="0"/>
              <a:ea typeface="Times New Roman" panose="02020603050405020304" pitchFamily="18" charset="0"/>
            </a:endParaRPr>
          </a:p>
          <a:p>
            <a:endParaRPr lang="en-US" sz="1800" dirty="0">
              <a:effectLst/>
              <a:latin typeface="Times New Roman" panose="02020603050405020304" pitchFamily="18" charset="0"/>
              <a:ea typeface="Times New Roman" panose="02020603050405020304" pitchFamily="18" charset="0"/>
            </a:endParaRPr>
          </a:p>
          <a:p>
            <a:pPr marL="0" marR="0" algn="l"/>
            <a:endParaRPr lang="en-US" sz="1800" dirty="0">
              <a:effectLst/>
              <a:latin typeface="Times New Roman" panose="02020603050405020304" pitchFamily="18" charset="0"/>
              <a:ea typeface="Times New Roman" panose="02020603050405020304" pitchFamily="18" charset="0"/>
            </a:endParaRPr>
          </a:p>
          <a:p>
            <a:pPr marL="662129" lvl="1" indent="-331065">
              <a:lnSpc>
                <a:spcPts val="4294"/>
              </a:lnSpc>
              <a:buFont typeface="Arial"/>
              <a:buChar char="•"/>
            </a:pPr>
            <a:endParaRPr lang="en-US" sz="3067" dirty="0">
              <a:solidFill>
                <a:srgbClr val="250542"/>
              </a:solidFill>
              <a:latin typeface="Times Neue Roman"/>
            </a:endParaRPr>
          </a:p>
        </p:txBody>
      </p:sp>
      <p:sp>
        <p:nvSpPr>
          <p:cNvPr id="3" name="TextBox 3"/>
          <p:cNvSpPr txBox="1"/>
          <p:nvPr/>
        </p:nvSpPr>
        <p:spPr>
          <a:xfrm>
            <a:off x="685801" y="537614"/>
            <a:ext cx="10700183" cy="441211"/>
          </a:xfrm>
          <a:prstGeom prst="rect">
            <a:avLst/>
          </a:prstGeom>
        </p:spPr>
        <p:txBody>
          <a:bodyPr lIns="0" tIns="0" rIns="0" bIns="0" rtlCol="0" anchor="t">
            <a:spAutoFit/>
          </a:bodyPr>
          <a:lstStyle/>
          <a:p>
            <a:pPr marL="0" marR="0">
              <a:lnSpc>
                <a:spcPct val="107000"/>
              </a:lnSpc>
              <a:spcBef>
                <a:spcPts val="0"/>
              </a:spcBef>
              <a:spcAft>
                <a:spcPts val="0"/>
              </a:spcAft>
            </a:pPr>
            <a:r>
              <a:rPr lang="en-US" sz="2800" b="1" kern="1800" dirty="0">
                <a:solidFill>
                  <a:srgbClr val="161616"/>
                </a:solidFill>
                <a:effectLst/>
                <a:latin typeface="Segoe UI" panose="020B0502040204020203" pitchFamily="34" charset="0"/>
                <a:ea typeface="Times New Roman" panose="02020603050405020304" pitchFamily="18" charset="0"/>
                <a:cs typeface="Times New Roman" panose="02020603050405020304" pitchFamily="18" charset="0"/>
              </a:rPr>
              <a:t>Regions</a:t>
            </a:r>
            <a:endParaRPr lang="en-US" sz="2800" kern="100" dirty="0">
              <a:effectLst/>
              <a:latin typeface="Aptos" panose="020B0004020202020204" pitchFamily="34" charset="0"/>
              <a:ea typeface="Aptos" panose="020B0004020202020204" pitchFamily="34" charset="0"/>
              <a:cs typeface="Times New Roman" panose="02020603050405020304" pitchFamily="18" charset="0"/>
            </a:endParaRPr>
          </a:p>
        </p:txBody>
      </p:sp>
      <p:sp>
        <p:nvSpPr>
          <p:cNvPr id="5" name="TextBox 4">
            <a:extLst>
              <a:ext uri="{FF2B5EF4-FFF2-40B4-BE49-F238E27FC236}">
                <a16:creationId xmlns:a16="http://schemas.microsoft.com/office/drawing/2014/main" id="{4827B984-72C7-D8B9-BE97-2D7CA5679132}"/>
              </a:ext>
            </a:extLst>
          </p:cNvPr>
          <p:cNvSpPr txBox="1"/>
          <p:nvPr/>
        </p:nvSpPr>
        <p:spPr>
          <a:xfrm>
            <a:off x="685801" y="1720840"/>
            <a:ext cx="8452484" cy="4247317"/>
          </a:xfrm>
          <a:prstGeom prst="rect">
            <a:avLst/>
          </a:prstGeom>
          <a:noFill/>
        </p:spPr>
        <p:txBody>
          <a:bodyPr wrap="square">
            <a:spAutoFit/>
          </a:bodyPr>
          <a:lstStyle/>
          <a:p>
            <a:r>
              <a:rPr lang="en-US" dirty="0"/>
              <a:t>A region is a geographical area on the planet that contains at least one, but potentially multiple datacenters that are nearby and networked together with a low-latency network. Azure intelligently assigns and controls the resources within each region to ensure workloads are appropriately balanced.</a:t>
            </a:r>
          </a:p>
          <a:p>
            <a:r>
              <a:rPr lang="en-US" dirty="0"/>
              <a:t>When you deploy a resource in Azure, you'll often need to choose the region where you want your resource deployed.</a:t>
            </a:r>
          </a:p>
          <a:p>
            <a:endParaRPr lang="en-US" dirty="0"/>
          </a:p>
          <a:p>
            <a:r>
              <a:rPr lang="en-US" b="1" dirty="0"/>
              <a:t>Note!</a:t>
            </a:r>
          </a:p>
          <a:p>
            <a:endParaRPr lang="en-US" b="1" dirty="0"/>
          </a:p>
          <a:p>
            <a:r>
              <a:rPr lang="en-US" dirty="0"/>
              <a:t>Some services or virtual machine (VM) features are only available in certain regions, such as specific VM sizes or storage types. There are also some global Azure services that don't require you to select a particular region, such as Microsoft </a:t>
            </a:r>
            <a:r>
              <a:rPr lang="en-US" dirty="0" err="1"/>
              <a:t>Entra</a:t>
            </a:r>
            <a:r>
              <a:rPr lang="en-US" dirty="0"/>
              <a:t> ID, Azure Traffic Manager, and Azure DNS.</a:t>
            </a:r>
          </a:p>
          <a:p>
            <a:endParaRPr lang="en-US" dirty="0"/>
          </a:p>
          <a:p>
            <a:endParaRPr lang="en-US" dirty="0"/>
          </a:p>
        </p:txBody>
      </p:sp>
    </p:spTree>
    <p:extLst>
      <p:ext uri="{BB962C8B-B14F-4D97-AF65-F5344CB8AC3E}">
        <p14:creationId xmlns:p14="http://schemas.microsoft.com/office/powerpoint/2010/main" val="31895011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54B6DC-8223-C135-A6FA-FA0A07617242}"/>
            </a:ext>
          </a:extLst>
        </p:cNvPr>
        <p:cNvGrpSpPr/>
        <p:nvPr/>
      </p:nvGrpSpPr>
      <p:grpSpPr>
        <a:xfrm>
          <a:off x="0" y="0"/>
          <a:ext cx="0" cy="0"/>
          <a:chOff x="0" y="0"/>
          <a:chExt cx="0" cy="0"/>
        </a:xfrm>
      </p:grpSpPr>
      <p:sp>
        <p:nvSpPr>
          <p:cNvPr id="2" name="TextBox 2">
            <a:extLst>
              <a:ext uri="{FF2B5EF4-FFF2-40B4-BE49-F238E27FC236}">
                <a16:creationId xmlns:a16="http://schemas.microsoft.com/office/drawing/2014/main" id="{83B8DDA1-D4B8-67D5-8610-6439D9EF078E}"/>
              </a:ext>
            </a:extLst>
          </p:cNvPr>
          <p:cNvSpPr txBox="1"/>
          <p:nvPr/>
        </p:nvSpPr>
        <p:spPr>
          <a:xfrm>
            <a:off x="523658" y="1643239"/>
            <a:ext cx="11144683" cy="1613775"/>
          </a:xfrm>
          <a:prstGeom prst="rect">
            <a:avLst/>
          </a:prstGeom>
        </p:spPr>
        <p:txBody>
          <a:bodyPr lIns="0" tIns="0" rIns="0" bIns="0" rtlCol="0" anchor="t">
            <a:spAutoFit/>
          </a:bodyPr>
          <a:lstStyle/>
          <a:p>
            <a:endParaRPr lang="en-US" dirty="0">
              <a:solidFill>
                <a:srgbClr val="161616"/>
              </a:solidFill>
              <a:latin typeface="Segoe UI" panose="020B0502040204020203" pitchFamily="34" charset="0"/>
              <a:ea typeface="Times New Roman" panose="02020603050405020304" pitchFamily="18" charset="0"/>
            </a:endParaRPr>
          </a:p>
          <a:p>
            <a:endParaRPr lang="en-US" sz="1800" dirty="0">
              <a:effectLst/>
              <a:latin typeface="Times New Roman" panose="02020603050405020304" pitchFamily="18" charset="0"/>
              <a:ea typeface="Times New Roman" panose="02020603050405020304" pitchFamily="18" charset="0"/>
            </a:endParaRPr>
          </a:p>
          <a:p>
            <a:endParaRPr lang="en-US" sz="1800" dirty="0">
              <a:effectLst/>
              <a:latin typeface="Times New Roman" panose="02020603050405020304" pitchFamily="18" charset="0"/>
              <a:ea typeface="Times New Roman" panose="02020603050405020304" pitchFamily="18" charset="0"/>
            </a:endParaRPr>
          </a:p>
          <a:p>
            <a:pPr marL="0" marR="0" algn="l"/>
            <a:endParaRPr lang="en-US" sz="1800" dirty="0">
              <a:effectLst/>
              <a:latin typeface="Times New Roman" panose="02020603050405020304" pitchFamily="18" charset="0"/>
              <a:ea typeface="Times New Roman" panose="02020603050405020304" pitchFamily="18" charset="0"/>
            </a:endParaRPr>
          </a:p>
          <a:p>
            <a:pPr marL="662129" lvl="1" indent="-331065">
              <a:lnSpc>
                <a:spcPts val="4294"/>
              </a:lnSpc>
              <a:buFont typeface="Arial"/>
              <a:buChar char="•"/>
            </a:pPr>
            <a:endParaRPr lang="en-US" sz="3067" dirty="0">
              <a:solidFill>
                <a:srgbClr val="250542"/>
              </a:solidFill>
              <a:latin typeface="Times Neue Roman"/>
            </a:endParaRPr>
          </a:p>
        </p:txBody>
      </p:sp>
      <p:pic>
        <p:nvPicPr>
          <p:cNvPr id="4" name="Picture 3">
            <a:extLst>
              <a:ext uri="{FF2B5EF4-FFF2-40B4-BE49-F238E27FC236}">
                <a16:creationId xmlns:a16="http://schemas.microsoft.com/office/drawing/2014/main" id="{63FA028C-95B9-1675-E2D0-BF2CDF268920}"/>
              </a:ext>
            </a:extLst>
          </p:cNvPr>
          <p:cNvPicPr>
            <a:picLocks noChangeAspect="1"/>
          </p:cNvPicPr>
          <p:nvPr/>
        </p:nvPicPr>
        <p:blipFill>
          <a:blip r:embed="rId2"/>
          <a:stretch>
            <a:fillRect/>
          </a:stretch>
        </p:blipFill>
        <p:spPr>
          <a:xfrm>
            <a:off x="1064526" y="464024"/>
            <a:ext cx="9894626" cy="5554640"/>
          </a:xfrm>
          <a:prstGeom prst="rect">
            <a:avLst/>
          </a:prstGeom>
        </p:spPr>
      </p:pic>
    </p:spTree>
    <p:extLst>
      <p:ext uri="{BB962C8B-B14F-4D97-AF65-F5344CB8AC3E}">
        <p14:creationId xmlns:p14="http://schemas.microsoft.com/office/powerpoint/2010/main" val="166894847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523658" y="1643239"/>
            <a:ext cx="11144683" cy="1613775"/>
          </a:xfrm>
          <a:prstGeom prst="rect">
            <a:avLst/>
          </a:prstGeom>
        </p:spPr>
        <p:txBody>
          <a:bodyPr lIns="0" tIns="0" rIns="0" bIns="0" rtlCol="0" anchor="t">
            <a:spAutoFit/>
          </a:bodyPr>
          <a:lstStyle/>
          <a:p>
            <a:endParaRPr lang="en-US" dirty="0">
              <a:solidFill>
                <a:srgbClr val="161616"/>
              </a:solidFill>
              <a:latin typeface="Segoe UI" panose="020B0502040204020203" pitchFamily="34" charset="0"/>
              <a:ea typeface="Times New Roman" panose="02020603050405020304" pitchFamily="18" charset="0"/>
            </a:endParaRPr>
          </a:p>
          <a:p>
            <a:endParaRPr lang="en-US" sz="1800" dirty="0">
              <a:effectLst/>
              <a:latin typeface="Times New Roman" panose="02020603050405020304" pitchFamily="18" charset="0"/>
              <a:ea typeface="Times New Roman" panose="02020603050405020304" pitchFamily="18" charset="0"/>
            </a:endParaRPr>
          </a:p>
          <a:p>
            <a:endParaRPr lang="en-US" sz="1800" dirty="0">
              <a:effectLst/>
              <a:latin typeface="Times New Roman" panose="02020603050405020304" pitchFamily="18" charset="0"/>
              <a:ea typeface="Times New Roman" panose="02020603050405020304" pitchFamily="18" charset="0"/>
            </a:endParaRPr>
          </a:p>
          <a:p>
            <a:pPr marL="0" marR="0" algn="l"/>
            <a:endParaRPr lang="en-US" sz="1800" dirty="0">
              <a:effectLst/>
              <a:latin typeface="Times New Roman" panose="02020603050405020304" pitchFamily="18" charset="0"/>
              <a:ea typeface="Times New Roman" panose="02020603050405020304" pitchFamily="18" charset="0"/>
            </a:endParaRPr>
          </a:p>
          <a:p>
            <a:pPr marL="662129" lvl="1" indent="-331065">
              <a:lnSpc>
                <a:spcPts val="4294"/>
              </a:lnSpc>
              <a:buFont typeface="Arial"/>
              <a:buChar char="•"/>
            </a:pPr>
            <a:endParaRPr lang="en-US" sz="3067" dirty="0">
              <a:solidFill>
                <a:srgbClr val="250542"/>
              </a:solidFill>
              <a:latin typeface="Times Neue Roman"/>
            </a:endParaRPr>
          </a:p>
        </p:txBody>
      </p:sp>
      <p:sp>
        <p:nvSpPr>
          <p:cNvPr id="3" name="TextBox 3"/>
          <p:cNvSpPr txBox="1"/>
          <p:nvPr/>
        </p:nvSpPr>
        <p:spPr>
          <a:xfrm>
            <a:off x="685801" y="537614"/>
            <a:ext cx="10700183" cy="441211"/>
          </a:xfrm>
          <a:prstGeom prst="rect">
            <a:avLst/>
          </a:prstGeom>
        </p:spPr>
        <p:txBody>
          <a:bodyPr lIns="0" tIns="0" rIns="0" bIns="0" rtlCol="0" anchor="t">
            <a:spAutoFit/>
          </a:bodyPr>
          <a:lstStyle/>
          <a:p>
            <a:pPr marL="0" marR="0">
              <a:lnSpc>
                <a:spcPct val="107000"/>
              </a:lnSpc>
              <a:spcBef>
                <a:spcPts val="0"/>
              </a:spcBef>
              <a:spcAft>
                <a:spcPts val="0"/>
              </a:spcAft>
            </a:pPr>
            <a:r>
              <a:rPr lang="en-US" sz="2800" b="1" kern="1800" dirty="0">
                <a:solidFill>
                  <a:srgbClr val="161616"/>
                </a:solidFill>
                <a:effectLst/>
                <a:latin typeface="Segoe UI" panose="020B0502040204020203" pitchFamily="34" charset="0"/>
                <a:ea typeface="Times New Roman" panose="02020603050405020304" pitchFamily="18" charset="0"/>
                <a:cs typeface="Times New Roman" panose="02020603050405020304" pitchFamily="18" charset="0"/>
              </a:rPr>
              <a:t>Availability Zones</a:t>
            </a:r>
            <a:endParaRPr lang="en-US" sz="2800" kern="100" dirty="0">
              <a:effectLst/>
              <a:latin typeface="Aptos" panose="020B0004020202020204" pitchFamily="34" charset="0"/>
              <a:ea typeface="Aptos" panose="020B0004020202020204" pitchFamily="34" charset="0"/>
              <a:cs typeface="Times New Roman" panose="02020603050405020304" pitchFamily="18" charset="0"/>
            </a:endParaRPr>
          </a:p>
        </p:txBody>
      </p:sp>
      <p:sp>
        <p:nvSpPr>
          <p:cNvPr id="5" name="TextBox 4">
            <a:extLst>
              <a:ext uri="{FF2B5EF4-FFF2-40B4-BE49-F238E27FC236}">
                <a16:creationId xmlns:a16="http://schemas.microsoft.com/office/drawing/2014/main" id="{4827B984-72C7-D8B9-BE97-2D7CA5679132}"/>
              </a:ext>
            </a:extLst>
          </p:cNvPr>
          <p:cNvSpPr txBox="1"/>
          <p:nvPr/>
        </p:nvSpPr>
        <p:spPr>
          <a:xfrm>
            <a:off x="685801" y="1720840"/>
            <a:ext cx="8452484" cy="2031325"/>
          </a:xfrm>
          <a:prstGeom prst="rect">
            <a:avLst/>
          </a:prstGeom>
          <a:noFill/>
        </p:spPr>
        <p:txBody>
          <a:bodyPr wrap="square">
            <a:spAutoFit/>
          </a:bodyPr>
          <a:lstStyle/>
          <a:p>
            <a:r>
              <a:rPr lang="en-US" dirty="0"/>
              <a:t>Availability zones are physically separate datacenters within an Azure region. Each availability zone is made up of one or more datacenters equipped with independent power, cooling, and networking. An availability zone is set up to be an isolation boundary. If one zone goes down, the other continues working. Availability zones are connected through high-speed, private fiber-optic networks.</a:t>
            </a:r>
          </a:p>
          <a:p>
            <a:endParaRPr lang="en-US" dirty="0"/>
          </a:p>
          <a:p>
            <a:endParaRPr lang="en-US" dirty="0"/>
          </a:p>
        </p:txBody>
      </p:sp>
    </p:spTree>
    <p:extLst>
      <p:ext uri="{BB962C8B-B14F-4D97-AF65-F5344CB8AC3E}">
        <p14:creationId xmlns:p14="http://schemas.microsoft.com/office/powerpoint/2010/main" val="30220244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523658" y="1643239"/>
            <a:ext cx="11144683" cy="1613775"/>
          </a:xfrm>
          <a:prstGeom prst="rect">
            <a:avLst/>
          </a:prstGeom>
        </p:spPr>
        <p:txBody>
          <a:bodyPr lIns="0" tIns="0" rIns="0" bIns="0" rtlCol="0" anchor="t">
            <a:spAutoFit/>
          </a:bodyPr>
          <a:lstStyle/>
          <a:p>
            <a:endParaRPr lang="en-US" dirty="0">
              <a:solidFill>
                <a:srgbClr val="161616"/>
              </a:solidFill>
              <a:latin typeface="Segoe UI" panose="020B0502040204020203" pitchFamily="34" charset="0"/>
              <a:ea typeface="Times New Roman" panose="02020603050405020304" pitchFamily="18" charset="0"/>
            </a:endParaRPr>
          </a:p>
          <a:p>
            <a:endParaRPr lang="en-US" sz="1800" dirty="0">
              <a:effectLst/>
              <a:latin typeface="Times New Roman" panose="02020603050405020304" pitchFamily="18" charset="0"/>
              <a:ea typeface="Times New Roman" panose="02020603050405020304" pitchFamily="18" charset="0"/>
            </a:endParaRPr>
          </a:p>
          <a:p>
            <a:endParaRPr lang="en-US" sz="1800" dirty="0">
              <a:effectLst/>
              <a:latin typeface="Times New Roman" panose="02020603050405020304" pitchFamily="18" charset="0"/>
              <a:ea typeface="Times New Roman" panose="02020603050405020304" pitchFamily="18" charset="0"/>
            </a:endParaRPr>
          </a:p>
          <a:p>
            <a:pPr marL="0" marR="0" algn="l"/>
            <a:endParaRPr lang="en-US" sz="1800" dirty="0">
              <a:effectLst/>
              <a:latin typeface="Times New Roman" panose="02020603050405020304" pitchFamily="18" charset="0"/>
              <a:ea typeface="Times New Roman" panose="02020603050405020304" pitchFamily="18" charset="0"/>
            </a:endParaRPr>
          </a:p>
          <a:p>
            <a:pPr marL="662129" lvl="1" indent="-331065">
              <a:lnSpc>
                <a:spcPts val="4294"/>
              </a:lnSpc>
              <a:buFont typeface="Arial"/>
              <a:buChar char="•"/>
            </a:pPr>
            <a:endParaRPr lang="en-US" sz="3067" dirty="0">
              <a:solidFill>
                <a:srgbClr val="250542"/>
              </a:solidFill>
              <a:latin typeface="Times Neue Roman"/>
            </a:endParaRPr>
          </a:p>
        </p:txBody>
      </p:sp>
      <p:sp>
        <p:nvSpPr>
          <p:cNvPr id="3" name="TextBox 3"/>
          <p:cNvSpPr txBox="1"/>
          <p:nvPr/>
        </p:nvSpPr>
        <p:spPr>
          <a:xfrm>
            <a:off x="685801" y="537614"/>
            <a:ext cx="10700183" cy="441211"/>
          </a:xfrm>
          <a:prstGeom prst="rect">
            <a:avLst/>
          </a:prstGeom>
        </p:spPr>
        <p:txBody>
          <a:bodyPr lIns="0" tIns="0" rIns="0" bIns="0" rtlCol="0" anchor="t">
            <a:spAutoFit/>
          </a:bodyPr>
          <a:lstStyle/>
          <a:p>
            <a:pPr marL="0" marR="0">
              <a:lnSpc>
                <a:spcPct val="107000"/>
              </a:lnSpc>
              <a:spcBef>
                <a:spcPts val="0"/>
              </a:spcBef>
              <a:spcAft>
                <a:spcPts val="0"/>
              </a:spcAft>
            </a:pPr>
            <a:r>
              <a:rPr lang="en-US" sz="2800" b="1" kern="1800" dirty="0">
                <a:solidFill>
                  <a:srgbClr val="161616"/>
                </a:solidFill>
                <a:effectLst/>
                <a:latin typeface="Segoe UI" panose="020B0502040204020203" pitchFamily="34" charset="0"/>
                <a:ea typeface="Times New Roman" panose="02020603050405020304" pitchFamily="18" charset="0"/>
                <a:cs typeface="Times New Roman" panose="02020603050405020304" pitchFamily="18" charset="0"/>
              </a:rPr>
              <a:t>Availability Zones</a:t>
            </a:r>
            <a:endParaRPr lang="en-US" sz="2800" kern="100" dirty="0">
              <a:effectLst/>
              <a:latin typeface="Aptos" panose="020B0004020202020204" pitchFamily="34" charset="0"/>
              <a:ea typeface="Aptos" panose="020B0004020202020204" pitchFamily="34" charset="0"/>
              <a:cs typeface="Times New Roman" panose="02020603050405020304" pitchFamily="18" charset="0"/>
            </a:endParaRPr>
          </a:p>
        </p:txBody>
      </p:sp>
      <p:pic>
        <p:nvPicPr>
          <p:cNvPr id="4" name="Picture 3" descr="Diagram showing three datacenters connected in a single Azure region representing an availability zone.">
            <a:extLst>
              <a:ext uri="{FF2B5EF4-FFF2-40B4-BE49-F238E27FC236}">
                <a16:creationId xmlns:a16="http://schemas.microsoft.com/office/drawing/2014/main" id="{F42D661D-B225-362E-781E-AB109A28E367}"/>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685802" y="1504632"/>
            <a:ext cx="7334566" cy="4815754"/>
          </a:xfrm>
          <a:prstGeom prst="rect">
            <a:avLst/>
          </a:prstGeom>
          <a:noFill/>
          <a:ln>
            <a:noFill/>
          </a:ln>
        </p:spPr>
      </p:pic>
    </p:spTree>
    <p:extLst>
      <p:ext uri="{BB962C8B-B14F-4D97-AF65-F5344CB8AC3E}">
        <p14:creationId xmlns:p14="http://schemas.microsoft.com/office/powerpoint/2010/main" val="408439641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523658" y="1643239"/>
            <a:ext cx="11144683" cy="1613775"/>
          </a:xfrm>
          <a:prstGeom prst="rect">
            <a:avLst/>
          </a:prstGeom>
        </p:spPr>
        <p:txBody>
          <a:bodyPr lIns="0" tIns="0" rIns="0" bIns="0" rtlCol="0" anchor="t">
            <a:spAutoFit/>
          </a:bodyPr>
          <a:lstStyle/>
          <a:p>
            <a:endParaRPr lang="en-US" dirty="0">
              <a:solidFill>
                <a:srgbClr val="161616"/>
              </a:solidFill>
              <a:latin typeface="Segoe UI" panose="020B0502040204020203" pitchFamily="34" charset="0"/>
              <a:ea typeface="Times New Roman" panose="02020603050405020304" pitchFamily="18" charset="0"/>
            </a:endParaRPr>
          </a:p>
          <a:p>
            <a:endParaRPr lang="en-US" sz="1800" dirty="0">
              <a:effectLst/>
              <a:latin typeface="Times New Roman" panose="02020603050405020304" pitchFamily="18" charset="0"/>
              <a:ea typeface="Times New Roman" panose="02020603050405020304" pitchFamily="18" charset="0"/>
            </a:endParaRPr>
          </a:p>
          <a:p>
            <a:endParaRPr lang="en-US" sz="1800" dirty="0">
              <a:effectLst/>
              <a:latin typeface="Times New Roman" panose="02020603050405020304" pitchFamily="18" charset="0"/>
              <a:ea typeface="Times New Roman" panose="02020603050405020304" pitchFamily="18" charset="0"/>
            </a:endParaRPr>
          </a:p>
          <a:p>
            <a:pPr marL="0" marR="0" algn="l"/>
            <a:endParaRPr lang="en-US" sz="1800" dirty="0">
              <a:effectLst/>
              <a:latin typeface="Times New Roman" panose="02020603050405020304" pitchFamily="18" charset="0"/>
              <a:ea typeface="Times New Roman" panose="02020603050405020304" pitchFamily="18" charset="0"/>
            </a:endParaRPr>
          </a:p>
          <a:p>
            <a:pPr marL="662129" lvl="1" indent="-331065">
              <a:lnSpc>
                <a:spcPts val="4294"/>
              </a:lnSpc>
              <a:buFont typeface="Arial"/>
              <a:buChar char="•"/>
            </a:pPr>
            <a:endParaRPr lang="en-US" sz="3067" dirty="0">
              <a:solidFill>
                <a:srgbClr val="250542"/>
              </a:solidFill>
              <a:latin typeface="Times Neue Roman"/>
            </a:endParaRPr>
          </a:p>
        </p:txBody>
      </p:sp>
      <p:sp>
        <p:nvSpPr>
          <p:cNvPr id="3" name="TextBox 3"/>
          <p:cNvSpPr txBox="1"/>
          <p:nvPr/>
        </p:nvSpPr>
        <p:spPr>
          <a:xfrm>
            <a:off x="685801" y="537614"/>
            <a:ext cx="10700183" cy="441211"/>
          </a:xfrm>
          <a:prstGeom prst="rect">
            <a:avLst/>
          </a:prstGeom>
        </p:spPr>
        <p:txBody>
          <a:bodyPr lIns="0" tIns="0" rIns="0" bIns="0" rtlCol="0" anchor="t">
            <a:spAutoFit/>
          </a:bodyPr>
          <a:lstStyle/>
          <a:p>
            <a:pPr marL="0" marR="0">
              <a:lnSpc>
                <a:spcPct val="107000"/>
              </a:lnSpc>
              <a:spcBef>
                <a:spcPts val="0"/>
              </a:spcBef>
              <a:spcAft>
                <a:spcPts val="0"/>
              </a:spcAft>
            </a:pPr>
            <a:r>
              <a:rPr lang="en-US" sz="2800" b="1" kern="1800" dirty="0">
                <a:solidFill>
                  <a:srgbClr val="161616"/>
                </a:solidFill>
                <a:effectLst/>
                <a:latin typeface="Segoe UI" panose="020B0502040204020203" pitchFamily="34" charset="0"/>
                <a:ea typeface="Times New Roman" panose="02020603050405020304" pitchFamily="18" charset="0"/>
                <a:cs typeface="Times New Roman" panose="02020603050405020304" pitchFamily="18" charset="0"/>
              </a:rPr>
              <a:t>Use availability zones in your apps</a:t>
            </a:r>
            <a:endParaRPr lang="en-US" sz="2800" kern="100" dirty="0">
              <a:effectLst/>
              <a:latin typeface="Aptos" panose="020B0004020202020204" pitchFamily="34" charset="0"/>
              <a:ea typeface="Aptos" panose="020B0004020202020204" pitchFamily="34" charset="0"/>
              <a:cs typeface="Times New Roman" panose="02020603050405020304" pitchFamily="18" charset="0"/>
            </a:endParaRPr>
          </a:p>
        </p:txBody>
      </p:sp>
      <p:sp>
        <p:nvSpPr>
          <p:cNvPr id="5" name="TextBox 4">
            <a:extLst>
              <a:ext uri="{FF2B5EF4-FFF2-40B4-BE49-F238E27FC236}">
                <a16:creationId xmlns:a16="http://schemas.microsoft.com/office/drawing/2014/main" id="{4827B984-72C7-D8B9-BE97-2D7CA5679132}"/>
              </a:ext>
            </a:extLst>
          </p:cNvPr>
          <p:cNvSpPr txBox="1"/>
          <p:nvPr/>
        </p:nvSpPr>
        <p:spPr>
          <a:xfrm>
            <a:off x="685801" y="1720840"/>
            <a:ext cx="8452484" cy="2862322"/>
          </a:xfrm>
          <a:prstGeom prst="rect">
            <a:avLst/>
          </a:prstGeom>
          <a:noFill/>
        </p:spPr>
        <p:txBody>
          <a:bodyPr wrap="square">
            <a:spAutoFit/>
          </a:bodyPr>
          <a:lstStyle/>
          <a:p>
            <a:r>
              <a:rPr lang="en-US" dirty="0"/>
              <a:t>You want to ensure your services and data are redundant so you can protect your information in case of failure. When you host your infrastructure, setting up your own redundancy requires that you create duplicate hardware environments. Azure can help make your app highly available through availability zones.</a:t>
            </a:r>
          </a:p>
          <a:p>
            <a:endParaRPr lang="en-US" dirty="0"/>
          </a:p>
          <a:p>
            <a:r>
              <a:rPr lang="en-US" dirty="0"/>
              <a:t>You can use availability zones to run mission-critical applications and build high-availability into your application architecture by co-locating your compute, storage, networking, and data resources within an availability zone and replicating in other availability zones. Keep in mind that there could be a cost to duplicating your services and transferring data between availability zones.</a:t>
            </a:r>
          </a:p>
        </p:txBody>
      </p:sp>
    </p:spTree>
    <p:extLst>
      <p:ext uri="{BB962C8B-B14F-4D97-AF65-F5344CB8AC3E}">
        <p14:creationId xmlns:p14="http://schemas.microsoft.com/office/powerpoint/2010/main" val="275947254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523658" y="1643239"/>
            <a:ext cx="11144683" cy="1613775"/>
          </a:xfrm>
          <a:prstGeom prst="rect">
            <a:avLst/>
          </a:prstGeom>
        </p:spPr>
        <p:txBody>
          <a:bodyPr lIns="0" tIns="0" rIns="0" bIns="0" rtlCol="0" anchor="t">
            <a:spAutoFit/>
          </a:bodyPr>
          <a:lstStyle/>
          <a:p>
            <a:endParaRPr lang="en-US" dirty="0">
              <a:solidFill>
                <a:srgbClr val="161616"/>
              </a:solidFill>
              <a:latin typeface="Segoe UI" panose="020B0502040204020203" pitchFamily="34" charset="0"/>
              <a:ea typeface="Times New Roman" panose="02020603050405020304" pitchFamily="18" charset="0"/>
            </a:endParaRPr>
          </a:p>
          <a:p>
            <a:endParaRPr lang="en-US" sz="1800" dirty="0">
              <a:effectLst/>
              <a:latin typeface="Times New Roman" panose="02020603050405020304" pitchFamily="18" charset="0"/>
              <a:ea typeface="Times New Roman" panose="02020603050405020304" pitchFamily="18" charset="0"/>
            </a:endParaRPr>
          </a:p>
          <a:p>
            <a:endParaRPr lang="en-US" sz="1800" dirty="0">
              <a:effectLst/>
              <a:latin typeface="Times New Roman" panose="02020603050405020304" pitchFamily="18" charset="0"/>
              <a:ea typeface="Times New Roman" panose="02020603050405020304" pitchFamily="18" charset="0"/>
            </a:endParaRPr>
          </a:p>
          <a:p>
            <a:pPr marL="0" marR="0" algn="l"/>
            <a:endParaRPr lang="en-US" sz="1800" dirty="0">
              <a:effectLst/>
              <a:latin typeface="Times New Roman" panose="02020603050405020304" pitchFamily="18" charset="0"/>
              <a:ea typeface="Times New Roman" panose="02020603050405020304" pitchFamily="18" charset="0"/>
            </a:endParaRPr>
          </a:p>
          <a:p>
            <a:pPr marL="662129" lvl="1" indent="-331065">
              <a:lnSpc>
                <a:spcPts val="4294"/>
              </a:lnSpc>
              <a:buFont typeface="Arial"/>
              <a:buChar char="•"/>
            </a:pPr>
            <a:endParaRPr lang="en-US" sz="3067" dirty="0">
              <a:solidFill>
                <a:srgbClr val="250542"/>
              </a:solidFill>
              <a:latin typeface="Times Neue Roman"/>
            </a:endParaRPr>
          </a:p>
        </p:txBody>
      </p:sp>
      <p:sp>
        <p:nvSpPr>
          <p:cNvPr id="3" name="TextBox 3"/>
          <p:cNvSpPr txBox="1"/>
          <p:nvPr/>
        </p:nvSpPr>
        <p:spPr>
          <a:xfrm>
            <a:off x="685801" y="537614"/>
            <a:ext cx="10700183" cy="441211"/>
          </a:xfrm>
          <a:prstGeom prst="rect">
            <a:avLst/>
          </a:prstGeom>
        </p:spPr>
        <p:txBody>
          <a:bodyPr lIns="0" tIns="0" rIns="0" bIns="0" rtlCol="0" anchor="t">
            <a:spAutoFit/>
          </a:bodyPr>
          <a:lstStyle/>
          <a:p>
            <a:pPr marL="0" marR="0">
              <a:lnSpc>
                <a:spcPct val="107000"/>
              </a:lnSpc>
              <a:spcBef>
                <a:spcPts val="0"/>
              </a:spcBef>
              <a:spcAft>
                <a:spcPts val="0"/>
              </a:spcAft>
            </a:pPr>
            <a:r>
              <a:rPr lang="en-US" sz="2800" b="1" kern="1800" dirty="0">
                <a:solidFill>
                  <a:srgbClr val="161616"/>
                </a:solidFill>
                <a:effectLst/>
                <a:latin typeface="Segoe UI" panose="020B0502040204020203" pitchFamily="34" charset="0"/>
                <a:ea typeface="Times New Roman" panose="02020603050405020304" pitchFamily="18" charset="0"/>
                <a:cs typeface="Times New Roman" panose="02020603050405020304" pitchFamily="18" charset="0"/>
              </a:rPr>
              <a:t>Use availability zones in your apps</a:t>
            </a:r>
            <a:endParaRPr lang="en-US" sz="2800" kern="100" dirty="0">
              <a:effectLst/>
              <a:latin typeface="Aptos" panose="020B0004020202020204" pitchFamily="34" charset="0"/>
              <a:ea typeface="Aptos" panose="020B0004020202020204" pitchFamily="34" charset="0"/>
              <a:cs typeface="Times New Roman" panose="02020603050405020304" pitchFamily="18" charset="0"/>
            </a:endParaRPr>
          </a:p>
        </p:txBody>
      </p:sp>
      <p:sp>
        <p:nvSpPr>
          <p:cNvPr id="5" name="TextBox 4">
            <a:extLst>
              <a:ext uri="{FF2B5EF4-FFF2-40B4-BE49-F238E27FC236}">
                <a16:creationId xmlns:a16="http://schemas.microsoft.com/office/drawing/2014/main" id="{4827B984-72C7-D8B9-BE97-2D7CA5679132}"/>
              </a:ext>
            </a:extLst>
          </p:cNvPr>
          <p:cNvSpPr txBox="1"/>
          <p:nvPr/>
        </p:nvSpPr>
        <p:spPr>
          <a:xfrm>
            <a:off x="685801" y="1720840"/>
            <a:ext cx="8452484" cy="3693319"/>
          </a:xfrm>
          <a:prstGeom prst="rect">
            <a:avLst/>
          </a:prstGeom>
          <a:noFill/>
        </p:spPr>
        <p:txBody>
          <a:bodyPr wrap="square">
            <a:spAutoFit/>
          </a:bodyPr>
          <a:lstStyle/>
          <a:p>
            <a:r>
              <a:rPr lang="en-US" dirty="0"/>
              <a:t>Availability zones are primarily for VMs, managed disks, load balancers, and SQL databases. Azure services that support availability zones fall into three categories:</a:t>
            </a:r>
          </a:p>
          <a:p>
            <a:endParaRPr lang="en-US" dirty="0"/>
          </a:p>
          <a:p>
            <a:r>
              <a:rPr lang="en-US" dirty="0"/>
              <a:t>•Zonal services: You pin the resource to a specific zone (for example, VMs, managed</a:t>
            </a:r>
          </a:p>
          <a:p>
            <a:r>
              <a:rPr lang="en-US" dirty="0"/>
              <a:t>    disks, IP addresses).</a:t>
            </a:r>
          </a:p>
          <a:p>
            <a:r>
              <a:rPr lang="en-US" dirty="0"/>
              <a:t>•Zone-redundant services: The platform replicates automatically across zones (for</a:t>
            </a:r>
          </a:p>
          <a:p>
            <a:r>
              <a:rPr lang="en-US" dirty="0"/>
              <a:t>    example, zone-redundant storage, SQL Database).</a:t>
            </a:r>
          </a:p>
          <a:p>
            <a:r>
              <a:rPr lang="en-US" dirty="0"/>
              <a:t>•Non-regional services: Services are always available from Azure geographies and</a:t>
            </a:r>
          </a:p>
          <a:p>
            <a:r>
              <a:rPr lang="en-US" dirty="0"/>
              <a:t>   are resilient to zone-wide outages as well as region-wide outages.</a:t>
            </a:r>
          </a:p>
          <a:p>
            <a:endParaRPr lang="en-US" dirty="0"/>
          </a:p>
          <a:p>
            <a:r>
              <a:rPr lang="en-US" dirty="0"/>
              <a:t>Even with the additional resiliency that availability zones provide, it’s possible that an event could be so large that it impacts multiple availability zones in a single region. To provide even further resilience, Azure has Region Pairs.</a:t>
            </a:r>
          </a:p>
        </p:txBody>
      </p:sp>
    </p:spTree>
    <p:extLst>
      <p:ext uri="{BB962C8B-B14F-4D97-AF65-F5344CB8AC3E}">
        <p14:creationId xmlns:p14="http://schemas.microsoft.com/office/powerpoint/2010/main" val="218803904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523658" y="1643239"/>
            <a:ext cx="11144683" cy="5979457"/>
          </a:xfrm>
          <a:prstGeom prst="rect">
            <a:avLst/>
          </a:prstGeom>
        </p:spPr>
        <p:txBody>
          <a:bodyPr lIns="0" tIns="0" rIns="0" bIns="0" rtlCol="0" anchor="t">
            <a:spAutoFit/>
          </a:bodyPr>
          <a:lstStyle/>
          <a:p>
            <a:pPr marL="0" marR="0">
              <a:lnSpc>
                <a:spcPct val="107000"/>
              </a:lnSpc>
              <a:spcBef>
                <a:spcPts val="0"/>
              </a:spcBef>
              <a:spcAft>
                <a:spcPts val="800"/>
              </a:spcAft>
            </a:pPr>
            <a:r>
              <a:rPr lang="en-US" sz="1800" kern="100" dirty="0">
                <a:effectLst/>
                <a:latin typeface="Aptos" panose="020B0004020202020204" pitchFamily="34" charset="0"/>
                <a:ea typeface="Aptos" panose="020B0004020202020204" pitchFamily="34" charset="0"/>
                <a:cs typeface="Times New Roman" panose="02020603050405020304" pitchFamily="18" charset="0"/>
              </a:rPr>
              <a:t>Most Azure regions are paired with another region within the same geography (such as US, Europe, or Asia) at least 300 miles away. This approach allows for the replication of resources across a geography that helps reduce the likelihood of interruptions because of events such as natural disasters, civil unrest, power outages, or physical network outages that affect an entire region. For example, if a region in a pair was affected by a natural disaster, services would automatically fail over to the other region in its region pair.</a:t>
            </a:r>
          </a:p>
          <a:p>
            <a:pPr marL="0" marR="0">
              <a:lnSpc>
                <a:spcPct val="107000"/>
              </a:lnSpc>
              <a:spcBef>
                <a:spcPts val="0"/>
              </a:spcBef>
              <a:spcAft>
                <a:spcPts val="800"/>
              </a:spcAft>
            </a:pPr>
            <a:r>
              <a:rPr lang="en-US" sz="1800" kern="100" dirty="0">
                <a:effectLst/>
                <a:latin typeface="Aptos" panose="020B0004020202020204" pitchFamily="34" charset="0"/>
                <a:ea typeface="Aptos" panose="020B0004020202020204" pitchFamily="34" charset="0"/>
                <a:cs typeface="Times New Roman" panose="02020603050405020304" pitchFamily="18" charset="0"/>
              </a:rPr>
              <a:t> </a:t>
            </a:r>
            <a:r>
              <a:rPr lang="en-US" sz="1800" b="1" kern="100" dirty="0">
                <a:effectLst/>
                <a:latin typeface="Aptos" panose="020B0004020202020204" pitchFamily="34" charset="0"/>
                <a:ea typeface="Aptos" panose="020B0004020202020204" pitchFamily="34" charset="0"/>
                <a:cs typeface="Times New Roman" panose="02020603050405020304" pitchFamily="18" charset="0"/>
              </a:rPr>
              <a:t>Important!</a:t>
            </a:r>
          </a:p>
          <a:p>
            <a:pPr marL="0" marR="0">
              <a:lnSpc>
                <a:spcPct val="107000"/>
              </a:lnSpc>
              <a:spcBef>
                <a:spcPts val="0"/>
              </a:spcBef>
              <a:spcAft>
                <a:spcPts val="800"/>
              </a:spcAft>
            </a:pPr>
            <a:r>
              <a:rPr lang="en-US" sz="1800" kern="100" dirty="0">
                <a:effectLst/>
                <a:latin typeface="Aptos" panose="020B0004020202020204" pitchFamily="34" charset="0"/>
                <a:ea typeface="Aptos" panose="020B0004020202020204" pitchFamily="34" charset="0"/>
                <a:cs typeface="Times New Roman" panose="02020603050405020304" pitchFamily="18" charset="0"/>
              </a:rPr>
              <a:t>Not all Azure services automatically replicate data or automatically fall back from a failed region to cross-replicate to another enabled region. In these scenarios, recovery and replication must be configured by the customer.</a:t>
            </a:r>
          </a:p>
          <a:p>
            <a:pPr marL="0" marR="0">
              <a:lnSpc>
                <a:spcPct val="107000"/>
              </a:lnSpc>
              <a:spcBef>
                <a:spcPts val="0"/>
              </a:spcBef>
              <a:spcAft>
                <a:spcPts val="800"/>
              </a:spcAft>
            </a:pPr>
            <a:r>
              <a:rPr lang="en-US" sz="1800" kern="100" dirty="0">
                <a:effectLst/>
                <a:latin typeface="Aptos" panose="020B0004020202020204" pitchFamily="34" charset="0"/>
                <a:ea typeface="Aptos" panose="020B0004020202020204" pitchFamily="34" charset="0"/>
                <a:cs typeface="Times New Roman" panose="02020603050405020304" pitchFamily="18" charset="0"/>
              </a:rPr>
              <a:t>Examples of region pairs in Azure are West US paired with East US and South-East Asia paired with East Asia. Because the pair of regions are directly connected and far enough apart to be isolated from regional disasters, you can use them to provide reliable services and data redundancy.</a:t>
            </a:r>
          </a:p>
          <a:p>
            <a:pPr marL="0" marR="0">
              <a:lnSpc>
                <a:spcPct val="107000"/>
              </a:lnSpc>
              <a:spcBef>
                <a:spcPts val="0"/>
              </a:spcBef>
              <a:spcAft>
                <a:spcPts val="800"/>
              </a:spcAft>
            </a:pPr>
            <a:endParaRPr lang="en-US" sz="1800" kern="100" dirty="0">
              <a:effectLst/>
              <a:latin typeface="Aptos" panose="020B0004020202020204" pitchFamily="34" charset="0"/>
              <a:ea typeface="Aptos" panose="020B0004020202020204" pitchFamily="34" charset="0"/>
              <a:cs typeface="Times New Roman" panose="02020603050405020304" pitchFamily="18" charset="0"/>
            </a:endParaRPr>
          </a:p>
          <a:p>
            <a:endParaRPr lang="en-US" dirty="0">
              <a:solidFill>
                <a:srgbClr val="161616"/>
              </a:solidFill>
              <a:latin typeface="Segoe UI" panose="020B0502040204020203" pitchFamily="34" charset="0"/>
              <a:ea typeface="Times New Roman" panose="02020603050405020304" pitchFamily="18" charset="0"/>
            </a:endParaRPr>
          </a:p>
          <a:p>
            <a:endParaRPr lang="en-US" sz="1800" dirty="0">
              <a:effectLst/>
              <a:latin typeface="Times New Roman" panose="02020603050405020304" pitchFamily="18" charset="0"/>
              <a:ea typeface="Times New Roman" panose="02020603050405020304" pitchFamily="18" charset="0"/>
            </a:endParaRPr>
          </a:p>
          <a:p>
            <a:endParaRPr lang="en-US" sz="1800" dirty="0">
              <a:effectLst/>
              <a:latin typeface="Times New Roman" panose="02020603050405020304" pitchFamily="18" charset="0"/>
              <a:ea typeface="Times New Roman" panose="02020603050405020304" pitchFamily="18" charset="0"/>
            </a:endParaRPr>
          </a:p>
          <a:p>
            <a:pPr marL="0" marR="0" algn="l"/>
            <a:endParaRPr lang="en-US" sz="1800" dirty="0">
              <a:effectLst/>
              <a:latin typeface="Times New Roman" panose="02020603050405020304" pitchFamily="18" charset="0"/>
              <a:ea typeface="Times New Roman" panose="02020603050405020304" pitchFamily="18" charset="0"/>
            </a:endParaRPr>
          </a:p>
          <a:p>
            <a:pPr marL="662129" lvl="1" indent="-331065">
              <a:lnSpc>
                <a:spcPts val="4294"/>
              </a:lnSpc>
              <a:buFont typeface="Arial"/>
              <a:buChar char="•"/>
            </a:pPr>
            <a:endParaRPr lang="en-US" sz="3067" dirty="0">
              <a:solidFill>
                <a:srgbClr val="250542"/>
              </a:solidFill>
              <a:latin typeface="Times Neue Roman"/>
            </a:endParaRPr>
          </a:p>
        </p:txBody>
      </p:sp>
      <p:sp>
        <p:nvSpPr>
          <p:cNvPr id="3" name="TextBox 3"/>
          <p:cNvSpPr txBox="1"/>
          <p:nvPr/>
        </p:nvSpPr>
        <p:spPr>
          <a:xfrm>
            <a:off x="685801" y="537614"/>
            <a:ext cx="10700183" cy="441211"/>
          </a:xfrm>
          <a:prstGeom prst="rect">
            <a:avLst/>
          </a:prstGeom>
        </p:spPr>
        <p:txBody>
          <a:bodyPr lIns="0" tIns="0" rIns="0" bIns="0" rtlCol="0" anchor="t">
            <a:spAutoFit/>
          </a:bodyPr>
          <a:lstStyle/>
          <a:p>
            <a:pPr marL="0" marR="0">
              <a:lnSpc>
                <a:spcPct val="107000"/>
              </a:lnSpc>
              <a:spcBef>
                <a:spcPts val="0"/>
              </a:spcBef>
              <a:spcAft>
                <a:spcPts val="0"/>
              </a:spcAft>
            </a:pPr>
            <a:r>
              <a:rPr lang="en-US" sz="2800" b="1" kern="1800" dirty="0">
                <a:solidFill>
                  <a:srgbClr val="161616"/>
                </a:solidFill>
                <a:effectLst/>
                <a:latin typeface="Segoe UI" panose="020B0502040204020203" pitchFamily="34" charset="0"/>
                <a:ea typeface="Times New Roman" panose="02020603050405020304" pitchFamily="18" charset="0"/>
                <a:cs typeface="Times New Roman" panose="02020603050405020304" pitchFamily="18" charset="0"/>
              </a:rPr>
              <a:t>Region pairs</a:t>
            </a:r>
            <a:endParaRPr lang="en-US" sz="2800" kern="100" dirty="0">
              <a:effectLst/>
              <a:latin typeface="Aptos" panose="020B0004020202020204" pitchFamily="34" charset="0"/>
              <a:ea typeface="Aptos" panose="020B0004020202020204" pitchFamily="34" charset="0"/>
              <a:cs typeface="Times New Roman" panose="02020603050405020304" pitchFamily="18" charset="0"/>
            </a:endParaRPr>
          </a:p>
        </p:txBody>
      </p:sp>
    </p:spTree>
    <p:extLst>
      <p:ext uri="{BB962C8B-B14F-4D97-AF65-F5344CB8AC3E}">
        <p14:creationId xmlns:p14="http://schemas.microsoft.com/office/powerpoint/2010/main" val="82078471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3"/>
          <p:cNvSpPr txBox="1"/>
          <p:nvPr/>
        </p:nvSpPr>
        <p:spPr>
          <a:xfrm>
            <a:off x="685801" y="537614"/>
            <a:ext cx="10700183" cy="441211"/>
          </a:xfrm>
          <a:prstGeom prst="rect">
            <a:avLst/>
          </a:prstGeom>
        </p:spPr>
        <p:txBody>
          <a:bodyPr lIns="0" tIns="0" rIns="0" bIns="0" rtlCol="0" anchor="t">
            <a:spAutoFit/>
          </a:bodyPr>
          <a:lstStyle/>
          <a:p>
            <a:pPr marL="0" marR="0">
              <a:lnSpc>
                <a:spcPct val="107000"/>
              </a:lnSpc>
              <a:spcBef>
                <a:spcPts val="0"/>
              </a:spcBef>
              <a:spcAft>
                <a:spcPts val="0"/>
              </a:spcAft>
            </a:pPr>
            <a:r>
              <a:rPr lang="en-US" sz="2800" b="1" kern="1800" dirty="0">
                <a:solidFill>
                  <a:srgbClr val="161616"/>
                </a:solidFill>
                <a:effectLst/>
                <a:latin typeface="Segoe UI" panose="020B0502040204020203" pitchFamily="34" charset="0"/>
                <a:ea typeface="Times New Roman" panose="02020603050405020304" pitchFamily="18" charset="0"/>
                <a:cs typeface="Times New Roman" panose="02020603050405020304" pitchFamily="18" charset="0"/>
              </a:rPr>
              <a:t>Region pairs</a:t>
            </a:r>
            <a:endParaRPr lang="en-US" sz="2800" kern="100" dirty="0">
              <a:effectLst/>
              <a:latin typeface="Aptos" panose="020B0004020202020204" pitchFamily="34" charset="0"/>
              <a:ea typeface="Aptos" panose="020B0004020202020204" pitchFamily="34" charset="0"/>
              <a:cs typeface="Times New Roman" panose="02020603050405020304" pitchFamily="18" charset="0"/>
            </a:endParaRPr>
          </a:p>
        </p:txBody>
      </p:sp>
      <p:pic>
        <p:nvPicPr>
          <p:cNvPr id="4" name="Picture 3" descr="Diagram showing the relationship between geography, region pair, region, and availability zone.">
            <a:extLst>
              <a:ext uri="{FF2B5EF4-FFF2-40B4-BE49-F238E27FC236}">
                <a16:creationId xmlns:a16="http://schemas.microsoft.com/office/drawing/2014/main" id="{0EDCC650-1499-7CDF-9795-4F70E304F5A7}"/>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685801" y="1783714"/>
            <a:ext cx="8381999" cy="4297045"/>
          </a:xfrm>
          <a:prstGeom prst="rect">
            <a:avLst/>
          </a:prstGeom>
          <a:noFill/>
          <a:ln>
            <a:noFill/>
          </a:ln>
        </p:spPr>
      </p:pic>
    </p:spTree>
    <p:extLst>
      <p:ext uri="{BB962C8B-B14F-4D97-AF65-F5344CB8AC3E}">
        <p14:creationId xmlns:p14="http://schemas.microsoft.com/office/powerpoint/2010/main" val="215208651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3"/>
          <p:cNvSpPr txBox="1"/>
          <p:nvPr/>
        </p:nvSpPr>
        <p:spPr>
          <a:xfrm>
            <a:off x="745908" y="556635"/>
            <a:ext cx="10700183" cy="441211"/>
          </a:xfrm>
          <a:prstGeom prst="rect">
            <a:avLst/>
          </a:prstGeom>
        </p:spPr>
        <p:txBody>
          <a:bodyPr lIns="0" tIns="0" rIns="0" bIns="0" rtlCol="0" anchor="t">
            <a:spAutoFit/>
          </a:bodyPr>
          <a:lstStyle/>
          <a:p>
            <a:pPr marL="0" marR="0">
              <a:lnSpc>
                <a:spcPct val="107000"/>
              </a:lnSpc>
              <a:spcBef>
                <a:spcPts val="0"/>
              </a:spcBef>
              <a:spcAft>
                <a:spcPts val="0"/>
              </a:spcAft>
            </a:pPr>
            <a:r>
              <a:rPr lang="en-US" sz="2800" b="1" kern="1800" dirty="0">
                <a:solidFill>
                  <a:srgbClr val="161616"/>
                </a:solidFill>
                <a:effectLst/>
                <a:latin typeface="Segoe UI" panose="020B0502040204020203" pitchFamily="34" charset="0"/>
                <a:ea typeface="Times New Roman" panose="02020603050405020304" pitchFamily="18" charset="0"/>
                <a:cs typeface="Times New Roman" panose="02020603050405020304" pitchFamily="18" charset="0"/>
              </a:rPr>
              <a:t>Additional advantages of region pairs:</a:t>
            </a:r>
            <a:endParaRPr lang="en-US" sz="2800" kern="100" dirty="0">
              <a:effectLst/>
              <a:latin typeface="Aptos" panose="020B0004020202020204" pitchFamily="34" charset="0"/>
              <a:ea typeface="Aptos" panose="020B0004020202020204" pitchFamily="34" charset="0"/>
              <a:cs typeface="Times New Roman" panose="02020603050405020304" pitchFamily="18" charset="0"/>
            </a:endParaRPr>
          </a:p>
        </p:txBody>
      </p:sp>
      <p:pic>
        <p:nvPicPr>
          <p:cNvPr id="7" name="Picture 6">
            <a:extLst>
              <a:ext uri="{FF2B5EF4-FFF2-40B4-BE49-F238E27FC236}">
                <a16:creationId xmlns:a16="http://schemas.microsoft.com/office/drawing/2014/main" id="{DB86F4C6-9FC8-8D40-1583-EC09CFB326EF}"/>
              </a:ext>
            </a:extLst>
          </p:cNvPr>
          <p:cNvPicPr>
            <a:picLocks noChangeAspect="1"/>
          </p:cNvPicPr>
          <p:nvPr/>
        </p:nvPicPr>
        <p:blipFill>
          <a:blip r:embed="rId2"/>
          <a:stretch>
            <a:fillRect/>
          </a:stretch>
        </p:blipFill>
        <p:spPr>
          <a:xfrm>
            <a:off x="745908" y="1394460"/>
            <a:ext cx="9678252" cy="4709160"/>
          </a:xfrm>
          <a:prstGeom prst="rect">
            <a:avLst/>
          </a:prstGeom>
        </p:spPr>
      </p:pic>
    </p:spTree>
    <p:extLst>
      <p:ext uri="{BB962C8B-B14F-4D97-AF65-F5344CB8AC3E}">
        <p14:creationId xmlns:p14="http://schemas.microsoft.com/office/powerpoint/2010/main" val="65218465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3"/>
          <p:cNvSpPr txBox="1"/>
          <p:nvPr/>
        </p:nvSpPr>
        <p:spPr>
          <a:xfrm>
            <a:off x="745908" y="556635"/>
            <a:ext cx="10700183" cy="441211"/>
          </a:xfrm>
          <a:prstGeom prst="rect">
            <a:avLst/>
          </a:prstGeom>
        </p:spPr>
        <p:txBody>
          <a:bodyPr lIns="0" tIns="0" rIns="0" bIns="0" rtlCol="0" anchor="t">
            <a:spAutoFit/>
          </a:bodyPr>
          <a:lstStyle/>
          <a:p>
            <a:pPr marL="0" marR="0">
              <a:lnSpc>
                <a:spcPct val="107000"/>
              </a:lnSpc>
              <a:spcBef>
                <a:spcPts val="0"/>
              </a:spcBef>
              <a:spcAft>
                <a:spcPts val="0"/>
              </a:spcAft>
            </a:pPr>
            <a:r>
              <a:rPr lang="en-US" sz="2800" b="1" kern="1800" dirty="0">
                <a:solidFill>
                  <a:srgbClr val="161616"/>
                </a:solidFill>
                <a:effectLst/>
                <a:latin typeface="Segoe UI" panose="020B0502040204020203" pitchFamily="34" charset="0"/>
                <a:ea typeface="Times New Roman" panose="02020603050405020304" pitchFamily="18" charset="0"/>
                <a:cs typeface="Times New Roman" panose="02020603050405020304" pitchFamily="18" charset="0"/>
              </a:rPr>
              <a:t>Sovereign Regions</a:t>
            </a:r>
            <a:endParaRPr lang="en-US" sz="2800" kern="100" dirty="0">
              <a:effectLst/>
              <a:latin typeface="Aptos" panose="020B0004020202020204" pitchFamily="34" charset="0"/>
              <a:ea typeface="Aptos" panose="020B0004020202020204" pitchFamily="34" charset="0"/>
              <a:cs typeface="Times New Roman" panose="02020603050405020304" pitchFamily="18" charset="0"/>
            </a:endParaRPr>
          </a:p>
        </p:txBody>
      </p:sp>
      <p:pic>
        <p:nvPicPr>
          <p:cNvPr id="4" name="Picture 3">
            <a:extLst>
              <a:ext uri="{FF2B5EF4-FFF2-40B4-BE49-F238E27FC236}">
                <a16:creationId xmlns:a16="http://schemas.microsoft.com/office/drawing/2014/main" id="{9A628D69-B428-B574-19C3-2E6D55481DA7}"/>
              </a:ext>
            </a:extLst>
          </p:cNvPr>
          <p:cNvPicPr>
            <a:picLocks noChangeAspect="1"/>
          </p:cNvPicPr>
          <p:nvPr/>
        </p:nvPicPr>
        <p:blipFill>
          <a:blip r:embed="rId2"/>
          <a:stretch>
            <a:fillRect/>
          </a:stretch>
        </p:blipFill>
        <p:spPr>
          <a:xfrm>
            <a:off x="745908" y="1417320"/>
            <a:ext cx="8321130" cy="2994660"/>
          </a:xfrm>
          <a:prstGeom prst="rect">
            <a:avLst/>
          </a:prstGeom>
        </p:spPr>
      </p:pic>
    </p:spTree>
    <p:extLst>
      <p:ext uri="{BB962C8B-B14F-4D97-AF65-F5344CB8AC3E}">
        <p14:creationId xmlns:p14="http://schemas.microsoft.com/office/powerpoint/2010/main" val="234925057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Title 16"/>
          <p:cNvSpPr>
            <a:spLocks noGrp="1"/>
          </p:cNvSpPr>
          <p:nvPr>
            <p:ph type="title"/>
          </p:nvPr>
        </p:nvSpPr>
        <p:spPr/>
        <p:txBody>
          <a:bodyPr/>
          <a:lstStyle/>
          <a:p>
            <a:r>
              <a:rPr lang="en-US" dirty="0"/>
              <a:t>Manage Costs</a:t>
            </a:r>
          </a:p>
        </p:txBody>
      </p:sp>
      <p:sp>
        <p:nvSpPr>
          <p:cNvPr id="3" name="TextBox 2">
            <a:extLst>
              <a:ext uri="{FF2B5EF4-FFF2-40B4-BE49-F238E27FC236}">
                <a16:creationId xmlns:a16="http://schemas.microsoft.com/office/drawing/2014/main" id="{9281C543-E323-4320-9A9F-2A6A3495E335}"/>
              </a:ext>
            </a:extLst>
          </p:cNvPr>
          <p:cNvSpPr txBox="1"/>
          <p:nvPr/>
        </p:nvSpPr>
        <p:spPr>
          <a:xfrm>
            <a:off x="418644" y="1215319"/>
            <a:ext cx="5515504" cy="4628481"/>
          </a:xfrm>
          <a:prstGeom prst="rect">
            <a:avLst/>
          </a:prstGeom>
          <a:noFill/>
        </p:spPr>
        <p:txBody>
          <a:bodyPr wrap="square" lIns="179285" tIns="143428" rIns="179285" bIns="143428" rtlCol="0">
            <a:spAutoFit/>
          </a:bodyPr>
          <a:lstStyle/>
          <a:p>
            <a:pPr marL="336145" indent="-336145" defTabSz="914367">
              <a:lnSpc>
                <a:spcPct val="90000"/>
              </a:lnSpc>
              <a:spcAft>
                <a:spcPts val="1176"/>
              </a:spcAft>
              <a:buFont typeface="Arial" panose="020B0604020202020204" pitchFamily="34" charset="0"/>
              <a:buChar char="•"/>
            </a:pPr>
            <a:r>
              <a:rPr lang="en-US" sz="2353" dirty="0">
                <a:gradFill>
                  <a:gsLst>
                    <a:gs pos="2917">
                      <a:srgbClr val="000000"/>
                    </a:gs>
                    <a:gs pos="30000">
                      <a:srgbClr val="000000"/>
                    </a:gs>
                  </a:gsLst>
                  <a:lin ang="5400000" scaled="0"/>
                </a:gradFill>
                <a:latin typeface="Segoe UI"/>
              </a:rPr>
              <a:t>Costs are resource-specific</a:t>
            </a:r>
          </a:p>
          <a:p>
            <a:pPr marL="336145" indent="-336145" defTabSz="914367">
              <a:lnSpc>
                <a:spcPct val="90000"/>
              </a:lnSpc>
              <a:spcAft>
                <a:spcPts val="1176"/>
              </a:spcAft>
              <a:buFont typeface="Arial" panose="020B0604020202020204" pitchFamily="34" charset="0"/>
              <a:buChar char="•"/>
            </a:pPr>
            <a:r>
              <a:rPr lang="en-US" sz="2353" dirty="0">
                <a:gradFill>
                  <a:gsLst>
                    <a:gs pos="2917">
                      <a:srgbClr val="000000"/>
                    </a:gs>
                    <a:gs pos="30000">
                      <a:srgbClr val="000000"/>
                    </a:gs>
                  </a:gsLst>
                  <a:lin ang="5400000" scaled="0"/>
                </a:gradFill>
                <a:latin typeface="Segoe UI"/>
              </a:rPr>
              <a:t>Usage costs may vary between locations</a:t>
            </a:r>
          </a:p>
          <a:p>
            <a:pPr marL="336145" indent="-336145" defTabSz="914367">
              <a:lnSpc>
                <a:spcPct val="90000"/>
              </a:lnSpc>
              <a:spcAft>
                <a:spcPts val="1176"/>
              </a:spcAft>
              <a:buFont typeface="Arial" panose="020B0604020202020204" pitchFamily="34" charset="0"/>
              <a:buChar char="•"/>
            </a:pPr>
            <a:r>
              <a:rPr lang="en-US" sz="2353" dirty="0">
                <a:gradFill>
                  <a:gsLst>
                    <a:gs pos="2917">
                      <a:srgbClr val="000000"/>
                    </a:gs>
                    <a:gs pos="30000">
                      <a:srgbClr val="000000"/>
                    </a:gs>
                  </a:gsLst>
                  <a:lin ang="5400000" scaled="0"/>
                </a:gradFill>
                <a:latin typeface="Segoe UI"/>
              </a:rPr>
              <a:t>Costs for inbound and outbound data transfers differ</a:t>
            </a:r>
          </a:p>
          <a:p>
            <a:pPr marL="336145" indent="-336145" defTabSz="914367">
              <a:lnSpc>
                <a:spcPct val="90000"/>
              </a:lnSpc>
              <a:spcAft>
                <a:spcPts val="1176"/>
              </a:spcAft>
              <a:buFont typeface="Arial" panose="020B0604020202020204" pitchFamily="34" charset="0"/>
              <a:buChar char="•"/>
            </a:pPr>
            <a:r>
              <a:rPr lang="en-US" sz="2353" dirty="0">
                <a:gradFill>
                  <a:gsLst>
                    <a:gs pos="2917">
                      <a:srgbClr val="000000"/>
                    </a:gs>
                    <a:gs pos="30000">
                      <a:srgbClr val="000000"/>
                    </a:gs>
                  </a:gsLst>
                  <a:lin ang="5400000" scaled="0"/>
                </a:gradFill>
                <a:latin typeface="Segoe UI"/>
              </a:rPr>
              <a:t>Pre-pay with Azure reserved instances </a:t>
            </a:r>
          </a:p>
          <a:p>
            <a:pPr marL="336145" indent="-336145" defTabSz="914367">
              <a:lnSpc>
                <a:spcPct val="90000"/>
              </a:lnSpc>
              <a:spcAft>
                <a:spcPts val="1176"/>
              </a:spcAft>
              <a:buFont typeface="Arial" panose="020B0604020202020204" pitchFamily="34" charset="0"/>
              <a:buChar char="•"/>
            </a:pPr>
            <a:r>
              <a:rPr lang="en-US" sz="2353" dirty="0">
                <a:gradFill>
                  <a:gsLst>
                    <a:gs pos="2917">
                      <a:srgbClr val="000000"/>
                    </a:gs>
                    <a:gs pos="30000">
                      <a:srgbClr val="000000"/>
                    </a:gs>
                  </a:gsLst>
                  <a:lin ang="5400000" scaled="0"/>
                </a:gradFill>
                <a:latin typeface="Segoe UI"/>
              </a:rPr>
              <a:t>Use your on-premises licenses with Azure Hybrid Benefit</a:t>
            </a:r>
          </a:p>
          <a:p>
            <a:pPr marL="336145" indent="-336145" defTabSz="914367">
              <a:lnSpc>
                <a:spcPct val="90000"/>
              </a:lnSpc>
              <a:spcAft>
                <a:spcPts val="1176"/>
              </a:spcAft>
              <a:buFont typeface="Arial" panose="020B0604020202020204" pitchFamily="34" charset="0"/>
              <a:buChar char="•"/>
            </a:pPr>
            <a:r>
              <a:rPr lang="en-US" sz="2353" dirty="0">
                <a:gradFill>
                  <a:gsLst>
                    <a:gs pos="2917">
                      <a:srgbClr val="000000"/>
                    </a:gs>
                    <a:gs pos="30000">
                      <a:srgbClr val="000000"/>
                    </a:gs>
                  </a:gsLst>
                  <a:lin ang="5400000" scaled="0"/>
                </a:gradFill>
                <a:latin typeface="Segoe UI"/>
              </a:rPr>
              <a:t>Optimize with alerts, budgets, and Azure Advisor recommendations</a:t>
            </a:r>
          </a:p>
        </p:txBody>
      </p:sp>
      <p:pic>
        <p:nvPicPr>
          <p:cNvPr id="2" name="Picture 1" descr="The Azure hierarchy with billing entities and resource entities.">
            <a:extLst>
              <a:ext uri="{FF2B5EF4-FFF2-40B4-BE49-F238E27FC236}">
                <a16:creationId xmlns:a16="http://schemas.microsoft.com/office/drawing/2014/main" id="{7AE446AA-BBFD-E3DD-E9A8-041A0E9DE6AC}"/>
              </a:ext>
            </a:extLst>
          </p:cNvPr>
          <p:cNvPicPr>
            <a:picLocks noChangeAspect="1"/>
          </p:cNvPicPr>
          <p:nvPr/>
        </p:nvPicPr>
        <p:blipFill>
          <a:blip r:embed="rId3"/>
          <a:stretch>
            <a:fillRect/>
          </a:stretch>
        </p:blipFill>
        <p:spPr>
          <a:xfrm>
            <a:off x="6074082" y="822366"/>
            <a:ext cx="5516001" cy="5418888"/>
          </a:xfrm>
          <a:prstGeom prst="rect">
            <a:avLst/>
          </a:prstGeom>
        </p:spPr>
      </p:pic>
    </p:spTree>
    <p:extLst>
      <p:ext uri="{BB962C8B-B14F-4D97-AF65-F5344CB8AC3E}">
        <p14:creationId xmlns:p14="http://schemas.microsoft.com/office/powerpoint/2010/main" val="266516547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83A71215-6718-3C9D-A593-742866F2198A}"/>
              </a:ext>
            </a:extLst>
          </p:cNvPr>
          <p:cNvPicPr>
            <a:picLocks noChangeAspect="1"/>
          </p:cNvPicPr>
          <p:nvPr/>
        </p:nvPicPr>
        <p:blipFill>
          <a:blip r:embed="rId2"/>
          <a:stretch>
            <a:fillRect/>
          </a:stretch>
        </p:blipFill>
        <p:spPr>
          <a:xfrm>
            <a:off x="1192696" y="410818"/>
            <a:ext cx="8560904" cy="5526156"/>
          </a:xfrm>
          <a:prstGeom prst="rect">
            <a:avLst/>
          </a:prstGeom>
        </p:spPr>
      </p:pic>
      <p:sp>
        <p:nvSpPr>
          <p:cNvPr id="3" name="TextBox 2">
            <a:extLst>
              <a:ext uri="{FF2B5EF4-FFF2-40B4-BE49-F238E27FC236}">
                <a16:creationId xmlns:a16="http://schemas.microsoft.com/office/drawing/2014/main" id="{51F96513-5058-B201-43D9-E8073E37DDF3}"/>
              </a:ext>
            </a:extLst>
          </p:cNvPr>
          <p:cNvSpPr txBox="1"/>
          <p:nvPr/>
        </p:nvSpPr>
        <p:spPr>
          <a:xfrm>
            <a:off x="3644347" y="3075057"/>
            <a:ext cx="4134679" cy="707886"/>
          </a:xfrm>
          <a:prstGeom prst="rect">
            <a:avLst/>
          </a:prstGeom>
          <a:noFill/>
        </p:spPr>
        <p:txBody>
          <a:bodyPr wrap="square" rtlCol="0">
            <a:spAutoFit/>
          </a:bodyPr>
          <a:lstStyle/>
          <a:p>
            <a:r>
              <a:rPr lang="en-US" sz="4000" b="1" dirty="0"/>
              <a:t>Any Questions ?</a:t>
            </a:r>
          </a:p>
        </p:txBody>
      </p:sp>
    </p:spTree>
    <p:extLst>
      <p:ext uri="{BB962C8B-B14F-4D97-AF65-F5344CB8AC3E}">
        <p14:creationId xmlns:p14="http://schemas.microsoft.com/office/powerpoint/2010/main" val="170584613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Microsoft Power Platform Template">
  <a:themeElements>
    <a:clrScheme name="Azure">
      <a:dk1>
        <a:srgbClr val="000000"/>
      </a:dk1>
      <a:lt1>
        <a:srgbClr val="FFFFFF"/>
      </a:lt1>
      <a:dk2>
        <a:srgbClr val="0078D4"/>
      </a:dk2>
      <a:lt2>
        <a:srgbClr val="FFFFFF"/>
      </a:lt2>
      <a:accent1>
        <a:srgbClr val="243A5E"/>
      </a:accent1>
      <a:accent2>
        <a:srgbClr val="75757A"/>
      </a:accent2>
      <a:accent3>
        <a:srgbClr val="000041"/>
      </a:accent3>
      <a:accent4>
        <a:srgbClr val="0078D4"/>
      </a:accent4>
      <a:accent5>
        <a:srgbClr val="50E6FF"/>
      </a:accent5>
      <a:accent6>
        <a:srgbClr val="EBEBEB"/>
      </a:accent6>
      <a:hlink>
        <a:srgbClr val="0078D4"/>
      </a:hlink>
      <a:folHlink>
        <a:srgbClr val="0078D4"/>
      </a:folHlink>
    </a:clrScheme>
    <a:fontScheme name="Dynamics 365">
      <a:majorFont>
        <a:latin typeface="Segoe UI Semibold"/>
        <a:ea typeface=""/>
        <a:cs typeface=""/>
      </a:majorFont>
      <a:minorFont>
        <a:latin typeface="Segoe UI"/>
        <a:ea typeface=""/>
        <a:cs typeface=""/>
      </a:minorFont>
    </a:fontScheme>
    <a:fmtScheme name="Couture">
      <a:fillStyleLst>
        <a:solidFill>
          <a:schemeClr val="phClr"/>
        </a:solidFill>
        <a:solidFill>
          <a:schemeClr val="phClr">
            <a:tint val="65000"/>
          </a:schemeClr>
        </a:solidFill>
        <a:solidFill>
          <a:schemeClr val="phClr">
            <a:shade val="80000"/>
            <a:satMod val="18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9050" h="31750" prst="coolSlant"/>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chemeClr val="accent1"/>
        </a:solidFill>
        <a:ln>
          <a:noFill/>
          <a:headEnd type="none" w="med" len="med"/>
          <a:tailEnd type="none" w="med" len="med"/>
        </a:ln>
        <a:effectLst/>
      </a:spPr>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defPPr defTabSz="932472" fontAlgn="base">
          <a:lnSpc>
            <a:spcPct val="90000"/>
          </a:lnSpc>
          <a:spcBef>
            <a:spcPct val="0"/>
          </a:spcBef>
          <a:spcAft>
            <a:spcPct val="0"/>
          </a:spcAft>
          <a:defRPr sz="2400" dirty="0" err="1" smtClean="0">
            <a:gradFill>
              <a:gsLst>
                <a:gs pos="0">
                  <a:srgbClr val="FFFFFF"/>
                </a:gs>
                <a:gs pos="100000">
                  <a:srgbClr val="FFFFFF"/>
                </a:gs>
              </a:gsLst>
              <a:lin ang="5400000" scaled="0"/>
            </a:gradFill>
            <a:ea typeface="Segoe UI" pitchFamily="34" charset="0"/>
            <a:cs typeface="Segoe UI" pitchFamily="34" charset="0"/>
          </a:defRPr>
        </a:defPPr>
      </a:lstStyle>
      <a:style>
        <a:lnRef idx="1">
          <a:schemeClr val="accent2"/>
        </a:lnRef>
        <a:fillRef idx="3">
          <a:schemeClr val="accent2"/>
        </a:fillRef>
        <a:effectRef idx="2">
          <a:schemeClr val="accent2"/>
        </a:effectRef>
        <a:fontRef idx="minor">
          <a:schemeClr val="lt1"/>
        </a:fontRef>
      </a:style>
    </a:spDef>
    <a:lnDef>
      <a:spPr>
        <a:ln>
          <a:solidFill>
            <a:schemeClr val="tx1"/>
          </a:solidFill>
          <a:headEnd type="none"/>
          <a:tailEnd type="none"/>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182880" tIns="146304" rIns="182880" bIns="146304" rtlCol="0">
        <a:spAutoFit/>
      </a:bodyPr>
      <a:lstStyle>
        <a:defPPr>
          <a:lnSpc>
            <a:spcPct val="90000"/>
          </a:lnSpc>
          <a:spcAft>
            <a:spcPts val="600"/>
          </a:spcAft>
          <a:defRPr sz="2400" dirty="0" err="1" smtClean="0">
            <a:gradFill>
              <a:gsLst>
                <a:gs pos="2917">
                  <a:schemeClr val="tx1"/>
                </a:gs>
                <a:gs pos="30000">
                  <a:schemeClr val="tx1"/>
                </a:gs>
              </a:gsLst>
              <a:lin ang="5400000" scaled="0"/>
            </a:gradFill>
          </a:defRPr>
        </a:defPPr>
      </a:lstStyle>
    </a:txDef>
  </a:objectDefaults>
  <a:extraClrSchemeLst/>
  <a:extLst>
    <a:ext uri="{05A4C25C-085E-4340-85A3-A5531E510DB2}">
      <thm15:themeFamily xmlns:thm15="http://schemas.microsoft.com/office/thememl/2012/main" name="ATT_Azure_PowerPoint_Template_Dec19" id="{4D812253-AE16-49B7-9E8B-E155C396F1B1}" vid="{CDFF03D5-E879-4992-95FD-25D14F5B9F5C}"/>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13248</TotalTime>
  <Words>1784</Words>
  <Application>Microsoft Office PowerPoint</Application>
  <PresentationFormat>Widescreen</PresentationFormat>
  <Paragraphs>130</Paragraphs>
  <Slides>21</Slides>
  <Notes>1</Notes>
  <HiddenSlides>0</HiddenSlides>
  <MMClips>0</MMClips>
  <ScaleCrop>false</ScaleCrop>
  <HeadingPairs>
    <vt:vector size="6" baseType="variant">
      <vt:variant>
        <vt:lpstr>Fonts Used</vt:lpstr>
      </vt:variant>
      <vt:variant>
        <vt:i4>9</vt:i4>
      </vt:variant>
      <vt:variant>
        <vt:lpstr>Theme</vt:lpstr>
      </vt:variant>
      <vt:variant>
        <vt:i4>2</vt:i4>
      </vt:variant>
      <vt:variant>
        <vt:lpstr>Slide Titles</vt:lpstr>
      </vt:variant>
      <vt:variant>
        <vt:i4>21</vt:i4>
      </vt:variant>
    </vt:vector>
  </HeadingPairs>
  <TitlesOfParts>
    <vt:vector size="32" baseType="lpstr">
      <vt:lpstr>Aptos</vt:lpstr>
      <vt:lpstr>Aptos Display</vt:lpstr>
      <vt:lpstr>Arial</vt:lpstr>
      <vt:lpstr>Segoe UI</vt:lpstr>
      <vt:lpstr>Segoe UI Light</vt:lpstr>
      <vt:lpstr>Segoe UI Semibold</vt:lpstr>
      <vt:lpstr>Times Neue Roman</vt:lpstr>
      <vt:lpstr>Times New Roman</vt:lpstr>
      <vt:lpstr>Wingdings</vt:lpstr>
      <vt:lpstr>Office Theme</vt:lpstr>
      <vt:lpstr>Microsoft Power Platform Template</vt:lpstr>
      <vt:lpstr>Lecture 15</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Manage Costs</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Lecture 1</dc:title>
  <dc:creator>Muhammad Tehmeed Ebaduddin</dc:creator>
  <cp:lastModifiedBy>Muhammad Tehmeed Ebaduddin</cp:lastModifiedBy>
  <cp:revision>13</cp:revision>
  <dcterms:created xsi:type="dcterms:W3CDTF">2024-03-12T05:48:59Z</dcterms:created>
  <dcterms:modified xsi:type="dcterms:W3CDTF">2025-04-28T07:59:25Z</dcterms:modified>
</cp:coreProperties>
</file>