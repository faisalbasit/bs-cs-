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D14CF0-7C4D-4883-A791-2DF0633982BA}" type="datetimeFigureOut">
              <a:rPr lang="en-US" smtClean="0"/>
              <a:t>4/26/2025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E7C27B-F989-4B68-9AE0-B0FC0564D7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01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C38E4-BA4D-49E7-85A1-E636BBC71E56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25493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9DCAA0-62EA-408C-A068-D8B56A5A8C1D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710476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10196046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0773-6D38-4144-A0DC-2405500D96C3}" type="datetime1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75403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100509950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0E8EF-967C-4922-8EE6-71D6DC51C4B6}" type="datetime1">
              <a:rPr lang="en-US" smtClean="0"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2294543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C299-D541-47DE-8D2D-8E51F15A6F88}" type="datetime1">
              <a:rPr lang="en-US" smtClean="0"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0081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9913307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41087941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61224027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B2B37-0FC5-4890-AF01-159326AE41EE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866793043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B2B37-0FC5-4890-AF01-159326AE41EE}" type="datetime1">
              <a:rPr lang="en-US" smtClean="0"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it-IT"/>
              <a:t>©</a:t>
            </a:r>
            <a:r>
              <a:rPr lang="it-IT" spc="-50"/>
              <a:t> </a:t>
            </a:r>
            <a:r>
              <a:rPr lang="it-IT"/>
              <a:t>Carnegie</a:t>
            </a:r>
            <a:r>
              <a:rPr lang="it-IT" spc="-35"/>
              <a:t> </a:t>
            </a:r>
            <a:r>
              <a:rPr lang="it-IT"/>
              <a:t>Mellon</a:t>
            </a:r>
            <a:r>
              <a:rPr lang="it-IT" spc="-45"/>
              <a:t> </a:t>
            </a:r>
            <a:r>
              <a:rPr lang="it-IT"/>
              <a:t>University</a:t>
            </a:r>
            <a:r>
              <a:rPr lang="it-IT" spc="-20"/>
              <a:t> </a:t>
            </a:r>
            <a:r>
              <a:rPr lang="it-IT"/>
              <a:t>in</a:t>
            </a:r>
            <a:r>
              <a:rPr lang="it-IT" spc="-40"/>
              <a:t> </a:t>
            </a:r>
            <a:r>
              <a:rPr lang="it-IT" spc="-10"/>
              <a:t>Qatar</a:t>
            </a:r>
            <a:endParaRPr lang="it-IT" spc="-1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ct val="100000"/>
              </a:lnSpc>
            </a:pPr>
            <a:fld id="{81D60167-4931-47E6-BA6A-407CBD079E47}" type="slidenum">
              <a:rPr lang="en-US" spc="-25" smtClean="0"/>
              <a:t>‹#›</a:t>
            </a:fld>
            <a:endParaRPr lang="en-US" spc="-25" dirty="0"/>
          </a:p>
        </p:txBody>
      </p:sp>
    </p:spTree>
    <p:extLst>
      <p:ext uri="{BB962C8B-B14F-4D97-AF65-F5344CB8AC3E}">
        <p14:creationId xmlns:p14="http://schemas.microsoft.com/office/powerpoint/2010/main" val="3435918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27.jpg"/><Relationship Id="rId7" Type="http://schemas.openxmlformats.org/officeDocument/2006/relationships/image" Target="../media/image3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g"/><Relationship Id="rId5" Type="http://schemas.openxmlformats.org/officeDocument/2006/relationships/image" Target="../media/image29.jpg"/><Relationship Id="rId10" Type="http://schemas.openxmlformats.org/officeDocument/2006/relationships/image" Target="../media/image34.jpg"/><Relationship Id="rId4" Type="http://schemas.openxmlformats.org/officeDocument/2006/relationships/image" Target="../media/image28.jpg"/><Relationship Id="rId9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7" Type="http://schemas.openxmlformats.org/officeDocument/2006/relationships/image" Target="../media/image40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jpg"/><Relationship Id="rId5" Type="http://schemas.openxmlformats.org/officeDocument/2006/relationships/image" Target="../media/image38.jpg"/><Relationship Id="rId4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3386" y="2590437"/>
            <a:ext cx="7174865" cy="52129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US" spc="-10" dirty="0"/>
              <a:t>Lecture 8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1489480" y="2866010"/>
            <a:ext cx="6162675" cy="1408271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65"/>
              </a:spcBef>
            </a:pPr>
            <a:endParaRPr sz="3200" dirty="0">
              <a:latin typeface="Arial MT"/>
              <a:cs typeface="Arial MT"/>
            </a:endParaRPr>
          </a:p>
          <a:p>
            <a:pPr marL="12065" marR="5080" algn="ctr">
              <a:lnSpc>
                <a:spcPct val="120000"/>
              </a:lnSpc>
              <a:spcBef>
                <a:spcPts val="5"/>
              </a:spcBef>
            </a:pPr>
            <a:r>
              <a:rPr lang="en-US" sz="4800" spc="-10" dirty="0">
                <a:latin typeface="Arial MT"/>
                <a:cs typeface="Arial MT"/>
              </a:rPr>
              <a:t>Big Data</a:t>
            </a:r>
            <a:endParaRPr sz="4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2355215">
              <a:lnSpc>
                <a:spcPct val="100000"/>
              </a:lnSpc>
              <a:spcBef>
                <a:spcPts val="105"/>
              </a:spcBef>
            </a:pPr>
            <a:r>
              <a:rPr dirty="0"/>
              <a:t>Our</a:t>
            </a:r>
            <a:r>
              <a:rPr spc="-25" dirty="0"/>
              <a:t> </a:t>
            </a:r>
            <a:r>
              <a:rPr dirty="0"/>
              <a:t>Data</a:t>
            </a:r>
            <a:r>
              <a:rPr spc="-5" dirty="0"/>
              <a:t> </a:t>
            </a:r>
            <a:r>
              <a:rPr spc="-20" dirty="0"/>
              <a:t>Now…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883" y="3268662"/>
            <a:ext cx="873654" cy="86677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86000" y="3261359"/>
            <a:ext cx="914400" cy="77419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1750" y="4114800"/>
            <a:ext cx="762000" cy="762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2082" y="2350126"/>
            <a:ext cx="458155" cy="68723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1160" y="3270884"/>
            <a:ext cx="791525" cy="68676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35940" y="4992751"/>
            <a:ext cx="2310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Documents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Media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0000" y="2666961"/>
            <a:ext cx="762000" cy="7420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18096" y="2671127"/>
            <a:ext cx="722515" cy="72701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553200" y="3608247"/>
            <a:ext cx="722515" cy="728802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058915" y="4639436"/>
            <a:ext cx="29705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9380" marR="5080" indent="-1066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Emails,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Calendars,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Contacts, </a:t>
            </a:r>
            <a:r>
              <a:rPr sz="1800" dirty="0">
                <a:latin typeface="Arial MT"/>
                <a:cs typeface="Arial MT"/>
              </a:rPr>
              <a:t>Location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Information,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etc…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59496" y="3650602"/>
            <a:ext cx="722515" cy="72734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3549650" y="4241800"/>
            <a:ext cx="2235200" cy="723900"/>
            <a:chOff x="3549650" y="4241800"/>
            <a:chExt cx="2235200" cy="723900"/>
          </a:xfrm>
        </p:grpSpPr>
        <p:sp>
          <p:nvSpPr>
            <p:cNvPr id="15" name="object 15"/>
            <p:cNvSpPr/>
            <p:nvPr/>
          </p:nvSpPr>
          <p:spPr>
            <a:xfrm>
              <a:off x="3562350" y="4254500"/>
              <a:ext cx="2209800" cy="698500"/>
            </a:xfrm>
            <a:custGeom>
              <a:avLst/>
              <a:gdLst/>
              <a:ahLst/>
              <a:cxnLst/>
              <a:rect l="l" t="t" r="r" b="b"/>
              <a:pathLst>
                <a:path w="2209800" h="698500">
                  <a:moveTo>
                    <a:pt x="2093340" y="0"/>
                  </a:moveTo>
                  <a:lnTo>
                    <a:pt x="116459" y="0"/>
                  </a:lnTo>
                  <a:lnTo>
                    <a:pt x="71098" y="9142"/>
                  </a:lnTo>
                  <a:lnTo>
                    <a:pt x="34083" y="34083"/>
                  </a:lnTo>
                  <a:lnTo>
                    <a:pt x="9142" y="71098"/>
                  </a:lnTo>
                  <a:lnTo>
                    <a:pt x="0" y="116458"/>
                  </a:lnTo>
                  <a:lnTo>
                    <a:pt x="0" y="582041"/>
                  </a:lnTo>
                  <a:lnTo>
                    <a:pt x="9142" y="627401"/>
                  </a:lnTo>
                  <a:lnTo>
                    <a:pt x="34083" y="664416"/>
                  </a:lnTo>
                  <a:lnTo>
                    <a:pt x="71098" y="689357"/>
                  </a:lnTo>
                  <a:lnTo>
                    <a:pt x="116459" y="698500"/>
                  </a:lnTo>
                  <a:lnTo>
                    <a:pt x="2093340" y="698500"/>
                  </a:lnTo>
                  <a:lnTo>
                    <a:pt x="2138701" y="689357"/>
                  </a:lnTo>
                  <a:lnTo>
                    <a:pt x="2175716" y="664416"/>
                  </a:lnTo>
                  <a:lnTo>
                    <a:pt x="2200657" y="627401"/>
                  </a:lnTo>
                  <a:lnTo>
                    <a:pt x="2209800" y="582041"/>
                  </a:lnTo>
                  <a:lnTo>
                    <a:pt x="2209800" y="116458"/>
                  </a:lnTo>
                  <a:lnTo>
                    <a:pt x="2200657" y="71098"/>
                  </a:lnTo>
                  <a:lnTo>
                    <a:pt x="2175716" y="34083"/>
                  </a:lnTo>
                  <a:lnTo>
                    <a:pt x="2138701" y="9142"/>
                  </a:lnTo>
                  <a:lnTo>
                    <a:pt x="209334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562350" y="4254500"/>
              <a:ext cx="2209800" cy="698500"/>
            </a:xfrm>
            <a:custGeom>
              <a:avLst/>
              <a:gdLst/>
              <a:ahLst/>
              <a:cxnLst/>
              <a:rect l="l" t="t" r="r" b="b"/>
              <a:pathLst>
                <a:path w="2209800" h="698500">
                  <a:moveTo>
                    <a:pt x="0" y="116458"/>
                  </a:moveTo>
                  <a:lnTo>
                    <a:pt x="9142" y="71098"/>
                  </a:lnTo>
                  <a:lnTo>
                    <a:pt x="34083" y="34083"/>
                  </a:lnTo>
                  <a:lnTo>
                    <a:pt x="71098" y="9142"/>
                  </a:lnTo>
                  <a:lnTo>
                    <a:pt x="116459" y="0"/>
                  </a:lnTo>
                  <a:lnTo>
                    <a:pt x="2093340" y="0"/>
                  </a:lnTo>
                  <a:lnTo>
                    <a:pt x="2138701" y="9142"/>
                  </a:lnTo>
                  <a:lnTo>
                    <a:pt x="2175716" y="34083"/>
                  </a:lnTo>
                  <a:lnTo>
                    <a:pt x="2200657" y="71098"/>
                  </a:lnTo>
                  <a:lnTo>
                    <a:pt x="2209800" y="116458"/>
                  </a:lnTo>
                  <a:lnTo>
                    <a:pt x="2209800" y="582041"/>
                  </a:lnTo>
                  <a:lnTo>
                    <a:pt x="2200657" y="627401"/>
                  </a:lnTo>
                  <a:lnTo>
                    <a:pt x="2175716" y="664416"/>
                  </a:lnTo>
                  <a:lnTo>
                    <a:pt x="2138701" y="689357"/>
                  </a:lnTo>
                  <a:lnTo>
                    <a:pt x="2093340" y="698500"/>
                  </a:lnTo>
                  <a:lnTo>
                    <a:pt x="116459" y="698500"/>
                  </a:lnTo>
                  <a:lnTo>
                    <a:pt x="71098" y="689357"/>
                  </a:lnTo>
                  <a:lnTo>
                    <a:pt x="34083" y="664416"/>
                  </a:lnTo>
                  <a:lnTo>
                    <a:pt x="9142" y="627401"/>
                  </a:lnTo>
                  <a:lnTo>
                    <a:pt x="0" y="582041"/>
                  </a:lnTo>
                  <a:lnTo>
                    <a:pt x="0" y="116458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932301" y="4448936"/>
            <a:ext cx="14719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Personal</a:t>
            </a:r>
            <a:r>
              <a:rPr sz="1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505200" y="1938401"/>
            <a:ext cx="2324100" cy="2324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802005">
              <a:lnSpc>
                <a:spcPct val="100000"/>
              </a:lnSpc>
              <a:spcBef>
                <a:spcPts val="105"/>
              </a:spcBef>
            </a:pPr>
            <a:r>
              <a:rPr dirty="0"/>
              <a:t>We</a:t>
            </a:r>
            <a:r>
              <a:rPr spc="-10" dirty="0"/>
              <a:t> </a:t>
            </a:r>
            <a:r>
              <a:rPr dirty="0"/>
              <a:t>Live</a:t>
            </a:r>
            <a:r>
              <a:rPr spc="-2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World</a:t>
            </a:r>
            <a:r>
              <a:rPr spc="-30" dirty="0"/>
              <a:t> </a:t>
            </a:r>
            <a:r>
              <a:rPr dirty="0"/>
              <a:t>of</a:t>
            </a:r>
            <a:r>
              <a:rPr spc="-5" dirty="0"/>
              <a:t> </a:t>
            </a:r>
            <a:r>
              <a:rPr spc="-10" dirty="0"/>
              <a:t>Data…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0327" y="1101852"/>
            <a:ext cx="6940550" cy="5394960"/>
            <a:chOff x="1100327" y="1101852"/>
            <a:chExt cx="6940550" cy="53949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24327" y="1101852"/>
              <a:ext cx="3794760" cy="409194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9400" y="1296670"/>
              <a:ext cx="3207181" cy="350493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00327" y="2621280"/>
              <a:ext cx="3046476" cy="372617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95374" y="2817025"/>
              <a:ext cx="2459126" cy="313747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95799" y="2471927"/>
              <a:ext cx="3544824" cy="402488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90363" y="2667000"/>
              <a:ext cx="2957347" cy="343747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2138680">
              <a:lnSpc>
                <a:spcPct val="100000"/>
              </a:lnSpc>
              <a:spcBef>
                <a:spcPts val="105"/>
              </a:spcBef>
            </a:pPr>
            <a:r>
              <a:rPr dirty="0"/>
              <a:t>The</a:t>
            </a:r>
            <a:r>
              <a:rPr spc="-10" dirty="0"/>
              <a:t> </a:t>
            </a:r>
            <a:r>
              <a:rPr dirty="0"/>
              <a:t>World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20" dirty="0"/>
              <a:t>Data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8070" y="1417574"/>
            <a:ext cx="7107808" cy="45260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87673" y="360629"/>
            <a:ext cx="2171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Big</a:t>
            </a:r>
            <a:r>
              <a:rPr spc="-20" dirty="0"/>
              <a:t> 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367155"/>
            <a:ext cx="8303259" cy="2922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Clr>
                <a:srgbClr val="C00000"/>
              </a:buClr>
              <a:buChar char="•"/>
              <a:tabLst>
                <a:tab pos="354965" algn="l"/>
                <a:tab pos="867410" algn="l"/>
                <a:tab pos="1507490" algn="l"/>
                <a:tab pos="1835150" algn="l"/>
                <a:tab pos="2814320" algn="l"/>
                <a:tab pos="3227070" algn="l"/>
                <a:tab pos="3937000" algn="l"/>
                <a:tab pos="4690110" algn="l"/>
                <a:tab pos="5045710" algn="l"/>
                <a:tab pos="5683885" algn="l"/>
                <a:tab pos="6251575" algn="l"/>
                <a:tab pos="6805930" algn="l"/>
                <a:tab pos="7232650" algn="l"/>
              </a:tabLst>
            </a:pPr>
            <a:r>
              <a:rPr sz="2000" spc="-25" dirty="0">
                <a:latin typeface="Arial MT"/>
                <a:cs typeface="Arial MT"/>
              </a:rPr>
              <a:t>Big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0" dirty="0">
                <a:latin typeface="Arial MT"/>
                <a:cs typeface="Arial MT"/>
              </a:rPr>
              <a:t>data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is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defined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as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large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pools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of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that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000" spc="-25" dirty="0">
                <a:solidFill>
                  <a:srgbClr val="7E7E7E"/>
                </a:solidFill>
                <a:latin typeface="Arial MT"/>
                <a:cs typeface="Arial MT"/>
              </a:rPr>
              <a:t>can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be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	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captured,</a:t>
            </a:r>
            <a:endParaRPr sz="20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communicated,</a:t>
            </a:r>
            <a:r>
              <a:rPr sz="2000" spc="-7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aggregated,</a:t>
            </a:r>
            <a:r>
              <a:rPr sz="2000" spc="-8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stored,</a:t>
            </a:r>
            <a:r>
              <a:rPr sz="2000" spc="-5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2000" spc="-4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analyzed.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60"/>
              </a:spcBef>
            </a:pPr>
            <a:endParaRPr sz="20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Clr>
                <a:srgbClr val="C00000"/>
              </a:buClr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Data</a:t>
            </a:r>
            <a:r>
              <a:rPr sz="2000" spc="-3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continues</a:t>
            </a:r>
            <a:r>
              <a:rPr sz="2000" spc="-4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to</a:t>
            </a:r>
            <a:r>
              <a:rPr sz="2000" spc="-20" dirty="0">
                <a:solidFill>
                  <a:srgbClr val="7E7E7E"/>
                </a:solidFill>
                <a:latin typeface="Arial MT"/>
                <a:cs typeface="Arial MT"/>
              </a:rPr>
              <a:t> grow: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Clr>
                <a:srgbClr val="C00000"/>
              </a:buClr>
              <a:buFont typeface="Arial MT"/>
              <a:buChar char="•"/>
            </a:pPr>
            <a:endParaRPr sz="2000">
              <a:latin typeface="Arial MT"/>
              <a:cs typeface="Arial MT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"/>
              <a:tabLst>
                <a:tab pos="756285" algn="l"/>
              </a:tabLst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</a:t>
            </a:r>
            <a:r>
              <a:rPr sz="1800" spc="39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mid-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2010,</a:t>
            </a:r>
            <a:r>
              <a:rPr sz="1800" spc="409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the</a:t>
            </a:r>
            <a:r>
              <a:rPr sz="1800" spc="4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information</a:t>
            </a:r>
            <a:r>
              <a:rPr sz="1800" spc="409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universe</a:t>
            </a:r>
            <a:r>
              <a:rPr sz="1800" spc="40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carried</a:t>
            </a:r>
            <a:r>
              <a:rPr sz="1800" spc="4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1.2</a:t>
            </a:r>
            <a:r>
              <a:rPr sz="1800" spc="4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zettabytes</a:t>
            </a:r>
            <a:r>
              <a:rPr sz="1800" spc="4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and</a:t>
            </a:r>
            <a:r>
              <a:rPr sz="1800" spc="40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2020</a:t>
            </a:r>
            <a:endParaRPr sz="1800">
              <a:latin typeface="Arial MT"/>
              <a:cs typeface="Arial MT"/>
            </a:endParaRPr>
          </a:p>
          <a:p>
            <a:pPr marL="756285">
              <a:lnSpc>
                <a:spcPct val="100000"/>
              </a:lnSpc>
            </a:pP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predictions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expect</a:t>
            </a:r>
            <a:r>
              <a:rPr sz="1800" spc="-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nearly</a:t>
            </a:r>
            <a:r>
              <a:rPr sz="18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44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times</a:t>
            </a:r>
            <a:r>
              <a:rPr sz="1800" spc="-2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more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at</a:t>
            </a:r>
            <a:r>
              <a:rPr sz="1800" spc="-3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35</a:t>
            </a:r>
            <a:r>
              <a:rPr sz="18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zettabytes</a:t>
            </a:r>
            <a:r>
              <a:rPr sz="1800" spc="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coming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7E7E7E"/>
                </a:solidFill>
                <a:latin typeface="Arial MT"/>
                <a:cs typeface="Arial MT"/>
              </a:rPr>
              <a:t>our</a:t>
            </a:r>
            <a:r>
              <a:rPr sz="1800" spc="-20" dirty="0">
                <a:solidFill>
                  <a:srgbClr val="7E7E7E"/>
                </a:solidFill>
                <a:latin typeface="Arial MT"/>
                <a:cs typeface="Arial MT"/>
              </a:rPr>
              <a:t> way.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8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Applications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are</a:t>
            </a:r>
            <a:r>
              <a:rPr sz="20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7E7E7E"/>
                </a:solidFill>
                <a:latin typeface="Arial MT"/>
                <a:cs typeface="Arial MT"/>
              </a:rPr>
              <a:t>becoming</a:t>
            </a:r>
            <a:r>
              <a:rPr sz="2000" spc="-15" dirty="0">
                <a:solidFill>
                  <a:srgbClr val="7E7E7E"/>
                </a:solidFill>
                <a:latin typeface="Arial MT"/>
                <a:cs typeface="Arial MT"/>
              </a:rPr>
              <a:t> </a:t>
            </a:r>
            <a:r>
              <a:rPr sz="2000" i="1" spc="-10" dirty="0">
                <a:solidFill>
                  <a:srgbClr val="006FC0"/>
                </a:solidFill>
                <a:latin typeface="Arial"/>
                <a:cs typeface="Arial"/>
              </a:rPr>
              <a:t>data-intensive</a:t>
            </a:r>
            <a:r>
              <a:rPr sz="2000" spc="-10" dirty="0">
                <a:solidFill>
                  <a:srgbClr val="7E7E7E"/>
                </a:solidFill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6800" y="4559300"/>
            <a:ext cx="3160776" cy="1993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95800" y="4559300"/>
            <a:ext cx="2057400" cy="1993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8713" rIns="0" bIns="0" rtlCol="0">
            <a:spAutoFit/>
          </a:bodyPr>
          <a:lstStyle/>
          <a:p>
            <a:pPr marL="100330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20" dirty="0"/>
              <a:t> </a:t>
            </a:r>
            <a:r>
              <a:rPr dirty="0"/>
              <a:t>Do</a:t>
            </a:r>
            <a:r>
              <a:rPr spc="-30" dirty="0"/>
              <a:t> </a:t>
            </a:r>
            <a:r>
              <a:rPr dirty="0"/>
              <a:t>We</a:t>
            </a:r>
            <a:r>
              <a:rPr spc="-5" dirty="0"/>
              <a:t> </a:t>
            </a:r>
            <a:r>
              <a:rPr dirty="0"/>
              <a:t>Do</a:t>
            </a:r>
            <a:r>
              <a:rPr spc="-15" dirty="0"/>
              <a:t> </a:t>
            </a:r>
            <a:r>
              <a:rPr dirty="0"/>
              <a:t>With</a:t>
            </a:r>
            <a:r>
              <a:rPr spc="-5" dirty="0"/>
              <a:t> </a:t>
            </a:r>
            <a:r>
              <a:rPr spc="-10" dirty="0"/>
              <a:t>Data?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91155" y="1671701"/>
            <a:ext cx="1951355" cy="995680"/>
            <a:chOff x="2391155" y="1671701"/>
            <a:chExt cx="1951355" cy="995680"/>
          </a:xfrm>
        </p:grpSpPr>
        <p:sp>
          <p:nvSpPr>
            <p:cNvPr id="4" name="object 4"/>
            <p:cNvSpPr/>
            <p:nvPr/>
          </p:nvSpPr>
          <p:spPr>
            <a:xfrm>
              <a:off x="2403855" y="1684401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80">
                  <a:moveTo>
                    <a:pt x="1925573" y="0"/>
                  </a:moveTo>
                  <a:lnTo>
                    <a:pt x="485013" y="0"/>
                  </a:lnTo>
                  <a:lnTo>
                    <a:pt x="0" y="485013"/>
                  </a:lnTo>
                  <a:lnTo>
                    <a:pt x="485013" y="970026"/>
                  </a:lnTo>
                  <a:lnTo>
                    <a:pt x="1925573" y="970026"/>
                  </a:lnTo>
                  <a:lnTo>
                    <a:pt x="192557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03855" y="1684401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80">
                  <a:moveTo>
                    <a:pt x="1925573" y="970026"/>
                  </a:moveTo>
                  <a:lnTo>
                    <a:pt x="485013" y="970026"/>
                  </a:lnTo>
                  <a:lnTo>
                    <a:pt x="0" y="485013"/>
                  </a:lnTo>
                  <a:lnTo>
                    <a:pt x="485013" y="0"/>
                  </a:lnTo>
                  <a:lnTo>
                    <a:pt x="1925573" y="0"/>
                  </a:lnTo>
                  <a:lnTo>
                    <a:pt x="1925573" y="97002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220592" y="1936495"/>
            <a:ext cx="78422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Store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906142" y="1671701"/>
            <a:ext cx="995680" cy="995680"/>
            <a:chOff x="1906142" y="1671701"/>
            <a:chExt cx="995680" cy="99568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8842" y="1684401"/>
              <a:ext cx="970026" cy="97002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918842" y="1684401"/>
              <a:ext cx="970280" cy="970280"/>
            </a:xfrm>
            <a:custGeom>
              <a:avLst/>
              <a:gdLst/>
              <a:ahLst/>
              <a:cxnLst/>
              <a:rect l="l" t="t" r="r" b="b"/>
              <a:pathLst>
                <a:path w="970280" h="970280">
                  <a:moveTo>
                    <a:pt x="0" y="485013"/>
                  </a:moveTo>
                  <a:lnTo>
                    <a:pt x="2220" y="438306"/>
                  </a:lnTo>
                  <a:lnTo>
                    <a:pt x="8746" y="392855"/>
                  </a:lnTo>
                  <a:lnTo>
                    <a:pt x="19374" y="348862"/>
                  </a:lnTo>
                  <a:lnTo>
                    <a:pt x="33900" y="306532"/>
                  </a:lnTo>
                  <a:lnTo>
                    <a:pt x="52122" y="266067"/>
                  </a:lnTo>
                  <a:lnTo>
                    <a:pt x="73836" y="227671"/>
                  </a:lnTo>
                  <a:lnTo>
                    <a:pt x="98839" y="191546"/>
                  </a:lnTo>
                  <a:lnTo>
                    <a:pt x="126927" y="157898"/>
                  </a:lnTo>
                  <a:lnTo>
                    <a:pt x="157898" y="126927"/>
                  </a:lnTo>
                  <a:lnTo>
                    <a:pt x="191546" y="98839"/>
                  </a:lnTo>
                  <a:lnTo>
                    <a:pt x="227671" y="73836"/>
                  </a:lnTo>
                  <a:lnTo>
                    <a:pt x="266067" y="52122"/>
                  </a:lnTo>
                  <a:lnTo>
                    <a:pt x="306532" y="33900"/>
                  </a:lnTo>
                  <a:lnTo>
                    <a:pt x="348862" y="19374"/>
                  </a:lnTo>
                  <a:lnTo>
                    <a:pt x="392855" y="8746"/>
                  </a:lnTo>
                  <a:lnTo>
                    <a:pt x="438306" y="2220"/>
                  </a:lnTo>
                  <a:lnTo>
                    <a:pt x="485013" y="0"/>
                  </a:lnTo>
                  <a:lnTo>
                    <a:pt x="531739" y="2220"/>
                  </a:lnTo>
                  <a:lnTo>
                    <a:pt x="577205" y="8746"/>
                  </a:lnTo>
                  <a:lnTo>
                    <a:pt x="621208" y="19374"/>
                  </a:lnTo>
                  <a:lnTo>
                    <a:pt x="663545" y="33900"/>
                  </a:lnTo>
                  <a:lnTo>
                    <a:pt x="704014" y="52122"/>
                  </a:lnTo>
                  <a:lnTo>
                    <a:pt x="742411" y="73836"/>
                  </a:lnTo>
                  <a:lnTo>
                    <a:pt x="778533" y="98839"/>
                  </a:lnTo>
                  <a:lnTo>
                    <a:pt x="812178" y="126927"/>
                  </a:lnTo>
                  <a:lnTo>
                    <a:pt x="843142" y="157898"/>
                  </a:lnTo>
                  <a:lnTo>
                    <a:pt x="871224" y="191546"/>
                  </a:lnTo>
                  <a:lnTo>
                    <a:pt x="896219" y="227671"/>
                  </a:lnTo>
                  <a:lnTo>
                    <a:pt x="917926" y="266067"/>
                  </a:lnTo>
                  <a:lnTo>
                    <a:pt x="936141" y="306532"/>
                  </a:lnTo>
                  <a:lnTo>
                    <a:pt x="950661" y="348862"/>
                  </a:lnTo>
                  <a:lnTo>
                    <a:pt x="961284" y="392855"/>
                  </a:lnTo>
                  <a:lnTo>
                    <a:pt x="967806" y="438306"/>
                  </a:lnTo>
                  <a:lnTo>
                    <a:pt x="970026" y="485013"/>
                  </a:lnTo>
                  <a:lnTo>
                    <a:pt x="967806" y="531719"/>
                  </a:lnTo>
                  <a:lnTo>
                    <a:pt x="961284" y="577170"/>
                  </a:lnTo>
                  <a:lnTo>
                    <a:pt x="950661" y="621163"/>
                  </a:lnTo>
                  <a:lnTo>
                    <a:pt x="936141" y="663493"/>
                  </a:lnTo>
                  <a:lnTo>
                    <a:pt x="917926" y="703958"/>
                  </a:lnTo>
                  <a:lnTo>
                    <a:pt x="896219" y="742354"/>
                  </a:lnTo>
                  <a:lnTo>
                    <a:pt x="871224" y="778479"/>
                  </a:lnTo>
                  <a:lnTo>
                    <a:pt x="843142" y="812127"/>
                  </a:lnTo>
                  <a:lnTo>
                    <a:pt x="812178" y="843098"/>
                  </a:lnTo>
                  <a:lnTo>
                    <a:pt x="778533" y="871186"/>
                  </a:lnTo>
                  <a:lnTo>
                    <a:pt x="742411" y="896189"/>
                  </a:lnTo>
                  <a:lnTo>
                    <a:pt x="704014" y="917903"/>
                  </a:lnTo>
                  <a:lnTo>
                    <a:pt x="663545" y="936125"/>
                  </a:lnTo>
                  <a:lnTo>
                    <a:pt x="621208" y="950651"/>
                  </a:lnTo>
                  <a:lnTo>
                    <a:pt x="577205" y="961279"/>
                  </a:lnTo>
                  <a:lnTo>
                    <a:pt x="531739" y="967805"/>
                  </a:lnTo>
                  <a:lnTo>
                    <a:pt x="485013" y="970026"/>
                  </a:lnTo>
                  <a:lnTo>
                    <a:pt x="438306" y="967805"/>
                  </a:lnTo>
                  <a:lnTo>
                    <a:pt x="392855" y="961279"/>
                  </a:lnTo>
                  <a:lnTo>
                    <a:pt x="348862" y="950651"/>
                  </a:lnTo>
                  <a:lnTo>
                    <a:pt x="306532" y="936125"/>
                  </a:lnTo>
                  <a:lnTo>
                    <a:pt x="266067" y="917903"/>
                  </a:lnTo>
                  <a:lnTo>
                    <a:pt x="227671" y="896189"/>
                  </a:lnTo>
                  <a:lnTo>
                    <a:pt x="191546" y="871186"/>
                  </a:lnTo>
                  <a:lnTo>
                    <a:pt x="157898" y="843098"/>
                  </a:lnTo>
                  <a:lnTo>
                    <a:pt x="126927" y="812127"/>
                  </a:lnTo>
                  <a:lnTo>
                    <a:pt x="98839" y="778479"/>
                  </a:lnTo>
                  <a:lnTo>
                    <a:pt x="73836" y="742354"/>
                  </a:lnTo>
                  <a:lnTo>
                    <a:pt x="52122" y="703958"/>
                  </a:lnTo>
                  <a:lnTo>
                    <a:pt x="33900" y="663493"/>
                  </a:lnTo>
                  <a:lnTo>
                    <a:pt x="19374" y="621163"/>
                  </a:lnTo>
                  <a:lnTo>
                    <a:pt x="8746" y="577170"/>
                  </a:lnTo>
                  <a:lnTo>
                    <a:pt x="2220" y="531719"/>
                  </a:lnTo>
                  <a:lnTo>
                    <a:pt x="0" y="48501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2391155" y="2931286"/>
            <a:ext cx="1951355" cy="995680"/>
            <a:chOff x="2391155" y="2931286"/>
            <a:chExt cx="1951355" cy="995680"/>
          </a:xfrm>
        </p:grpSpPr>
        <p:sp>
          <p:nvSpPr>
            <p:cNvPr id="11" name="object 11"/>
            <p:cNvSpPr/>
            <p:nvPr/>
          </p:nvSpPr>
          <p:spPr>
            <a:xfrm>
              <a:off x="2403855" y="2943986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79">
                  <a:moveTo>
                    <a:pt x="1925573" y="0"/>
                  </a:moveTo>
                  <a:lnTo>
                    <a:pt x="485013" y="0"/>
                  </a:lnTo>
                  <a:lnTo>
                    <a:pt x="0" y="485013"/>
                  </a:lnTo>
                  <a:lnTo>
                    <a:pt x="485013" y="970026"/>
                  </a:lnTo>
                  <a:lnTo>
                    <a:pt x="1925573" y="970026"/>
                  </a:lnTo>
                  <a:lnTo>
                    <a:pt x="192557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03855" y="2943986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79">
                  <a:moveTo>
                    <a:pt x="1925573" y="970026"/>
                  </a:moveTo>
                  <a:lnTo>
                    <a:pt x="485013" y="970026"/>
                  </a:lnTo>
                  <a:lnTo>
                    <a:pt x="0" y="485013"/>
                  </a:lnTo>
                  <a:lnTo>
                    <a:pt x="485013" y="0"/>
                  </a:lnTo>
                  <a:lnTo>
                    <a:pt x="1925573" y="0"/>
                  </a:lnTo>
                  <a:lnTo>
                    <a:pt x="1925573" y="97002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089275" y="3196285"/>
            <a:ext cx="10496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Access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06142" y="2931286"/>
            <a:ext cx="995680" cy="995680"/>
            <a:chOff x="1906142" y="2931286"/>
            <a:chExt cx="995680" cy="99568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8842" y="2943986"/>
              <a:ext cx="970026" cy="97002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918842" y="2943986"/>
              <a:ext cx="970280" cy="970280"/>
            </a:xfrm>
            <a:custGeom>
              <a:avLst/>
              <a:gdLst/>
              <a:ahLst/>
              <a:cxnLst/>
              <a:rect l="l" t="t" r="r" b="b"/>
              <a:pathLst>
                <a:path w="970280" h="970279">
                  <a:moveTo>
                    <a:pt x="0" y="485013"/>
                  </a:moveTo>
                  <a:lnTo>
                    <a:pt x="2220" y="438306"/>
                  </a:lnTo>
                  <a:lnTo>
                    <a:pt x="8746" y="392855"/>
                  </a:lnTo>
                  <a:lnTo>
                    <a:pt x="19374" y="348862"/>
                  </a:lnTo>
                  <a:lnTo>
                    <a:pt x="33900" y="306532"/>
                  </a:lnTo>
                  <a:lnTo>
                    <a:pt x="52122" y="266067"/>
                  </a:lnTo>
                  <a:lnTo>
                    <a:pt x="73836" y="227671"/>
                  </a:lnTo>
                  <a:lnTo>
                    <a:pt x="98839" y="191546"/>
                  </a:lnTo>
                  <a:lnTo>
                    <a:pt x="126927" y="157898"/>
                  </a:lnTo>
                  <a:lnTo>
                    <a:pt x="157898" y="126927"/>
                  </a:lnTo>
                  <a:lnTo>
                    <a:pt x="191546" y="98839"/>
                  </a:lnTo>
                  <a:lnTo>
                    <a:pt x="227671" y="73836"/>
                  </a:lnTo>
                  <a:lnTo>
                    <a:pt x="266067" y="52122"/>
                  </a:lnTo>
                  <a:lnTo>
                    <a:pt x="306532" y="33900"/>
                  </a:lnTo>
                  <a:lnTo>
                    <a:pt x="348862" y="19374"/>
                  </a:lnTo>
                  <a:lnTo>
                    <a:pt x="392855" y="8746"/>
                  </a:lnTo>
                  <a:lnTo>
                    <a:pt x="438306" y="2220"/>
                  </a:lnTo>
                  <a:lnTo>
                    <a:pt x="485013" y="0"/>
                  </a:lnTo>
                  <a:lnTo>
                    <a:pt x="531739" y="2220"/>
                  </a:lnTo>
                  <a:lnTo>
                    <a:pt x="577205" y="8746"/>
                  </a:lnTo>
                  <a:lnTo>
                    <a:pt x="621208" y="19374"/>
                  </a:lnTo>
                  <a:lnTo>
                    <a:pt x="663545" y="33900"/>
                  </a:lnTo>
                  <a:lnTo>
                    <a:pt x="704014" y="52122"/>
                  </a:lnTo>
                  <a:lnTo>
                    <a:pt x="742411" y="73836"/>
                  </a:lnTo>
                  <a:lnTo>
                    <a:pt x="778533" y="98839"/>
                  </a:lnTo>
                  <a:lnTo>
                    <a:pt x="812178" y="126927"/>
                  </a:lnTo>
                  <a:lnTo>
                    <a:pt x="843142" y="157898"/>
                  </a:lnTo>
                  <a:lnTo>
                    <a:pt x="871224" y="191546"/>
                  </a:lnTo>
                  <a:lnTo>
                    <a:pt x="896219" y="227671"/>
                  </a:lnTo>
                  <a:lnTo>
                    <a:pt x="917926" y="266067"/>
                  </a:lnTo>
                  <a:lnTo>
                    <a:pt x="936141" y="306532"/>
                  </a:lnTo>
                  <a:lnTo>
                    <a:pt x="950661" y="348862"/>
                  </a:lnTo>
                  <a:lnTo>
                    <a:pt x="961284" y="392855"/>
                  </a:lnTo>
                  <a:lnTo>
                    <a:pt x="967806" y="438306"/>
                  </a:lnTo>
                  <a:lnTo>
                    <a:pt x="970026" y="485013"/>
                  </a:lnTo>
                  <a:lnTo>
                    <a:pt x="967806" y="531719"/>
                  </a:lnTo>
                  <a:lnTo>
                    <a:pt x="961284" y="577170"/>
                  </a:lnTo>
                  <a:lnTo>
                    <a:pt x="950661" y="621163"/>
                  </a:lnTo>
                  <a:lnTo>
                    <a:pt x="936141" y="663493"/>
                  </a:lnTo>
                  <a:lnTo>
                    <a:pt x="917926" y="703958"/>
                  </a:lnTo>
                  <a:lnTo>
                    <a:pt x="896219" y="742354"/>
                  </a:lnTo>
                  <a:lnTo>
                    <a:pt x="871224" y="778479"/>
                  </a:lnTo>
                  <a:lnTo>
                    <a:pt x="843142" y="812127"/>
                  </a:lnTo>
                  <a:lnTo>
                    <a:pt x="812178" y="843098"/>
                  </a:lnTo>
                  <a:lnTo>
                    <a:pt x="778533" y="871186"/>
                  </a:lnTo>
                  <a:lnTo>
                    <a:pt x="742411" y="896189"/>
                  </a:lnTo>
                  <a:lnTo>
                    <a:pt x="704014" y="917903"/>
                  </a:lnTo>
                  <a:lnTo>
                    <a:pt x="663545" y="936125"/>
                  </a:lnTo>
                  <a:lnTo>
                    <a:pt x="621208" y="950651"/>
                  </a:lnTo>
                  <a:lnTo>
                    <a:pt x="577205" y="961279"/>
                  </a:lnTo>
                  <a:lnTo>
                    <a:pt x="531739" y="967805"/>
                  </a:lnTo>
                  <a:lnTo>
                    <a:pt x="485013" y="970026"/>
                  </a:lnTo>
                  <a:lnTo>
                    <a:pt x="438306" y="967805"/>
                  </a:lnTo>
                  <a:lnTo>
                    <a:pt x="392855" y="961279"/>
                  </a:lnTo>
                  <a:lnTo>
                    <a:pt x="348862" y="950651"/>
                  </a:lnTo>
                  <a:lnTo>
                    <a:pt x="306532" y="936125"/>
                  </a:lnTo>
                  <a:lnTo>
                    <a:pt x="266067" y="917903"/>
                  </a:lnTo>
                  <a:lnTo>
                    <a:pt x="227671" y="896189"/>
                  </a:lnTo>
                  <a:lnTo>
                    <a:pt x="191546" y="871186"/>
                  </a:lnTo>
                  <a:lnTo>
                    <a:pt x="157898" y="843098"/>
                  </a:lnTo>
                  <a:lnTo>
                    <a:pt x="126927" y="812127"/>
                  </a:lnTo>
                  <a:lnTo>
                    <a:pt x="98839" y="778479"/>
                  </a:lnTo>
                  <a:lnTo>
                    <a:pt x="73836" y="742354"/>
                  </a:lnTo>
                  <a:lnTo>
                    <a:pt x="52122" y="703958"/>
                  </a:lnTo>
                  <a:lnTo>
                    <a:pt x="33900" y="663493"/>
                  </a:lnTo>
                  <a:lnTo>
                    <a:pt x="19374" y="621163"/>
                  </a:lnTo>
                  <a:lnTo>
                    <a:pt x="8746" y="577170"/>
                  </a:lnTo>
                  <a:lnTo>
                    <a:pt x="2220" y="531719"/>
                  </a:lnTo>
                  <a:lnTo>
                    <a:pt x="0" y="48501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2391155" y="4190872"/>
            <a:ext cx="1951355" cy="995680"/>
            <a:chOff x="2391155" y="4190872"/>
            <a:chExt cx="1951355" cy="995680"/>
          </a:xfrm>
        </p:grpSpPr>
        <p:sp>
          <p:nvSpPr>
            <p:cNvPr id="18" name="object 18"/>
            <p:cNvSpPr/>
            <p:nvPr/>
          </p:nvSpPr>
          <p:spPr>
            <a:xfrm>
              <a:off x="2403855" y="4203572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79">
                  <a:moveTo>
                    <a:pt x="1925573" y="0"/>
                  </a:moveTo>
                  <a:lnTo>
                    <a:pt x="485013" y="0"/>
                  </a:lnTo>
                  <a:lnTo>
                    <a:pt x="0" y="485013"/>
                  </a:lnTo>
                  <a:lnTo>
                    <a:pt x="485013" y="970026"/>
                  </a:lnTo>
                  <a:lnTo>
                    <a:pt x="1925573" y="970026"/>
                  </a:lnTo>
                  <a:lnTo>
                    <a:pt x="192557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03855" y="4203572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79">
                  <a:moveTo>
                    <a:pt x="1925573" y="970026"/>
                  </a:moveTo>
                  <a:lnTo>
                    <a:pt x="485013" y="970026"/>
                  </a:lnTo>
                  <a:lnTo>
                    <a:pt x="0" y="485013"/>
                  </a:lnTo>
                  <a:lnTo>
                    <a:pt x="485013" y="0"/>
                  </a:lnTo>
                  <a:lnTo>
                    <a:pt x="1925573" y="0"/>
                  </a:lnTo>
                  <a:lnTo>
                    <a:pt x="1925573" y="97002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062097" y="4456303"/>
            <a:ext cx="11004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spc="-10" dirty="0">
                <a:solidFill>
                  <a:srgbClr val="FFFFFF"/>
                </a:solidFill>
                <a:latin typeface="Arial MT"/>
                <a:cs typeface="Arial MT"/>
              </a:rPr>
              <a:t>Encrypt</a:t>
            </a:r>
            <a:endParaRPr sz="25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06142" y="4190872"/>
            <a:ext cx="995680" cy="995680"/>
            <a:chOff x="1906142" y="4190872"/>
            <a:chExt cx="995680" cy="99568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8842" y="4203572"/>
              <a:ext cx="970026" cy="97002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918842" y="4203572"/>
              <a:ext cx="970280" cy="970280"/>
            </a:xfrm>
            <a:custGeom>
              <a:avLst/>
              <a:gdLst/>
              <a:ahLst/>
              <a:cxnLst/>
              <a:rect l="l" t="t" r="r" b="b"/>
              <a:pathLst>
                <a:path w="970280" h="970279">
                  <a:moveTo>
                    <a:pt x="0" y="485013"/>
                  </a:moveTo>
                  <a:lnTo>
                    <a:pt x="2220" y="438306"/>
                  </a:lnTo>
                  <a:lnTo>
                    <a:pt x="8746" y="392855"/>
                  </a:lnTo>
                  <a:lnTo>
                    <a:pt x="19374" y="348862"/>
                  </a:lnTo>
                  <a:lnTo>
                    <a:pt x="33900" y="306532"/>
                  </a:lnTo>
                  <a:lnTo>
                    <a:pt x="52122" y="266067"/>
                  </a:lnTo>
                  <a:lnTo>
                    <a:pt x="73836" y="227671"/>
                  </a:lnTo>
                  <a:lnTo>
                    <a:pt x="98839" y="191546"/>
                  </a:lnTo>
                  <a:lnTo>
                    <a:pt x="126927" y="157898"/>
                  </a:lnTo>
                  <a:lnTo>
                    <a:pt x="157898" y="126927"/>
                  </a:lnTo>
                  <a:lnTo>
                    <a:pt x="191546" y="98839"/>
                  </a:lnTo>
                  <a:lnTo>
                    <a:pt x="227671" y="73836"/>
                  </a:lnTo>
                  <a:lnTo>
                    <a:pt x="266067" y="52122"/>
                  </a:lnTo>
                  <a:lnTo>
                    <a:pt x="306532" y="33900"/>
                  </a:lnTo>
                  <a:lnTo>
                    <a:pt x="348862" y="19374"/>
                  </a:lnTo>
                  <a:lnTo>
                    <a:pt x="392855" y="8746"/>
                  </a:lnTo>
                  <a:lnTo>
                    <a:pt x="438306" y="2220"/>
                  </a:lnTo>
                  <a:lnTo>
                    <a:pt x="485013" y="0"/>
                  </a:lnTo>
                  <a:lnTo>
                    <a:pt x="531739" y="2220"/>
                  </a:lnTo>
                  <a:lnTo>
                    <a:pt x="577205" y="8746"/>
                  </a:lnTo>
                  <a:lnTo>
                    <a:pt x="621208" y="19374"/>
                  </a:lnTo>
                  <a:lnTo>
                    <a:pt x="663545" y="33900"/>
                  </a:lnTo>
                  <a:lnTo>
                    <a:pt x="704014" y="52122"/>
                  </a:lnTo>
                  <a:lnTo>
                    <a:pt x="742411" y="73836"/>
                  </a:lnTo>
                  <a:lnTo>
                    <a:pt x="778533" y="98839"/>
                  </a:lnTo>
                  <a:lnTo>
                    <a:pt x="812178" y="126927"/>
                  </a:lnTo>
                  <a:lnTo>
                    <a:pt x="843142" y="157898"/>
                  </a:lnTo>
                  <a:lnTo>
                    <a:pt x="871224" y="191546"/>
                  </a:lnTo>
                  <a:lnTo>
                    <a:pt x="896219" y="227671"/>
                  </a:lnTo>
                  <a:lnTo>
                    <a:pt x="917926" y="266067"/>
                  </a:lnTo>
                  <a:lnTo>
                    <a:pt x="936141" y="306532"/>
                  </a:lnTo>
                  <a:lnTo>
                    <a:pt x="950661" y="348862"/>
                  </a:lnTo>
                  <a:lnTo>
                    <a:pt x="961284" y="392855"/>
                  </a:lnTo>
                  <a:lnTo>
                    <a:pt x="967806" y="438306"/>
                  </a:lnTo>
                  <a:lnTo>
                    <a:pt x="970026" y="485013"/>
                  </a:lnTo>
                  <a:lnTo>
                    <a:pt x="967806" y="531719"/>
                  </a:lnTo>
                  <a:lnTo>
                    <a:pt x="961284" y="577170"/>
                  </a:lnTo>
                  <a:lnTo>
                    <a:pt x="950661" y="621163"/>
                  </a:lnTo>
                  <a:lnTo>
                    <a:pt x="936141" y="663493"/>
                  </a:lnTo>
                  <a:lnTo>
                    <a:pt x="917926" y="703958"/>
                  </a:lnTo>
                  <a:lnTo>
                    <a:pt x="896219" y="742354"/>
                  </a:lnTo>
                  <a:lnTo>
                    <a:pt x="871224" y="778479"/>
                  </a:lnTo>
                  <a:lnTo>
                    <a:pt x="843142" y="812127"/>
                  </a:lnTo>
                  <a:lnTo>
                    <a:pt x="812178" y="843098"/>
                  </a:lnTo>
                  <a:lnTo>
                    <a:pt x="778533" y="871186"/>
                  </a:lnTo>
                  <a:lnTo>
                    <a:pt x="742411" y="896189"/>
                  </a:lnTo>
                  <a:lnTo>
                    <a:pt x="704014" y="917903"/>
                  </a:lnTo>
                  <a:lnTo>
                    <a:pt x="663545" y="936125"/>
                  </a:lnTo>
                  <a:lnTo>
                    <a:pt x="621208" y="950651"/>
                  </a:lnTo>
                  <a:lnTo>
                    <a:pt x="577205" y="961279"/>
                  </a:lnTo>
                  <a:lnTo>
                    <a:pt x="531739" y="967805"/>
                  </a:lnTo>
                  <a:lnTo>
                    <a:pt x="485013" y="970026"/>
                  </a:lnTo>
                  <a:lnTo>
                    <a:pt x="438306" y="967805"/>
                  </a:lnTo>
                  <a:lnTo>
                    <a:pt x="392855" y="961279"/>
                  </a:lnTo>
                  <a:lnTo>
                    <a:pt x="348862" y="950651"/>
                  </a:lnTo>
                  <a:lnTo>
                    <a:pt x="306532" y="936125"/>
                  </a:lnTo>
                  <a:lnTo>
                    <a:pt x="266067" y="917903"/>
                  </a:lnTo>
                  <a:lnTo>
                    <a:pt x="227671" y="896189"/>
                  </a:lnTo>
                  <a:lnTo>
                    <a:pt x="191546" y="871186"/>
                  </a:lnTo>
                  <a:lnTo>
                    <a:pt x="157898" y="843098"/>
                  </a:lnTo>
                  <a:lnTo>
                    <a:pt x="126927" y="812127"/>
                  </a:lnTo>
                  <a:lnTo>
                    <a:pt x="98839" y="778479"/>
                  </a:lnTo>
                  <a:lnTo>
                    <a:pt x="73836" y="742354"/>
                  </a:lnTo>
                  <a:lnTo>
                    <a:pt x="52122" y="703958"/>
                  </a:lnTo>
                  <a:lnTo>
                    <a:pt x="33900" y="663493"/>
                  </a:lnTo>
                  <a:lnTo>
                    <a:pt x="19374" y="621163"/>
                  </a:lnTo>
                  <a:lnTo>
                    <a:pt x="8746" y="577170"/>
                  </a:lnTo>
                  <a:lnTo>
                    <a:pt x="2220" y="531719"/>
                  </a:lnTo>
                  <a:lnTo>
                    <a:pt x="0" y="48501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28600" y="5496585"/>
            <a:ext cx="8763000" cy="52324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vert="horz" wrap="square" lIns="0" tIns="374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95"/>
              </a:spcBef>
            </a:pPr>
            <a:r>
              <a:rPr sz="2800" dirty="0">
                <a:latin typeface="Arial MT"/>
                <a:cs typeface="Arial MT"/>
              </a:rPr>
              <a:t>We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want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these</a:t>
            </a:r>
            <a:r>
              <a:rPr sz="2800" spc="-3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seamlessly...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520690" y="1671701"/>
            <a:ext cx="1951355" cy="995680"/>
            <a:chOff x="5520690" y="1671701"/>
            <a:chExt cx="1951355" cy="995680"/>
          </a:xfrm>
        </p:grpSpPr>
        <p:sp>
          <p:nvSpPr>
            <p:cNvPr id="26" name="object 26"/>
            <p:cNvSpPr/>
            <p:nvPr/>
          </p:nvSpPr>
          <p:spPr>
            <a:xfrm>
              <a:off x="5533390" y="1684401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80">
                  <a:moveTo>
                    <a:pt x="1925574" y="0"/>
                  </a:moveTo>
                  <a:lnTo>
                    <a:pt x="485013" y="0"/>
                  </a:lnTo>
                  <a:lnTo>
                    <a:pt x="0" y="485013"/>
                  </a:lnTo>
                  <a:lnTo>
                    <a:pt x="485013" y="970026"/>
                  </a:lnTo>
                  <a:lnTo>
                    <a:pt x="1925574" y="970026"/>
                  </a:lnTo>
                  <a:lnTo>
                    <a:pt x="192557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533390" y="1684401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80">
                  <a:moveTo>
                    <a:pt x="1925574" y="970026"/>
                  </a:moveTo>
                  <a:lnTo>
                    <a:pt x="485013" y="970026"/>
                  </a:lnTo>
                  <a:lnTo>
                    <a:pt x="0" y="485013"/>
                  </a:lnTo>
                  <a:lnTo>
                    <a:pt x="485013" y="0"/>
                  </a:lnTo>
                  <a:lnTo>
                    <a:pt x="1925574" y="0"/>
                  </a:lnTo>
                  <a:lnTo>
                    <a:pt x="1925574" y="97002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346063" y="1954149"/>
            <a:ext cx="806450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Share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5035677" y="1671701"/>
            <a:ext cx="995680" cy="995680"/>
            <a:chOff x="5035677" y="1671701"/>
            <a:chExt cx="995680" cy="995680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83937" y="1684401"/>
              <a:ext cx="934465" cy="970026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048377" y="1684401"/>
              <a:ext cx="970280" cy="970280"/>
            </a:xfrm>
            <a:custGeom>
              <a:avLst/>
              <a:gdLst/>
              <a:ahLst/>
              <a:cxnLst/>
              <a:rect l="l" t="t" r="r" b="b"/>
              <a:pathLst>
                <a:path w="970279" h="970280">
                  <a:moveTo>
                    <a:pt x="0" y="485013"/>
                  </a:moveTo>
                  <a:lnTo>
                    <a:pt x="2220" y="438306"/>
                  </a:lnTo>
                  <a:lnTo>
                    <a:pt x="8746" y="392855"/>
                  </a:lnTo>
                  <a:lnTo>
                    <a:pt x="19374" y="348862"/>
                  </a:lnTo>
                  <a:lnTo>
                    <a:pt x="33900" y="306532"/>
                  </a:lnTo>
                  <a:lnTo>
                    <a:pt x="52122" y="266067"/>
                  </a:lnTo>
                  <a:lnTo>
                    <a:pt x="73836" y="227671"/>
                  </a:lnTo>
                  <a:lnTo>
                    <a:pt x="98839" y="191546"/>
                  </a:lnTo>
                  <a:lnTo>
                    <a:pt x="126927" y="157898"/>
                  </a:lnTo>
                  <a:lnTo>
                    <a:pt x="157898" y="126927"/>
                  </a:lnTo>
                  <a:lnTo>
                    <a:pt x="191546" y="98839"/>
                  </a:lnTo>
                  <a:lnTo>
                    <a:pt x="227671" y="73836"/>
                  </a:lnTo>
                  <a:lnTo>
                    <a:pt x="266067" y="52122"/>
                  </a:lnTo>
                  <a:lnTo>
                    <a:pt x="306532" y="33900"/>
                  </a:lnTo>
                  <a:lnTo>
                    <a:pt x="348862" y="19374"/>
                  </a:lnTo>
                  <a:lnTo>
                    <a:pt x="392855" y="8746"/>
                  </a:lnTo>
                  <a:lnTo>
                    <a:pt x="438306" y="2220"/>
                  </a:lnTo>
                  <a:lnTo>
                    <a:pt x="485013" y="0"/>
                  </a:lnTo>
                  <a:lnTo>
                    <a:pt x="531739" y="2220"/>
                  </a:lnTo>
                  <a:lnTo>
                    <a:pt x="577205" y="8746"/>
                  </a:lnTo>
                  <a:lnTo>
                    <a:pt x="621208" y="19374"/>
                  </a:lnTo>
                  <a:lnTo>
                    <a:pt x="663545" y="33900"/>
                  </a:lnTo>
                  <a:lnTo>
                    <a:pt x="704014" y="52122"/>
                  </a:lnTo>
                  <a:lnTo>
                    <a:pt x="742411" y="73836"/>
                  </a:lnTo>
                  <a:lnTo>
                    <a:pt x="778533" y="98839"/>
                  </a:lnTo>
                  <a:lnTo>
                    <a:pt x="812178" y="126927"/>
                  </a:lnTo>
                  <a:lnTo>
                    <a:pt x="843142" y="157898"/>
                  </a:lnTo>
                  <a:lnTo>
                    <a:pt x="871224" y="191546"/>
                  </a:lnTo>
                  <a:lnTo>
                    <a:pt x="896219" y="227671"/>
                  </a:lnTo>
                  <a:lnTo>
                    <a:pt x="917926" y="266067"/>
                  </a:lnTo>
                  <a:lnTo>
                    <a:pt x="936141" y="306532"/>
                  </a:lnTo>
                  <a:lnTo>
                    <a:pt x="950661" y="348862"/>
                  </a:lnTo>
                  <a:lnTo>
                    <a:pt x="961284" y="392855"/>
                  </a:lnTo>
                  <a:lnTo>
                    <a:pt x="967806" y="438306"/>
                  </a:lnTo>
                  <a:lnTo>
                    <a:pt x="970026" y="485013"/>
                  </a:lnTo>
                  <a:lnTo>
                    <a:pt x="967806" y="531719"/>
                  </a:lnTo>
                  <a:lnTo>
                    <a:pt x="961284" y="577170"/>
                  </a:lnTo>
                  <a:lnTo>
                    <a:pt x="950661" y="621163"/>
                  </a:lnTo>
                  <a:lnTo>
                    <a:pt x="936141" y="663493"/>
                  </a:lnTo>
                  <a:lnTo>
                    <a:pt x="917926" y="703958"/>
                  </a:lnTo>
                  <a:lnTo>
                    <a:pt x="896219" y="742354"/>
                  </a:lnTo>
                  <a:lnTo>
                    <a:pt x="871224" y="778479"/>
                  </a:lnTo>
                  <a:lnTo>
                    <a:pt x="843142" y="812127"/>
                  </a:lnTo>
                  <a:lnTo>
                    <a:pt x="812178" y="843098"/>
                  </a:lnTo>
                  <a:lnTo>
                    <a:pt x="778533" y="871186"/>
                  </a:lnTo>
                  <a:lnTo>
                    <a:pt x="742411" y="896189"/>
                  </a:lnTo>
                  <a:lnTo>
                    <a:pt x="704014" y="917903"/>
                  </a:lnTo>
                  <a:lnTo>
                    <a:pt x="663545" y="936125"/>
                  </a:lnTo>
                  <a:lnTo>
                    <a:pt x="621208" y="950651"/>
                  </a:lnTo>
                  <a:lnTo>
                    <a:pt x="577205" y="961279"/>
                  </a:lnTo>
                  <a:lnTo>
                    <a:pt x="531739" y="967805"/>
                  </a:lnTo>
                  <a:lnTo>
                    <a:pt x="485013" y="970026"/>
                  </a:lnTo>
                  <a:lnTo>
                    <a:pt x="438306" y="967805"/>
                  </a:lnTo>
                  <a:lnTo>
                    <a:pt x="392855" y="961279"/>
                  </a:lnTo>
                  <a:lnTo>
                    <a:pt x="348862" y="950651"/>
                  </a:lnTo>
                  <a:lnTo>
                    <a:pt x="306532" y="936125"/>
                  </a:lnTo>
                  <a:lnTo>
                    <a:pt x="266067" y="917903"/>
                  </a:lnTo>
                  <a:lnTo>
                    <a:pt x="227671" y="896189"/>
                  </a:lnTo>
                  <a:lnTo>
                    <a:pt x="191546" y="871186"/>
                  </a:lnTo>
                  <a:lnTo>
                    <a:pt x="157898" y="843098"/>
                  </a:lnTo>
                  <a:lnTo>
                    <a:pt x="126927" y="812127"/>
                  </a:lnTo>
                  <a:lnTo>
                    <a:pt x="98839" y="778479"/>
                  </a:lnTo>
                  <a:lnTo>
                    <a:pt x="73836" y="742354"/>
                  </a:lnTo>
                  <a:lnTo>
                    <a:pt x="52122" y="703958"/>
                  </a:lnTo>
                  <a:lnTo>
                    <a:pt x="33900" y="663493"/>
                  </a:lnTo>
                  <a:lnTo>
                    <a:pt x="19374" y="621163"/>
                  </a:lnTo>
                  <a:lnTo>
                    <a:pt x="8746" y="577170"/>
                  </a:lnTo>
                  <a:lnTo>
                    <a:pt x="2220" y="531719"/>
                  </a:lnTo>
                  <a:lnTo>
                    <a:pt x="0" y="48501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520690" y="2931286"/>
            <a:ext cx="1951355" cy="995680"/>
            <a:chOff x="5520690" y="2931286"/>
            <a:chExt cx="1951355" cy="995680"/>
          </a:xfrm>
        </p:grpSpPr>
        <p:sp>
          <p:nvSpPr>
            <p:cNvPr id="33" name="object 33"/>
            <p:cNvSpPr/>
            <p:nvPr/>
          </p:nvSpPr>
          <p:spPr>
            <a:xfrm>
              <a:off x="5533390" y="2943986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79">
                  <a:moveTo>
                    <a:pt x="1925574" y="0"/>
                  </a:moveTo>
                  <a:lnTo>
                    <a:pt x="485013" y="0"/>
                  </a:lnTo>
                  <a:lnTo>
                    <a:pt x="0" y="485013"/>
                  </a:lnTo>
                  <a:lnTo>
                    <a:pt x="485013" y="970026"/>
                  </a:lnTo>
                  <a:lnTo>
                    <a:pt x="1925574" y="970026"/>
                  </a:lnTo>
                  <a:lnTo>
                    <a:pt x="192557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33390" y="2943986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79">
                  <a:moveTo>
                    <a:pt x="1925574" y="970026"/>
                  </a:moveTo>
                  <a:lnTo>
                    <a:pt x="485013" y="970026"/>
                  </a:lnTo>
                  <a:lnTo>
                    <a:pt x="0" y="485013"/>
                  </a:lnTo>
                  <a:lnTo>
                    <a:pt x="485013" y="0"/>
                  </a:lnTo>
                  <a:lnTo>
                    <a:pt x="1925574" y="0"/>
                  </a:lnTo>
                  <a:lnTo>
                    <a:pt x="1925574" y="97002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208903" y="3214243"/>
            <a:ext cx="108267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035677" y="2931286"/>
            <a:ext cx="995680" cy="995680"/>
            <a:chOff x="5035677" y="2931286"/>
            <a:chExt cx="995680" cy="995680"/>
          </a:xfrm>
        </p:grpSpPr>
        <p:pic>
          <p:nvPicPr>
            <p:cNvPr id="37" name="object 3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48377" y="2943986"/>
              <a:ext cx="970026" cy="97002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048377" y="2943986"/>
              <a:ext cx="970280" cy="970280"/>
            </a:xfrm>
            <a:custGeom>
              <a:avLst/>
              <a:gdLst/>
              <a:ahLst/>
              <a:cxnLst/>
              <a:rect l="l" t="t" r="r" b="b"/>
              <a:pathLst>
                <a:path w="970279" h="970279">
                  <a:moveTo>
                    <a:pt x="0" y="485013"/>
                  </a:moveTo>
                  <a:lnTo>
                    <a:pt x="2220" y="438306"/>
                  </a:lnTo>
                  <a:lnTo>
                    <a:pt x="8746" y="392855"/>
                  </a:lnTo>
                  <a:lnTo>
                    <a:pt x="19374" y="348862"/>
                  </a:lnTo>
                  <a:lnTo>
                    <a:pt x="33900" y="306532"/>
                  </a:lnTo>
                  <a:lnTo>
                    <a:pt x="52122" y="266067"/>
                  </a:lnTo>
                  <a:lnTo>
                    <a:pt x="73836" y="227671"/>
                  </a:lnTo>
                  <a:lnTo>
                    <a:pt x="98839" y="191546"/>
                  </a:lnTo>
                  <a:lnTo>
                    <a:pt x="126927" y="157898"/>
                  </a:lnTo>
                  <a:lnTo>
                    <a:pt x="157898" y="126927"/>
                  </a:lnTo>
                  <a:lnTo>
                    <a:pt x="191546" y="98839"/>
                  </a:lnTo>
                  <a:lnTo>
                    <a:pt x="227671" y="73836"/>
                  </a:lnTo>
                  <a:lnTo>
                    <a:pt x="266067" y="52122"/>
                  </a:lnTo>
                  <a:lnTo>
                    <a:pt x="306532" y="33900"/>
                  </a:lnTo>
                  <a:lnTo>
                    <a:pt x="348862" y="19374"/>
                  </a:lnTo>
                  <a:lnTo>
                    <a:pt x="392855" y="8746"/>
                  </a:lnTo>
                  <a:lnTo>
                    <a:pt x="438306" y="2220"/>
                  </a:lnTo>
                  <a:lnTo>
                    <a:pt x="485013" y="0"/>
                  </a:lnTo>
                  <a:lnTo>
                    <a:pt x="531739" y="2220"/>
                  </a:lnTo>
                  <a:lnTo>
                    <a:pt x="577205" y="8746"/>
                  </a:lnTo>
                  <a:lnTo>
                    <a:pt x="621208" y="19374"/>
                  </a:lnTo>
                  <a:lnTo>
                    <a:pt x="663545" y="33900"/>
                  </a:lnTo>
                  <a:lnTo>
                    <a:pt x="704014" y="52122"/>
                  </a:lnTo>
                  <a:lnTo>
                    <a:pt x="742411" y="73836"/>
                  </a:lnTo>
                  <a:lnTo>
                    <a:pt x="778533" y="98839"/>
                  </a:lnTo>
                  <a:lnTo>
                    <a:pt x="812178" y="126927"/>
                  </a:lnTo>
                  <a:lnTo>
                    <a:pt x="843142" y="157898"/>
                  </a:lnTo>
                  <a:lnTo>
                    <a:pt x="871224" y="191546"/>
                  </a:lnTo>
                  <a:lnTo>
                    <a:pt x="896219" y="227671"/>
                  </a:lnTo>
                  <a:lnTo>
                    <a:pt x="917926" y="266067"/>
                  </a:lnTo>
                  <a:lnTo>
                    <a:pt x="936141" y="306532"/>
                  </a:lnTo>
                  <a:lnTo>
                    <a:pt x="950661" y="348862"/>
                  </a:lnTo>
                  <a:lnTo>
                    <a:pt x="961284" y="392855"/>
                  </a:lnTo>
                  <a:lnTo>
                    <a:pt x="967806" y="438306"/>
                  </a:lnTo>
                  <a:lnTo>
                    <a:pt x="970026" y="485013"/>
                  </a:lnTo>
                  <a:lnTo>
                    <a:pt x="967806" y="531719"/>
                  </a:lnTo>
                  <a:lnTo>
                    <a:pt x="961284" y="577170"/>
                  </a:lnTo>
                  <a:lnTo>
                    <a:pt x="950661" y="621163"/>
                  </a:lnTo>
                  <a:lnTo>
                    <a:pt x="936141" y="663493"/>
                  </a:lnTo>
                  <a:lnTo>
                    <a:pt x="917926" y="703958"/>
                  </a:lnTo>
                  <a:lnTo>
                    <a:pt x="896219" y="742354"/>
                  </a:lnTo>
                  <a:lnTo>
                    <a:pt x="871224" y="778479"/>
                  </a:lnTo>
                  <a:lnTo>
                    <a:pt x="843142" y="812127"/>
                  </a:lnTo>
                  <a:lnTo>
                    <a:pt x="812178" y="843098"/>
                  </a:lnTo>
                  <a:lnTo>
                    <a:pt x="778533" y="871186"/>
                  </a:lnTo>
                  <a:lnTo>
                    <a:pt x="742411" y="896189"/>
                  </a:lnTo>
                  <a:lnTo>
                    <a:pt x="704014" y="917903"/>
                  </a:lnTo>
                  <a:lnTo>
                    <a:pt x="663545" y="936125"/>
                  </a:lnTo>
                  <a:lnTo>
                    <a:pt x="621208" y="950651"/>
                  </a:lnTo>
                  <a:lnTo>
                    <a:pt x="577205" y="961279"/>
                  </a:lnTo>
                  <a:lnTo>
                    <a:pt x="531739" y="967805"/>
                  </a:lnTo>
                  <a:lnTo>
                    <a:pt x="485013" y="970026"/>
                  </a:lnTo>
                  <a:lnTo>
                    <a:pt x="438306" y="967805"/>
                  </a:lnTo>
                  <a:lnTo>
                    <a:pt x="392855" y="961279"/>
                  </a:lnTo>
                  <a:lnTo>
                    <a:pt x="348862" y="950651"/>
                  </a:lnTo>
                  <a:lnTo>
                    <a:pt x="306532" y="936125"/>
                  </a:lnTo>
                  <a:lnTo>
                    <a:pt x="266067" y="917903"/>
                  </a:lnTo>
                  <a:lnTo>
                    <a:pt x="227671" y="896189"/>
                  </a:lnTo>
                  <a:lnTo>
                    <a:pt x="191546" y="871186"/>
                  </a:lnTo>
                  <a:lnTo>
                    <a:pt x="157898" y="843098"/>
                  </a:lnTo>
                  <a:lnTo>
                    <a:pt x="126927" y="812127"/>
                  </a:lnTo>
                  <a:lnTo>
                    <a:pt x="98839" y="778479"/>
                  </a:lnTo>
                  <a:lnTo>
                    <a:pt x="73836" y="742354"/>
                  </a:lnTo>
                  <a:lnTo>
                    <a:pt x="52122" y="703958"/>
                  </a:lnTo>
                  <a:lnTo>
                    <a:pt x="33900" y="663493"/>
                  </a:lnTo>
                  <a:lnTo>
                    <a:pt x="19374" y="621163"/>
                  </a:lnTo>
                  <a:lnTo>
                    <a:pt x="8746" y="577170"/>
                  </a:lnTo>
                  <a:lnTo>
                    <a:pt x="2220" y="531719"/>
                  </a:lnTo>
                  <a:lnTo>
                    <a:pt x="0" y="48501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5520690" y="4190872"/>
            <a:ext cx="1951355" cy="995680"/>
            <a:chOff x="5520690" y="4190872"/>
            <a:chExt cx="1951355" cy="995680"/>
          </a:xfrm>
        </p:grpSpPr>
        <p:sp>
          <p:nvSpPr>
            <p:cNvPr id="40" name="object 40"/>
            <p:cNvSpPr/>
            <p:nvPr/>
          </p:nvSpPr>
          <p:spPr>
            <a:xfrm>
              <a:off x="5533390" y="4203572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79">
                  <a:moveTo>
                    <a:pt x="1925574" y="0"/>
                  </a:moveTo>
                  <a:lnTo>
                    <a:pt x="485013" y="0"/>
                  </a:lnTo>
                  <a:lnTo>
                    <a:pt x="0" y="485013"/>
                  </a:lnTo>
                  <a:lnTo>
                    <a:pt x="485013" y="970026"/>
                  </a:lnTo>
                  <a:lnTo>
                    <a:pt x="1925574" y="970026"/>
                  </a:lnTo>
                  <a:lnTo>
                    <a:pt x="192557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33390" y="4203572"/>
              <a:ext cx="1925955" cy="970280"/>
            </a:xfrm>
            <a:custGeom>
              <a:avLst/>
              <a:gdLst/>
              <a:ahLst/>
              <a:cxnLst/>
              <a:rect l="l" t="t" r="r" b="b"/>
              <a:pathLst>
                <a:path w="1925954" h="970279">
                  <a:moveTo>
                    <a:pt x="1925574" y="970026"/>
                  </a:moveTo>
                  <a:lnTo>
                    <a:pt x="485013" y="970026"/>
                  </a:lnTo>
                  <a:lnTo>
                    <a:pt x="0" y="485013"/>
                  </a:lnTo>
                  <a:lnTo>
                    <a:pt x="485013" y="0"/>
                  </a:lnTo>
                  <a:lnTo>
                    <a:pt x="1925574" y="0"/>
                  </a:lnTo>
                  <a:lnTo>
                    <a:pt x="1925574" y="97002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225666" y="4322826"/>
            <a:ext cx="1007744" cy="67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069">
              <a:lnSpc>
                <a:spcPts val="2570"/>
              </a:lnSpc>
              <a:spcBef>
                <a:spcPts val="100"/>
              </a:spcBef>
            </a:pPr>
            <a:r>
              <a:rPr sz="2300" dirty="0">
                <a:solidFill>
                  <a:srgbClr val="FFFFFF"/>
                </a:solidFill>
                <a:latin typeface="Arial MT"/>
                <a:cs typeface="Arial MT"/>
              </a:rPr>
              <a:t>….</a:t>
            </a: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300" spc="-25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ts val="2570"/>
              </a:lnSpc>
            </a:pPr>
            <a:r>
              <a:rPr sz="2300" spc="-10" dirty="0">
                <a:solidFill>
                  <a:srgbClr val="FFFFFF"/>
                </a:solidFill>
                <a:latin typeface="Arial MT"/>
                <a:cs typeface="Arial MT"/>
              </a:rPr>
              <a:t>more!</a:t>
            </a:r>
            <a:endParaRPr sz="2300">
              <a:latin typeface="Arial MT"/>
              <a:cs typeface="Arial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035677" y="4190872"/>
            <a:ext cx="995680" cy="995680"/>
            <a:chOff x="5035677" y="4190872"/>
            <a:chExt cx="995680" cy="995680"/>
          </a:xfrm>
        </p:grpSpPr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69586" y="4203572"/>
              <a:ext cx="948816" cy="970026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5048377" y="4203572"/>
              <a:ext cx="970280" cy="970280"/>
            </a:xfrm>
            <a:custGeom>
              <a:avLst/>
              <a:gdLst/>
              <a:ahLst/>
              <a:cxnLst/>
              <a:rect l="l" t="t" r="r" b="b"/>
              <a:pathLst>
                <a:path w="970279" h="970279">
                  <a:moveTo>
                    <a:pt x="0" y="485013"/>
                  </a:moveTo>
                  <a:lnTo>
                    <a:pt x="2220" y="438306"/>
                  </a:lnTo>
                  <a:lnTo>
                    <a:pt x="8746" y="392855"/>
                  </a:lnTo>
                  <a:lnTo>
                    <a:pt x="19374" y="348862"/>
                  </a:lnTo>
                  <a:lnTo>
                    <a:pt x="33900" y="306532"/>
                  </a:lnTo>
                  <a:lnTo>
                    <a:pt x="52122" y="266067"/>
                  </a:lnTo>
                  <a:lnTo>
                    <a:pt x="73836" y="227671"/>
                  </a:lnTo>
                  <a:lnTo>
                    <a:pt x="98839" y="191546"/>
                  </a:lnTo>
                  <a:lnTo>
                    <a:pt x="126927" y="157898"/>
                  </a:lnTo>
                  <a:lnTo>
                    <a:pt x="157898" y="126927"/>
                  </a:lnTo>
                  <a:lnTo>
                    <a:pt x="191546" y="98839"/>
                  </a:lnTo>
                  <a:lnTo>
                    <a:pt x="227671" y="73836"/>
                  </a:lnTo>
                  <a:lnTo>
                    <a:pt x="266067" y="52122"/>
                  </a:lnTo>
                  <a:lnTo>
                    <a:pt x="306532" y="33900"/>
                  </a:lnTo>
                  <a:lnTo>
                    <a:pt x="348862" y="19374"/>
                  </a:lnTo>
                  <a:lnTo>
                    <a:pt x="392855" y="8746"/>
                  </a:lnTo>
                  <a:lnTo>
                    <a:pt x="438306" y="2220"/>
                  </a:lnTo>
                  <a:lnTo>
                    <a:pt x="485013" y="0"/>
                  </a:lnTo>
                  <a:lnTo>
                    <a:pt x="531739" y="2220"/>
                  </a:lnTo>
                  <a:lnTo>
                    <a:pt x="577205" y="8746"/>
                  </a:lnTo>
                  <a:lnTo>
                    <a:pt x="621208" y="19374"/>
                  </a:lnTo>
                  <a:lnTo>
                    <a:pt x="663545" y="33900"/>
                  </a:lnTo>
                  <a:lnTo>
                    <a:pt x="704014" y="52122"/>
                  </a:lnTo>
                  <a:lnTo>
                    <a:pt x="742411" y="73836"/>
                  </a:lnTo>
                  <a:lnTo>
                    <a:pt x="778533" y="98839"/>
                  </a:lnTo>
                  <a:lnTo>
                    <a:pt x="812178" y="126927"/>
                  </a:lnTo>
                  <a:lnTo>
                    <a:pt x="843142" y="157898"/>
                  </a:lnTo>
                  <a:lnTo>
                    <a:pt x="871224" y="191546"/>
                  </a:lnTo>
                  <a:lnTo>
                    <a:pt x="896219" y="227671"/>
                  </a:lnTo>
                  <a:lnTo>
                    <a:pt x="917926" y="266067"/>
                  </a:lnTo>
                  <a:lnTo>
                    <a:pt x="936141" y="306532"/>
                  </a:lnTo>
                  <a:lnTo>
                    <a:pt x="950661" y="348862"/>
                  </a:lnTo>
                  <a:lnTo>
                    <a:pt x="961284" y="392855"/>
                  </a:lnTo>
                  <a:lnTo>
                    <a:pt x="967806" y="438306"/>
                  </a:lnTo>
                  <a:lnTo>
                    <a:pt x="970026" y="485013"/>
                  </a:lnTo>
                  <a:lnTo>
                    <a:pt x="967806" y="531719"/>
                  </a:lnTo>
                  <a:lnTo>
                    <a:pt x="961284" y="577170"/>
                  </a:lnTo>
                  <a:lnTo>
                    <a:pt x="950661" y="621163"/>
                  </a:lnTo>
                  <a:lnTo>
                    <a:pt x="936141" y="663493"/>
                  </a:lnTo>
                  <a:lnTo>
                    <a:pt x="917926" y="703958"/>
                  </a:lnTo>
                  <a:lnTo>
                    <a:pt x="896219" y="742354"/>
                  </a:lnTo>
                  <a:lnTo>
                    <a:pt x="871224" y="778479"/>
                  </a:lnTo>
                  <a:lnTo>
                    <a:pt x="843142" y="812127"/>
                  </a:lnTo>
                  <a:lnTo>
                    <a:pt x="812178" y="843098"/>
                  </a:lnTo>
                  <a:lnTo>
                    <a:pt x="778533" y="871186"/>
                  </a:lnTo>
                  <a:lnTo>
                    <a:pt x="742411" y="896189"/>
                  </a:lnTo>
                  <a:lnTo>
                    <a:pt x="704014" y="917903"/>
                  </a:lnTo>
                  <a:lnTo>
                    <a:pt x="663545" y="936125"/>
                  </a:lnTo>
                  <a:lnTo>
                    <a:pt x="621208" y="950651"/>
                  </a:lnTo>
                  <a:lnTo>
                    <a:pt x="577205" y="961279"/>
                  </a:lnTo>
                  <a:lnTo>
                    <a:pt x="531739" y="967805"/>
                  </a:lnTo>
                  <a:lnTo>
                    <a:pt x="485013" y="970026"/>
                  </a:lnTo>
                  <a:lnTo>
                    <a:pt x="438306" y="967805"/>
                  </a:lnTo>
                  <a:lnTo>
                    <a:pt x="392855" y="961279"/>
                  </a:lnTo>
                  <a:lnTo>
                    <a:pt x="348862" y="950651"/>
                  </a:lnTo>
                  <a:lnTo>
                    <a:pt x="306532" y="936125"/>
                  </a:lnTo>
                  <a:lnTo>
                    <a:pt x="266067" y="917903"/>
                  </a:lnTo>
                  <a:lnTo>
                    <a:pt x="227671" y="896189"/>
                  </a:lnTo>
                  <a:lnTo>
                    <a:pt x="191546" y="871186"/>
                  </a:lnTo>
                  <a:lnTo>
                    <a:pt x="157898" y="843098"/>
                  </a:lnTo>
                  <a:lnTo>
                    <a:pt x="126927" y="812127"/>
                  </a:lnTo>
                  <a:lnTo>
                    <a:pt x="98839" y="778479"/>
                  </a:lnTo>
                  <a:lnTo>
                    <a:pt x="73836" y="742354"/>
                  </a:lnTo>
                  <a:lnTo>
                    <a:pt x="52122" y="703958"/>
                  </a:lnTo>
                  <a:lnTo>
                    <a:pt x="33900" y="663493"/>
                  </a:lnTo>
                  <a:lnTo>
                    <a:pt x="19374" y="621163"/>
                  </a:lnTo>
                  <a:lnTo>
                    <a:pt x="8746" y="577170"/>
                  </a:lnTo>
                  <a:lnTo>
                    <a:pt x="2220" y="531719"/>
                  </a:lnTo>
                  <a:lnTo>
                    <a:pt x="0" y="48501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113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5"/>
              </a:spcBef>
            </a:pPr>
            <a:r>
              <a:rPr dirty="0"/>
              <a:t>Using</a:t>
            </a:r>
            <a:r>
              <a:rPr spc="-25" dirty="0"/>
              <a:t> </a:t>
            </a:r>
            <a:r>
              <a:rPr dirty="0"/>
              <a:t>Diverse</a:t>
            </a:r>
            <a:r>
              <a:rPr spc="-45" dirty="0"/>
              <a:t> </a:t>
            </a:r>
            <a:r>
              <a:rPr dirty="0"/>
              <a:t>Interfaces</a:t>
            </a:r>
            <a:r>
              <a:rPr spc="-15" dirty="0"/>
              <a:t> </a:t>
            </a:r>
            <a:r>
              <a:rPr dirty="0"/>
              <a:t>&amp;</a:t>
            </a:r>
            <a:r>
              <a:rPr spc="-10" dirty="0"/>
              <a:t> Devices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35100" y="5308600"/>
            <a:ext cx="6083300" cy="723900"/>
            <a:chOff x="1435100" y="5308600"/>
            <a:chExt cx="6083300" cy="723900"/>
          </a:xfrm>
        </p:grpSpPr>
        <p:sp>
          <p:nvSpPr>
            <p:cNvPr id="4" name="object 4"/>
            <p:cNvSpPr/>
            <p:nvPr/>
          </p:nvSpPr>
          <p:spPr>
            <a:xfrm>
              <a:off x="1447800" y="5321300"/>
              <a:ext cx="6057900" cy="698500"/>
            </a:xfrm>
            <a:custGeom>
              <a:avLst/>
              <a:gdLst/>
              <a:ahLst/>
              <a:cxnLst/>
              <a:rect l="l" t="t" r="r" b="b"/>
              <a:pathLst>
                <a:path w="6057900" h="698500">
                  <a:moveTo>
                    <a:pt x="5941441" y="0"/>
                  </a:moveTo>
                  <a:lnTo>
                    <a:pt x="116459" y="0"/>
                  </a:lnTo>
                  <a:lnTo>
                    <a:pt x="71098" y="9142"/>
                  </a:lnTo>
                  <a:lnTo>
                    <a:pt x="34083" y="34083"/>
                  </a:lnTo>
                  <a:lnTo>
                    <a:pt x="9142" y="71098"/>
                  </a:lnTo>
                  <a:lnTo>
                    <a:pt x="0" y="116459"/>
                  </a:lnTo>
                  <a:lnTo>
                    <a:pt x="0" y="582079"/>
                  </a:lnTo>
                  <a:lnTo>
                    <a:pt x="9142" y="627396"/>
                  </a:lnTo>
                  <a:lnTo>
                    <a:pt x="34083" y="664402"/>
                  </a:lnTo>
                  <a:lnTo>
                    <a:pt x="71098" y="689351"/>
                  </a:lnTo>
                  <a:lnTo>
                    <a:pt x="116459" y="698500"/>
                  </a:lnTo>
                  <a:lnTo>
                    <a:pt x="5941441" y="698500"/>
                  </a:lnTo>
                  <a:lnTo>
                    <a:pt x="5986801" y="689351"/>
                  </a:lnTo>
                  <a:lnTo>
                    <a:pt x="6023816" y="664402"/>
                  </a:lnTo>
                  <a:lnTo>
                    <a:pt x="6048757" y="627396"/>
                  </a:lnTo>
                  <a:lnTo>
                    <a:pt x="6057900" y="582079"/>
                  </a:lnTo>
                  <a:lnTo>
                    <a:pt x="6057900" y="116459"/>
                  </a:lnTo>
                  <a:lnTo>
                    <a:pt x="6048757" y="71098"/>
                  </a:lnTo>
                  <a:lnTo>
                    <a:pt x="6023816" y="34083"/>
                  </a:lnTo>
                  <a:lnTo>
                    <a:pt x="5986801" y="9142"/>
                  </a:lnTo>
                  <a:lnTo>
                    <a:pt x="594144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47800" y="5321300"/>
              <a:ext cx="6057900" cy="698500"/>
            </a:xfrm>
            <a:custGeom>
              <a:avLst/>
              <a:gdLst/>
              <a:ahLst/>
              <a:cxnLst/>
              <a:rect l="l" t="t" r="r" b="b"/>
              <a:pathLst>
                <a:path w="6057900" h="698500">
                  <a:moveTo>
                    <a:pt x="0" y="116459"/>
                  </a:moveTo>
                  <a:lnTo>
                    <a:pt x="9142" y="71098"/>
                  </a:lnTo>
                  <a:lnTo>
                    <a:pt x="34083" y="34083"/>
                  </a:lnTo>
                  <a:lnTo>
                    <a:pt x="71098" y="9142"/>
                  </a:lnTo>
                  <a:lnTo>
                    <a:pt x="116459" y="0"/>
                  </a:lnTo>
                  <a:lnTo>
                    <a:pt x="5941441" y="0"/>
                  </a:lnTo>
                  <a:lnTo>
                    <a:pt x="5986801" y="9142"/>
                  </a:lnTo>
                  <a:lnTo>
                    <a:pt x="6023816" y="34083"/>
                  </a:lnTo>
                  <a:lnTo>
                    <a:pt x="6048757" y="71098"/>
                  </a:lnTo>
                  <a:lnTo>
                    <a:pt x="6057900" y="116459"/>
                  </a:lnTo>
                  <a:lnTo>
                    <a:pt x="6057900" y="582079"/>
                  </a:lnTo>
                  <a:lnTo>
                    <a:pt x="6048757" y="627396"/>
                  </a:lnTo>
                  <a:lnTo>
                    <a:pt x="6023816" y="664402"/>
                  </a:lnTo>
                  <a:lnTo>
                    <a:pt x="5986801" y="689351"/>
                  </a:lnTo>
                  <a:lnTo>
                    <a:pt x="5941441" y="698500"/>
                  </a:lnTo>
                  <a:lnTo>
                    <a:pt x="116459" y="698500"/>
                  </a:lnTo>
                  <a:lnTo>
                    <a:pt x="71098" y="689351"/>
                  </a:lnTo>
                  <a:lnTo>
                    <a:pt x="34083" y="664402"/>
                  </a:lnTo>
                  <a:lnTo>
                    <a:pt x="9142" y="627396"/>
                  </a:lnTo>
                  <a:lnTo>
                    <a:pt x="0" y="582079"/>
                  </a:lnTo>
                  <a:lnTo>
                    <a:pt x="0" y="11645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813051" y="5378602"/>
            <a:ext cx="53282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8625" marR="5080" indent="-416559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18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also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want</a:t>
            </a:r>
            <a:r>
              <a:rPr sz="18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access,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share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process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data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1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1800" spc="-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FFFF"/>
                </a:solidFill>
                <a:latin typeface="Arial MT"/>
                <a:cs typeface="Arial MT"/>
              </a:rPr>
              <a:t>devices,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anytime,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anywhere</a:t>
            </a:r>
            <a:r>
              <a:rPr sz="1800" spc="-10" dirty="0">
                <a:solidFill>
                  <a:srgbClr val="FFFFFF"/>
                </a:solidFill>
                <a:latin typeface="Arial MT"/>
                <a:cs typeface="Arial MT"/>
              </a:rPr>
              <a:t>!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0" y="1371600"/>
            <a:ext cx="762000" cy="14367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2844" y="1587804"/>
            <a:ext cx="1289369" cy="119726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47520" y="2898139"/>
            <a:ext cx="77025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Arial MT"/>
                <a:cs typeface="Arial MT"/>
              </a:rPr>
              <a:t>Desktops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2733" y="3614682"/>
            <a:ext cx="942424" cy="112329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966086" y="3759680"/>
            <a:ext cx="1462913" cy="81270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19275" y="4612640"/>
            <a:ext cx="17653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Arial MT"/>
                <a:cs typeface="Arial MT"/>
              </a:rPr>
              <a:t>Consumer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Electronics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34000" y="3549903"/>
            <a:ext cx="1388236" cy="140309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526783" y="4084142"/>
            <a:ext cx="183388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…and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even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appliances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51002" y="1587880"/>
            <a:ext cx="1098420" cy="147256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28738" y="2049322"/>
            <a:ext cx="603135" cy="96667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349110" y="3109036"/>
            <a:ext cx="122936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Arial MT"/>
                <a:cs typeface="Arial MT"/>
              </a:rPr>
              <a:t>Mobile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Devices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458011" y="2119288"/>
            <a:ext cx="481860" cy="83079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169975" y="2049322"/>
            <a:ext cx="526281" cy="9666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8614" rIns="0" bIns="0" rtlCol="0">
            <a:spAutoFit/>
          </a:bodyPr>
          <a:lstStyle/>
          <a:p>
            <a:pPr marL="1437640">
              <a:lnSpc>
                <a:spcPct val="100000"/>
              </a:lnSpc>
              <a:spcBef>
                <a:spcPts val="105"/>
              </a:spcBef>
            </a:pPr>
            <a:r>
              <a:rPr dirty="0"/>
              <a:t>What</a:t>
            </a:r>
            <a:r>
              <a:rPr spc="-15" dirty="0"/>
              <a:t> </a:t>
            </a:r>
            <a:r>
              <a:rPr dirty="0"/>
              <a:t>About</a:t>
            </a:r>
            <a:r>
              <a:rPr spc="-5" dirty="0"/>
              <a:t> </a:t>
            </a:r>
            <a:r>
              <a:rPr dirty="0"/>
              <a:t>the </a:t>
            </a:r>
            <a:r>
              <a:rPr spc="-10" dirty="0"/>
              <a:t>Future?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882900" y="1431163"/>
            <a:ext cx="3195320" cy="635000"/>
            <a:chOff x="2882900" y="1431163"/>
            <a:chExt cx="3195320" cy="635000"/>
          </a:xfrm>
        </p:grpSpPr>
        <p:sp>
          <p:nvSpPr>
            <p:cNvPr id="4" name="object 4"/>
            <p:cNvSpPr/>
            <p:nvPr/>
          </p:nvSpPr>
          <p:spPr>
            <a:xfrm>
              <a:off x="2895600" y="1443863"/>
              <a:ext cx="3169920" cy="609600"/>
            </a:xfrm>
            <a:custGeom>
              <a:avLst/>
              <a:gdLst/>
              <a:ahLst/>
              <a:cxnLst/>
              <a:rect l="l" t="t" r="r" b="b"/>
              <a:pathLst>
                <a:path w="3169920" h="609600">
                  <a:moveTo>
                    <a:pt x="3068320" y="0"/>
                  </a:moveTo>
                  <a:lnTo>
                    <a:pt x="101600" y="0"/>
                  </a:lnTo>
                  <a:lnTo>
                    <a:pt x="62043" y="8001"/>
                  </a:lnTo>
                  <a:lnTo>
                    <a:pt x="29749" y="29813"/>
                  </a:lnTo>
                  <a:lnTo>
                    <a:pt x="7981" y="62150"/>
                  </a:lnTo>
                  <a:lnTo>
                    <a:pt x="0" y="101726"/>
                  </a:lnTo>
                  <a:lnTo>
                    <a:pt x="0" y="508000"/>
                  </a:lnTo>
                  <a:lnTo>
                    <a:pt x="7981" y="547556"/>
                  </a:lnTo>
                  <a:lnTo>
                    <a:pt x="29749" y="579850"/>
                  </a:lnTo>
                  <a:lnTo>
                    <a:pt x="62043" y="601618"/>
                  </a:lnTo>
                  <a:lnTo>
                    <a:pt x="101600" y="609600"/>
                  </a:lnTo>
                  <a:lnTo>
                    <a:pt x="3068320" y="609600"/>
                  </a:lnTo>
                  <a:lnTo>
                    <a:pt x="3107876" y="601618"/>
                  </a:lnTo>
                  <a:lnTo>
                    <a:pt x="3140170" y="579850"/>
                  </a:lnTo>
                  <a:lnTo>
                    <a:pt x="3161938" y="547556"/>
                  </a:lnTo>
                  <a:lnTo>
                    <a:pt x="3169920" y="508000"/>
                  </a:lnTo>
                  <a:lnTo>
                    <a:pt x="3169920" y="101726"/>
                  </a:lnTo>
                  <a:lnTo>
                    <a:pt x="3161938" y="62150"/>
                  </a:lnTo>
                  <a:lnTo>
                    <a:pt x="3140170" y="29813"/>
                  </a:lnTo>
                  <a:lnTo>
                    <a:pt x="3107876" y="8000"/>
                  </a:lnTo>
                  <a:lnTo>
                    <a:pt x="306832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895600" y="1443863"/>
              <a:ext cx="3169920" cy="609600"/>
            </a:xfrm>
            <a:custGeom>
              <a:avLst/>
              <a:gdLst/>
              <a:ahLst/>
              <a:cxnLst/>
              <a:rect l="l" t="t" r="r" b="b"/>
              <a:pathLst>
                <a:path w="3169920" h="609600">
                  <a:moveTo>
                    <a:pt x="0" y="101726"/>
                  </a:moveTo>
                  <a:lnTo>
                    <a:pt x="7981" y="62150"/>
                  </a:lnTo>
                  <a:lnTo>
                    <a:pt x="29749" y="29813"/>
                  </a:lnTo>
                  <a:lnTo>
                    <a:pt x="62043" y="8001"/>
                  </a:lnTo>
                  <a:lnTo>
                    <a:pt x="101600" y="0"/>
                  </a:lnTo>
                  <a:lnTo>
                    <a:pt x="3068320" y="0"/>
                  </a:lnTo>
                  <a:lnTo>
                    <a:pt x="3107876" y="8000"/>
                  </a:lnTo>
                  <a:lnTo>
                    <a:pt x="3140170" y="29813"/>
                  </a:lnTo>
                  <a:lnTo>
                    <a:pt x="3161938" y="62150"/>
                  </a:lnTo>
                  <a:lnTo>
                    <a:pt x="3169920" y="101726"/>
                  </a:lnTo>
                  <a:lnTo>
                    <a:pt x="3169920" y="508000"/>
                  </a:lnTo>
                  <a:lnTo>
                    <a:pt x="3161938" y="547556"/>
                  </a:lnTo>
                  <a:lnTo>
                    <a:pt x="3140170" y="579850"/>
                  </a:lnTo>
                  <a:lnTo>
                    <a:pt x="3107876" y="601618"/>
                  </a:lnTo>
                  <a:lnTo>
                    <a:pt x="3068320" y="609600"/>
                  </a:lnTo>
                  <a:lnTo>
                    <a:pt x="101600" y="609600"/>
                  </a:lnTo>
                  <a:lnTo>
                    <a:pt x="62043" y="601618"/>
                  </a:lnTo>
                  <a:lnTo>
                    <a:pt x="29749" y="579850"/>
                  </a:lnTo>
                  <a:lnTo>
                    <a:pt x="7981" y="547556"/>
                  </a:lnTo>
                  <a:lnTo>
                    <a:pt x="0" y="508000"/>
                  </a:lnTo>
                  <a:lnTo>
                    <a:pt x="0" y="101726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68115" y="1546097"/>
            <a:ext cx="20269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How</a:t>
            </a:r>
            <a:r>
              <a:rPr sz="24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FFFFFF"/>
                </a:solidFill>
                <a:latin typeface="Arial MT"/>
                <a:cs typeface="Arial MT"/>
              </a:rPr>
              <a:t>will</a:t>
            </a:r>
            <a:r>
              <a:rPr sz="2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Arial MT"/>
                <a:cs typeface="Arial MT"/>
              </a:rPr>
              <a:t>you…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77592" y="2197049"/>
            <a:ext cx="2540000" cy="1165860"/>
            <a:chOff x="2077592" y="2197049"/>
            <a:chExt cx="2540000" cy="1165860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90292" y="2209749"/>
              <a:ext cx="1139875" cy="11398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090292" y="2209749"/>
              <a:ext cx="1140460" cy="1140460"/>
            </a:xfrm>
            <a:custGeom>
              <a:avLst/>
              <a:gdLst/>
              <a:ahLst/>
              <a:cxnLst/>
              <a:rect l="l" t="t" r="r" b="b"/>
              <a:pathLst>
                <a:path w="1140460" h="1140460">
                  <a:moveTo>
                    <a:pt x="0" y="1139875"/>
                  </a:moveTo>
                  <a:lnTo>
                    <a:pt x="1139875" y="1139875"/>
                  </a:lnTo>
                  <a:lnTo>
                    <a:pt x="1139875" y="0"/>
                  </a:lnTo>
                  <a:lnTo>
                    <a:pt x="0" y="0"/>
                  </a:lnTo>
                  <a:lnTo>
                    <a:pt x="0" y="11398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71292" y="2987548"/>
              <a:ext cx="2133600" cy="287655"/>
            </a:xfrm>
            <a:custGeom>
              <a:avLst/>
              <a:gdLst/>
              <a:ahLst/>
              <a:cxnLst/>
              <a:rect l="l" t="t" r="r" b="b"/>
              <a:pathLst>
                <a:path w="2133600" h="287654">
                  <a:moveTo>
                    <a:pt x="2085720" y="0"/>
                  </a:moveTo>
                  <a:lnTo>
                    <a:pt x="47879" y="0"/>
                  </a:lnTo>
                  <a:lnTo>
                    <a:pt x="29253" y="3768"/>
                  </a:lnTo>
                  <a:lnTo>
                    <a:pt x="14033" y="14049"/>
                  </a:lnTo>
                  <a:lnTo>
                    <a:pt x="3766" y="29307"/>
                  </a:lnTo>
                  <a:lnTo>
                    <a:pt x="0" y="48005"/>
                  </a:lnTo>
                  <a:lnTo>
                    <a:pt x="0" y="239522"/>
                  </a:lnTo>
                  <a:lnTo>
                    <a:pt x="3766" y="258147"/>
                  </a:lnTo>
                  <a:lnTo>
                    <a:pt x="14033" y="273367"/>
                  </a:lnTo>
                  <a:lnTo>
                    <a:pt x="29253" y="283634"/>
                  </a:lnTo>
                  <a:lnTo>
                    <a:pt x="47879" y="287400"/>
                  </a:lnTo>
                  <a:lnTo>
                    <a:pt x="2085720" y="287400"/>
                  </a:lnTo>
                  <a:lnTo>
                    <a:pt x="2104346" y="283634"/>
                  </a:lnTo>
                  <a:lnTo>
                    <a:pt x="2119566" y="273367"/>
                  </a:lnTo>
                  <a:lnTo>
                    <a:pt x="2129833" y="258147"/>
                  </a:lnTo>
                  <a:lnTo>
                    <a:pt x="2133599" y="239522"/>
                  </a:lnTo>
                  <a:lnTo>
                    <a:pt x="2133599" y="48005"/>
                  </a:lnTo>
                  <a:lnTo>
                    <a:pt x="2129833" y="29307"/>
                  </a:lnTo>
                  <a:lnTo>
                    <a:pt x="2119566" y="14049"/>
                  </a:lnTo>
                  <a:lnTo>
                    <a:pt x="2104346" y="3768"/>
                  </a:lnTo>
                  <a:lnTo>
                    <a:pt x="208572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71292" y="2987548"/>
              <a:ext cx="2133600" cy="287655"/>
            </a:xfrm>
            <a:custGeom>
              <a:avLst/>
              <a:gdLst/>
              <a:ahLst/>
              <a:cxnLst/>
              <a:rect l="l" t="t" r="r" b="b"/>
              <a:pathLst>
                <a:path w="2133600" h="287654">
                  <a:moveTo>
                    <a:pt x="0" y="48005"/>
                  </a:moveTo>
                  <a:lnTo>
                    <a:pt x="3766" y="29307"/>
                  </a:lnTo>
                  <a:lnTo>
                    <a:pt x="14033" y="14049"/>
                  </a:lnTo>
                  <a:lnTo>
                    <a:pt x="29253" y="3768"/>
                  </a:lnTo>
                  <a:lnTo>
                    <a:pt x="47879" y="0"/>
                  </a:lnTo>
                  <a:lnTo>
                    <a:pt x="2085720" y="0"/>
                  </a:lnTo>
                  <a:lnTo>
                    <a:pt x="2104346" y="3768"/>
                  </a:lnTo>
                  <a:lnTo>
                    <a:pt x="2119566" y="14049"/>
                  </a:lnTo>
                  <a:lnTo>
                    <a:pt x="2129833" y="29307"/>
                  </a:lnTo>
                  <a:lnTo>
                    <a:pt x="2133599" y="48005"/>
                  </a:lnTo>
                  <a:lnTo>
                    <a:pt x="2133599" y="239522"/>
                  </a:lnTo>
                  <a:lnTo>
                    <a:pt x="2129833" y="258147"/>
                  </a:lnTo>
                  <a:lnTo>
                    <a:pt x="2119566" y="273367"/>
                  </a:lnTo>
                  <a:lnTo>
                    <a:pt x="2104346" y="283634"/>
                  </a:lnTo>
                  <a:lnTo>
                    <a:pt x="2085720" y="287400"/>
                  </a:lnTo>
                  <a:lnTo>
                    <a:pt x="47879" y="287400"/>
                  </a:lnTo>
                  <a:lnTo>
                    <a:pt x="29253" y="283634"/>
                  </a:lnTo>
                  <a:lnTo>
                    <a:pt x="14033" y="273367"/>
                  </a:lnTo>
                  <a:lnTo>
                    <a:pt x="3766" y="258147"/>
                  </a:lnTo>
                  <a:lnTo>
                    <a:pt x="0" y="239522"/>
                  </a:lnTo>
                  <a:lnTo>
                    <a:pt x="0" y="48005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616200" y="3006598"/>
            <a:ext cx="18434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…work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on</a:t>
            </a: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documents?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77592" y="3492449"/>
            <a:ext cx="2540000" cy="1199515"/>
            <a:chOff x="2077592" y="3492449"/>
            <a:chExt cx="2540000" cy="1199515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90292" y="3505149"/>
              <a:ext cx="1139875" cy="113987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090292" y="3505149"/>
              <a:ext cx="1140460" cy="1140460"/>
            </a:xfrm>
            <a:custGeom>
              <a:avLst/>
              <a:gdLst/>
              <a:ahLst/>
              <a:cxnLst/>
              <a:rect l="l" t="t" r="r" b="b"/>
              <a:pathLst>
                <a:path w="1140460" h="1140460">
                  <a:moveTo>
                    <a:pt x="0" y="1139875"/>
                  </a:moveTo>
                  <a:lnTo>
                    <a:pt x="1139875" y="1139875"/>
                  </a:lnTo>
                  <a:lnTo>
                    <a:pt x="1139875" y="0"/>
                  </a:lnTo>
                  <a:lnTo>
                    <a:pt x="0" y="0"/>
                  </a:lnTo>
                  <a:lnTo>
                    <a:pt x="0" y="11398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71292" y="4267200"/>
              <a:ext cx="2133600" cy="412115"/>
            </a:xfrm>
            <a:custGeom>
              <a:avLst/>
              <a:gdLst/>
              <a:ahLst/>
              <a:cxnLst/>
              <a:rect l="l" t="t" r="r" b="b"/>
              <a:pathLst>
                <a:path w="2133600" h="412114">
                  <a:moveTo>
                    <a:pt x="2064893" y="0"/>
                  </a:moveTo>
                  <a:lnTo>
                    <a:pt x="68580" y="0"/>
                  </a:lnTo>
                  <a:lnTo>
                    <a:pt x="41898" y="5395"/>
                  </a:lnTo>
                  <a:lnTo>
                    <a:pt x="20097" y="20113"/>
                  </a:lnTo>
                  <a:lnTo>
                    <a:pt x="5393" y="41951"/>
                  </a:lnTo>
                  <a:lnTo>
                    <a:pt x="0" y="68706"/>
                  </a:lnTo>
                  <a:lnTo>
                    <a:pt x="0" y="343281"/>
                  </a:lnTo>
                  <a:lnTo>
                    <a:pt x="5393" y="370036"/>
                  </a:lnTo>
                  <a:lnTo>
                    <a:pt x="20097" y="391874"/>
                  </a:lnTo>
                  <a:lnTo>
                    <a:pt x="41898" y="406592"/>
                  </a:lnTo>
                  <a:lnTo>
                    <a:pt x="68580" y="411988"/>
                  </a:lnTo>
                  <a:lnTo>
                    <a:pt x="2064893" y="411988"/>
                  </a:lnTo>
                  <a:lnTo>
                    <a:pt x="2091648" y="406592"/>
                  </a:lnTo>
                  <a:lnTo>
                    <a:pt x="2113486" y="391874"/>
                  </a:lnTo>
                  <a:lnTo>
                    <a:pt x="2128204" y="370036"/>
                  </a:lnTo>
                  <a:lnTo>
                    <a:pt x="2133599" y="343281"/>
                  </a:lnTo>
                  <a:lnTo>
                    <a:pt x="2133599" y="68706"/>
                  </a:lnTo>
                  <a:lnTo>
                    <a:pt x="2128204" y="41951"/>
                  </a:lnTo>
                  <a:lnTo>
                    <a:pt x="2113486" y="20113"/>
                  </a:lnTo>
                  <a:lnTo>
                    <a:pt x="2091648" y="5395"/>
                  </a:lnTo>
                  <a:lnTo>
                    <a:pt x="2064893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71292" y="4267200"/>
              <a:ext cx="2133600" cy="412115"/>
            </a:xfrm>
            <a:custGeom>
              <a:avLst/>
              <a:gdLst/>
              <a:ahLst/>
              <a:cxnLst/>
              <a:rect l="l" t="t" r="r" b="b"/>
              <a:pathLst>
                <a:path w="2133600" h="412114">
                  <a:moveTo>
                    <a:pt x="0" y="68706"/>
                  </a:moveTo>
                  <a:lnTo>
                    <a:pt x="5393" y="41951"/>
                  </a:lnTo>
                  <a:lnTo>
                    <a:pt x="20097" y="20113"/>
                  </a:lnTo>
                  <a:lnTo>
                    <a:pt x="41898" y="5395"/>
                  </a:lnTo>
                  <a:lnTo>
                    <a:pt x="68580" y="0"/>
                  </a:lnTo>
                  <a:lnTo>
                    <a:pt x="2064893" y="0"/>
                  </a:lnTo>
                  <a:lnTo>
                    <a:pt x="2091648" y="5395"/>
                  </a:lnTo>
                  <a:lnTo>
                    <a:pt x="2113486" y="20113"/>
                  </a:lnTo>
                  <a:lnTo>
                    <a:pt x="2128204" y="41951"/>
                  </a:lnTo>
                  <a:lnTo>
                    <a:pt x="2133599" y="68706"/>
                  </a:lnTo>
                  <a:lnTo>
                    <a:pt x="2133599" y="343281"/>
                  </a:lnTo>
                  <a:lnTo>
                    <a:pt x="2128204" y="370036"/>
                  </a:lnTo>
                  <a:lnTo>
                    <a:pt x="2113486" y="391874"/>
                  </a:lnTo>
                  <a:lnTo>
                    <a:pt x="2091648" y="406592"/>
                  </a:lnTo>
                  <a:lnTo>
                    <a:pt x="2064893" y="411988"/>
                  </a:lnTo>
                  <a:lnTo>
                    <a:pt x="68580" y="411988"/>
                  </a:lnTo>
                  <a:lnTo>
                    <a:pt x="41898" y="406592"/>
                  </a:lnTo>
                  <a:lnTo>
                    <a:pt x="20097" y="391874"/>
                  </a:lnTo>
                  <a:lnTo>
                    <a:pt x="5393" y="370036"/>
                  </a:lnTo>
                  <a:lnTo>
                    <a:pt x="0" y="343281"/>
                  </a:lnTo>
                  <a:lnTo>
                    <a:pt x="0" y="68706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616454" y="4242053"/>
            <a:ext cx="1840864" cy="4318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210185" marR="5080" indent="-198120">
              <a:lnSpc>
                <a:spcPts val="1510"/>
              </a:lnSpc>
              <a:spcBef>
                <a:spcPts val="29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…create,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access,</a:t>
            </a:r>
            <a:r>
              <a:rPr sz="14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store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share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media?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184013" y="2197049"/>
            <a:ext cx="2540000" cy="1165860"/>
            <a:chOff x="5184013" y="2197049"/>
            <a:chExt cx="2540000" cy="1165860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96713" y="2209749"/>
              <a:ext cx="1139875" cy="1135938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196713" y="2209749"/>
              <a:ext cx="1140460" cy="1140460"/>
            </a:xfrm>
            <a:custGeom>
              <a:avLst/>
              <a:gdLst/>
              <a:ahLst/>
              <a:cxnLst/>
              <a:rect l="l" t="t" r="r" b="b"/>
              <a:pathLst>
                <a:path w="1140460" h="1140460">
                  <a:moveTo>
                    <a:pt x="0" y="1139875"/>
                  </a:moveTo>
                  <a:lnTo>
                    <a:pt x="1139875" y="1139875"/>
                  </a:lnTo>
                  <a:lnTo>
                    <a:pt x="1139875" y="0"/>
                  </a:lnTo>
                  <a:lnTo>
                    <a:pt x="0" y="0"/>
                  </a:lnTo>
                  <a:lnTo>
                    <a:pt x="0" y="11398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5577713" y="3058922"/>
              <a:ext cx="2133600" cy="287655"/>
            </a:xfrm>
            <a:custGeom>
              <a:avLst/>
              <a:gdLst/>
              <a:ahLst/>
              <a:cxnLst/>
              <a:rect l="l" t="t" r="r" b="b"/>
              <a:pathLst>
                <a:path w="2133600" h="287654">
                  <a:moveTo>
                    <a:pt x="2085720" y="0"/>
                  </a:moveTo>
                  <a:lnTo>
                    <a:pt x="48006" y="0"/>
                  </a:lnTo>
                  <a:lnTo>
                    <a:pt x="29307" y="3766"/>
                  </a:lnTo>
                  <a:lnTo>
                    <a:pt x="14049" y="14033"/>
                  </a:lnTo>
                  <a:lnTo>
                    <a:pt x="3768" y="29253"/>
                  </a:lnTo>
                  <a:lnTo>
                    <a:pt x="0" y="47878"/>
                  </a:lnTo>
                  <a:lnTo>
                    <a:pt x="0" y="239522"/>
                  </a:lnTo>
                  <a:lnTo>
                    <a:pt x="3768" y="258147"/>
                  </a:lnTo>
                  <a:lnTo>
                    <a:pt x="14049" y="273367"/>
                  </a:lnTo>
                  <a:lnTo>
                    <a:pt x="29307" y="283634"/>
                  </a:lnTo>
                  <a:lnTo>
                    <a:pt x="48006" y="287400"/>
                  </a:lnTo>
                  <a:lnTo>
                    <a:pt x="2085720" y="287400"/>
                  </a:lnTo>
                  <a:lnTo>
                    <a:pt x="2104399" y="283634"/>
                  </a:lnTo>
                  <a:lnTo>
                    <a:pt x="2119614" y="273367"/>
                  </a:lnTo>
                  <a:lnTo>
                    <a:pt x="2129851" y="258147"/>
                  </a:lnTo>
                  <a:lnTo>
                    <a:pt x="2133600" y="239522"/>
                  </a:lnTo>
                  <a:lnTo>
                    <a:pt x="2133600" y="47878"/>
                  </a:lnTo>
                  <a:lnTo>
                    <a:pt x="2129851" y="29253"/>
                  </a:lnTo>
                  <a:lnTo>
                    <a:pt x="2119614" y="14033"/>
                  </a:lnTo>
                  <a:lnTo>
                    <a:pt x="2104399" y="3766"/>
                  </a:lnTo>
                  <a:lnTo>
                    <a:pt x="208572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577713" y="3058922"/>
              <a:ext cx="2133600" cy="287655"/>
            </a:xfrm>
            <a:custGeom>
              <a:avLst/>
              <a:gdLst/>
              <a:ahLst/>
              <a:cxnLst/>
              <a:rect l="l" t="t" r="r" b="b"/>
              <a:pathLst>
                <a:path w="2133600" h="287654">
                  <a:moveTo>
                    <a:pt x="0" y="47878"/>
                  </a:moveTo>
                  <a:lnTo>
                    <a:pt x="3768" y="29253"/>
                  </a:lnTo>
                  <a:lnTo>
                    <a:pt x="14049" y="14033"/>
                  </a:lnTo>
                  <a:lnTo>
                    <a:pt x="29307" y="3766"/>
                  </a:lnTo>
                  <a:lnTo>
                    <a:pt x="48006" y="0"/>
                  </a:lnTo>
                  <a:lnTo>
                    <a:pt x="2085720" y="0"/>
                  </a:lnTo>
                  <a:lnTo>
                    <a:pt x="2104399" y="3766"/>
                  </a:lnTo>
                  <a:lnTo>
                    <a:pt x="2119614" y="14033"/>
                  </a:lnTo>
                  <a:lnTo>
                    <a:pt x="2129851" y="29253"/>
                  </a:lnTo>
                  <a:lnTo>
                    <a:pt x="2133600" y="47878"/>
                  </a:lnTo>
                  <a:lnTo>
                    <a:pt x="2133600" y="239522"/>
                  </a:lnTo>
                  <a:lnTo>
                    <a:pt x="2129851" y="258147"/>
                  </a:lnTo>
                  <a:lnTo>
                    <a:pt x="2119614" y="273367"/>
                  </a:lnTo>
                  <a:lnTo>
                    <a:pt x="2104399" y="283634"/>
                  </a:lnTo>
                  <a:lnTo>
                    <a:pt x="2085720" y="287400"/>
                  </a:lnTo>
                  <a:lnTo>
                    <a:pt x="48006" y="287400"/>
                  </a:lnTo>
                  <a:lnTo>
                    <a:pt x="29307" y="283634"/>
                  </a:lnTo>
                  <a:lnTo>
                    <a:pt x="14049" y="273367"/>
                  </a:lnTo>
                  <a:lnTo>
                    <a:pt x="3768" y="258147"/>
                  </a:lnTo>
                  <a:lnTo>
                    <a:pt x="0" y="239522"/>
                  </a:lnTo>
                  <a:lnTo>
                    <a:pt x="0" y="47878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689853" y="3067304"/>
            <a:ext cx="1910714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…get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your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news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info?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184013" y="3526612"/>
            <a:ext cx="2601595" cy="1165860"/>
            <a:chOff x="5184013" y="3526612"/>
            <a:chExt cx="2601595" cy="116586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6713" y="3539312"/>
              <a:ext cx="1139875" cy="113187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196713" y="3539312"/>
              <a:ext cx="1140460" cy="1140460"/>
            </a:xfrm>
            <a:custGeom>
              <a:avLst/>
              <a:gdLst/>
              <a:ahLst/>
              <a:cxnLst/>
              <a:rect l="l" t="t" r="r" b="b"/>
              <a:pathLst>
                <a:path w="1140460" h="1140460">
                  <a:moveTo>
                    <a:pt x="0" y="1139875"/>
                  </a:moveTo>
                  <a:lnTo>
                    <a:pt x="1139875" y="1139875"/>
                  </a:lnTo>
                  <a:lnTo>
                    <a:pt x="1139875" y="0"/>
                  </a:lnTo>
                  <a:lnTo>
                    <a:pt x="0" y="0"/>
                  </a:lnTo>
                  <a:lnTo>
                    <a:pt x="0" y="11398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38800" y="4391787"/>
              <a:ext cx="2133600" cy="287655"/>
            </a:xfrm>
            <a:custGeom>
              <a:avLst/>
              <a:gdLst/>
              <a:ahLst/>
              <a:cxnLst/>
              <a:rect l="l" t="t" r="r" b="b"/>
              <a:pathLst>
                <a:path w="2133600" h="287654">
                  <a:moveTo>
                    <a:pt x="2085721" y="0"/>
                  </a:moveTo>
                  <a:lnTo>
                    <a:pt x="47878" y="0"/>
                  </a:lnTo>
                  <a:lnTo>
                    <a:pt x="29253" y="3766"/>
                  </a:lnTo>
                  <a:lnTo>
                    <a:pt x="14033" y="14033"/>
                  </a:lnTo>
                  <a:lnTo>
                    <a:pt x="3766" y="29253"/>
                  </a:lnTo>
                  <a:lnTo>
                    <a:pt x="0" y="47879"/>
                  </a:lnTo>
                  <a:lnTo>
                    <a:pt x="0" y="239521"/>
                  </a:lnTo>
                  <a:lnTo>
                    <a:pt x="3766" y="258147"/>
                  </a:lnTo>
                  <a:lnTo>
                    <a:pt x="14033" y="273367"/>
                  </a:lnTo>
                  <a:lnTo>
                    <a:pt x="29253" y="283634"/>
                  </a:lnTo>
                  <a:lnTo>
                    <a:pt x="47878" y="287400"/>
                  </a:lnTo>
                  <a:lnTo>
                    <a:pt x="2085721" y="287400"/>
                  </a:lnTo>
                  <a:lnTo>
                    <a:pt x="2104346" y="283634"/>
                  </a:lnTo>
                  <a:lnTo>
                    <a:pt x="2119566" y="273367"/>
                  </a:lnTo>
                  <a:lnTo>
                    <a:pt x="2129833" y="258147"/>
                  </a:lnTo>
                  <a:lnTo>
                    <a:pt x="2133600" y="239521"/>
                  </a:lnTo>
                  <a:lnTo>
                    <a:pt x="2133600" y="47879"/>
                  </a:lnTo>
                  <a:lnTo>
                    <a:pt x="2129833" y="29253"/>
                  </a:lnTo>
                  <a:lnTo>
                    <a:pt x="2119566" y="14033"/>
                  </a:lnTo>
                  <a:lnTo>
                    <a:pt x="2104346" y="3766"/>
                  </a:lnTo>
                  <a:lnTo>
                    <a:pt x="2085721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638800" y="4391787"/>
              <a:ext cx="2133600" cy="287655"/>
            </a:xfrm>
            <a:custGeom>
              <a:avLst/>
              <a:gdLst/>
              <a:ahLst/>
              <a:cxnLst/>
              <a:rect l="l" t="t" r="r" b="b"/>
              <a:pathLst>
                <a:path w="2133600" h="287654">
                  <a:moveTo>
                    <a:pt x="0" y="47879"/>
                  </a:moveTo>
                  <a:lnTo>
                    <a:pt x="3766" y="29253"/>
                  </a:lnTo>
                  <a:lnTo>
                    <a:pt x="14033" y="14033"/>
                  </a:lnTo>
                  <a:lnTo>
                    <a:pt x="29253" y="3766"/>
                  </a:lnTo>
                  <a:lnTo>
                    <a:pt x="47878" y="0"/>
                  </a:lnTo>
                  <a:lnTo>
                    <a:pt x="2085721" y="0"/>
                  </a:lnTo>
                  <a:lnTo>
                    <a:pt x="2104346" y="3766"/>
                  </a:lnTo>
                  <a:lnTo>
                    <a:pt x="2119566" y="14033"/>
                  </a:lnTo>
                  <a:lnTo>
                    <a:pt x="2129833" y="29253"/>
                  </a:lnTo>
                  <a:lnTo>
                    <a:pt x="2133600" y="47879"/>
                  </a:lnTo>
                  <a:lnTo>
                    <a:pt x="2133600" y="239521"/>
                  </a:lnTo>
                  <a:lnTo>
                    <a:pt x="2129833" y="258147"/>
                  </a:lnTo>
                  <a:lnTo>
                    <a:pt x="2119566" y="273367"/>
                  </a:lnTo>
                  <a:lnTo>
                    <a:pt x="2104346" y="283634"/>
                  </a:lnTo>
                  <a:lnTo>
                    <a:pt x="2085721" y="287400"/>
                  </a:lnTo>
                  <a:lnTo>
                    <a:pt x="47878" y="287400"/>
                  </a:lnTo>
                  <a:lnTo>
                    <a:pt x="29253" y="283634"/>
                  </a:lnTo>
                  <a:lnTo>
                    <a:pt x="14033" y="273367"/>
                  </a:lnTo>
                  <a:lnTo>
                    <a:pt x="3766" y="258147"/>
                  </a:lnTo>
                  <a:lnTo>
                    <a:pt x="0" y="239521"/>
                  </a:lnTo>
                  <a:lnTo>
                    <a:pt x="0" y="47879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218682" y="4411217"/>
            <a:ext cx="9753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…navigate?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077592" y="4884280"/>
            <a:ext cx="2583815" cy="1165860"/>
            <a:chOff x="2077592" y="4884280"/>
            <a:chExt cx="2583815" cy="1165860"/>
          </a:xfrm>
        </p:grpSpPr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11882" y="4896980"/>
              <a:ext cx="1118285" cy="113987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090292" y="4896980"/>
              <a:ext cx="1140460" cy="1140460"/>
            </a:xfrm>
            <a:custGeom>
              <a:avLst/>
              <a:gdLst/>
              <a:ahLst/>
              <a:cxnLst/>
              <a:rect l="l" t="t" r="r" b="b"/>
              <a:pathLst>
                <a:path w="1140460" h="1140460">
                  <a:moveTo>
                    <a:pt x="0" y="1139875"/>
                  </a:moveTo>
                  <a:lnTo>
                    <a:pt x="1139875" y="1139875"/>
                  </a:lnTo>
                  <a:lnTo>
                    <a:pt x="1139875" y="0"/>
                  </a:lnTo>
                  <a:lnTo>
                    <a:pt x="0" y="0"/>
                  </a:lnTo>
                  <a:lnTo>
                    <a:pt x="0" y="11398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14599" y="5584570"/>
              <a:ext cx="2133600" cy="412750"/>
            </a:xfrm>
            <a:custGeom>
              <a:avLst/>
              <a:gdLst/>
              <a:ahLst/>
              <a:cxnLst/>
              <a:rect l="l" t="t" r="r" b="b"/>
              <a:pathLst>
                <a:path w="2133600" h="412750">
                  <a:moveTo>
                    <a:pt x="2064892" y="0"/>
                  </a:moveTo>
                  <a:lnTo>
                    <a:pt x="68706" y="0"/>
                  </a:lnTo>
                  <a:lnTo>
                    <a:pt x="41951" y="5405"/>
                  </a:lnTo>
                  <a:lnTo>
                    <a:pt x="20113" y="20142"/>
                  </a:lnTo>
                  <a:lnTo>
                    <a:pt x="5395" y="41994"/>
                  </a:lnTo>
                  <a:lnTo>
                    <a:pt x="0" y="68745"/>
                  </a:lnTo>
                  <a:lnTo>
                    <a:pt x="0" y="343560"/>
                  </a:lnTo>
                  <a:lnTo>
                    <a:pt x="5395" y="370305"/>
                  </a:lnTo>
                  <a:lnTo>
                    <a:pt x="20113" y="392144"/>
                  </a:lnTo>
                  <a:lnTo>
                    <a:pt x="41951" y="406868"/>
                  </a:lnTo>
                  <a:lnTo>
                    <a:pt x="68706" y="412267"/>
                  </a:lnTo>
                  <a:lnTo>
                    <a:pt x="2064892" y="412267"/>
                  </a:lnTo>
                  <a:lnTo>
                    <a:pt x="2091648" y="406868"/>
                  </a:lnTo>
                  <a:lnTo>
                    <a:pt x="2113486" y="392144"/>
                  </a:lnTo>
                  <a:lnTo>
                    <a:pt x="2128204" y="370305"/>
                  </a:lnTo>
                  <a:lnTo>
                    <a:pt x="2133600" y="343560"/>
                  </a:lnTo>
                  <a:lnTo>
                    <a:pt x="2133600" y="68745"/>
                  </a:lnTo>
                  <a:lnTo>
                    <a:pt x="2128204" y="41994"/>
                  </a:lnTo>
                  <a:lnTo>
                    <a:pt x="2113486" y="20142"/>
                  </a:lnTo>
                  <a:lnTo>
                    <a:pt x="2091648" y="5405"/>
                  </a:lnTo>
                  <a:lnTo>
                    <a:pt x="206489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14599" y="5584570"/>
              <a:ext cx="2133600" cy="412750"/>
            </a:xfrm>
            <a:custGeom>
              <a:avLst/>
              <a:gdLst/>
              <a:ahLst/>
              <a:cxnLst/>
              <a:rect l="l" t="t" r="r" b="b"/>
              <a:pathLst>
                <a:path w="2133600" h="412750">
                  <a:moveTo>
                    <a:pt x="0" y="68745"/>
                  </a:moveTo>
                  <a:lnTo>
                    <a:pt x="5395" y="41994"/>
                  </a:lnTo>
                  <a:lnTo>
                    <a:pt x="20113" y="20142"/>
                  </a:lnTo>
                  <a:lnTo>
                    <a:pt x="41951" y="5405"/>
                  </a:lnTo>
                  <a:lnTo>
                    <a:pt x="68706" y="0"/>
                  </a:lnTo>
                  <a:lnTo>
                    <a:pt x="2064892" y="0"/>
                  </a:lnTo>
                  <a:lnTo>
                    <a:pt x="2091648" y="5405"/>
                  </a:lnTo>
                  <a:lnTo>
                    <a:pt x="2113486" y="20142"/>
                  </a:lnTo>
                  <a:lnTo>
                    <a:pt x="2128204" y="41994"/>
                  </a:lnTo>
                  <a:lnTo>
                    <a:pt x="2133600" y="68745"/>
                  </a:lnTo>
                  <a:lnTo>
                    <a:pt x="2133600" y="343560"/>
                  </a:lnTo>
                  <a:lnTo>
                    <a:pt x="2128204" y="370305"/>
                  </a:lnTo>
                  <a:lnTo>
                    <a:pt x="2113486" y="392144"/>
                  </a:lnTo>
                  <a:lnTo>
                    <a:pt x="2091648" y="406868"/>
                  </a:lnTo>
                  <a:lnTo>
                    <a:pt x="2064892" y="412267"/>
                  </a:lnTo>
                  <a:lnTo>
                    <a:pt x="68706" y="412267"/>
                  </a:lnTo>
                  <a:lnTo>
                    <a:pt x="41951" y="406868"/>
                  </a:lnTo>
                  <a:lnTo>
                    <a:pt x="20113" y="392144"/>
                  </a:lnTo>
                  <a:lnTo>
                    <a:pt x="5395" y="370305"/>
                  </a:lnTo>
                  <a:lnTo>
                    <a:pt x="0" y="343560"/>
                  </a:lnTo>
                  <a:lnTo>
                    <a:pt x="0" y="68745"/>
                  </a:lnTo>
                  <a:close/>
                </a:path>
              </a:pathLst>
            </a:custGeom>
            <a:ln w="25399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769489" y="5559958"/>
            <a:ext cx="1622425" cy="43180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67310" marR="5080" indent="-55244">
              <a:lnSpc>
                <a:spcPts val="1510"/>
              </a:lnSpc>
              <a:spcBef>
                <a:spcPts val="295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…communicate</a:t>
            </a:r>
            <a:r>
              <a:rPr sz="14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with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friends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and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family?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196713" y="4896967"/>
            <a:ext cx="2588895" cy="1087755"/>
            <a:chOff x="5196713" y="4896967"/>
            <a:chExt cx="2588895" cy="1087755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96713" y="4896967"/>
              <a:ext cx="1585087" cy="106141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638800" y="5466969"/>
              <a:ext cx="2133600" cy="504825"/>
            </a:xfrm>
            <a:custGeom>
              <a:avLst/>
              <a:gdLst/>
              <a:ahLst/>
              <a:cxnLst/>
              <a:rect l="l" t="t" r="r" b="b"/>
              <a:pathLst>
                <a:path w="2133600" h="504825">
                  <a:moveTo>
                    <a:pt x="2049526" y="0"/>
                  </a:moveTo>
                  <a:lnTo>
                    <a:pt x="84074" y="0"/>
                  </a:lnTo>
                  <a:lnTo>
                    <a:pt x="51327" y="6600"/>
                  </a:lnTo>
                  <a:lnTo>
                    <a:pt x="24606" y="24606"/>
                  </a:lnTo>
                  <a:lnTo>
                    <a:pt x="6600" y="51327"/>
                  </a:lnTo>
                  <a:lnTo>
                    <a:pt x="0" y="84073"/>
                  </a:lnTo>
                  <a:lnTo>
                    <a:pt x="0" y="420369"/>
                  </a:lnTo>
                  <a:lnTo>
                    <a:pt x="6600" y="453102"/>
                  </a:lnTo>
                  <a:lnTo>
                    <a:pt x="24606" y="479829"/>
                  </a:lnTo>
                  <a:lnTo>
                    <a:pt x="51327" y="497849"/>
                  </a:lnTo>
                  <a:lnTo>
                    <a:pt x="84074" y="504456"/>
                  </a:lnTo>
                  <a:lnTo>
                    <a:pt x="2049526" y="504456"/>
                  </a:lnTo>
                  <a:lnTo>
                    <a:pt x="2082272" y="497849"/>
                  </a:lnTo>
                  <a:lnTo>
                    <a:pt x="2108993" y="479829"/>
                  </a:lnTo>
                  <a:lnTo>
                    <a:pt x="2126999" y="453102"/>
                  </a:lnTo>
                  <a:lnTo>
                    <a:pt x="2133600" y="420369"/>
                  </a:lnTo>
                  <a:lnTo>
                    <a:pt x="2133600" y="84073"/>
                  </a:lnTo>
                  <a:lnTo>
                    <a:pt x="2126999" y="51327"/>
                  </a:lnTo>
                  <a:lnTo>
                    <a:pt x="2108993" y="24606"/>
                  </a:lnTo>
                  <a:lnTo>
                    <a:pt x="2082272" y="6600"/>
                  </a:lnTo>
                  <a:lnTo>
                    <a:pt x="204952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38800" y="5466969"/>
              <a:ext cx="2133600" cy="504825"/>
            </a:xfrm>
            <a:custGeom>
              <a:avLst/>
              <a:gdLst/>
              <a:ahLst/>
              <a:cxnLst/>
              <a:rect l="l" t="t" r="r" b="b"/>
              <a:pathLst>
                <a:path w="2133600" h="504825">
                  <a:moveTo>
                    <a:pt x="0" y="84073"/>
                  </a:moveTo>
                  <a:lnTo>
                    <a:pt x="6600" y="51327"/>
                  </a:lnTo>
                  <a:lnTo>
                    <a:pt x="24606" y="24606"/>
                  </a:lnTo>
                  <a:lnTo>
                    <a:pt x="51327" y="6600"/>
                  </a:lnTo>
                  <a:lnTo>
                    <a:pt x="84074" y="0"/>
                  </a:lnTo>
                  <a:lnTo>
                    <a:pt x="2049526" y="0"/>
                  </a:lnTo>
                  <a:lnTo>
                    <a:pt x="2082272" y="6600"/>
                  </a:lnTo>
                  <a:lnTo>
                    <a:pt x="2108993" y="24606"/>
                  </a:lnTo>
                  <a:lnTo>
                    <a:pt x="2126999" y="51327"/>
                  </a:lnTo>
                  <a:lnTo>
                    <a:pt x="2133600" y="84073"/>
                  </a:lnTo>
                  <a:lnTo>
                    <a:pt x="2133600" y="420369"/>
                  </a:lnTo>
                  <a:lnTo>
                    <a:pt x="2126999" y="453102"/>
                  </a:lnTo>
                  <a:lnTo>
                    <a:pt x="2108993" y="479829"/>
                  </a:lnTo>
                  <a:lnTo>
                    <a:pt x="2082272" y="497849"/>
                  </a:lnTo>
                  <a:lnTo>
                    <a:pt x="2049526" y="504456"/>
                  </a:lnTo>
                  <a:lnTo>
                    <a:pt x="84074" y="504456"/>
                  </a:lnTo>
                  <a:lnTo>
                    <a:pt x="51327" y="497849"/>
                  </a:lnTo>
                  <a:lnTo>
                    <a:pt x="24606" y="479829"/>
                  </a:lnTo>
                  <a:lnTo>
                    <a:pt x="6600" y="453102"/>
                  </a:lnTo>
                  <a:lnTo>
                    <a:pt x="0" y="420369"/>
                  </a:lnTo>
                  <a:lnTo>
                    <a:pt x="0" y="84073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853176" y="5488330"/>
            <a:ext cx="1706245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1025" marR="5080" indent="-56896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…live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14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FFFFFF"/>
                </a:solidFill>
                <a:latin typeface="Arial MT"/>
                <a:cs typeface="Arial MT"/>
              </a:rPr>
              <a:t>an</a:t>
            </a:r>
            <a:r>
              <a:rPr sz="14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Arial MT"/>
                <a:cs typeface="Arial MT"/>
              </a:rPr>
              <a:t>intelligent home?</a:t>
            </a:r>
            <a:endParaRPr sz="14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568700" y="6311900"/>
            <a:ext cx="2006600" cy="406400"/>
            <a:chOff x="3568700" y="6311900"/>
            <a:chExt cx="2006600" cy="406400"/>
          </a:xfrm>
        </p:grpSpPr>
        <p:sp>
          <p:nvSpPr>
            <p:cNvPr id="43" name="object 43"/>
            <p:cNvSpPr/>
            <p:nvPr/>
          </p:nvSpPr>
          <p:spPr>
            <a:xfrm>
              <a:off x="3581400" y="6324600"/>
              <a:ext cx="1981200" cy="381000"/>
            </a:xfrm>
            <a:custGeom>
              <a:avLst/>
              <a:gdLst/>
              <a:ahLst/>
              <a:cxnLst/>
              <a:rect l="l" t="t" r="r" b="b"/>
              <a:pathLst>
                <a:path w="1981200" h="381000">
                  <a:moveTo>
                    <a:pt x="1917700" y="0"/>
                  </a:moveTo>
                  <a:lnTo>
                    <a:pt x="63500" y="0"/>
                  </a:lnTo>
                  <a:lnTo>
                    <a:pt x="38790" y="4990"/>
                  </a:lnTo>
                  <a:lnTo>
                    <a:pt x="18605" y="18600"/>
                  </a:lnTo>
                  <a:lnTo>
                    <a:pt x="4992" y="38785"/>
                  </a:lnTo>
                  <a:lnTo>
                    <a:pt x="0" y="63500"/>
                  </a:lnTo>
                  <a:lnTo>
                    <a:pt x="0" y="317500"/>
                  </a:lnTo>
                  <a:lnTo>
                    <a:pt x="4992" y="342214"/>
                  </a:lnTo>
                  <a:lnTo>
                    <a:pt x="18605" y="362399"/>
                  </a:lnTo>
                  <a:lnTo>
                    <a:pt x="38790" y="376009"/>
                  </a:lnTo>
                  <a:lnTo>
                    <a:pt x="63500" y="381000"/>
                  </a:lnTo>
                  <a:lnTo>
                    <a:pt x="1917700" y="381000"/>
                  </a:lnTo>
                  <a:lnTo>
                    <a:pt x="1942409" y="376009"/>
                  </a:lnTo>
                  <a:lnTo>
                    <a:pt x="1962594" y="362399"/>
                  </a:lnTo>
                  <a:lnTo>
                    <a:pt x="1976207" y="342214"/>
                  </a:lnTo>
                  <a:lnTo>
                    <a:pt x="1981200" y="317500"/>
                  </a:lnTo>
                  <a:lnTo>
                    <a:pt x="1981200" y="63500"/>
                  </a:lnTo>
                  <a:lnTo>
                    <a:pt x="1976207" y="38785"/>
                  </a:lnTo>
                  <a:lnTo>
                    <a:pt x="1962594" y="18600"/>
                  </a:lnTo>
                  <a:lnTo>
                    <a:pt x="1942409" y="4990"/>
                  </a:lnTo>
                  <a:lnTo>
                    <a:pt x="191770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81400" y="6324600"/>
              <a:ext cx="1981200" cy="381000"/>
            </a:xfrm>
            <a:custGeom>
              <a:avLst/>
              <a:gdLst/>
              <a:ahLst/>
              <a:cxnLst/>
              <a:rect l="l" t="t" r="r" b="b"/>
              <a:pathLst>
                <a:path w="1981200" h="381000">
                  <a:moveTo>
                    <a:pt x="0" y="63500"/>
                  </a:moveTo>
                  <a:lnTo>
                    <a:pt x="4992" y="38785"/>
                  </a:lnTo>
                  <a:lnTo>
                    <a:pt x="18605" y="18600"/>
                  </a:lnTo>
                  <a:lnTo>
                    <a:pt x="38790" y="4990"/>
                  </a:lnTo>
                  <a:lnTo>
                    <a:pt x="63500" y="0"/>
                  </a:lnTo>
                  <a:lnTo>
                    <a:pt x="1917700" y="0"/>
                  </a:lnTo>
                  <a:lnTo>
                    <a:pt x="1942409" y="4990"/>
                  </a:lnTo>
                  <a:lnTo>
                    <a:pt x="1962594" y="18600"/>
                  </a:lnTo>
                  <a:lnTo>
                    <a:pt x="1976207" y="38785"/>
                  </a:lnTo>
                  <a:lnTo>
                    <a:pt x="1981200" y="63500"/>
                  </a:lnTo>
                  <a:lnTo>
                    <a:pt x="1981200" y="317500"/>
                  </a:lnTo>
                  <a:lnTo>
                    <a:pt x="1976207" y="342214"/>
                  </a:lnTo>
                  <a:lnTo>
                    <a:pt x="1962594" y="362399"/>
                  </a:lnTo>
                  <a:lnTo>
                    <a:pt x="1942409" y="376009"/>
                  </a:lnTo>
                  <a:lnTo>
                    <a:pt x="1917700" y="381000"/>
                  </a:lnTo>
                  <a:lnTo>
                    <a:pt x="63500" y="381000"/>
                  </a:lnTo>
                  <a:lnTo>
                    <a:pt x="38790" y="376009"/>
                  </a:lnTo>
                  <a:lnTo>
                    <a:pt x="18605" y="362399"/>
                  </a:lnTo>
                  <a:lnTo>
                    <a:pt x="4992" y="342214"/>
                  </a:lnTo>
                  <a:lnTo>
                    <a:pt x="0" y="317500"/>
                  </a:lnTo>
                  <a:lnTo>
                    <a:pt x="0" y="63500"/>
                  </a:lnTo>
                  <a:close/>
                </a:path>
              </a:pathLst>
            </a:custGeom>
            <a:ln w="25400">
              <a:solidFill>
                <a:srgbClr val="385D8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406646" y="6313423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50" dirty="0">
                <a:solidFill>
                  <a:srgbClr val="FFFFFF"/>
                </a:solidFill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214</Words>
  <Application>Microsoft Office PowerPoint</Application>
  <PresentationFormat>On-screen Show (4:3)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MT</vt:lpstr>
      <vt:lpstr>Calibri</vt:lpstr>
      <vt:lpstr>Calibri Light</vt:lpstr>
      <vt:lpstr>Wingdings</vt:lpstr>
      <vt:lpstr>Office Theme</vt:lpstr>
      <vt:lpstr>Lecture 8</vt:lpstr>
      <vt:lpstr>Our Data Now…</vt:lpstr>
      <vt:lpstr>We Live in a World of Data…</vt:lpstr>
      <vt:lpstr>The World of Data</vt:lpstr>
      <vt:lpstr>Big Data</vt:lpstr>
      <vt:lpstr>What Do We Do With Data?</vt:lpstr>
      <vt:lpstr>Using Diverse Interfaces &amp; Devices</vt:lpstr>
      <vt:lpstr>What About the Future?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CS15-319: Cloud Computing</dc:title>
  <dc:creator>Suhail Rehman</dc:creator>
  <cp:lastModifiedBy>Muhammad Tehmeed Ebaduddin</cp:lastModifiedBy>
  <cp:revision>5</cp:revision>
  <dcterms:created xsi:type="dcterms:W3CDTF">2025-03-17T06:17:02Z</dcterms:created>
  <dcterms:modified xsi:type="dcterms:W3CDTF">2025-04-26T07:43:49Z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2012-05-14T00:00:00Z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2025-03-17T00:00:00Z</vt:filetime>
  </property>
  <property fmtid="{D5CDD505-2E9C-101B-9397-08002B2CF9AE}" pid="5" name="Producer">
    <vt:lpwstr>Microsoft® PowerPoint® 2010</vt:lpwstr>
  </property>
</Properties>
</file>