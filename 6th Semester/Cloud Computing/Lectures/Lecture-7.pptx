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3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D174D-D1AD-4B5E-8F4D-B529CBED3F05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91E0-61FE-4BA7-8963-93CE9D11F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8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4585-E2FD-4652-A9AD-FFA053336EE2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81094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2C67-908F-4161-948E-6071E4F11DB1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59310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66146187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73F3-46A2-4216-86DF-02837DAFAAE9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7884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41460958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1ECC5-C102-4D46-9997-0EE0593806A9}" type="datetime1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2742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3C44-1F88-4562-8C01-6CA19454177E}" type="datetime1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89232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227473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75058605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473419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9631-B5A3-434E-B8D5-7747A53A967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9995085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69631-B5A3-434E-B8D5-7747A53A9674}" type="datetime1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02807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2719" y="3021681"/>
            <a:ext cx="7171690" cy="5707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Lecture 7</a:t>
            </a:r>
            <a:endParaRPr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37FD2-0607-95D8-ACDC-9301BE265FD3}"/>
              </a:ext>
            </a:extLst>
          </p:cNvPr>
          <p:cNvSpPr txBox="1"/>
          <p:nvPr/>
        </p:nvSpPr>
        <p:spPr>
          <a:xfrm>
            <a:off x="2590800" y="419100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Components of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4948" y="846836"/>
            <a:ext cx="44691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Server?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902" y="1778762"/>
            <a:ext cx="7534909" cy="3134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computers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that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provide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“services”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“clients”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5600" marR="17526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They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typically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designed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reliability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large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number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requests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Organizations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typically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require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many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physical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provide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various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services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(Web,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Email,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Database,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etc.)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</a:t>
            </a:r>
            <a:r>
              <a:rPr sz="20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hardware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becoming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more</a:t>
            </a:r>
            <a:r>
              <a:rPr sz="20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powerful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B0F0"/>
                </a:solidFill>
                <a:latin typeface="Arial MT"/>
                <a:cs typeface="Arial MT"/>
              </a:rPr>
              <a:t>compact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4956809"/>
            <a:ext cx="2438400" cy="19758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4750" y="5348478"/>
            <a:ext cx="1917355" cy="13995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61177" y="5078851"/>
            <a:ext cx="1763228" cy="17380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9277" y="846836"/>
            <a:ext cx="43453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Compact</a:t>
            </a:r>
            <a:r>
              <a:rPr spc="-170" dirty="0"/>
              <a:t> </a:t>
            </a:r>
            <a:r>
              <a:rPr spc="-10" dirty="0"/>
              <a:t>Servers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33703" y="1854962"/>
            <a:ext cx="8409940" cy="2684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983615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Organizations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would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like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conserve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amount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floor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space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dedicated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their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computer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infrastructure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large-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scale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installations,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compact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used.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This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helps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with: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40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Floor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Space</a:t>
            </a:r>
            <a:endParaRPr sz="18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Manageability</a:t>
            </a:r>
            <a:endParaRPr sz="180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Scalability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Cooling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4522470"/>
            <a:ext cx="1544574" cy="2057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34228" y="4974335"/>
            <a:ext cx="1534795" cy="872490"/>
          </a:xfrm>
          <a:custGeom>
            <a:avLst/>
            <a:gdLst/>
            <a:ahLst/>
            <a:cxnLst/>
            <a:rect l="l" t="t" r="r" b="b"/>
            <a:pathLst>
              <a:path w="1534795" h="872489">
                <a:moveTo>
                  <a:pt x="1534668" y="435864"/>
                </a:moveTo>
                <a:lnTo>
                  <a:pt x="1286256" y="16764"/>
                </a:lnTo>
                <a:lnTo>
                  <a:pt x="1276350" y="0"/>
                </a:lnTo>
                <a:lnTo>
                  <a:pt x="1276350" y="221742"/>
                </a:lnTo>
                <a:lnTo>
                  <a:pt x="0" y="221742"/>
                </a:lnTo>
                <a:lnTo>
                  <a:pt x="0" y="650748"/>
                </a:lnTo>
                <a:lnTo>
                  <a:pt x="4572" y="650748"/>
                </a:lnTo>
                <a:lnTo>
                  <a:pt x="9906" y="650748"/>
                </a:lnTo>
                <a:lnTo>
                  <a:pt x="1276350" y="650748"/>
                </a:lnTo>
                <a:lnTo>
                  <a:pt x="1276350" y="872490"/>
                </a:lnTo>
                <a:lnTo>
                  <a:pt x="1277112" y="871207"/>
                </a:lnTo>
                <a:lnTo>
                  <a:pt x="1286256" y="855751"/>
                </a:lnTo>
                <a:lnTo>
                  <a:pt x="1524762" y="452615"/>
                </a:lnTo>
                <a:lnTo>
                  <a:pt x="1534668" y="43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3759" y="4338827"/>
            <a:ext cx="2194832" cy="2598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31527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Racks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889" y="2083562"/>
            <a:ext cx="7660640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Equipment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(e.g.,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servers)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typically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placed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u="sng" spc="-10" dirty="0">
                <a:solidFill>
                  <a:srgbClr val="00B0F0"/>
                </a:solidFill>
                <a:uFill>
                  <a:solidFill>
                    <a:srgbClr val="00B0F0"/>
                  </a:solidFill>
                </a:uFill>
                <a:latin typeface="Arial MT"/>
                <a:cs typeface="Arial MT"/>
              </a:rPr>
              <a:t>racks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Equipment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designed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modular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fashion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fit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into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u="sng" dirty="0">
                <a:solidFill>
                  <a:srgbClr val="00B0F0"/>
                </a:solidFill>
                <a:uFill>
                  <a:solidFill>
                    <a:srgbClr val="00B0F0"/>
                  </a:solidFill>
                </a:uFill>
                <a:latin typeface="Arial MT"/>
                <a:cs typeface="Arial MT"/>
              </a:rPr>
              <a:t>rack</a:t>
            </a:r>
            <a:r>
              <a:rPr sz="2000" u="sng" spc="-55" dirty="0">
                <a:solidFill>
                  <a:srgbClr val="00B0F0"/>
                </a:solidFill>
                <a:uFill>
                  <a:solidFill>
                    <a:srgbClr val="00B0F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10" dirty="0">
                <a:solidFill>
                  <a:srgbClr val="00B0F0"/>
                </a:solidFill>
                <a:uFill>
                  <a:solidFill>
                    <a:srgbClr val="00B0F0"/>
                  </a:solidFill>
                </a:uFill>
                <a:latin typeface="Arial MT"/>
                <a:cs typeface="Arial MT"/>
              </a:rPr>
              <a:t>units</a:t>
            </a:r>
            <a:r>
              <a:rPr sz="2000" spc="-1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(1U,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2U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etc.)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single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rack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hold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up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42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1U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867655"/>
            <a:ext cx="1600200" cy="17998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6200" y="4334255"/>
            <a:ext cx="2421635" cy="2676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3633978"/>
            <a:ext cx="2133600" cy="12801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85122" y="5361412"/>
            <a:ext cx="1430728" cy="136813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934959" y="4829810"/>
            <a:ext cx="6172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1U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Server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2083" y="6566406"/>
            <a:ext cx="9842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7U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Blade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center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678180">
              <a:lnSpc>
                <a:spcPct val="100000"/>
              </a:lnSpc>
              <a:spcBef>
                <a:spcPts val="95"/>
              </a:spcBef>
            </a:pPr>
            <a:r>
              <a:rPr dirty="0"/>
              <a:t>Blades</a:t>
            </a:r>
            <a:r>
              <a:rPr spc="-10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dirty="0"/>
              <a:t>Blade</a:t>
            </a:r>
            <a:r>
              <a:rPr spc="-105" dirty="0"/>
              <a:t> </a:t>
            </a:r>
            <a:r>
              <a:rPr spc="-10" dirty="0"/>
              <a:t>Enclosures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45461"/>
            <a:ext cx="7875270" cy="21837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767080" indent="-342900">
              <a:lnSpc>
                <a:spcPts val="2590"/>
              </a:lnSpc>
              <a:spcBef>
                <a:spcPts val="42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blade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server</a:t>
            </a:r>
            <a:r>
              <a:rPr sz="2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stripped</a:t>
            </a:r>
            <a:r>
              <a:rPr sz="2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down</a:t>
            </a:r>
            <a:r>
              <a:rPr sz="2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computer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7E7E7E"/>
                </a:solidFill>
                <a:latin typeface="Arial MT"/>
                <a:cs typeface="Arial MT"/>
              </a:rPr>
              <a:t>a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modular</a:t>
            </a:r>
            <a:r>
              <a:rPr sz="2400" spc="-1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design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  <a:buClr>
                <a:srgbClr val="7E7E7E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ts val="2590"/>
              </a:lnSpc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400" spc="-9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blade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enclosure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holds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multiple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blade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provides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power,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interfaces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cooling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4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individual </a:t>
            </a:r>
            <a:r>
              <a:rPr sz="2400" dirty="0">
                <a:solidFill>
                  <a:srgbClr val="7E7E7E"/>
                </a:solidFill>
                <a:latin typeface="Arial MT"/>
                <a:cs typeface="Arial MT"/>
              </a:rPr>
              <a:t>blade</a:t>
            </a:r>
            <a:r>
              <a:rPr sz="24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4727447"/>
            <a:ext cx="1457705" cy="1685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2516" y="4629150"/>
            <a:ext cx="1309314" cy="18152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0" y="4776978"/>
            <a:ext cx="1458871" cy="1709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Center?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83562"/>
            <a:ext cx="7915909" cy="3317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20700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B0F0"/>
                </a:solidFill>
                <a:latin typeface="Arial MT"/>
                <a:cs typeface="Arial MT"/>
              </a:rPr>
              <a:t>data</a:t>
            </a:r>
            <a:r>
              <a:rPr sz="2000" spc="-3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B0F0"/>
                </a:solidFill>
                <a:latin typeface="Arial MT"/>
                <a:cs typeface="Arial MT"/>
              </a:rPr>
              <a:t>center</a:t>
            </a:r>
            <a:r>
              <a:rPr sz="2000" spc="-3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facility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used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house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computer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systems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associated</a:t>
            </a:r>
            <a:r>
              <a:rPr sz="20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components,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such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networking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storage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systems,</a:t>
            </a:r>
            <a:r>
              <a:rPr sz="20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cooling,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uninterruptable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supply,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air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filters…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Arial MT"/>
              <a:cs typeface="Arial MT"/>
            </a:endParaRPr>
          </a:p>
          <a:p>
            <a:pPr marL="355600" marR="362585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center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typically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houses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large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number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heterogeneous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networked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computer</a:t>
            </a:r>
            <a:r>
              <a:rPr sz="20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5600" marR="3058160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center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occupy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one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room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building,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one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or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more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floors,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or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an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entire</a:t>
            </a:r>
            <a:r>
              <a:rPr sz="20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building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3927347"/>
            <a:ext cx="3390899" cy="2543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380" rIns="0" bIns="0" rtlCol="0">
            <a:spAutoFit/>
          </a:bodyPr>
          <a:lstStyle/>
          <a:p>
            <a:pPr marL="946785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110" dirty="0"/>
              <a:t> </a:t>
            </a:r>
            <a:r>
              <a:rPr dirty="0"/>
              <a:t>Center</a:t>
            </a:r>
            <a:r>
              <a:rPr spc="-110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22307"/>
            <a:ext cx="7268845" cy="4353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Air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conditioning</a:t>
            </a:r>
            <a:endParaRPr sz="2000">
              <a:latin typeface="Arial MT"/>
              <a:cs typeface="Arial MT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Keep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all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components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manufacturer’s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recommended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temperature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range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Redundant</a:t>
            </a:r>
            <a:r>
              <a:rPr sz="2000" spc="-1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UPS/Generators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Multiple</a:t>
            </a:r>
            <a:r>
              <a:rPr sz="20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r>
              <a:rPr sz="20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feeds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Fire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protection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Physical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security</a:t>
            </a:r>
            <a:endParaRPr sz="20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CCTV/Access</a:t>
            </a:r>
            <a:r>
              <a:rPr sz="20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Control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Monitoring</a:t>
            </a:r>
            <a:r>
              <a:rPr sz="2000" spc="-1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Connectivity</a:t>
            </a:r>
            <a:endParaRPr sz="20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Multiple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ISPs/Leased</a:t>
            </a:r>
            <a:r>
              <a:rPr sz="20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Lines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121322"/>
            <a:ext cx="4107941" cy="3152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3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The</a:t>
            </a:r>
            <a:r>
              <a:rPr sz="4000" spc="-40" dirty="0"/>
              <a:t> </a:t>
            </a:r>
            <a:r>
              <a:rPr sz="4000" dirty="0"/>
              <a:t>Network</a:t>
            </a:r>
            <a:r>
              <a:rPr sz="4000" spc="-35" dirty="0"/>
              <a:t> </a:t>
            </a:r>
            <a:r>
              <a:rPr sz="4000" dirty="0"/>
              <a:t>of</a:t>
            </a:r>
            <a:r>
              <a:rPr sz="4000" spc="-30" dirty="0"/>
              <a:t> </a:t>
            </a:r>
            <a:r>
              <a:rPr sz="4000" dirty="0"/>
              <a:t>a</a:t>
            </a:r>
            <a:r>
              <a:rPr sz="4000" spc="-35" dirty="0"/>
              <a:t> </a:t>
            </a:r>
            <a:r>
              <a:rPr sz="4000" dirty="0"/>
              <a:t>Modern</a:t>
            </a:r>
            <a:r>
              <a:rPr sz="4000" spc="-35" dirty="0"/>
              <a:t> </a:t>
            </a:r>
            <a:r>
              <a:rPr sz="4000" dirty="0"/>
              <a:t>Data</a:t>
            </a:r>
            <a:r>
              <a:rPr sz="4000" spc="-40" dirty="0"/>
              <a:t> </a:t>
            </a:r>
            <a:r>
              <a:rPr sz="4000" spc="-10" dirty="0"/>
              <a:t>Center</a:t>
            </a:r>
            <a:endParaRPr sz="4000"/>
          </a:p>
        </p:txBody>
      </p:sp>
      <p:sp>
        <p:nvSpPr>
          <p:cNvPr id="71" name="Slide Number Placeholder 7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25" smtClean="0"/>
              <a:t>8</a:t>
            </a:fld>
            <a:endParaRPr lang="en-US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86409" y="6702042"/>
            <a:ext cx="83426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800100" algn="l"/>
              </a:tabLst>
            </a:pPr>
            <a:r>
              <a:rPr sz="1600" b="1" i="1" dirty="0">
                <a:latin typeface="Arial"/>
                <a:cs typeface="Arial"/>
              </a:rPr>
              <a:t>CR</a:t>
            </a:r>
            <a:r>
              <a:rPr sz="1600" b="1" i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L3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Core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Router,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i="1" dirty="0">
                <a:latin typeface="Arial"/>
                <a:cs typeface="Arial"/>
              </a:rPr>
              <a:t>AR</a:t>
            </a:r>
            <a:r>
              <a:rPr sz="1600" b="1" i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L3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Access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Router,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i="1" dirty="0">
                <a:latin typeface="Arial"/>
                <a:cs typeface="Arial"/>
              </a:rPr>
              <a:t>S</a:t>
            </a:r>
            <a:r>
              <a:rPr sz="1600" b="1" i="1" spc="-2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= L2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Switch,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i="1" dirty="0">
                <a:latin typeface="Arial"/>
                <a:cs typeface="Arial"/>
              </a:rPr>
              <a:t>LB</a:t>
            </a:r>
            <a:r>
              <a:rPr sz="1600" b="1" i="1" spc="-2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=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Load</a:t>
            </a:r>
            <a:r>
              <a:rPr sz="1600" spc="-10" dirty="0">
                <a:latin typeface="Arial MT"/>
                <a:cs typeface="Arial MT"/>
              </a:rPr>
              <a:t> Balancer,</a:t>
            </a:r>
            <a:endParaRPr sz="16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1500" baseline="-33333" dirty="0">
                <a:latin typeface="Arial MT"/>
                <a:cs typeface="Arial MT"/>
              </a:rPr>
              <a:t>© Carnegie</a:t>
            </a:r>
            <a:r>
              <a:rPr sz="1500" spc="-30" baseline="-33333" dirty="0">
                <a:latin typeface="Arial MT"/>
                <a:cs typeface="Arial MT"/>
              </a:rPr>
              <a:t> </a:t>
            </a:r>
            <a:r>
              <a:rPr sz="1500" spc="-412" baseline="-33333" dirty="0">
                <a:latin typeface="Arial MT"/>
                <a:cs typeface="Arial MT"/>
              </a:rPr>
              <a:t>M</a:t>
            </a:r>
            <a:r>
              <a:rPr sz="1600" b="1" i="1" spc="-905" dirty="0">
                <a:latin typeface="Arial"/>
                <a:cs typeface="Arial"/>
              </a:rPr>
              <a:t>A</a:t>
            </a:r>
            <a:r>
              <a:rPr sz="1500" spc="-15" baseline="-33333" dirty="0">
                <a:latin typeface="Arial MT"/>
                <a:cs typeface="Arial MT"/>
              </a:rPr>
              <a:t>e</a:t>
            </a:r>
            <a:r>
              <a:rPr sz="1500" spc="-22" baseline="-33333" dirty="0">
                <a:latin typeface="Arial MT"/>
                <a:cs typeface="Arial MT"/>
              </a:rPr>
              <a:t>ll</a:t>
            </a:r>
            <a:r>
              <a:rPr sz="1500" spc="-337" baseline="-33333" dirty="0">
                <a:latin typeface="Arial MT"/>
                <a:cs typeface="Arial MT"/>
              </a:rPr>
              <a:t>o</a:t>
            </a:r>
            <a:r>
              <a:rPr sz="1600" spc="-740" dirty="0">
                <a:latin typeface="Arial MT"/>
                <a:cs typeface="Arial MT"/>
              </a:rPr>
              <a:t>=</a:t>
            </a:r>
            <a:r>
              <a:rPr sz="1500" spc="-7" baseline="-33333" dirty="0">
                <a:latin typeface="Arial MT"/>
                <a:cs typeface="Arial MT"/>
              </a:rPr>
              <a:t>n</a:t>
            </a:r>
            <a:r>
              <a:rPr sz="1500" spc="-30" baseline="-33333" dirty="0">
                <a:latin typeface="Arial MT"/>
                <a:cs typeface="Arial MT"/>
              </a:rPr>
              <a:t> </a:t>
            </a:r>
            <a:r>
              <a:rPr sz="1500" spc="-569" baseline="-33333" dirty="0">
                <a:latin typeface="Arial MT"/>
                <a:cs typeface="Arial MT"/>
              </a:rPr>
              <a:t>U</a:t>
            </a:r>
            <a:r>
              <a:rPr sz="1600" spc="-795" dirty="0">
                <a:latin typeface="Arial MT"/>
                <a:cs typeface="Arial MT"/>
              </a:rPr>
              <a:t>R</a:t>
            </a:r>
            <a:r>
              <a:rPr sz="1500" spc="-15" baseline="-33333" dirty="0">
                <a:latin typeface="Arial MT"/>
                <a:cs typeface="Arial MT"/>
              </a:rPr>
              <a:t>n</a:t>
            </a:r>
            <a:r>
              <a:rPr sz="1500" spc="-22" baseline="-33333" dirty="0">
                <a:latin typeface="Arial MT"/>
                <a:cs typeface="Arial MT"/>
              </a:rPr>
              <a:t>i</a:t>
            </a:r>
            <a:r>
              <a:rPr sz="1500" spc="-750" baseline="-33333" dirty="0">
                <a:latin typeface="Arial MT"/>
                <a:cs typeface="Arial MT"/>
              </a:rPr>
              <a:t>v</a:t>
            </a:r>
            <a:r>
              <a:rPr sz="1600" spc="-409" dirty="0">
                <a:latin typeface="Arial MT"/>
                <a:cs typeface="Arial MT"/>
              </a:rPr>
              <a:t>a</a:t>
            </a:r>
            <a:r>
              <a:rPr sz="1500" spc="-247" baseline="-33333" dirty="0">
                <a:latin typeface="Arial MT"/>
                <a:cs typeface="Arial MT"/>
              </a:rPr>
              <a:t>e</a:t>
            </a:r>
            <a:r>
              <a:rPr sz="1600" spc="-655" dirty="0">
                <a:latin typeface="Arial MT"/>
                <a:cs typeface="Arial MT"/>
              </a:rPr>
              <a:t>c</a:t>
            </a:r>
            <a:r>
              <a:rPr sz="1500" spc="-22" baseline="-33333" dirty="0">
                <a:latin typeface="Arial MT"/>
                <a:cs typeface="Arial MT"/>
              </a:rPr>
              <a:t>r</a:t>
            </a:r>
            <a:r>
              <a:rPr sz="1500" spc="-292" baseline="-33333" dirty="0">
                <a:latin typeface="Arial MT"/>
                <a:cs typeface="Arial MT"/>
              </a:rPr>
              <a:t>s</a:t>
            </a:r>
            <a:r>
              <a:rPr sz="1600" spc="-620" dirty="0">
                <a:latin typeface="Arial MT"/>
                <a:cs typeface="Arial MT"/>
              </a:rPr>
              <a:t>k</a:t>
            </a:r>
            <a:r>
              <a:rPr sz="1500" spc="-22" baseline="-33333" dirty="0">
                <a:latin typeface="Arial MT"/>
                <a:cs typeface="Arial MT"/>
              </a:rPr>
              <a:t>i</a:t>
            </a:r>
            <a:r>
              <a:rPr sz="1500" spc="-15" baseline="-33333" dirty="0">
                <a:latin typeface="Arial MT"/>
                <a:cs typeface="Arial MT"/>
              </a:rPr>
              <a:t>t</a:t>
            </a:r>
            <a:r>
              <a:rPr sz="1500" spc="52" baseline="-33333" dirty="0">
                <a:latin typeface="Arial MT"/>
                <a:cs typeface="Arial MT"/>
              </a:rPr>
              <a:t>y</a:t>
            </a:r>
            <a:r>
              <a:rPr sz="1600" spc="-680" dirty="0">
                <a:latin typeface="Arial MT"/>
                <a:cs typeface="Arial MT"/>
              </a:rPr>
              <a:t>o</a:t>
            </a:r>
            <a:r>
              <a:rPr sz="1500" spc="-22" baseline="-33333" dirty="0">
                <a:latin typeface="Arial MT"/>
                <a:cs typeface="Arial MT"/>
              </a:rPr>
              <a:t>i</a:t>
            </a:r>
            <a:r>
              <a:rPr sz="1500" spc="-172" baseline="-33333" dirty="0">
                <a:latin typeface="Arial MT"/>
                <a:cs typeface="Arial MT"/>
              </a:rPr>
              <a:t>n</a:t>
            </a:r>
            <a:r>
              <a:rPr sz="1600" spc="-80" dirty="0">
                <a:latin typeface="Arial MT"/>
                <a:cs typeface="Arial MT"/>
              </a:rPr>
              <a:t>f</a:t>
            </a:r>
            <a:r>
              <a:rPr sz="1500" spc="-405" baseline="-33333" dirty="0">
                <a:latin typeface="Arial MT"/>
                <a:cs typeface="Arial MT"/>
              </a:rPr>
              <a:t>Q</a:t>
            </a:r>
            <a:r>
              <a:rPr sz="1600" spc="-640" dirty="0">
                <a:latin typeface="Arial MT"/>
                <a:cs typeface="Arial MT"/>
              </a:rPr>
              <a:t>2</a:t>
            </a:r>
            <a:r>
              <a:rPr sz="1500" spc="-15" baseline="-33333" dirty="0">
                <a:latin typeface="Arial MT"/>
                <a:cs typeface="Arial MT"/>
              </a:rPr>
              <a:t>a</a:t>
            </a:r>
            <a:r>
              <a:rPr sz="1500" spc="-315" baseline="-33333" dirty="0">
                <a:latin typeface="Arial MT"/>
                <a:cs typeface="Arial MT"/>
              </a:rPr>
              <a:t>t</a:t>
            </a:r>
            <a:r>
              <a:rPr sz="1600" spc="-695" dirty="0">
                <a:latin typeface="Arial MT"/>
                <a:cs typeface="Arial MT"/>
              </a:rPr>
              <a:t>0</a:t>
            </a:r>
            <a:r>
              <a:rPr sz="1500" spc="-15" baseline="-33333" dirty="0">
                <a:latin typeface="Arial MT"/>
                <a:cs typeface="Arial MT"/>
              </a:rPr>
              <a:t>a</a:t>
            </a:r>
            <a:r>
              <a:rPr sz="1500" spc="-7" baseline="-33333" dirty="0">
                <a:latin typeface="Arial MT"/>
                <a:cs typeface="Arial MT"/>
              </a:rPr>
              <a:t>r</a:t>
            </a:r>
            <a:r>
              <a:rPr sz="1500" spc="-44" baseline="-333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servers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(Cisco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~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4,000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servers)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3804" y="7100569"/>
            <a:ext cx="1676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 MT"/>
                <a:cs typeface="Arial MT"/>
              </a:rPr>
              <a:t>12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83208" y="4940808"/>
            <a:ext cx="635000" cy="1397000"/>
            <a:chOff x="1283208" y="4940808"/>
            <a:chExt cx="635000" cy="1397000"/>
          </a:xfrm>
        </p:grpSpPr>
        <p:sp>
          <p:nvSpPr>
            <p:cNvPr id="6" name="object 6"/>
            <p:cNvSpPr/>
            <p:nvPr/>
          </p:nvSpPr>
          <p:spPr>
            <a:xfrm>
              <a:off x="1295400" y="4953000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609600" y="137160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83208" y="4940808"/>
              <a:ext cx="635000" cy="1397000"/>
            </a:xfrm>
            <a:custGeom>
              <a:avLst/>
              <a:gdLst/>
              <a:ahLst/>
              <a:cxnLst/>
              <a:rect l="l" t="t" r="r" b="b"/>
              <a:pathLst>
                <a:path w="635000" h="1397000">
                  <a:moveTo>
                    <a:pt x="634746" y="1391412"/>
                  </a:moveTo>
                  <a:lnTo>
                    <a:pt x="634746" y="5334"/>
                  </a:lnTo>
                  <a:lnTo>
                    <a:pt x="629412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391412"/>
                  </a:lnTo>
                  <a:lnTo>
                    <a:pt x="5334" y="1396746"/>
                  </a:lnTo>
                  <a:lnTo>
                    <a:pt x="12192" y="1396746"/>
                  </a:lnTo>
                  <a:lnTo>
                    <a:pt x="12192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609600" y="25146"/>
                  </a:lnTo>
                  <a:lnTo>
                    <a:pt x="609600" y="12192"/>
                  </a:lnTo>
                  <a:lnTo>
                    <a:pt x="621792" y="25146"/>
                  </a:lnTo>
                  <a:lnTo>
                    <a:pt x="621792" y="1396746"/>
                  </a:lnTo>
                  <a:lnTo>
                    <a:pt x="629412" y="1396746"/>
                  </a:lnTo>
                  <a:lnTo>
                    <a:pt x="634746" y="1391412"/>
                  </a:lnTo>
                  <a:close/>
                </a:path>
                <a:path w="6350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192" y="25146"/>
                  </a:lnTo>
                  <a:lnTo>
                    <a:pt x="25145" y="25146"/>
                  </a:lnTo>
                  <a:close/>
                </a:path>
                <a:path w="6350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192" y="25146"/>
                  </a:lnTo>
                  <a:lnTo>
                    <a:pt x="12192" y="1371600"/>
                  </a:lnTo>
                  <a:lnTo>
                    <a:pt x="25146" y="1371600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12192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609600" y="1396746"/>
                  </a:lnTo>
                  <a:lnTo>
                    <a:pt x="609600" y="1383792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192" y="1371600"/>
                  </a:lnTo>
                  <a:lnTo>
                    <a:pt x="12192" y="1396746"/>
                  </a:lnTo>
                  <a:lnTo>
                    <a:pt x="25146" y="1396746"/>
                  </a:lnTo>
                  <a:close/>
                </a:path>
                <a:path w="635000" h="1397000">
                  <a:moveTo>
                    <a:pt x="621792" y="25146"/>
                  </a:moveTo>
                  <a:lnTo>
                    <a:pt x="609600" y="12192"/>
                  </a:lnTo>
                  <a:lnTo>
                    <a:pt x="609600" y="25146"/>
                  </a:lnTo>
                  <a:lnTo>
                    <a:pt x="621792" y="25146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621792" y="25146"/>
                  </a:lnTo>
                  <a:lnTo>
                    <a:pt x="609600" y="25146"/>
                  </a:lnTo>
                  <a:lnTo>
                    <a:pt x="609600" y="1371600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621792" y="1396746"/>
                  </a:moveTo>
                  <a:lnTo>
                    <a:pt x="621792" y="1371600"/>
                  </a:lnTo>
                  <a:lnTo>
                    <a:pt x="609600" y="1383792"/>
                  </a:lnTo>
                  <a:lnTo>
                    <a:pt x="609600" y="1396746"/>
                  </a:lnTo>
                  <a:lnTo>
                    <a:pt x="621792" y="139674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1300" y="548284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50007" y="4940808"/>
            <a:ext cx="635000" cy="1397000"/>
            <a:chOff x="2350007" y="4940808"/>
            <a:chExt cx="635000" cy="1397000"/>
          </a:xfrm>
        </p:grpSpPr>
        <p:sp>
          <p:nvSpPr>
            <p:cNvPr id="10" name="object 10"/>
            <p:cNvSpPr/>
            <p:nvPr/>
          </p:nvSpPr>
          <p:spPr>
            <a:xfrm>
              <a:off x="2362199" y="4953000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609600" y="137160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0007" y="4940808"/>
              <a:ext cx="635000" cy="1397000"/>
            </a:xfrm>
            <a:custGeom>
              <a:avLst/>
              <a:gdLst/>
              <a:ahLst/>
              <a:cxnLst/>
              <a:rect l="l" t="t" r="r" b="b"/>
              <a:pathLst>
                <a:path w="635000" h="1397000">
                  <a:moveTo>
                    <a:pt x="634746" y="1391412"/>
                  </a:moveTo>
                  <a:lnTo>
                    <a:pt x="634746" y="5334"/>
                  </a:lnTo>
                  <a:lnTo>
                    <a:pt x="629412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391412"/>
                  </a:lnTo>
                  <a:lnTo>
                    <a:pt x="5334" y="1396746"/>
                  </a:lnTo>
                  <a:lnTo>
                    <a:pt x="12192" y="1396746"/>
                  </a:lnTo>
                  <a:lnTo>
                    <a:pt x="12192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609600" y="25146"/>
                  </a:lnTo>
                  <a:lnTo>
                    <a:pt x="609600" y="12192"/>
                  </a:lnTo>
                  <a:lnTo>
                    <a:pt x="621792" y="25146"/>
                  </a:lnTo>
                  <a:lnTo>
                    <a:pt x="621792" y="1396746"/>
                  </a:lnTo>
                  <a:lnTo>
                    <a:pt x="629412" y="1396746"/>
                  </a:lnTo>
                  <a:lnTo>
                    <a:pt x="634746" y="1391412"/>
                  </a:lnTo>
                  <a:close/>
                </a:path>
                <a:path w="6350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192" y="25146"/>
                  </a:lnTo>
                  <a:lnTo>
                    <a:pt x="25145" y="25146"/>
                  </a:lnTo>
                  <a:close/>
                </a:path>
                <a:path w="6350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192" y="25146"/>
                  </a:lnTo>
                  <a:lnTo>
                    <a:pt x="12192" y="1371600"/>
                  </a:lnTo>
                  <a:lnTo>
                    <a:pt x="25146" y="1371600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12192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609600" y="1396746"/>
                  </a:lnTo>
                  <a:lnTo>
                    <a:pt x="609600" y="1383792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192" y="1371600"/>
                  </a:lnTo>
                  <a:lnTo>
                    <a:pt x="12192" y="1396746"/>
                  </a:lnTo>
                  <a:lnTo>
                    <a:pt x="25146" y="1396746"/>
                  </a:lnTo>
                  <a:close/>
                </a:path>
                <a:path w="635000" h="1397000">
                  <a:moveTo>
                    <a:pt x="621792" y="25146"/>
                  </a:moveTo>
                  <a:lnTo>
                    <a:pt x="609600" y="12192"/>
                  </a:lnTo>
                  <a:lnTo>
                    <a:pt x="609600" y="25146"/>
                  </a:lnTo>
                  <a:lnTo>
                    <a:pt x="621792" y="25146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621792" y="25146"/>
                  </a:lnTo>
                  <a:lnTo>
                    <a:pt x="609600" y="25146"/>
                  </a:lnTo>
                  <a:lnTo>
                    <a:pt x="609600" y="1371600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621792" y="1396746"/>
                  </a:moveTo>
                  <a:lnTo>
                    <a:pt x="621792" y="1371600"/>
                  </a:lnTo>
                  <a:lnTo>
                    <a:pt x="609600" y="1383792"/>
                  </a:lnTo>
                  <a:lnTo>
                    <a:pt x="609600" y="1396746"/>
                  </a:lnTo>
                  <a:lnTo>
                    <a:pt x="621792" y="139674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78100" y="548284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45408" y="4940808"/>
            <a:ext cx="635000" cy="1397000"/>
            <a:chOff x="3645408" y="4940808"/>
            <a:chExt cx="635000" cy="1397000"/>
          </a:xfrm>
        </p:grpSpPr>
        <p:sp>
          <p:nvSpPr>
            <p:cNvPr id="14" name="object 14"/>
            <p:cNvSpPr/>
            <p:nvPr/>
          </p:nvSpPr>
          <p:spPr>
            <a:xfrm>
              <a:off x="3657600" y="4953000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609600" y="137160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45408" y="4940808"/>
              <a:ext cx="635000" cy="1397000"/>
            </a:xfrm>
            <a:custGeom>
              <a:avLst/>
              <a:gdLst/>
              <a:ahLst/>
              <a:cxnLst/>
              <a:rect l="l" t="t" r="r" b="b"/>
              <a:pathLst>
                <a:path w="635000" h="1397000">
                  <a:moveTo>
                    <a:pt x="634746" y="1391412"/>
                  </a:moveTo>
                  <a:lnTo>
                    <a:pt x="634746" y="5334"/>
                  </a:lnTo>
                  <a:lnTo>
                    <a:pt x="629412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391412"/>
                  </a:lnTo>
                  <a:lnTo>
                    <a:pt x="5334" y="1396746"/>
                  </a:lnTo>
                  <a:lnTo>
                    <a:pt x="12192" y="1396746"/>
                  </a:lnTo>
                  <a:lnTo>
                    <a:pt x="12192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609600" y="25146"/>
                  </a:lnTo>
                  <a:lnTo>
                    <a:pt x="609600" y="12192"/>
                  </a:lnTo>
                  <a:lnTo>
                    <a:pt x="621792" y="25146"/>
                  </a:lnTo>
                  <a:lnTo>
                    <a:pt x="621792" y="1396746"/>
                  </a:lnTo>
                  <a:lnTo>
                    <a:pt x="629412" y="1396746"/>
                  </a:lnTo>
                  <a:lnTo>
                    <a:pt x="634746" y="1391412"/>
                  </a:lnTo>
                  <a:close/>
                </a:path>
                <a:path w="6350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192" y="25146"/>
                  </a:lnTo>
                  <a:lnTo>
                    <a:pt x="25145" y="25146"/>
                  </a:lnTo>
                  <a:close/>
                </a:path>
                <a:path w="6350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192" y="25146"/>
                  </a:lnTo>
                  <a:lnTo>
                    <a:pt x="12192" y="1371600"/>
                  </a:lnTo>
                  <a:lnTo>
                    <a:pt x="25146" y="1371600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12192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609600" y="1396746"/>
                  </a:lnTo>
                  <a:lnTo>
                    <a:pt x="609600" y="1383792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192" y="1371600"/>
                  </a:lnTo>
                  <a:lnTo>
                    <a:pt x="12192" y="1396746"/>
                  </a:lnTo>
                  <a:lnTo>
                    <a:pt x="25146" y="1396746"/>
                  </a:lnTo>
                  <a:close/>
                </a:path>
                <a:path w="635000" h="1397000">
                  <a:moveTo>
                    <a:pt x="621792" y="25146"/>
                  </a:moveTo>
                  <a:lnTo>
                    <a:pt x="609600" y="12192"/>
                  </a:lnTo>
                  <a:lnTo>
                    <a:pt x="609600" y="25146"/>
                  </a:lnTo>
                  <a:lnTo>
                    <a:pt x="621792" y="25146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621792" y="25146"/>
                  </a:lnTo>
                  <a:lnTo>
                    <a:pt x="609600" y="25146"/>
                  </a:lnTo>
                  <a:lnTo>
                    <a:pt x="609600" y="1371600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621792" y="1396746"/>
                  </a:moveTo>
                  <a:lnTo>
                    <a:pt x="621792" y="1371600"/>
                  </a:lnTo>
                  <a:lnTo>
                    <a:pt x="609600" y="1383792"/>
                  </a:lnTo>
                  <a:lnTo>
                    <a:pt x="609600" y="1396746"/>
                  </a:lnTo>
                  <a:lnTo>
                    <a:pt x="621792" y="139674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02947" y="5482844"/>
            <a:ext cx="8489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2625" algn="l"/>
              </a:tabLst>
            </a:pPr>
            <a:r>
              <a:rPr sz="1800" b="1" spc="-50" dirty="0">
                <a:latin typeface="Arial"/>
                <a:cs typeface="Arial"/>
              </a:rPr>
              <a:t>…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54608" y="4712208"/>
            <a:ext cx="7874000" cy="1854200"/>
            <a:chOff x="1054608" y="4712208"/>
            <a:chExt cx="7874000" cy="1854200"/>
          </a:xfrm>
        </p:grpSpPr>
        <p:sp>
          <p:nvSpPr>
            <p:cNvPr id="18" name="object 18"/>
            <p:cNvSpPr/>
            <p:nvPr/>
          </p:nvSpPr>
          <p:spPr>
            <a:xfrm>
              <a:off x="1054608" y="4712208"/>
              <a:ext cx="7874000" cy="1854200"/>
            </a:xfrm>
            <a:custGeom>
              <a:avLst/>
              <a:gdLst/>
              <a:ahLst/>
              <a:cxnLst/>
              <a:rect l="l" t="t" r="r" b="b"/>
              <a:pathLst>
                <a:path w="7874000" h="1854200">
                  <a:moveTo>
                    <a:pt x="7873746" y="1848612"/>
                  </a:moveTo>
                  <a:lnTo>
                    <a:pt x="7873746" y="5333"/>
                  </a:lnTo>
                  <a:lnTo>
                    <a:pt x="7868411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848612"/>
                  </a:lnTo>
                  <a:lnTo>
                    <a:pt x="5334" y="1853946"/>
                  </a:lnTo>
                  <a:lnTo>
                    <a:pt x="12192" y="18539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7848600" y="25145"/>
                  </a:lnTo>
                  <a:lnTo>
                    <a:pt x="7848600" y="12191"/>
                  </a:lnTo>
                  <a:lnTo>
                    <a:pt x="7860792" y="25145"/>
                  </a:lnTo>
                  <a:lnTo>
                    <a:pt x="7860792" y="1853946"/>
                  </a:lnTo>
                  <a:lnTo>
                    <a:pt x="7868411" y="1853946"/>
                  </a:lnTo>
                  <a:lnTo>
                    <a:pt x="7873746" y="1848612"/>
                  </a:lnTo>
                  <a:close/>
                </a:path>
                <a:path w="7874000" h="18542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7874000" h="1854200">
                  <a:moveTo>
                    <a:pt x="25146" y="18288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1828800"/>
                  </a:lnTo>
                  <a:lnTo>
                    <a:pt x="25146" y="1828800"/>
                  </a:lnTo>
                  <a:close/>
                </a:path>
                <a:path w="7874000" h="1854200">
                  <a:moveTo>
                    <a:pt x="7860792" y="1828800"/>
                  </a:moveTo>
                  <a:lnTo>
                    <a:pt x="12192" y="1828800"/>
                  </a:lnTo>
                  <a:lnTo>
                    <a:pt x="25146" y="1840992"/>
                  </a:lnTo>
                  <a:lnTo>
                    <a:pt x="25146" y="1853946"/>
                  </a:lnTo>
                  <a:lnTo>
                    <a:pt x="7848600" y="1853946"/>
                  </a:lnTo>
                  <a:lnTo>
                    <a:pt x="7848600" y="1840992"/>
                  </a:lnTo>
                  <a:lnTo>
                    <a:pt x="7860792" y="1828800"/>
                  </a:lnTo>
                  <a:close/>
                </a:path>
                <a:path w="7874000" h="1854200">
                  <a:moveTo>
                    <a:pt x="25146" y="1853946"/>
                  </a:moveTo>
                  <a:lnTo>
                    <a:pt x="25146" y="1840992"/>
                  </a:lnTo>
                  <a:lnTo>
                    <a:pt x="12192" y="1828800"/>
                  </a:lnTo>
                  <a:lnTo>
                    <a:pt x="12192" y="1853946"/>
                  </a:lnTo>
                  <a:lnTo>
                    <a:pt x="25146" y="1853946"/>
                  </a:lnTo>
                  <a:close/>
                </a:path>
                <a:path w="7874000" h="1854200">
                  <a:moveTo>
                    <a:pt x="7860792" y="25145"/>
                  </a:moveTo>
                  <a:lnTo>
                    <a:pt x="7848600" y="12191"/>
                  </a:lnTo>
                  <a:lnTo>
                    <a:pt x="7848600" y="25145"/>
                  </a:lnTo>
                  <a:lnTo>
                    <a:pt x="7860792" y="25145"/>
                  </a:lnTo>
                  <a:close/>
                </a:path>
                <a:path w="7874000" h="1854200">
                  <a:moveTo>
                    <a:pt x="7860792" y="1828800"/>
                  </a:moveTo>
                  <a:lnTo>
                    <a:pt x="7860792" y="25145"/>
                  </a:lnTo>
                  <a:lnTo>
                    <a:pt x="7848600" y="25145"/>
                  </a:lnTo>
                  <a:lnTo>
                    <a:pt x="7848600" y="1828800"/>
                  </a:lnTo>
                  <a:lnTo>
                    <a:pt x="7860792" y="1828800"/>
                  </a:lnTo>
                  <a:close/>
                </a:path>
                <a:path w="7874000" h="1854200">
                  <a:moveTo>
                    <a:pt x="7860792" y="1853946"/>
                  </a:moveTo>
                  <a:lnTo>
                    <a:pt x="7860792" y="1828800"/>
                  </a:lnTo>
                  <a:lnTo>
                    <a:pt x="7848600" y="1840992"/>
                  </a:lnTo>
                  <a:lnTo>
                    <a:pt x="7848600" y="1853946"/>
                  </a:lnTo>
                  <a:lnTo>
                    <a:pt x="7860792" y="185394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14999" y="4953000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609600" y="137160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2808" y="4940808"/>
              <a:ext cx="635000" cy="1397000"/>
            </a:xfrm>
            <a:custGeom>
              <a:avLst/>
              <a:gdLst/>
              <a:ahLst/>
              <a:cxnLst/>
              <a:rect l="l" t="t" r="r" b="b"/>
              <a:pathLst>
                <a:path w="635000" h="1397000">
                  <a:moveTo>
                    <a:pt x="634746" y="1391412"/>
                  </a:moveTo>
                  <a:lnTo>
                    <a:pt x="634746" y="5334"/>
                  </a:lnTo>
                  <a:lnTo>
                    <a:pt x="629412" y="0"/>
                  </a:lnTo>
                  <a:lnTo>
                    <a:pt x="5333" y="0"/>
                  </a:lnTo>
                  <a:lnTo>
                    <a:pt x="0" y="5334"/>
                  </a:lnTo>
                  <a:lnTo>
                    <a:pt x="0" y="1391412"/>
                  </a:lnTo>
                  <a:lnTo>
                    <a:pt x="5334" y="1396746"/>
                  </a:lnTo>
                  <a:lnTo>
                    <a:pt x="12192" y="1396746"/>
                  </a:lnTo>
                  <a:lnTo>
                    <a:pt x="12192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609600" y="25146"/>
                  </a:lnTo>
                  <a:lnTo>
                    <a:pt x="609600" y="12192"/>
                  </a:lnTo>
                  <a:lnTo>
                    <a:pt x="621792" y="25146"/>
                  </a:lnTo>
                  <a:lnTo>
                    <a:pt x="621792" y="1396746"/>
                  </a:lnTo>
                  <a:lnTo>
                    <a:pt x="629412" y="1396746"/>
                  </a:lnTo>
                  <a:lnTo>
                    <a:pt x="634746" y="1391412"/>
                  </a:lnTo>
                  <a:close/>
                </a:path>
                <a:path w="6350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192" y="25146"/>
                  </a:lnTo>
                  <a:lnTo>
                    <a:pt x="25145" y="25146"/>
                  </a:lnTo>
                  <a:close/>
                </a:path>
                <a:path w="6350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192" y="25146"/>
                  </a:lnTo>
                  <a:lnTo>
                    <a:pt x="12192" y="1371600"/>
                  </a:lnTo>
                  <a:lnTo>
                    <a:pt x="25146" y="1371600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12192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609600" y="1396746"/>
                  </a:lnTo>
                  <a:lnTo>
                    <a:pt x="609600" y="1383792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192" y="1371600"/>
                  </a:lnTo>
                  <a:lnTo>
                    <a:pt x="12192" y="1396746"/>
                  </a:lnTo>
                  <a:lnTo>
                    <a:pt x="25146" y="1396746"/>
                  </a:lnTo>
                  <a:close/>
                </a:path>
                <a:path w="635000" h="1397000">
                  <a:moveTo>
                    <a:pt x="621792" y="25146"/>
                  </a:moveTo>
                  <a:lnTo>
                    <a:pt x="609600" y="12192"/>
                  </a:lnTo>
                  <a:lnTo>
                    <a:pt x="609600" y="25146"/>
                  </a:lnTo>
                  <a:lnTo>
                    <a:pt x="621792" y="25146"/>
                  </a:lnTo>
                  <a:close/>
                </a:path>
                <a:path w="635000" h="1397000">
                  <a:moveTo>
                    <a:pt x="621792" y="1371600"/>
                  </a:moveTo>
                  <a:lnTo>
                    <a:pt x="621792" y="25146"/>
                  </a:lnTo>
                  <a:lnTo>
                    <a:pt x="609600" y="25146"/>
                  </a:lnTo>
                  <a:lnTo>
                    <a:pt x="609600" y="1371600"/>
                  </a:lnTo>
                  <a:lnTo>
                    <a:pt x="621792" y="1371600"/>
                  </a:lnTo>
                  <a:close/>
                </a:path>
                <a:path w="635000" h="1397000">
                  <a:moveTo>
                    <a:pt x="621792" y="1396746"/>
                  </a:moveTo>
                  <a:lnTo>
                    <a:pt x="621792" y="1371600"/>
                  </a:lnTo>
                  <a:lnTo>
                    <a:pt x="609600" y="1383792"/>
                  </a:lnTo>
                  <a:lnTo>
                    <a:pt x="609600" y="1396746"/>
                  </a:lnTo>
                  <a:lnTo>
                    <a:pt x="621792" y="139674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30900" y="548284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69607" y="4940808"/>
            <a:ext cx="635000" cy="1397000"/>
            <a:chOff x="6769607" y="4940808"/>
            <a:chExt cx="635000" cy="1397000"/>
          </a:xfrm>
        </p:grpSpPr>
        <p:sp>
          <p:nvSpPr>
            <p:cNvPr id="23" name="object 23"/>
            <p:cNvSpPr/>
            <p:nvPr/>
          </p:nvSpPr>
          <p:spPr>
            <a:xfrm>
              <a:off x="6781799" y="4953000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609600" y="137160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9607" y="4940808"/>
              <a:ext cx="635000" cy="1397000"/>
            </a:xfrm>
            <a:custGeom>
              <a:avLst/>
              <a:gdLst/>
              <a:ahLst/>
              <a:cxnLst/>
              <a:rect l="l" t="t" r="r" b="b"/>
              <a:pathLst>
                <a:path w="635000" h="1397000">
                  <a:moveTo>
                    <a:pt x="634746" y="1391411"/>
                  </a:moveTo>
                  <a:lnTo>
                    <a:pt x="634746" y="5333"/>
                  </a:lnTo>
                  <a:lnTo>
                    <a:pt x="629412" y="0"/>
                  </a:lnTo>
                  <a:lnTo>
                    <a:pt x="5333" y="0"/>
                  </a:lnTo>
                  <a:lnTo>
                    <a:pt x="0" y="5333"/>
                  </a:lnTo>
                  <a:lnTo>
                    <a:pt x="0" y="1391411"/>
                  </a:lnTo>
                  <a:lnTo>
                    <a:pt x="5334" y="1396745"/>
                  </a:lnTo>
                  <a:lnTo>
                    <a:pt x="12192" y="1396745"/>
                  </a:lnTo>
                  <a:lnTo>
                    <a:pt x="12192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609600" y="25145"/>
                  </a:lnTo>
                  <a:lnTo>
                    <a:pt x="609600" y="12191"/>
                  </a:lnTo>
                  <a:lnTo>
                    <a:pt x="621792" y="25145"/>
                  </a:lnTo>
                  <a:lnTo>
                    <a:pt x="621792" y="1396745"/>
                  </a:lnTo>
                  <a:lnTo>
                    <a:pt x="629412" y="1396745"/>
                  </a:lnTo>
                  <a:lnTo>
                    <a:pt x="634746" y="1391411"/>
                  </a:lnTo>
                  <a:close/>
                </a:path>
                <a:path w="635000" h="1397000">
                  <a:moveTo>
                    <a:pt x="25145" y="25145"/>
                  </a:moveTo>
                  <a:lnTo>
                    <a:pt x="25145" y="12191"/>
                  </a:lnTo>
                  <a:lnTo>
                    <a:pt x="12192" y="25145"/>
                  </a:lnTo>
                  <a:lnTo>
                    <a:pt x="25145" y="25145"/>
                  </a:lnTo>
                  <a:close/>
                </a:path>
                <a:path w="635000" h="1397000">
                  <a:moveTo>
                    <a:pt x="25146" y="1371599"/>
                  </a:moveTo>
                  <a:lnTo>
                    <a:pt x="25145" y="25145"/>
                  </a:lnTo>
                  <a:lnTo>
                    <a:pt x="12192" y="25145"/>
                  </a:lnTo>
                  <a:lnTo>
                    <a:pt x="12192" y="1371599"/>
                  </a:lnTo>
                  <a:lnTo>
                    <a:pt x="25146" y="1371599"/>
                  </a:lnTo>
                  <a:close/>
                </a:path>
                <a:path w="635000" h="1397000">
                  <a:moveTo>
                    <a:pt x="621792" y="1371599"/>
                  </a:moveTo>
                  <a:lnTo>
                    <a:pt x="12192" y="1371599"/>
                  </a:lnTo>
                  <a:lnTo>
                    <a:pt x="25146" y="1383791"/>
                  </a:lnTo>
                  <a:lnTo>
                    <a:pt x="25146" y="1396745"/>
                  </a:lnTo>
                  <a:lnTo>
                    <a:pt x="609600" y="1396745"/>
                  </a:lnTo>
                  <a:lnTo>
                    <a:pt x="609600" y="1383791"/>
                  </a:lnTo>
                  <a:lnTo>
                    <a:pt x="621792" y="1371599"/>
                  </a:lnTo>
                  <a:close/>
                </a:path>
                <a:path w="635000" h="1397000">
                  <a:moveTo>
                    <a:pt x="25146" y="1396745"/>
                  </a:moveTo>
                  <a:lnTo>
                    <a:pt x="25146" y="1383791"/>
                  </a:lnTo>
                  <a:lnTo>
                    <a:pt x="12192" y="1371599"/>
                  </a:lnTo>
                  <a:lnTo>
                    <a:pt x="12192" y="1396745"/>
                  </a:lnTo>
                  <a:lnTo>
                    <a:pt x="25146" y="1396745"/>
                  </a:lnTo>
                  <a:close/>
                </a:path>
                <a:path w="635000" h="1397000">
                  <a:moveTo>
                    <a:pt x="621792" y="25145"/>
                  </a:moveTo>
                  <a:lnTo>
                    <a:pt x="609600" y="12191"/>
                  </a:lnTo>
                  <a:lnTo>
                    <a:pt x="609600" y="25145"/>
                  </a:lnTo>
                  <a:lnTo>
                    <a:pt x="621792" y="25145"/>
                  </a:lnTo>
                  <a:close/>
                </a:path>
                <a:path w="635000" h="1397000">
                  <a:moveTo>
                    <a:pt x="621792" y="1371599"/>
                  </a:moveTo>
                  <a:lnTo>
                    <a:pt x="621792" y="25145"/>
                  </a:lnTo>
                  <a:lnTo>
                    <a:pt x="609600" y="25145"/>
                  </a:lnTo>
                  <a:lnTo>
                    <a:pt x="609600" y="1371599"/>
                  </a:lnTo>
                  <a:lnTo>
                    <a:pt x="621792" y="1371599"/>
                  </a:lnTo>
                  <a:close/>
                </a:path>
                <a:path w="635000" h="1397000">
                  <a:moveTo>
                    <a:pt x="621792" y="1396745"/>
                  </a:moveTo>
                  <a:lnTo>
                    <a:pt x="621792" y="1371599"/>
                  </a:lnTo>
                  <a:lnTo>
                    <a:pt x="609600" y="1383791"/>
                  </a:lnTo>
                  <a:lnTo>
                    <a:pt x="609600" y="1396745"/>
                  </a:lnTo>
                  <a:lnTo>
                    <a:pt x="621792" y="139674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997700" y="548284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65007" y="4940808"/>
            <a:ext cx="635000" cy="1397000"/>
            <a:chOff x="8065007" y="4940808"/>
            <a:chExt cx="635000" cy="1397000"/>
          </a:xfrm>
        </p:grpSpPr>
        <p:sp>
          <p:nvSpPr>
            <p:cNvPr id="27" name="object 27"/>
            <p:cNvSpPr/>
            <p:nvPr/>
          </p:nvSpPr>
          <p:spPr>
            <a:xfrm>
              <a:off x="8077199" y="4953000"/>
              <a:ext cx="609600" cy="1371600"/>
            </a:xfrm>
            <a:custGeom>
              <a:avLst/>
              <a:gdLst/>
              <a:ahLst/>
              <a:cxnLst/>
              <a:rect l="l" t="t" r="r" b="b"/>
              <a:pathLst>
                <a:path w="609600" h="1371600">
                  <a:moveTo>
                    <a:pt x="609600" y="1371600"/>
                  </a:moveTo>
                  <a:lnTo>
                    <a:pt x="6096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609600" y="1371600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65007" y="4940808"/>
              <a:ext cx="635000" cy="1397000"/>
            </a:xfrm>
            <a:custGeom>
              <a:avLst/>
              <a:gdLst/>
              <a:ahLst/>
              <a:cxnLst/>
              <a:rect l="l" t="t" r="r" b="b"/>
              <a:pathLst>
                <a:path w="635000" h="1397000">
                  <a:moveTo>
                    <a:pt x="634746" y="1391411"/>
                  </a:moveTo>
                  <a:lnTo>
                    <a:pt x="634746" y="5333"/>
                  </a:lnTo>
                  <a:lnTo>
                    <a:pt x="629412" y="0"/>
                  </a:lnTo>
                  <a:lnTo>
                    <a:pt x="5333" y="0"/>
                  </a:lnTo>
                  <a:lnTo>
                    <a:pt x="0" y="5333"/>
                  </a:lnTo>
                  <a:lnTo>
                    <a:pt x="0" y="1391411"/>
                  </a:lnTo>
                  <a:lnTo>
                    <a:pt x="5334" y="1396745"/>
                  </a:lnTo>
                  <a:lnTo>
                    <a:pt x="12192" y="1396745"/>
                  </a:lnTo>
                  <a:lnTo>
                    <a:pt x="12192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609600" y="25145"/>
                  </a:lnTo>
                  <a:lnTo>
                    <a:pt x="609600" y="12191"/>
                  </a:lnTo>
                  <a:lnTo>
                    <a:pt x="621792" y="25145"/>
                  </a:lnTo>
                  <a:lnTo>
                    <a:pt x="621792" y="1396745"/>
                  </a:lnTo>
                  <a:lnTo>
                    <a:pt x="629412" y="1396745"/>
                  </a:lnTo>
                  <a:lnTo>
                    <a:pt x="634746" y="1391411"/>
                  </a:lnTo>
                  <a:close/>
                </a:path>
                <a:path w="635000" h="1397000">
                  <a:moveTo>
                    <a:pt x="25145" y="25145"/>
                  </a:moveTo>
                  <a:lnTo>
                    <a:pt x="25145" y="12191"/>
                  </a:lnTo>
                  <a:lnTo>
                    <a:pt x="12192" y="25145"/>
                  </a:lnTo>
                  <a:lnTo>
                    <a:pt x="25145" y="25145"/>
                  </a:lnTo>
                  <a:close/>
                </a:path>
                <a:path w="635000" h="1397000">
                  <a:moveTo>
                    <a:pt x="25146" y="1371599"/>
                  </a:moveTo>
                  <a:lnTo>
                    <a:pt x="25145" y="25145"/>
                  </a:lnTo>
                  <a:lnTo>
                    <a:pt x="12192" y="25145"/>
                  </a:lnTo>
                  <a:lnTo>
                    <a:pt x="12192" y="1371599"/>
                  </a:lnTo>
                  <a:lnTo>
                    <a:pt x="25146" y="1371599"/>
                  </a:lnTo>
                  <a:close/>
                </a:path>
                <a:path w="635000" h="1397000">
                  <a:moveTo>
                    <a:pt x="621792" y="1371599"/>
                  </a:moveTo>
                  <a:lnTo>
                    <a:pt x="12192" y="1371599"/>
                  </a:lnTo>
                  <a:lnTo>
                    <a:pt x="25146" y="1383791"/>
                  </a:lnTo>
                  <a:lnTo>
                    <a:pt x="25146" y="1396745"/>
                  </a:lnTo>
                  <a:lnTo>
                    <a:pt x="609600" y="1396745"/>
                  </a:lnTo>
                  <a:lnTo>
                    <a:pt x="609600" y="1383791"/>
                  </a:lnTo>
                  <a:lnTo>
                    <a:pt x="621792" y="1371599"/>
                  </a:lnTo>
                  <a:close/>
                </a:path>
                <a:path w="635000" h="1397000">
                  <a:moveTo>
                    <a:pt x="25146" y="1396745"/>
                  </a:moveTo>
                  <a:lnTo>
                    <a:pt x="25146" y="1383791"/>
                  </a:lnTo>
                  <a:lnTo>
                    <a:pt x="12192" y="1371599"/>
                  </a:lnTo>
                  <a:lnTo>
                    <a:pt x="12192" y="1396745"/>
                  </a:lnTo>
                  <a:lnTo>
                    <a:pt x="25146" y="1396745"/>
                  </a:lnTo>
                  <a:close/>
                </a:path>
                <a:path w="635000" h="1397000">
                  <a:moveTo>
                    <a:pt x="621792" y="25145"/>
                  </a:moveTo>
                  <a:lnTo>
                    <a:pt x="609600" y="12191"/>
                  </a:lnTo>
                  <a:lnTo>
                    <a:pt x="609600" y="25145"/>
                  </a:lnTo>
                  <a:lnTo>
                    <a:pt x="621792" y="25145"/>
                  </a:lnTo>
                  <a:close/>
                </a:path>
                <a:path w="635000" h="1397000">
                  <a:moveTo>
                    <a:pt x="621792" y="1371599"/>
                  </a:moveTo>
                  <a:lnTo>
                    <a:pt x="621792" y="25145"/>
                  </a:lnTo>
                  <a:lnTo>
                    <a:pt x="609600" y="25145"/>
                  </a:lnTo>
                  <a:lnTo>
                    <a:pt x="609600" y="1371599"/>
                  </a:lnTo>
                  <a:lnTo>
                    <a:pt x="621792" y="1371599"/>
                  </a:lnTo>
                  <a:close/>
                </a:path>
                <a:path w="635000" h="1397000">
                  <a:moveTo>
                    <a:pt x="621792" y="1396745"/>
                  </a:moveTo>
                  <a:lnTo>
                    <a:pt x="621792" y="1371599"/>
                  </a:lnTo>
                  <a:lnTo>
                    <a:pt x="609600" y="1383791"/>
                  </a:lnTo>
                  <a:lnTo>
                    <a:pt x="609600" y="1396745"/>
                  </a:lnTo>
                  <a:lnTo>
                    <a:pt x="621792" y="139674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622547" y="5482844"/>
            <a:ext cx="8489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2625" algn="l"/>
              </a:tabLst>
            </a:pPr>
            <a:r>
              <a:rPr sz="1800" b="1" spc="-50" dirty="0">
                <a:latin typeface="Arial"/>
                <a:cs typeface="Arial"/>
              </a:rPr>
              <a:t>…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31670" y="4114800"/>
            <a:ext cx="381000" cy="3810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699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86100" y="4114800"/>
            <a:ext cx="381000" cy="3810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699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97152" y="4491227"/>
            <a:ext cx="2368550" cy="467359"/>
          </a:xfrm>
          <a:custGeom>
            <a:avLst/>
            <a:gdLst/>
            <a:ahLst/>
            <a:cxnLst/>
            <a:rect l="l" t="t" r="r" b="b"/>
            <a:pathLst>
              <a:path w="2368550" h="467360">
                <a:moveTo>
                  <a:pt x="2368296" y="457962"/>
                </a:moveTo>
                <a:lnTo>
                  <a:pt x="2338832" y="438327"/>
                </a:lnTo>
                <a:lnTo>
                  <a:pt x="2338832" y="450265"/>
                </a:lnTo>
                <a:lnTo>
                  <a:pt x="1403235" y="217830"/>
                </a:lnTo>
                <a:lnTo>
                  <a:pt x="1679448" y="10680"/>
                </a:lnTo>
                <a:lnTo>
                  <a:pt x="2338832" y="450265"/>
                </a:lnTo>
                <a:lnTo>
                  <a:pt x="2338832" y="438327"/>
                </a:lnTo>
                <a:lnTo>
                  <a:pt x="1682496" y="762"/>
                </a:lnTo>
                <a:lnTo>
                  <a:pt x="1679956" y="4762"/>
                </a:lnTo>
                <a:lnTo>
                  <a:pt x="1679829" y="4572"/>
                </a:lnTo>
                <a:lnTo>
                  <a:pt x="1678686" y="0"/>
                </a:lnTo>
                <a:lnTo>
                  <a:pt x="1657413" y="5803"/>
                </a:lnTo>
                <a:lnTo>
                  <a:pt x="1657413" y="15570"/>
                </a:lnTo>
                <a:lnTo>
                  <a:pt x="1391589" y="214934"/>
                </a:lnTo>
                <a:lnTo>
                  <a:pt x="1381099" y="212331"/>
                </a:lnTo>
                <a:lnTo>
                  <a:pt x="1381099" y="222808"/>
                </a:lnTo>
                <a:lnTo>
                  <a:pt x="1069898" y="456209"/>
                </a:lnTo>
                <a:lnTo>
                  <a:pt x="817702" y="244589"/>
                </a:lnTo>
                <a:lnTo>
                  <a:pt x="1128077" y="159943"/>
                </a:lnTo>
                <a:lnTo>
                  <a:pt x="1381099" y="222808"/>
                </a:lnTo>
                <a:lnTo>
                  <a:pt x="1381099" y="212331"/>
                </a:lnTo>
                <a:lnTo>
                  <a:pt x="1148181" y="154457"/>
                </a:lnTo>
                <a:lnTo>
                  <a:pt x="1657413" y="15570"/>
                </a:lnTo>
                <a:lnTo>
                  <a:pt x="1657413" y="5803"/>
                </a:lnTo>
                <a:lnTo>
                  <a:pt x="1129449" y="149796"/>
                </a:lnTo>
                <a:lnTo>
                  <a:pt x="1109332" y="144805"/>
                </a:lnTo>
                <a:lnTo>
                  <a:pt x="1109332" y="155282"/>
                </a:lnTo>
                <a:lnTo>
                  <a:pt x="808913" y="237210"/>
                </a:lnTo>
                <a:lnTo>
                  <a:pt x="798144" y="228180"/>
                </a:lnTo>
                <a:lnTo>
                  <a:pt x="798144" y="240157"/>
                </a:lnTo>
                <a:lnTo>
                  <a:pt x="22783" y="451612"/>
                </a:lnTo>
                <a:lnTo>
                  <a:pt x="525081" y="10998"/>
                </a:lnTo>
                <a:lnTo>
                  <a:pt x="798144" y="240157"/>
                </a:lnTo>
                <a:lnTo>
                  <a:pt x="798144" y="228180"/>
                </a:lnTo>
                <a:lnTo>
                  <a:pt x="543852" y="14782"/>
                </a:lnTo>
                <a:lnTo>
                  <a:pt x="1109332" y="155282"/>
                </a:lnTo>
                <a:lnTo>
                  <a:pt x="1109332" y="144805"/>
                </a:lnTo>
                <a:lnTo>
                  <a:pt x="526542" y="0"/>
                </a:lnTo>
                <a:lnTo>
                  <a:pt x="525526" y="4381"/>
                </a:lnTo>
                <a:lnTo>
                  <a:pt x="525018" y="4953"/>
                </a:lnTo>
                <a:lnTo>
                  <a:pt x="521970" y="1524"/>
                </a:lnTo>
                <a:lnTo>
                  <a:pt x="0" y="458724"/>
                </a:lnTo>
                <a:lnTo>
                  <a:pt x="3556" y="462280"/>
                </a:lnTo>
                <a:lnTo>
                  <a:pt x="4572" y="466344"/>
                </a:lnTo>
                <a:lnTo>
                  <a:pt x="806932" y="247523"/>
                </a:lnTo>
                <a:lnTo>
                  <a:pt x="1066800" y="465582"/>
                </a:lnTo>
                <a:lnTo>
                  <a:pt x="1070203" y="461746"/>
                </a:lnTo>
                <a:lnTo>
                  <a:pt x="1072896" y="465582"/>
                </a:lnTo>
                <a:lnTo>
                  <a:pt x="1392732" y="225704"/>
                </a:lnTo>
                <a:lnTo>
                  <a:pt x="2364486" y="467106"/>
                </a:lnTo>
                <a:lnTo>
                  <a:pt x="2365629" y="462153"/>
                </a:lnTo>
                <a:lnTo>
                  <a:pt x="2368296" y="457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705100" y="3505200"/>
            <a:ext cx="381000" cy="3810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699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47800" y="3505200"/>
            <a:ext cx="533400" cy="381000"/>
          </a:xfrm>
          <a:prstGeom prst="rect">
            <a:avLst/>
          </a:prstGeom>
          <a:solidFill>
            <a:srgbClr val="7030A0"/>
          </a:solidFill>
        </p:spPr>
        <p:txBody>
          <a:bodyPr vert="horz" wrap="square" lIns="0" tIns="4699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37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LB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981200" y="3691128"/>
            <a:ext cx="723900" cy="10160"/>
          </a:xfrm>
          <a:custGeom>
            <a:avLst/>
            <a:gdLst/>
            <a:ahLst/>
            <a:cxnLst/>
            <a:rect l="l" t="t" r="r" b="b"/>
            <a:pathLst>
              <a:path w="723900" h="10160">
                <a:moveTo>
                  <a:pt x="723900" y="9905"/>
                </a:moveTo>
                <a:lnTo>
                  <a:pt x="723900" y="0"/>
                </a:lnTo>
                <a:lnTo>
                  <a:pt x="0" y="0"/>
                </a:lnTo>
                <a:lnTo>
                  <a:pt x="0" y="9905"/>
                </a:lnTo>
                <a:lnTo>
                  <a:pt x="723900" y="9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20646" y="3881627"/>
            <a:ext cx="1159510" cy="238125"/>
          </a:xfrm>
          <a:custGeom>
            <a:avLst/>
            <a:gdLst/>
            <a:ahLst/>
            <a:cxnLst/>
            <a:rect l="l" t="t" r="r" b="b"/>
            <a:pathLst>
              <a:path w="1159510" h="238125">
                <a:moveTo>
                  <a:pt x="1159002" y="229362"/>
                </a:moveTo>
                <a:lnTo>
                  <a:pt x="778002" y="762"/>
                </a:lnTo>
                <a:lnTo>
                  <a:pt x="775398" y="4851"/>
                </a:lnTo>
                <a:lnTo>
                  <a:pt x="774192" y="0"/>
                </a:lnTo>
                <a:lnTo>
                  <a:pt x="0" y="228600"/>
                </a:lnTo>
                <a:lnTo>
                  <a:pt x="3048" y="237744"/>
                </a:lnTo>
                <a:lnTo>
                  <a:pt x="773925" y="9906"/>
                </a:lnTo>
                <a:lnTo>
                  <a:pt x="1153668" y="237744"/>
                </a:lnTo>
                <a:lnTo>
                  <a:pt x="1159002" y="229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64985" y="4114800"/>
            <a:ext cx="381000" cy="3810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699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20178" y="4114800"/>
            <a:ext cx="381000" cy="3810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699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031230" y="4491227"/>
            <a:ext cx="2367915" cy="467359"/>
          </a:xfrm>
          <a:custGeom>
            <a:avLst/>
            <a:gdLst/>
            <a:ahLst/>
            <a:cxnLst/>
            <a:rect l="l" t="t" r="r" b="b"/>
            <a:pathLst>
              <a:path w="2367915" h="467360">
                <a:moveTo>
                  <a:pt x="2367534" y="457962"/>
                </a:moveTo>
                <a:lnTo>
                  <a:pt x="2338070" y="438327"/>
                </a:lnTo>
                <a:lnTo>
                  <a:pt x="2338070" y="450265"/>
                </a:lnTo>
                <a:lnTo>
                  <a:pt x="1403045" y="217970"/>
                </a:lnTo>
                <a:lnTo>
                  <a:pt x="1679079" y="10947"/>
                </a:lnTo>
                <a:lnTo>
                  <a:pt x="2338070" y="450265"/>
                </a:lnTo>
                <a:lnTo>
                  <a:pt x="2338070" y="438327"/>
                </a:lnTo>
                <a:lnTo>
                  <a:pt x="1681734" y="762"/>
                </a:lnTo>
                <a:lnTo>
                  <a:pt x="1679359" y="4483"/>
                </a:lnTo>
                <a:lnTo>
                  <a:pt x="1678889" y="3886"/>
                </a:lnTo>
                <a:lnTo>
                  <a:pt x="1677924" y="0"/>
                </a:lnTo>
                <a:lnTo>
                  <a:pt x="1656651" y="5803"/>
                </a:lnTo>
                <a:lnTo>
                  <a:pt x="1656651" y="15570"/>
                </a:lnTo>
                <a:lnTo>
                  <a:pt x="1390827" y="214934"/>
                </a:lnTo>
                <a:lnTo>
                  <a:pt x="1380337" y="212331"/>
                </a:lnTo>
                <a:lnTo>
                  <a:pt x="1380337" y="222808"/>
                </a:lnTo>
                <a:lnTo>
                  <a:pt x="1069530" y="455917"/>
                </a:lnTo>
                <a:lnTo>
                  <a:pt x="817232" y="244500"/>
                </a:lnTo>
                <a:lnTo>
                  <a:pt x="1127302" y="159943"/>
                </a:lnTo>
                <a:lnTo>
                  <a:pt x="1380337" y="222808"/>
                </a:lnTo>
                <a:lnTo>
                  <a:pt x="1380337" y="212331"/>
                </a:lnTo>
                <a:lnTo>
                  <a:pt x="1147419" y="154457"/>
                </a:lnTo>
                <a:lnTo>
                  <a:pt x="1656651" y="15570"/>
                </a:lnTo>
                <a:lnTo>
                  <a:pt x="1656651" y="5803"/>
                </a:lnTo>
                <a:lnTo>
                  <a:pt x="1128674" y="149796"/>
                </a:lnTo>
                <a:lnTo>
                  <a:pt x="1108557" y="144805"/>
                </a:lnTo>
                <a:lnTo>
                  <a:pt x="1108557" y="155282"/>
                </a:lnTo>
                <a:lnTo>
                  <a:pt x="808431" y="237134"/>
                </a:lnTo>
                <a:lnTo>
                  <a:pt x="797674" y="228130"/>
                </a:lnTo>
                <a:lnTo>
                  <a:pt x="797674" y="240068"/>
                </a:lnTo>
                <a:lnTo>
                  <a:pt x="22047" y="451612"/>
                </a:lnTo>
                <a:lnTo>
                  <a:pt x="524700" y="11328"/>
                </a:lnTo>
                <a:lnTo>
                  <a:pt x="797674" y="240068"/>
                </a:lnTo>
                <a:lnTo>
                  <a:pt x="797674" y="228130"/>
                </a:lnTo>
                <a:lnTo>
                  <a:pt x="543102" y="14795"/>
                </a:lnTo>
                <a:lnTo>
                  <a:pt x="1108557" y="155282"/>
                </a:lnTo>
                <a:lnTo>
                  <a:pt x="1108557" y="144805"/>
                </a:lnTo>
                <a:lnTo>
                  <a:pt x="525767" y="0"/>
                </a:lnTo>
                <a:lnTo>
                  <a:pt x="524751" y="4381"/>
                </a:lnTo>
                <a:lnTo>
                  <a:pt x="524421" y="4749"/>
                </a:lnTo>
                <a:lnTo>
                  <a:pt x="521208" y="1524"/>
                </a:lnTo>
                <a:lnTo>
                  <a:pt x="1828" y="457123"/>
                </a:lnTo>
                <a:lnTo>
                  <a:pt x="1524" y="457200"/>
                </a:lnTo>
                <a:lnTo>
                  <a:pt x="1562" y="457365"/>
                </a:lnTo>
                <a:lnTo>
                  <a:pt x="0" y="458724"/>
                </a:lnTo>
                <a:lnTo>
                  <a:pt x="2641" y="461708"/>
                </a:lnTo>
                <a:lnTo>
                  <a:pt x="3810" y="466344"/>
                </a:lnTo>
                <a:lnTo>
                  <a:pt x="806462" y="247446"/>
                </a:lnTo>
                <a:lnTo>
                  <a:pt x="1066800" y="465582"/>
                </a:lnTo>
                <a:lnTo>
                  <a:pt x="1070000" y="461975"/>
                </a:lnTo>
                <a:lnTo>
                  <a:pt x="1072896" y="465582"/>
                </a:lnTo>
                <a:lnTo>
                  <a:pt x="1392542" y="225844"/>
                </a:lnTo>
                <a:lnTo>
                  <a:pt x="2363724" y="467106"/>
                </a:lnTo>
                <a:lnTo>
                  <a:pt x="2364867" y="462153"/>
                </a:lnTo>
                <a:lnTo>
                  <a:pt x="2367534" y="457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39178" y="350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381000"/>
                </a:move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lnTo>
                  <a:pt x="381000" y="38100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240016" y="353974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305800" y="3505200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533400" y="381000"/>
                </a:moveTo>
                <a:lnTo>
                  <a:pt x="533400" y="0"/>
                </a:lnTo>
                <a:lnTo>
                  <a:pt x="0" y="0"/>
                </a:lnTo>
                <a:lnTo>
                  <a:pt x="0" y="381000"/>
                </a:lnTo>
                <a:lnTo>
                  <a:pt x="533400" y="38100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419592" y="3539744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LB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09600" y="2939795"/>
            <a:ext cx="8839200" cy="1179830"/>
            <a:chOff x="609600" y="2939795"/>
            <a:chExt cx="8839200" cy="1179830"/>
          </a:xfrm>
        </p:grpSpPr>
        <p:sp>
          <p:nvSpPr>
            <p:cNvPr id="45" name="object 45"/>
            <p:cNvSpPr/>
            <p:nvPr/>
          </p:nvSpPr>
          <p:spPr>
            <a:xfrm>
              <a:off x="6554724" y="3691127"/>
              <a:ext cx="1751330" cy="428625"/>
            </a:xfrm>
            <a:custGeom>
              <a:avLst/>
              <a:gdLst/>
              <a:ahLst/>
              <a:cxnLst/>
              <a:rect l="l" t="t" r="r" b="b"/>
              <a:pathLst>
                <a:path w="1751329" h="428625">
                  <a:moveTo>
                    <a:pt x="1158240" y="419862"/>
                  </a:moveTo>
                  <a:lnTo>
                    <a:pt x="777240" y="191262"/>
                  </a:lnTo>
                  <a:lnTo>
                    <a:pt x="775030" y="195313"/>
                  </a:lnTo>
                  <a:lnTo>
                    <a:pt x="773430" y="190500"/>
                  </a:lnTo>
                  <a:lnTo>
                    <a:pt x="0" y="419100"/>
                  </a:lnTo>
                  <a:lnTo>
                    <a:pt x="2286" y="428244"/>
                  </a:lnTo>
                  <a:lnTo>
                    <a:pt x="773912" y="200406"/>
                  </a:lnTo>
                  <a:lnTo>
                    <a:pt x="1153668" y="428244"/>
                  </a:lnTo>
                  <a:lnTo>
                    <a:pt x="1158240" y="419862"/>
                  </a:lnTo>
                  <a:close/>
                </a:path>
                <a:path w="1751329" h="428625">
                  <a:moveTo>
                    <a:pt x="1751076" y="0"/>
                  </a:moveTo>
                  <a:lnTo>
                    <a:pt x="965454" y="0"/>
                  </a:lnTo>
                  <a:lnTo>
                    <a:pt x="965454" y="9906"/>
                  </a:lnTo>
                  <a:lnTo>
                    <a:pt x="1751076" y="9906"/>
                  </a:lnTo>
                  <a:lnTo>
                    <a:pt x="1751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9600" y="3421392"/>
              <a:ext cx="4493260" cy="16510"/>
            </a:xfrm>
            <a:custGeom>
              <a:avLst/>
              <a:gdLst/>
              <a:ahLst/>
              <a:cxnLst/>
              <a:rect l="l" t="t" r="r" b="b"/>
              <a:pathLst>
                <a:path w="4493260" h="16510">
                  <a:moveTo>
                    <a:pt x="48006" y="0"/>
                  </a:moveTo>
                  <a:lnTo>
                    <a:pt x="0" y="0"/>
                  </a:lnTo>
                  <a:lnTo>
                    <a:pt x="0" y="15989"/>
                  </a:lnTo>
                  <a:lnTo>
                    <a:pt x="48006" y="15989"/>
                  </a:lnTo>
                  <a:lnTo>
                    <a:pt x="48006" y="0"/>
                  </a:lnTo>
                  <a:close/>
                </a:path>
                <a:path w="4493260" h="16510">
                  <a:moveTo>
                    <a:pt x="111252" y="0"/>
                  </a:moveTo>
                  <a:lnTo>
                    <a:pt x="64008" y="0"/>
                  </a:lnTo>
                  <a:lnTo>
                    <a:pt x="64008" y="15989"/>
                  </a:lnTo>
                  <a:lnTo>
                    <a:pt x="111252" y="15989"/>
                  </a:lnTo>
                  <a:lnTo>
                    <a:pt x="111252" y="0"/>
                  </a:lnTo>
                  <a:close/>
                </a:path>
                <a:path w="4493260" h="16510">
                  <a:moveTo>
                    <a:pt x="175260" y="0"/>
                  </a:moveTo>
                  <a:lnTo>
                    <a:pt x="127254" y="0"/>
                  </a:lnTo>
                  <a:lnTo>
                    <a:pt x="127254" y="15989"/>
                  </a:lnTo>
                  <a:lnTo>
                    <a:pt x="175260" y="15989"/>
                  </a:lnTo>
                  <a:lnTo>
                    <a:pt x="175260" y="0"/>
                  </a:lnTo>
                  <a:close/>
                </a:path>
                <a:path w="4493260" h="16510">
                  <a:moveTo>
                    <a:pt x="238506" y="0"/>
                  </a:moveTo>
                  <a:lnTo>
                    <a:pt x="190500" y="0"/>
                  </a:lnTo>
                  <a:lnTo>
                    <a:pt x="190500" y="15989"/>
                  </a:lnTo>
                  <a:lnTo>
                    <a:pt x="238506" y="15989"/>
                  </a:lnTo>
                  <a:lnTo>
                    <a:pt x="238506" y="0"/>
                  </a:lnTo>
                  <a:close/>
                </a:path>
                <a:path w="4493260" h="16510">
                  <a:moveTo>
                    <a:pt x="301752" y="0"/>
                  </a:moveTo>
                  <a:lnTo>
                    <a:pt x="254508" y="0"/>
                  </a:lnTo>
                  <a:lnTo>
                    <a:pt x="254508" y="15989"/>
                  </a:lnTo>
                  <a:lnTo>
                    <a:pt x="301752" y="15989"/>
                  </a:lnTo>
                  <a:lnTo>
                    <a:pt x="301752" y="0"/>
                  </a:lnTo>
                  <a:close/>
                </a:path>
                <a:path w="4493260" h="16510">
                  <a:moveTo>
                    <a:pt x="365760" y="0"/>
                  </a:moveTo>
                  <a:lnTo>
                    <a:pt x="317754" y="0"/>
                  </a:lnTo>
                  <a:lnTo>
                    <a:pt x="317754" y="15989"/>
                  </a:lnTo>
                  <a:lnTo>
                    <a:pt x="365760" y="15989"/>
                  </a:lnTo>
                  <a:lnTo>
                    <a:pt x="365760" y="0"/>
                  </a:lnTo>
                  <a:close/>
                </a:path>
                <a:path w="4493260" h="16510">
                  <a:moveTo>
                    <a:pt x="429006" y="0"/>
                  </a:moveTo>
                  <a:lnTo>
                    <a:pt x="381000" y="0"/>
                  </a:lnTo>
                  <a:lnTo>
                    <a:pt x="381000" y="15989"/>
                  </a:lnTo>
                  <a:lnTo>
                    <a:pt x="429006" y="15989"/>
                  </a:lnTo>
                  <a:lnTo>
                    <a:pt x="429006" y="0"/>
                  </a:lnTo>
                  <a:close/>
                </a:path>
                <a:path w="4493260" h="16510">
                  <a:moveTo>
                    <a:pt x="492252" y="0"/>
                  </a:moveTo>
                  <a:lnTo>
                    <a:pt x="445008" y="0"/>
                  </a:lnTo>
                  <a:lnTo>
                    <a:pt x="445008" y="15989"/>
                  </a:lnTo>
                  <a:lnTo>
                    <a:pt x="492252" y="15989"/>
                  </a:lnTo>
                  <a:lnTo>
                    <a:pt x="492252" y="0"/>
                  </a:lnTo>
                  <a:close/>
                </a:path>
                <a:path w="4493260" h="16510">
                  <a:moveTo>
                    <a:pt x="556260" y="0"/>
                  </a:moveTo>
                  <a:lnTo>
                    <a:pt x="508254" y="0"/>
                  </a:lnTo>
                  <a:lnTo>
                    <a:pt x="508254" y="15989"/>
                  </a:lnTo>
                  <a:lnTo>
                    <a:pt x="556260" y="15989"/>
                  </a:lnTo>
                  <a:lnTo>
                    <a:pt x="556260" y="0"/>
                  </a:lnTo>
                  <a:close/>
                </a:path>
                <a:path w="4493260" h="16510">
                  <a:moveTo>
                    <a:pt x="619506" y="0"/>
                  </a:moveTo>
                  <a:lnTo>
                    <a:pt x="571500" y="0"/>
                  </a:lnTo>
                  <a:lnTo>
                    <a:pt x="571500" y="15989"/>
                  </a:lnTo>
                  <a:lnTo>
                    <a:pt x="619506" y="15989"/>
                  </a:lnTo>
                  <a:lnTo>
                    <a:pt x="619506" y="0"/>
                  </a:lnTo>
                  <a:close/>
                </a:path>
                <a:path w="4493260" h="16510">
                  <a:moveTo>
                    <a:pt x="682752" y="0"/>
                  </a:moveTo>
                  <a:lnTo>
                    <a:pt x="635508" y="0"/>
                  </a:lnTo>
                  <a:lnTo>
                    <a:pt x="635508" y="15989"/>
                  </a:lnTo>
                  <a:lnTo>
                    <a:pt x="682752" y="15989"/>
                  </a:lnTo>
                  <a:lnTo>
                    <a:pt x="682752" y="0"/>
                  </a:lnTo>
                  <a:close/>
                </a:path>
                <a:path w="4493260" h="16510">
                  <a:moveTo>
                    <a:pt x="746760" y="0"/>
                  </a:moveTo>
                  <a:lnTo>
                    <a:pt x="698754" y="0"/>
                  </a:lnTo>
                  <a:lnTo>
                    <a:pt x="698754" y="15989"/>
                  </a:lnTo>
                  <a:lnTo>
                    <a:pt x="746760" y="15989"/>
                  </a:lnTo>
                  <a:lnTo>
                    <a:pt x="746760" y="0"/>
                  </a:lnTo>
                  <a:close/>
                </a:path>
                <a:path w="4493260" h="16510">
                  <a:moveTo>
                    <a:pt x="810006" y="0"/>
                  </a:moveTo>
                  <a:lnTo>
                    <a:pt x="762000" y="0"/>
                  </a:lnTo>
                  <a:lnTo>
                    <a:pt x="762000" y="15989"/>
                  </a:lnTo>
                  <a:lnTo>
                    <a:pt x="810006" y="15989"/>
                  </a:lnTo>
                  <a:lnTo>
                    <a:pt x="810006" y="0"/>
                  </a:lnTo>
                  <a:close/>
                </a:path>
                <a:path w="4493260" h="16510">
                  <a:moveTo>
                    <a:pt x="873252" y="0"/>
                  </a:moveTo>
                  <a:lnTo>
                    <a:pt x="826008" y="0"/>
                  </a:lnTo>
                  <a:lnTo>
                    <a:pt x="826008" y="15989"/>
                  </a:lnTo>
                  <a:lnTo>
                    <a:pt x="873252" y="15989"/>
                  </a:lnTo>
                  <a:lnTo>
                    <a:pt x="873252" y="0"/>
                  </a:lnTo>
                  <a:close/>
                </a:path>
                <a:path w="4493260" h="16510">
                  <a:moveTo>
                    <a:pt x="937260" y="0"/>
                  </a:moveTo>
                  <a:lnTo>
                    <a:pt x="889254" y="0"/>
                  </a:lnTo>
                  <a:lnTo>
                    <a:pt x="889254" y="15989"/>
                  </a:lnTo>
                  <a:lnTo>
                    <a:pt x="937260" y="15989"/>
                  </a:lnTo>
                  <a:lnTo>
                    <a:pt x="937260" y="0"/>
                  </a:lnTo>
                  <a:close/>
                </a:path>
                <a:path w="4493260" h="16510">
                  <a:moveTo>
                    <a:pt x="1000506" y="0"/>
                  </a:moveTo>
                  <a:lnTo>
                    <a:pt x="952500" y="0"/>
                  </a:lnTo>
                  <a:lnTo>
                    <a:pt x="952500" y="15989"/>
                  </a:lnTo>
                  <a:lnTo>
                    <a:pt x="1000506" y="15989"/>
                  </a:lnTo>
                  <a:lnTo>
                    <a:pt x="1000506" y="0"/>
                  </a:lnTo>
                  <a:close/>
                </a:path>
                <a:path w="4493260" h="16510">
                  <a:moveTo>
                    <a:pt x="1063752" y="0"/>
                  </a:moveTo>
                  <a:lnTo>
                    <a:pt x="1016508" y="0"/>
                  </a:lnTo>
                  <a:lnTo>
                    <a:pt x="1016508" y="15989"/>
                  </a:lnTo>
                  <a:lnTo>
                    <a:pt x="1063752" y="15989"/>
                  </a:lnTo>
                  <a:lnTo>
                    <a:pt x="1063752" y="0"/>
                  </a:lnTo>
                  <a:close/>
                </a:path>
                <a:path w="4493260" h="16510">
                  <a:moveTo>
                    <a:pt x="1127760" y="0"/>
                  </a:moveTo>
                  <a:lnTo>
                    <a:pt x="1079754" y="0"/>
                  </a:lnTo>
                  <a:lnTo>
                    <a:pt x="1079754" y="15989"/>
                  </a:lnTo>
                  <a:lnTo>
                    <a:pt x="1127760" y="15989"/>
                  </a:lnTo>
                  <a:lnTo>
                    <a:pt x="1127760" y="0"/>
                  </a:lnTo>
                  <a:close/>
                </a:path>
                <a:path w="4493260" h="16510">
                  <a:moveTo>
                    <a:pt x="1191006" y="0"/>
                  </a:moveTo>
                  <a:lnTo>
                    <a:pt x="1143000" y="0"/>
                  </a:lnTo>
                  <a:lnTo>
                    <a:pt x="1143000" y="15989"/>
                  </a:lnTo>
                  <a:lnTo>
                    <a:pt x="1191006" y="15989"/>
                  </a:lnTo>
                  <a:lnTo>
                    <a:pt x="1191006" y="0"/>
                  </a:lnTo>
                  <a:close/>
                </a:path>
                <a:path w="4493260" h="16510">
                  <a:moveTo>
                    <a:pt x="1254252" y="0"/>
                  </a:moveTo>
                  <a:lnTo>
                    <a:pt x="1207008" y="0"/>
                  </a:lnTo>
                  <a:lnTo>
                    <a:pt x="1207008" y="15989"/>
                  </a:lnTo>
                  <a:lnTo>
                    <a:pt x="1254252" y="15989"/>
                  </a:lnTo>
                  <a:lnTo>
                    <a:pt x="1254252" y="0"/>
                  </a:lnTo>
                  <a:close/>
                </a:path>
                <a:path w="4493260" h="16510">
                  <a:moveTo>
                    <a:pt x="1318260" y="0"/>
                  </a:moveTo>
                  <a:lnTo>
                    <a:pt x="1270254" y="0"/>
                  </a:lnTo>
                  <a:lnTo>
                    <a:pt x="1270254" y="15989"/>
                  </a:lnTo>
                  <a:lnTo>
                    <a:pt x="1318260" y="15989"/>
                  </a:lnTo>
                  <a:lnTo>
                    <a:pt x="1318260" y="0"/>
                  </a:lnTo>
                  <a:close/>
                </a:path>
                <a:path w="4493260" h="16510">
                  <a:moveTo>
                    <a:pt x="1381506" y="0"/>
                  </a:moveTo>
                  <a:lnTo>
                    <a:pt x="1333500" y="0"/>
                  </a:lnTo>
                  <a:lnTo>
                    <a:pt x="1333500" y="15989"/>
                  </a:lnTo>
                  <a:lnTo>
                    <a:pt x="1381506" y="15989"/>
                  </a:lnTo>
                  <a:lnTo>
                    <a:pt x="1381506" y="0"/>
                  </a:lnTo>
                  <a:close/>
                </a:path>
                <a:path w="4493260" h="16510">
                  <a:moveTo>
                    <a:pt x="1444752" y="0"/>
                  </a:moveTo>
                  <a:lnTo>
                    <a:pt x="1397508" y="0"/>
                  </a:lnTo>
                  <a:lnTo>
                    <a:pt x="1397508" y="15989"/>
                  </a:lnTo>
                  <a:lnTo>
                    <a:pt x="1444752" y="15989"/>
                  </a:lnTo>
                  <a:lnTo>
                    <a:pt x="1444752" y="0"/>
                  </a:lnTo>
                  <a:close/>
                </a:path>
                <a:path w="4493260" h="16510">
                  <a:moveTo>
                    <a:pt x="1508760" y="0"/>
                  </a:moveTo>
                  <a:lnTo>
                    <a:pt x="1460754" y="0"/>
                  </a:lnTo>
                  <a:lnTo>
                    <a:pt x="1460754" y="15989"/>
                  </a:lnTo>
                  <a:lnTo>
                    <a:pt x="1508760" y="15989"/>
                  </a:lnTo>
                  <a:lnTo>
                    <a:pt x="1508760" y="0"/>
                  </a:lnTo>
                  <a:close/>
                </a:path>
                <a:path w="4493260" h="16510">
                  <a:moveTo>
                    <a:pt x="1572006" y="0"/>
                  </a:moveTo>
                  <a:lnTo>
                    <a:pt x="1524000" y="0"/>
                  </a:lnTo>
                  <a:lnTo>
                    <a:pt x="1524000" y="15989"/>
                  </a:lnTo>
                  <a:lnTo>
                    <a:pt x="1572006" y="15989"/>
                  </a:lnTo>
                  <a:lnTo>
                    <a:pt x="1572006" y="0"/>
                  </a:lnTo>
                  <a:close/>
                </a:path>
                <a:path w="4493260" h="16510">
                  <a:moveTo>
                    <a:pt x="1635252" y="0"/>
                  </a:moveTo>
                  <a:lnTo>
                    <a:pt x="1588008" y="0"/>
                  </a:lnTo>
                  <a:lnTo>
                    <a:pt x="1588008" y="15989"/>
                  </a:lnTo>
                  <a:lnTo>
                    <a:pt x="1635252" y="15989"/>
                  </a:lnTo>
                  <a:lnTo>
                    <a:pt x="1635252" y="0"/>
                  </a:lnTo>
                  <a:close/>
                </a:path>
                <a:path w="4493260" h="16510">
                  <a:moveTo>
                    <a:pt x="1699260" y="0"/>
                  </a:moveTo>
                  <a:lnTo>
                    <a:pt x="1651254" y="0"/>
                  </a:lnTo>
                  <a:lnTo>
                    <a:pt x="1651254" y="15989"/>
                  </a:lnTo>
                  <a:lnTo>
                    <a:pt x="1699260" y="15989"/>
                  </a:lnTo>
                  <a:lnTo>
                    <a:pt x="1699260" y="0"/>
                  </a:lnTo>
                  <a:close/>
                </a:path>
                <a:path w="4493260" h="16510">
                  <a:moveTo>
                    <a:pt x="1762506" y="0"/>
                  </a:moveTo>
                  <a:lnTo>
                    <a:pt x="1714500" y="0"/>
                  </a:lnTo>
                  <a:lnTo>
                    <a:pt x="1714500" y="15989"/>
                  </a:lnTo>
                  <a:lnTo>
                    <a:pt x="1762506" y="15989"/>
                  </a:lnTo>
                  <a:lnTo>
                    <a:pt x="1762506" y="0"/>
                  </a:lnTo>
                  <a:close/>
                </a:path>
                <a:path w="4493260" h="16510">
                  <a:moveTo>
                    <a:pt x="1825752" y="0"/>
                  </a:moveTo>
                  <a:lnTo>
                    <a:pt x="1778508" y="0"/>
                  </a:lnTo>
                  <a:lnTo>
                    <a:pt x="1778508" y="15989"/>
                  </a:lnTo>
                  <a:lnTo>
                    <a:pt x="1825752" y="15989"/>
                  </a:lnTo>
                  <a:lnTo>
                    <a:pt x="1825752" y="0"/>
                  </a:lnTo>
                  <a:close/>
                </a:path>
                <a:path w="4493260" h="16510">
                  <a:moveTo>
                    <a:pt x="1889760" y="0"/>
                  </a:moveTo>
                  <a:lnTo>
                    <a:pt x="1841754" y="0"/>
                  </a:lnTo>
                  <a:lnTo>
                    <a:pt x="1841754" y="15989"/>
                  </a:lnTo>
                  <a:lnTo>
                    <a:pt x="1889760" y="15989"/>
                  </a:lnTo>
                  <a:lnTo>
                    <a:pt x="1889760" y="0"/>
                  </a:lnTo>
                  <a:close/>
                </a:path>
                <a:path w="4493260" h="16510">
                  <a:moveTo>
                    <a:pt x="1953006" y="0"/>
                  </a:moveTo>
                  <a:lnTo>
                    <a:pt x="1905000" y="0"/>
                  </a:lnTo>
                  <a:lnTo>
                    <a:pt x="1905000" y="15989"/>
                  </a:lnTo>
                  <a:lnTo>
                    <a:pt x="1953006" y="15989"/>
                  </a:lnTo>
                  <a:lnTo>
                    <a:pt x="1953006" y="0"/>
                  </a:lnTo>
                  <a:close/>
                </a:path>
                <a:path w="4493260" h="16510">
                  <a:moveTo>
                    <a:pt x="2016252" y="0"/>
                  </a:moveTo>
                  <a:lnTo>
                    <a:pt x="1969008" y="0"/>
                  </a:lnTo>
                  <a:lnTo>
                    <a:pt x="1969008" y="15989"/>
                  </a:lnTo>
                  <a:lnTo>
                    <a:pt x="2016252" y="15989"/>
                  </a:lnTo>
                  <a:lnTo>
                    <a:pt x="2016252" y="0"/>
                  </a:lnTo>
                  <a:close/>
                </a:path>
                <a:path w="4493260" h="16510">
                  <a:moveTo>
                    <a:pt x="2080260" y="0"/>
                  </a:moveTo>
                  <a:lnTo>
                    <a:pt x="2032254" y="0"/>
                  </a:lnTo>
                  <a:lnTo>
                    <a:pt x="2032254" y="15989"/>
                  </a:lnTo>
                  <a:lnTo>
                    <a:pt x="2080260" y="15989"/>
                  </a:lnTo>
                  <a:lnTo>
                    <a:pt x="2080260" y="0"/>
                  </a:lnTo>
                  <a:close/>
                </a:path>
                <a:path w="4493260" h="16510">
                  <a:moveTo>
                    <a:pt x="2143506" y="0"/>
                  </a:moveTo>
                  <a:lnTo>
                    <a:pt x="2095500" y="0"/>
                  </a:lnTo>
                  <a:lnTo>
                    <a:pt x="2095500" y="15989"/>
                  </a:lnTo>
                  <a:lnTo>
                    <a:pt x="2143506" y="15989"/>
                  </a:lnTo>
                  <a:lnTo>
                    <a:pt x="2143506" y="0"/>
                  </a:lnTo>
                  <a:close/>
                </a:path>
                <a:path w="4493260" h="16510">
                  <a:moveTo>
                    <a:pt x="2206752" y="0"/>
                  </a:moveTo>
                  <a:lnTo>
                    <a:pt x="2159508" y="0"/>
                  </a:lnTo>
                  <a:lnTo>
                    <a:pt x="2159508" y="15989"/>
                  </a:lnTo>
                  <a:lnTo>
                    <a:pt x="2206752" y="15989"/>
                  </a:lnTo>
                  <a:lnTo>
                    <a:pt x="2206752" y="0"/>
                  </a:lnTo>
                  <a:close/>
                </a:path>
                <a:path w="4493260" h="16510">
                  <a:moveTo>
                    <a:pt x="2270760" y="0"/>
                  </a:moveTo>
                  <a:lnTo>
                    <a:pt x="2222754" y="0"/>
                  </a:lnTo>
                  <a:lnTo>
                    <a:pt x="2222754" y="15989"/>
                  </a:lnTo>
                  <a:lnTo>
                    <a:pt x="2270760" y="15989"/>
                  </a:lnTo>
                  <a:lnTo>
                    <a:pt x="2270760" y="0"/>
                  </a:lnTo>
                  <a:close/>
                </a:path>
                <a:path w="4493260" h="16510">
                  <a:moveTo>
                    <a:pt x="2334006" y="0"/>
                  </a:moveTo>
                  <a:lnTo>
                    <a:pt x="2286000" y="0"/>
                  </a:lnTo>
                  <a:lnTo>
                    <a:pt x="2286000" y="15989"/>
                  </a:lnTo>
                  <a:lnTo>
                    <a:pt x="2334006" y="15989"/>
                  </a:lnTo>
                  <a:lnTo>
                    <a:pt x="2334006" y="0"/>
                  </a:lnTo>
                  <a:close/>
                </a:path>
                <a:path w="4493260" h="16510">
                  <a:moveTo>
                    <a:pt x="2397252" y="0"/>
                  </a:moveTo>
                  <a:lnTo>
                    <a:pt x="2350008" y="0"/>
                  </a:lnTo>
                  <a:lnTo>
                    <a:pt x="2350008" y="15989"/>
                  </a:lnTo>
                  <a:lnTo>
                    <a:pt x="2397252" y="15989"/>
                  </a:lnTo>
                  <a:lnTo>
                    <a:pt x="2397252" y="0"/>
                  </a:lnTo>
                  <a:close/>
                </a:path>
                <a:path w="4493260" h="16510">
                  <a:moveTo>
                    <a:pt x="2461260" y="0"/>
                  </a:moveTo>
                  <a:lnTo>
                    <a:pt x="2413254" y="0"/>
                  </a:lnTo>
                  <a:lnTo>
                    <a:pt x="2413254" y="15989"/>
                  </a:lnTo>
                  <a:lnTo>
                    <a:pt x="2461260" y="15989"/>
                  </a:lnTo>
                  <a:lnTo>
                    <a:pt x="2461260" y="0"/>
                  </a:lnTo>
                  <a:close/>
                </a:path>
                <a:path w="4493260" h="16510">
                  <a:moveTo>
                    <a:pt x="2524506" y="0"/>
                  </a:moveTo>
                  <a:lnTo>
                    <a:pt x="2476500" y="0"/>
                  </a:lnTo>
                  <a:lnTo>
                    <a:pt x="2476500" y="15989"/>
                  </a:lnTo>
                  <a:lnTo>
                    <a:pt x="2524506" y="15989"/>
                  </a:lnTo>
                  <a:lnTo>
                    <a:pt x="2524506" y="0"/>
                  </a:lnTo>
                  <a:close/>
                </a:path>
                <a:path w="4493260" h="16510">
                  <a:moveTo>
                    <a:pt x="2587752" y="0"/>
                  </a:moveTo>
                  <a:lnTo>
                    <a:pt x="2540508" y="0"/>
                  </a:lnTo>
                  <a:lnTo>
                    <a:pt x="2540508" y="15989"/>
                  </a:lnTo>
                  <a:lnTo>
                    <a:pt x="2587752" y="15989"/>
                  </a:lnTo>
                  <a:lnTo>
                    <a:pt x="2587752" y="0"/>
                  </a:lnTo>
                  <a:close/>
                </a:path>
                <a:path w="4493260" h="16510">
                  <a:moveTo>
                    <a:pt x="2651760" y="0"/>
                  </a:moveTo>
                  <a:lnTo>
                    <a:pt x="2603754" y="0"/>
                  </a:lnTo>
                  <a:lnTo>
                    <a:pt x="2603754" y="15989"/>
                  </a:lnTo>
                  <a:lnTo>
                    <a:pt x="2651760" y="15989"/>
                  </a:lnTo>
                  <a:lnTo>
                    <a:pt x="2651760" y="0"/>
                  </a:lnTo>
                  <a:close/>
                </a:path>
                <a:path w="4493260" h="16510">
                  <a:moveTo>
                    <a:pt x="2715006" y="0"/>
                  </a:moveTo>
                  <a:lnTo>
                    <a:pt x="2667000" y="0"/>
                  </a:lnTo>
                  <a:lnTo>
                    <a:pt x="2667000" y="15989"/>
                  </a:lnTo>
                  <a:lnTo>
                    <a:pt x="2715006" y="15989"/>
                  </a:lnTo>
                  <a:lnTo>
                    <a:pt x="2715006" y="0"/>
                  </a:lnTo>
                  <a:close/>
                </a:path>
                <a:path w="4493260" h="16510">
                  <a:moveTo>
                    <a:pt x="2778252" y="0"/>
                  </a:moveTo>
                  <a:lnTo>
                    <a:pt x="2731008" y="0"/>
                  </a:lnTo>
                  <a:lnTo>
                    <a:pt x="2731008" y="15989"/>
                  </a:lnTo>
                  <a:lnTo>
                    <a:pt x="2778252" y="15989"/>
                  </a:lnTo>
                  <a:lnTo>
                    <a:pt x="2778252" y="0"/>
                  </a:lnTo>
                  <a:close/>
                </a:path>
                <a:path w="4493260" h="16510">
                  <a:moveTo>
                    <a:pt x="2842247" y="0"/>
                  </a:moveTo>
                  <a:lnTo>
                    <a:pt x="2794254" y="0"/>
                  </a:lnTo>
                  <a:lnTo>
                    <a:pt x="2794254" y="15989"/>
                  </a:lnTo>
                  <a:lnTo>
                    <a:pt x="2842247" y="15989"/>
                  </a:lnTo>
                  <a:lnTo>
                    <a:pt x="2842247" y="0"/>
                  </a:lnTo>
                  <a:close/>
                </a:path>
                <a:path w="4493260" h="16510">
                  <a:moveTo>
                    <a:pt x="2905506" y="0"/>
                  </a:moveTo>
                  <a:lnTo>
                    <a:pt x="2857500" y="0"/>
                  </a:lnTo>
                  <a:lnTo>
                    <a:pt x="2857500" y="15989"/>
                  </a:lnTo>
                  <a:lnTo>
                    <a:pt x="2905506" y="15989"/>
                  </a:lnTo>
                  <a:lnTo>
                    <a:pt x="2905506" y="0"/>
                  </a:lnTo>
                  <a:close/>
                </a:path>
                <a:path w="4493260" h="16510">
                  <a:moveTo>
                    <a:pt x="2968752" y="0"/>
                  </a:moveTo>
                  <a:lnTo>
                    <a:pt x="2921508" y="0"/>
                  </a:lnTo>
                  <a:lnTo>
                    <a:pt x="2921508" y="15989"/>
                  </a:lnTo>
                  <a:lnTo>
                    <a:pt x="2968752" y="15989"/>
                  </a:lnTo>
                  <a:lnTo>
                    <a:pt x="2968752" y="0"/>
                  </a:lnTo>
                  <a:close/>
                </a:path>
                <a:path w="4493260" h="16510">
                  <a:moveTo>
                    <a:pt x="3032747" y="0"/>
                  </a:moveTo>
                  <a:lnTo>
                    <a:pt x="2984754" y="0"/>
                  </a:lnTo>
                  <a:lnTo>
                    <a:pt x="2984754" y="15989"/>
                  </a:lnTo>
                  <a:lnTo>
                    <a:pt x="3032747" y="15989"/>
                  </a:lnTo>
                  <a:lnTo>
                    <a:pt x="3032747" y="0"/>
                  </a:lnTo>
                  <a:close/>
                </a:path>
                <a:path w="4493260" h="16510">
                  <a:moveTo>
                    <a:pt x="3096006" y="0"/>
                  </a:moveTo>
                  <a:lnTo>
                    <a:pt x="3048000" y="0"/>
                  </a:lnTo>
                  <a:lnTo>
                    <a:pt x="3048000" y="15989"/>
                  </a:lnTo>
                  <a:lnTo>
                    <a:pt x="3096006" y="15989"/>
                  </a:lnTo>
                  <a:lnTo>
                    <a:pt x="3096006" y="0"/>
                  </a:lnTo>
                  <a:close/>
                </a:path>
                <a:path w="4493260" h="16510">
                  <a:moveTo>
                    <a:pt x="3159252" y="0"/>
                  </a:moveTo>
                  <a:lnTo>
                    <a:pt x="3112008" y="0"/>
                  </a:lnTo>
                  <a:lnTo>
                    <a:pt x="3112008" y="15989"/>
                  </a:lnTo>
                  <a:lnTo>
                    <a:pt x="3159252" y="15989"/>
                  </a:lnTo>
                  <a:lnTo>
                    <a:pt x="3159252" y="0"/>
                  </a:lnTo>
                  <a:close/>
                </a:path>
                <a:path w="4493260" h="16510">
                  <a:moveTo>
                    <a:pt x="3223247" y="0"/>
                  </a:moveTo>
                  <a:lnTo>
                    <a:pt x="3175254" y="0"/>
                  </a:lnTo>
                  <a:lnTo>
                    <a:pt x="3175254" y="15989"/>
                  </a:lnTo>
                  <a:lnTo>
                    <a:pt x="3223247" y="15989"/>
                  </a:lnTo>
                  <a:lnTo>
                    <a:pt x="3223247" y="0"/>
                  </a:lnTo>
                  <a:close/>
                </a:path>
                <a:path w="4493260" h="16510">
                  <a:moveTo>
                    <a:pt x="3286506" y="0"/>
                  </a:moveTo>
                  <a:lnTo>
                    <a:pt x="3238500" y="0"/>
                  </a:lnTo>
                  <a:lnTo>
                    <a:pt x="3238500" y="15989"/>
                  </a:lnTo>
                  <a:lnTo>
                    <a:pt x="3286506" y="15989"/>
                  </a:lnTo>
                  <a:lnTo>
                    <a:pt x="3286506" y="0"/>
                  </a:lnTo>
                  <a:close/>
                </a:path>
                <a:path w="4493260" h="16510">
                  <a:moveTo>
                    <a:pt x="3349752" y="0"/>
                  </a:moveTo>
                  <a:lnTo>
                    <a:pt x="3302508" y="0"/>
                  </a:lnTo>
                  <a:lnTo>
                    <a:pt x="3302508" y="15989"/>
                  </a:lnTo>
                  <a:lnTo>
                    <a:pt x="3349752" y="15989"/>
                  </a:lnTo>
                  <a:lnTo>
                    <a:pt x="3349752" y="0"/>
                  </a:lnTo>
                  <a:close/>
                </a:path>
                <a:path w="4493260" h="16510">
                  <a:moveTo>
                    <a:pt x="3413747" y="0"/>
                  </a:moveTo>
                  <a:lnTo>
                    <a:pt x="3365754" y="0"/>
                  </a:lnTo>
                  <a:lnTo>
                    <a:pt x="3365754" y="15989"/>
                  </a:lnTo>
                  <a:lnTo>
                    <a:pt x="3413747" y="15989"/>
                  </a:lnTo>
                  <a:lnTo>
                    <a:pt x="3413747" y="0"/>
                  </a:lnTo>
                  <a:close/>
                </a:path>
                <a:path w="4493260" h="16510">
                  <a:moveTo>
                    <a:pt x="3477006" y="0"/>
                  </a:moveTo>
                  <a:lnTo>
                    <a:pt x="3429000" y="0"/>
                  </a:lnTo>
                  <a:lnTo>
                    <a:pt x="3429000" y="15989"/>
                  </a:lnTo>
                  <a:lnTo>
                    <a:pt x="3477006" y="15989"/>
                  </a:lnTo>
                  <a:lnTo>
                    <a:pt x="3477006" y="0"/>
                  </a:lnTo>
                  <a:close/>
                </a:path>
                <a:path w="4493260" h="16510">
                  <a:moveTo>
                    <a:pt x="3540252" y="0"/>
                  </a:moveTo>
                  <a:lnTo>
                    <a:pt x="3493008" y="0"/>
                  </a:lnTo>
                  <a:lnTo>
                    <a:pt x="3493008" y="15989"/>
                  </a:lnTo>
                  <a:lnTo>
                    <a:pt x="3540252" y="15989"/>
                  </a:lnTo>
                  <a:lnTo>
                    <a:pt x="3540252" y="0"/>
                  </a:lnTo>
                  <a:close/>
                </a:path>
                <a:path w="4493260" h="16510">
                  <a:moveTo>
                    <a:pt x="3604247" y="0"/>
                  </a:moveTo>
                  <a:lnTo>
                    <a:pt x="3556254" y="0"/>
                  </a:lnTo>
                  <a:lnTo>
                    <a:pt x="3556254" y="15989"/>
                  </a:lnTo>
                  <a:lnTo>
                    <a:pt x="3604247" y="15989"/>
                  </a:lnTo>
                  <a:lnTo>
                    <a:pt x="3604247" y="0"/>
                  </a:lnTo>
                  <a:close/>
                </a:path>
                <a:path w="4493260" h="16510">
                  <a:moveTo>
                    <a:pt x="3667506" y="0"/>
                  </a:moveTo>
                  <a:lnTo>
                    <a:pt x="3619500" y="0"/>
                  </a:lnTo>
                  <a:lnTo>
                    <a:pt x="3619500" y="15989"/>
                  </a:lnTo>
                  <a:lnTo>
                    <a:pt x="3667506" y="15989"/>
                  </a:lnTo>
                  <a:lnTo>
                    <a:pt x="3667506" y="0"/>
                  </a:lnTo>
                  <a:close/>
                </a:path>
                <a:path w="4493260" h="16510">
                  <a:moveTo>
                    <a:pt x="3730752" y="0"/>
                  </a:moveTo>
                  <a:lnTo>
                    <a:pt x="3683508" y="0"/>
                  </a:lnTo>
                  <a:lnTo>
                    <a:pt x="3683508" y="15989"/>
                  </a:lnTo>
                  <a:lnTo>
                    <a:pt x="3730752" y="15989"/>
                  </a:lnTo>
                  <a:lnTo>
                    <a:pt x="3730752" y="0"/>
                  </a:lnTo>
                  <a:close/>
                </a:path>
                <a:path w="4493260" h="16510">
                  <a:moveTo>
                    <a:pt x="3794747" y="0"/>
                  </a:moveTo>
                  <a:lnTo>
                    <a:pt x="3746754" y="0"/>
                  </a:lnTo>
                  <a:lnTo>
                    <a:pt x="3746754" y="15989"/>
                  </a:lnTo>
                  <a:lnTo>
                    <a:pt x="3794747" y="15989"/>
                  </a:lnTo>
                  <a:lnTo>
                    <a:pt x="3794747" y="0"/>
                  </a:lnTo>
                  <a:close/>
                </a:path>
                <a:path w="4493260" h="16510">
                  <a:moveTo>
                    <a:pt x="3858006" y="0"/>
                  </a:moveTo>
                  <a:lnTo>
                    <a:pt x="3810000" y="0"/>
                  </a:lnTo>
                  <a:lnTo>
                    <a:pt x="3810000" y="15989"/>
                  </a:lnTo>
                  <a:lnTo>
                    <a:pt x="3858006" y="15989"/>
                  </a:lnTo>
                  <a:lnTo>
                    <a:pt x="3858006" y="0"/>
                  </a:lnTo>
                  <a:close/>
                </a:path>
                <a:path w="4493260" h="16510">
                  <a:moveTo>
                    <a:pt x="3921252" y="0"/>
                  </a:moveTo>
                  <a:lnTo>
                    <a:pt x="3874008" y="0"/>
                  </a:lnTo>
                  <a:lnTo>
                    <a:pt x="3874008" y="15989"/>
                  </a:lnTo>
                  <a:lnTo>
                    <a:pt x="3921252" y="15989"/>
                  </a:lnTo>
                  <a:lnTo>
                    <a:pt x="3921252" y="0"/>
                  </a:lnTo>
                  <a:close/>
                </a:path>
                <a:path w="4493260" h="16510">
                  <a:moveTo>
                    <a:pt x="3985247" y="0"/>
                  </a:moveTo>
                  <a:lnTo>
                    <a:pt x="3937254" y="0"/>
                  </a:lnTo>
                  <a:lnTo>
                    <a:pt x="3937254" y="15989"/>
                  </a:lnTo>
                  <a:lnTo>
                    <a:pt x="3985247" y="15989"/>
                  </a:lnTo>
                  <a:lnTo>
                    <a:pt x="3985247" y="0"/>
                  </a:lnTo>
                  <a:close/>
                </a:path>
                <a:path w="4493260" h="16510">
                  <a:moveTo>
                    <a:pt x="4048506" y="0"/>
                  </a:moveTo>
                  <a:lnTo>
                    <a:pt x="4000500" y="0"/>
                  </a:lnTo>
                  <a:lnTo>
                    <a:pt x="4000500" y="15989"/>
                  </a:lnTo>
                  <a:lnTo>
                    <a:pt x="4048506" y="15989"/>
                  </a:lnTo>
                  <a:lnTo>
                    <a:pt x="4048506" y="0"/>
                  </a:lnTo>
                  <a:close/>
                </a:path>
                <a:path w="4493260" h="16510">
                  <a:moveTo>
                    <a:pt x="4111752" y="0"/>
                  </a:moveTo>
                  <a:lnTo>
                    <a:pt x="4064508" y="0"/>
                  </a:lnTo>
                  <a:lnTo>
                    <a:pt x="4064508" y="15989"/>
                  </a:lnTo>
                  <a:lnTo>
                    <a:pt x="4111752" y="15989"/>
                  </a:lnTo>
                  <a:lnTo>
                    <a:pt x="4111752" y="0"/>
                  </a:lnTo>
                  <a:close/>
                </a:path>
                <a:path w="4493260" h="16510">
                  <a:moveTo>
                    <a:pt x="4175747" y="0"/>
                  </a:moveTo>
                  <a:lnTo>
                    <a:pt x="4127754" y="0"/>
                  </a:lnTo>
                  <a:lnTo>
                    <a:pt x="4127754" y="15989"/>
                  </a:lnTo>
                  <a:lnTo>
                    <a:pt x="4175747" y="15989"/>
                  </a:lnTo>
                  <a:lnTo>
                    <a:pt x="4175747" y="0"/>
                  </a:lnTo>
                  <a:close/>
                </a:path>
                <a:path w="4493260" h="16510">
                  <a:moveTo>
                    <a:pt x="4239006" y="0"/>
                  </a:moveTo>
                  <a:lnTo>
                    <a:pt x="4191000" y="0"/>
                  </a:lnTo>
                  <a:lnTo>
                    <a:pt x="4191000" y="15989"/>
                  </a:lnTo>
                  <a:lnTo>
                    <a:pt x="4239006" y="15989"/>
                  </a:lnTo>
                  <a:lnTo>
                    <a:pt x="4239006" y="0"/>
                  </a:lnTo>
                  <a:close/>
                </a:path>
                <a:path w="4493260" h="16510">
                  <a:moveTo>
                    <a:pt x="4302252" y="0"/>
                  </a:moveTo>
                  <a:lnTo>
                    <a:pt x="4255008" y="0"/>
                  </a:lnTo>
                  <a:lnTo>
                    <a:pt x="4255008" y="15989"/>
                  </a:lnTo>
                  <a:lnTo>
                    <a:pt x="4302252" y="15989"/>
                  </a:lnTo>
                  <a:lnTo>
                    <a:pt x="4302252" y="0"/>
                  </a:lnTo>
                  <a:close/>
                </a:path>
                <a:path w="4493260" h="16510">
                  <a:moveTo>
                    <a:pt x="4366247" y="0"/>
                  </a:moveTo>
                  <a:lnTo>
                    <a:pt x="4318254" y="0"/>
                  </a:lnTo>
                  <a:lnTo>
                    <a:pt x="4318254" y="15989"/>
                  </a:lnTo>
                  <a:lnTo>
                    <a:pt x="4366247" y="15989"/>
                  </a:lnTo>
                  <a:lnTo>
                    <a:pt x="4366247" y="0"/>
                  </a:lnTo>
                  <a:close/>
                </a:path>
                <a:path w="4493260" h="16510">
                  <a:moveTo>
                    <a:pt x="4429506" y="0"/>
                  </a:moveTo>
                  <a:lnTo>
                    <a:pt x="4381500" y="0"/>
                  </a:lnTo>
                  <a:lnTo>
                    <a:pt x="4381500" y="15989"/>
                  </a:lnTo>
                  <a:lnTo>
                    <a:pt x="4429506" y="15989"/>
                  </a:lnTo>
                  <a:lnTo>
                    <a:pt x="4429506" y="0"/>
                  </a:lnTo>
                  <a:close/>
                </a:path>
                <a:path w="4493260" h="16510">
                  <a:moveTo>
                    <a:pt x="4492752" y="0"/>
                  </a:moveTo>
                  <a:lnTo>
                    <a:pt x="4445508" y="0"/>
                  </a:lnTo>
                  <a:lnTo>
                    <a:pt x="4445508" y="15989"/>
                  </a:lnTo>
                  <a:lnTo>
                    <a:pt x="4492752" y="15989"/>
                  </a:lnTo>
                  <a:lnTo>
                    <a:pt x="449275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55108" y="3421379"/>
              <a:ext cx="4394200" cy="16510"/>
            </a:xfrm>
            <a:custGeom>
              <a:avLst/>
              <a:gdLst/>
              <a:ahLst/>
              <a:cxnLst/>
              <a:rect l="l" t="t" r="r" b="b"/>
              <a:pathLst>
                <a:path w="4394200" h="16510">
                  <a:moveTo>
                    <a:pt x="47244" y="12"/>
                  </a:moveTo>
                  <a:lnTo>
                    <a:pt x="0" y="12"/>
                  </a:lnTo>
                  <a:lnTo>
                    <a:pt x="0" y="16002"/>
                  </a:lnTo>
                  <a:lnTo>
                    <a:pt x="47244" y="16002"/>
                  </a:lnTo>
                  <a:lnTo>
                    <a:pt x="47244" y="12"/>
                  </a:lnTo>
                  <a:close/>
                </a:path>
                <a:path w="4394200" h="16510">
                  <a:moveTo>
                    <a:pt x="111239" y="12"/>
                  </a:moveTo>
                  <a:lnTo>
                    <a:pt x="63246" y="12"/>
                  </a:lnTo>
                  <a:lnTo>
                    <a:pt x="63246" y="16002"/>
                  </a:lnTo>
                  <a:lnTo>
                    <a:pt x="111239" y="16002"/>
                  </a:lnTo>
                  <a:lnTo>
                    <a:pt x="111239" y="12"/>
                  </a:lnTo>
                  <a:close/>
                </a:path>
                <a:path w="4394200" h="16510">
                  <a:moveTo>
                    <a:pt x="174498" y="12"/>
                  </a:moveTo>
                  <a:lnTo>
                    <a:pt x="126492" y="12"/>
                  </a:lnTo>
                  <a:lnTo>
                    <a:pt x="126492" y="16002"/>
                  </a:lnTo>
                  <a:lnTo>
                    <a:pt x="174498" y="16002"/>
                  </a:lnTo>
                  <a:lnTo>
                    <a:pt x="174498" y="12"/>
                  </a:lnTo>
                  <a:close/>
                </a:path>
                <a:path w="4394200" h="16510">
                  <a:moveTo>
                    <a:pt x="237744" y="12"/>
                  </a:moveTo>
                  <a:lnTo>
                    <a:pt x="190500" y="12"/>
                  </a:lnTo>
                  <a:lnTo>
                    <a:pt x="190500" y="16002"/>
                  </a:lnTo>
                  <a:lnTo>
                    <a:pt x="237744" y="16002"/>
                  </a:lnTo>
                  <a:lnTo>
                    <a:pt x="237744" y="12"/>
                  </a:lnTo>
                  <a:close/>
                </a:path>
                <a:path w="4394200" h="16510">
                  <a:moveTo>
                    <a:pt x="301739" y="12"/>
                  </a:moveTo>
                  <a:lnTo>
                    <a:pt x="253746" y="12"/>
                  </a:lnTo>
                  <a:lnTo>
                    <a:pt x="253746" y="16002"/>
                  </a:lnTo>
                  <a:lnTo>
                    <a:pt x="301739" y="16002"/>
                  </a:lnTo>
                  <a:lnTo>
                    <a:pt x="301739" y="12"/>
                  </a:lnTo>
                  <a:close/>
                </a:path>
                <a:path w="4394200" h="16510">
                  <a:moveTo>
                    <a:pt x="364998" y="12"/>
                  </a:moveTo>
                  <a:lnTo>
                    <a:pt x="316992" y="12"/>
                  </a:lnTo>
                  <a:lnTo>
                    <a:pt x="316992" y="16002"/>
                  </a:lnTo>
                  <a:lnTo>
                    <a:pt x="364998" y="16002"/>
                  </a:lnTo>
                  <a:lnTo>
                    <a:pt x="364998" y="12"/>
                  </a:lnTo>
                  <a:close/>
                </a:path>
                <a:path w="4394200" h="16510">
                  <a:moveTo>
                    <a:pt x="428244" y="12"/>
                  </a:moveTo>
                  <a:lnTo>
                    <a:pt x="381000" y="12"/>
                  </a:lnTo>
                  <a:lnTo>
                    <a:pt x="381000" y="16002"/>
                  </a:lnTo>
                  <a:lnTo>
                    <a:pt x="428244" y="16002"/>
                  </a:lnTo>
                  <a:lnTo>
                    <a:pt x="428244" y="12"/>
                  </a:lnTo>
                  <a:close/>
                </a:path>
                <a:path w="4394200" h="16510">
                  <a:moveTo>
                    <a:pt x="492239" y="12"/>
                  </a:moveTo>
                  <a:lnTo>
                    <a:pt x="444246" y="12"/>
                  </a:lnTo>
                  <a:lnTo>
                    <a:pt x="444246" y="16002"/>
                  </a:lnTo>
                  <a:lnTo>
                    <a:pt x="492239" y="16002"/>
                  </a:lnTo>
                  <a:lnTo>
                    <a:pt x="492239" y="12"/>
                  </a:lnTo>
                  <a:close/>
                </a:path>
                <a:path w="4394200" h="16510">
                  <a:moveTo>
                    <a:pt x="555498" y="12"/>
                  </a:moveTo>
                  <a:lnTo>
                    <a:pt x="507492" y="12"/>
                  </a:lnTo>
                  <a:lnTo>
                    <a:pt x="507492" y="16002"/>
                  </a:lnTo>
                  <a:lnTo>
                    <a:pt x="555498" y="16002"/>
                  </a:lnTo>
                  <a:lnTo>
                    <a:pt x="555498" y="12"/>
                  </a:lnTo>
                  <a:close/>
                </a:path>
                <a:path w="4394200" h="16510">
                  <a:moveTo>
                    <a:pt x="618744" y="12"/>
                  </a:moveTo>
                  <a:lnTo>
                    <a:pt x="571500" y="12"/>
                  </a:lnTo>
                  <a:lnTo>
                    <a:pt x="571500" y="16002"/>
                  </a:lnTo>
                  <a:lnTo>
                    <a:pt x="618744" y="16002"/>
                  </a:lnTo>
                  <a:lnTo>
                    <a:pt x="618744" y="12"/>
                  </a:lnTo>
                  <a:close/>
                </a:path>
                <a:path w="4394200" h="16510">
                  <a:moveTo>
                    <a:pt x="682739" y="12"/>
                  </a:moveTo>
                  <a:lnTo>
                    <a:pt x="634746" y="12"/>
                  </a:lnTo>
                  <a:lnTo>
                    <a:pt x="634746" y="16002"/>
                  </a:lnTo>
                  <a:lnTo>
                    <a:pt x="682739" y="16002"/>
                  </a:lnTo>
                  <a:lnTo>
                    <a:pt x="682739" y="12"/>
                  </a:lnTo>
                  <a:close/>
                </a:path>
                <a:path w="4394200" h="16510">
                  <a:moveTo>
                    <a:pt x="745998" y="12"/>
                  </a:moveTo>
                  <a:lnTo>
                    <a:pt x="697992" y="12"/>
                  </a:lnTo>
                  <a:lnTo>
                    <a:pt x="697992" y="16002"/>
                  </a:lnTo>
                  <a:lnTo>
                    <a:pt x="745998" y="16002"/>
                  </a:lnTo>
                  <a:lnTo>
                    <a:pt x="745998" y="12"/>
                  </a:lnTo>
                  <a:close/>
                </a:path>
                <a:path w="4394200" h="16510">
                  <a:moveTo>
                    <a:pt x="809244" y="12"/>
                  </a:moveTo>
                  <a:lnTo>
                    <a:pt x="762000" y="12"/>
                  </a:lnTo>
                  <a:lnTo>
                    <a:pt x="762000" y="16002"/>
                  </a:lnTo>
                  <a:lnTo>
                    <a:pt x="809244" y="16002"/>
                  </a:lnTo>
                  <a:lnTo>
                    <a:pt x="809244" y="12"/>
                  </a:lnTo>
                  <a:close/>
                </a:path>
                <a:path w="4394200" h="16510">
                  <a:moveTo>
                    <a:pt x="873239" y="12"/>
                  </a:moveTo>
                  <a:lnTo>
                    <a:pt x="825246" y="12"/>
                  </a:lnTo>
                  <a:lnTo>
                    <a:pt x="825246" y="16002"/>
                  </a:lnTo>
                  <a:lnTo>
                    <a:pt x="873239" y="16002"/>
                  </a:lnTo>
                  <a:lnTo>
                    <a:pt x="873239" y="12"/>
                  </a:lnTo>
                  <a:close/>
                </a:path>
                <a:path w="4394200" h="16510">
                  <a:moveTo>
                    <a:pt x="936498" y="12"/>
                  </a:moveTo>
                  <a:lnTo>
                    <a:pt x="888492" y="12"/>
                  </a:lnTo>
                  <a:lnTo>
                    <a:pt x="888492" y="16002"/>
                  </a:lnTo>
                  <a:lnTo>
                    <a:pt x="936498" y="16002"/>
                  </a:lnTo>
                  <a:lnTo>
                    <a:pt x="936498" y="12"/>
                  </a:lnTo>
                  <a:close/>
                </a:path>
                <a:path w="4394200" h="16510">
                  <a:moveTo>
                    <a:pt x="999744" y="0"/>
                  </a:moveTo>
                  <a:lnTo>
                    <a:pt x="952500" y="12"/>
                  </a:lnTo>
                  <a:lnTo>
                    <a:pt x="952500" y="16002"/>
                  </a:lnTo>
                  <a:lnTo>
                    <a:pt x="999744" y="16002"/>
                  </a:lnTo>
                  <a:lnTo>
                    <a:pt x="999744" y="0"/>
                  </a:lnTo>
                  <a:close/>
                </a:path>
                <a:path w="4394200" h="16510">
                  <a:moveTo>
                    <a:pt x="1063739" y="0"/>
                  </a:moveTo>
                  <a:lnTo>
                    <a:pt x="1015746" y="0"/>
                  </a:lnTo>
                  <a:lnTo>
                    <a:pt x="1015746" y="16002"/>
                  </a:lnTo>
                  <a:lnTo>
                    <a:pt x="1063739" y="16002"/>
                  </a:lnTo>
                  <a:lnTo>
                    <a:pt x="1063739" y="0"/>
                  </a:lnTo>
                  <a:close/>
                </a:path>
                <a:path w="4394200" h="16510">
                  <a:moveTo>
                    <a:pt x="1126998" y="0"/>
                  </a:moveTo>
                  <a:lnTo>
                    <a:pt x="1078992" y="0"/>
                  </a:lnTo>
                  <a:lnTo>
                    <a:pt x="1078992" y="16002"/>
                  </a:lnTo>
                  <a:lnTo>
                    <a:pt x="1126998" y="16002"/>
                  </a:lnTo>
                  <a:lnTo>
                    <a:pt x="1126998" y="0"/>
                  </a:lnTo>
                  <a:close/>
                </a:path>
                <a:path w="4394200" h="16510">
                  <a:moveTo>
                    <a:pt x="1190244" y="0"/>
                  </a:moveTo>
                  <a:lnTo>
                    <a:pt x="1143000" y="0"/>
                  </a:lnTo>
                  <a:lnTo>
                    <a:pt x="1143000" y="16002"/>
                  </a:lnTo>
                  <a:lnTo>
                    <a:pt x="1190244" y="16002"/>
                  </a:lnTo>
                  <a:lnTo>
                    <a:pt x="1190244" y="0"/>
                  </a:lnTo>
                  <a:close/>
                </a:path>
                <a:path w="4394200" h="16510">
                  <a:moveTo>
                    <a:pt x="1254239" y="0"/>
                  </a:moveTo>
                  <a:lnTo>
                    <a:pt x="1206246" y="0"/>
                  </a:lnTo>
                  <a:lnTo>
                    <a:pt x="1206246" y="16002"/>
                  </a:lnTo>
                  <a:lnTo>
                    <a:pt x="1254239" y="16002"/>
                  </a:lnTo>
                  <a:lnTo>
                    <a:pt x="1254239" y="0"/>
                  </a:lnTo>
                  <a:close/>
                </a:path>
                <a:path w="4394200" h="16510">
                  <a:moveTo>
                    <a:pt x="1317498" y="0"/>
                  </a:moveTo>
                  <a:lnTo>
                    <a:pt x="1269492" y="0"/>
                  </a:lnTo>
                  <a:lnTo>
                    <a:pt x="1269492" y="16002"/>
                  </a:lnTo>
                  <a:lnTo>
                    <a:pt x="1317498" y="16002"/>
                  </a:lnTo>
                  <a:lnTo>
                    <a:pt x="1317498" y="0"/>
                  </a:lnTo>
                  <a:close/>
                </a:path>
                <a:path w="4394200" h="16510">
                  <a:moveTo>
                    <a:pt x="1380744" y="0"/>
                  </a:moveTo>
                  <a:lnTo>
                    <a:pt x="1333500" y="0"/>
                  </a:lnTo>
                  <a:lnTo>
                    <a:pt x="1333500" y="16002"/>
                  </a:lnTo>
                  <a:lnTo>
                    <a:pt x="1380744" y="16002"/>
                  </a:lnTo>
                  <a:lnTo>
                    <a:pt x="1380744" y="0"/>
                  </a:lnTo>
                  <a:close/>
                </a:path>
                <a:path w="4394200" h="16510">
                  <a:moveTo>
                    <a:pt x="1444739" y="0"/>
                  </a:moveTo>
                  <a:lnTo>
                    <a:pt x="1396746" y="0"/>
                  </a:lnTo>
                  <a:lnTo>
                    <a:pt x="1396746" y="16002"/>
                  </a:lnTo>
                  <a:lnTo>
                    <a:pt x="1444739" y="16002"/>
                  </a:lnTo>
                  <a:lnTo>
                    <a:pt x="1444739" y="0"/>
                  </a:lnTo>
                  <a:close/>
                </a:path>
                <a:path w="4394200" h="16510">
                  <a:moveTo>
                    <a:pt x="1507998" y="0"/>
                  </a:moveTo>
                  <a:lnTo>
                    <a:pt x="1459992" y="0"/>
                  </a:lnTo>
                  <a:lnTo>
                    <a:pt x="1459992" y="16002"/>
                  </a:lnTo>
                  <a:lnTo>
                    <a:pt x="1507998" y="16002"/>
                  </a:lnTo>
                  <a:lnTo>
                    <a:pt x="1507998" y="0"/>
                  </a:lnTo>
                  <a:close/>
                </a:path>
                <a:path w="4394200" h="16510">
                  <a:moveTo>
                    <a:pt x="1571244" y="0"/>
                  </a:moveTo>
                  <a:lnTo>
                    <a:pt x="1523987" y="0"/>
                  </a:lnTo>
                  <a:lnTo>
                    <a:pt x="1523987" y="16002"/>
                  </a:lnTo>
                  <a:lnTo>
                    <a:pt x="1571244" y="16002"/>
                  </a:lnTo>
                  <a:lnTo>
                    <a:pt x="1571244" y="0"/>
                  </a:lnTo>
                  <a:close/>
                </a:path>
                <a:path w="4394200" h="16510">
                  <a:moveTo>
                    <a:pt x="1635252" y="0"/>
                  </a:moveTo>
                  <a:lnTo>
                    <a:pt x="1587246" y="0"/>
                  </a:lnTo>
                  <a:lnTo>
                    <a:pt x="1587246" y="16002"/>
                  </a:lnTo>
                  <a:lnTo>
                    <a:pt x="1635252" y="16002"/>
                  </a:lnTo>
                  <a:lnTo>
                    <a:pt x="1635252" y="0"/>
                  </a:lnTo>
                  <a:close/>
                </a:path>
                <a:path w="4394200" h="16510">
                  <a:moveTo>
                    <a:pt x="1698498" y="0"/>
                  </a:moveTo>
                  <a:lnTo>
                    <a:pt x="1650492" y="0"/>
                  </a:lnTo>
                  <a:lnTo>
                    <a:pt x="1650492" y="16002"/>
                  </a:lnTo>
                  <a:lnTo>
                    <a:pt x="1698498" y="16002"/>
                  </a:lnTo>
                  <a:lnTo>
                    <a:pt x="1698498" y="0"/>
                  </a:lnTo>
                  <a:close/>
                </a:path>
                <a:path w="4394200" h="16510">
                  <a:moveTo>
                    <a:pt x="1761744" y="0"/>
                  </a:moveTo>
                  <a:lnTo>
                    <a:pt x="1714500" y="0"/>
                  </a:lnTo>
                  <a:lnTo>
                    <a:pt x="1714500" y="16002"/>
                  </a:lnTo>
                  <a:lnTo>
                    <a:pt x="1761744" y="16002"/>
                  </a:lnTo>
                  <a:lnTo>
                    <a:pt x="1761744" y="0"/>
                  </a:lnTo>
                  <a:close/>
                </a:path>
                <a:path w="4394200" h="16510">
                  <a:moveTo>
                    <a:pt x="1825752" y="0"/>
                  </a:moveTo>
                  <a:lnTo>
                    <a:pt x="1777746" y="0"/>
                  </a:lnTo>
                  <a:lnTo>
                    <a:pt x="1777746" y="16002"/>
                  </a:lnTo>
                  <a:lnTo>
                    <a:pt x="1825752" y="16002"/>
                  </a:lnTo>
                  <a:lnTo>
                    <a:pt x="1825752" y="0"/>
                  </a:lnTo>
                  <a:close/>
                </a:path>
                <a:path w="4394200" h="16510">
                  <a:moveTo>
                    <a:pt x="1888998" y="0"/>
                  </a:moveTo>
                  <a:lnTo>
                    <a:pt x="1840992" y="0"/>
                  </a:lnTo>
                  <a:lnTo>
                    <a:pt x="1840992" y="16002"/>
                  </a:lnTo>
                  <a:lnTo>
                    <a:pt x="1888998" y="16002"/>
                  </a:lnTo>
                  <a:lnTo>
                    <a:pt x="1888998" y="0"/>
                  </a:lnTo>
                  <a:close/>
                </a:path>
                <a:path w="4394200" h="16510">
                  <a:moveTo>
                    <a:pt x="1952244" y="0"/>
                  </a:moveTo>
                  <a:lnTo>
                    <a:pt x="1905000" y="0"/>
                  </a:lnTo>
                  <a:lnTo>
                    <a:pt x="1905000" y="16002"/>
                  </a:lnTo>
                  <a:lnTo>
                    <a:pt x="1952244" y="16002"/>
                  </a:lnTo>
                  <a:lnTo>
                    <a:pt x="1952244" y="0"/>
                  </a:lnTo>
                  <a:close/>
                </a:path>
                <a:path w="4394200" h="16510">
                  <a:moveTo>
                    <a:pt x="2016252" y="0"/>
                  </a:moveTo>
                  <a:lnTo>
                    <a:pt x="1968246" y="0"/>
                  </a:lnTo>
                  <a:lnTo>
                    <a:pt x="1968246" y="16002"/>
                  </a:lnTo>
                  <a:lnTo>
                    <a:pt x="2016252" y="16002"/>
                  </a:lnTo>
                  <a:lnTo>
                    <a:pt x="2016252" y="0"/>
                  </a:lnTo>
                  <a:close/>
                </a:path>
                <a:path w="4394200" h="16510">
                  <a:moveTo>
                    <a:pt x="2079498" y="0"/>
                  </a:moveTo>
                  <a:lnTo>
                    <a:pt x="2031492" y="0"/>
                  </a:lnTo>
                  <a:lnTo>
                    <a:pt x="2031492" y="16002"/>
                  </a:lnTo>
                  <a:lnTo>
                    <a:pt x="2079498" y="16002"/>
                  </a:lnTo>
                  <a:lnTo>
                    <a:pt x="2079498" y="0"/>
                  </a:lnTo>
                  <a:close/>
                </a:path>
                <a:path w="4394200" h="16510">
                  <a:moveTo>
                    <a:pt x="2142744" y="0"/>
                  </a:moveTo>
                  <a:lnTo>
                    <a:pt x="2095500" y="0"/>
                  </a:lnTo>
                  <a:lnTo>
                    <a:pt x="2095500" y="16002"/>
                  </a:lnTo>
                  <a:lnTo>
                    <a:pt x="2142744" y="16002"/>
                  </a:lnTo>
                  <a:lnTo>
                    <a:pt x="2142744" y="0"/>
                  </a:lnTo>
                  <a:close/>
                </a:path>
                <a:path w="4394200" h="16510">
                  <a:moveTo>
                    <a:pt x="2206752" y="0"/>
                  </a:moveTo>
                  <a:lnTo>
                    <a:pt x="2158746" y="0"/>
                  </a:lnTo>
                  <a:lnTo>
                    <a:pt x="2158746" y="16002"/>
                  </a:lnTo>
                  <a:lnTo>
                    <a:pt x="2206752" y="16002"/>
                  </a:lnTo>
                  <a:lnTo>
                    <a:pt x="2206752" y="0"/>
                  </a:lnTo>
                  <a:close/>
                </a:path>
                <a:path w="4394200" h="16510">
                  <a:moveTo>
                    <a:pt x="2269998" y="0"/>
                  </a:moveTo>
                  <a:lnTo>
                    <a:pt x="2221992" y="0"/>
                  </a:lnTo>
                  <a:lnTo>
                    <a:pt x="2221992" y="16002"/>
                  </a:lnTo>
                  <a:lnTo>
                    <a:pt x="2269998" y="16002"/>
                  </a:lnTo>
                  <a:lnTo>
                    <a:pt x="2269998" y="0"/>
                  </a:lnTo>
                  <a:close/>
                </a:path>
                <a:path w="4394200" h="16510">
                  <a:moveTo>
                    <a:pt x="2333244" y="0"/>
                  </a:moveTo>
                  <a:lnTo>
                    <a:pt x="2286000" y="0"/>
                  </a:lnTo>
                  <a:lnTo>
                    <a:pt x="2286000" y="16002"/>
                  </a:lnTo>
                  <a:lnTo>
                    <a:pt x="2333244" y="16002"/>
                  </a:lnTo>
                  <a:lnTo>
                    <a:pt x="2333244" y="0"/>
                  </a:lnTo>
                  <a:close/>
                </a:path>
                <a:path w="4394200" h="16510">
                  <a:moveTo>
                    <a:pt x="2397252" y="0"/>
                  </a:moveTo>
                  <a:lnTo>
                    <a:pt x="2349246" y="0"/>
                  </a:lnTo>
                  <a:lnTo>
                    <a:pt x="2349246" y="16002"/>
                  </a:lnTo>
                  <a:lnTo>
                    <a:pt x="2397252" y="16002"/>
                  </a:lnTo>
                  <a:lnTo>
                    <a:pt x="2397252" y="0"/>
                  </a:lnTo>
                  <a:close/>
                </a:path>
                <a:path w="4394200" h="16510">
                  <a:moveTo>
                    <a:pt x="2460498" y="0"/>
                  </a:moveTo>
                  <a:lnTo>
                    <a:pt x="2412492" y="0"/>
                  </a:lnTo>
                  <a:lnTo>
                    <a:pt x="2412492" y="16002"/>
                  </a:lnTo>
                  <a:lnTo>
                    <a:pt x="2460498" y="16002"/>
                  </a:lnTo>
                  <a:lnTo>
                    <a:pt x="2460498" y="0"/>
                  </a:lnTo>
                  <a:close/>
                </a:path>
                <a:path w="4394200" h="16510">
                  <a:moveTo>
                    <a:pt x="2523744" y="0"/>
                  </a:moveTo>
                  <a:lnTo>
                    <a:pt x="2476500" y="0"/>
                  </a:lnTo>
                  <a:lnTo>
                    <a:pt x="2476500" y="16002"/>
                  </a:lnTo>
                  <a:lnTo>
                    <a:pt x="2523744" y="16002"/>
                  </a:lnTo>
                  <a:lnTo>
                    <a:pt x="2523744" y="0"/>
                  </a:lnTo>
                  <a:close/>
                </a:path>
                <a:path w="4394200" h="16510">
                  <a:moveTo>
                    <a:pt x="2587752" y="0"/>
                  </a:moveTo>
                  <a:lnTo>
                    <a:pt x="2539746" y="0"/>
                  </a:lnTo>
                  <a:lnTo>
                    <a:pt x="2539746" y="16002"/>
                  </a:lnTo>
                  <a:lnTo>
                    <a:pt x="2587752" y="16002"/>
                  </a:lnTo>
                  <a:lnTo>
                    <a:pt x="2587752" y="0"/>
                  </a:lnTo>
                  <a:close/>
                </a:path>
                <a:path w="4394200" h="16510">
                  <a:moveTo>
                    <a:pt x="2650998" y="0"/>
                  </a:moveTo>
                  <a:lnTo>
                    <a:pt x="2602992" y="0"/>
                  </a:lnTo>
                  <a:lnTo>
                    <a:pt x="2602992" y="16002"/>
                  </a:lnTo>
                  <a:lnTo>
                    <a:pt x="2650998" y="16002"/>
                  </a:lnTo>
                  <a:lnTo>
                    <a:pt x="2650998" y="0"/>
                  </a:lnTo>
                  <a:close/>
                </a:path>
                <a:path w="4394200" h="16510">
                  <a:moveTo>
                    <a:pt x="2714244" y="0"/>
                  </a:moveTo>
                  <a:lnTo>
                    <a:pt x="2667000" y="0"/>
                  </a:lnTo>
                  <a:lnTo>
                    <a:pt x="2667000" y="16002"/>
                  </a:lnTo>
                  <a:lnTo>
                    <a:pt x="2714244" y="16002"/>
                  </a:lnTo>
                  <a:lnTo>
                    <a:pt x="2714244" y="0"/>
                  </a:lnTo>
                  <a:close/>
                </a:path>
                <a:path w="4394200" h="16510">
                  <a:moveTo>
                    <a:pt x="2778252" y="0"/>
                  </a:moveTo>
                  <a:lnTo>
                    <a:pt x="2730246" y="0"/>
                  </a:lnTo>
                  <a:lnTo>
                    <a:pt x="2730246" y="16002"/>
                  </a:lnTo>
                  <a:lnTo>
                    <a:pt x="2778252" y="16002"/>
                  </a:lnTo>
                  <a:lnTo>
                    <a:pt x="2778252" y="0"/>
                  </a:lnTo>
                  <a:close/>
                </a:path>
                <a:path w="4394200" h="16510">
                  <a:moveTo>
                    <a:pt x="2841498" y="0"/>
                  </a:moveTo>
                  <a:lnTo>
                    <a:pt x="2793492" y="0"/>
                  </a:lnTo>
                  <a:lnTo>
                    <a:pt x="2793492" y="16002"/>
                  </a:lnTo>
                  <a:lnTo>
                    <a:pt x="2841498" y="16002"/>
                  </a:lnTo>
                  <a:lnTo>
                    <a:pt x="2841498" y="0"/>
                  </a:lnTo>
                  <a:close/>
                </a:path>
                <a:path w="4394200" h="16510">
                  <a:moveTo>
                    <a:pt x="2904744" y="0"/>
                  </a:moveTo>
                  <a:lnTo>
                    <a:pt x="2857500" y="0"/>
                  </a:lnTo>
                  <a:lnTo>
                    <a:pt x="2857500" y="16002"/>
                  </a:lnTo>
                  <a:lnTo>
                    <a:pt x="2904744" y="16002"/>
                  </a:lnTo>
                  <a:lnTo>
                    <a:pt x="2904744" y="0"/>
                  </a:lnTo>
                  <a:close/>
                </a:path>
                <a:path w="4394200" h="16510">
                  <a:moveTo>
                    <a:pt x="2968752" y="0"/>
                  </a:moveTo>
                  <a:lnTo>
                    <a:pt x="2920746" y="0"/>
                  </a:lnTo>
                  <a:lnTo>
                    <a:pt x="2920746" y="16002"/>
                  </a:lnTo>
                  <a:lnTo>
                    <a:pt x="2968752" y="16002"/>
                  </a:lnTo>
                  <a:lnTo>
                    <a:pt x="2968752" y="0"/>
                  </a:lnTo>
                  <a:close/>
                </a:path>
                <a:path w="4394200" h="16510">
                  <a:moveTo>
                    <a:pt x="3031998" y="0"/>
                  </a:moveTo>
                  <a:lnTo>
                    <a:pt x="2983992" y="0"/>
                  </a:lnTo>
                  <a:lnTo>
                    <a:pt x="2983992" y="16002"/>
                  </a:lnTo>
                  <a:lnTo>
                    <a:pt x="3031998" y="16002"/>
                  </a:lnTo>
                  <a:lnTo>
                    <a:pt x="3031998" y="0"/>
                  </a:lnTo>
                  <a:close/>
                </a:path>
                <a:path w="4394200" h="16510">
                  <a:moveTo>
                    <a:pt x="3095244" y="0"/>
                  </a:moveTo>
                  <a:lnTo>
                    <a:pt x="3048000" y="0"/>
                  </a:lnTo>
                  <a:lnTo>
                    <a:pt x="3048000" y="16002"/>
                  </a:lnTo>
                  <a:lnTo>
                    <a:pt x="3095244" y="16002"/>
                  </a:lnTo>
                  <a:lnTo>
                    <a:pt x="3095244" y="0"/>
                  </a:lnTo>
                  <a:close/>
                </a:path>
                <a:path w="4394200" h="16510">
                  <a:moveTo>
                    <a:pt x="3159252" y="0"/>
                  </a:moveTo>
                  <a:lnTo>
                    <a:pt x="3111246" y="0"/>
                  </a:lnTo>
                  <a:lnTo>
                    <a:pt x="3111246" y="16002"/>
                  </a:lnTo>
                  <a:lnTo>
                    <a:pt x="3159252" y="16002"/>
                  </a:lnTo>
                  <a:lnTo>
                    <a:pt x="3159252" y="0"/>
                  </a:lnTo>
                  <a:close/>
                </a:path>
                <a:path w="4394200" h="16510">
                  <a:moveTo>
                    <a:pt x="3222498" y="0"/>
                  </a:moveTo>
                  <a:lnTo>
                    <a:pt x="3174492" y="0"/>
                  </a:lnTo>
                  <a:lnTo>
                    <a:pt x="3174492" y="16002"/>
                  </a:lnTo>
                  <a:lnTo>
                    <a:pt x="3222498" y="16002"/>
                  </a:lnTo>
                  <a:lnTo>
                    <a:pt x="3222498" y="0"/>
                  </a:lnTo>
                  <a:close/>
                </a:path>
                <a:path w="4394200" h="16510">
                  <a:moveTo>
                    <a:pt x="3285744" y="0"/>
                  </a:moveTo>
                  <a:lnTo>
                    <a:pt x="3238500" y="0"/>
                  </a:lnTo>
                  <a:lnTo>
                    <a:pt x="3238500" y="16002"/>
                  </a:lnTo>
                  <a:lnTo>
                    <a:pt x="3285744" y="16002"/>
                  </a:lnTo>
                  <a:lnTo>
                    <a:pt x="3285744" y="0"/>
                  </a:lnTo>
                  <a:close/>
                </a:path>
                <a:path w="4394200" h="16510">
                  <a:moveTo>
                    <a:pt x="3349752" y="0"/>
                  </a:moveTo>
                  <a:lnTo>
                    <a:pt x="3301746" y="0"/>
                  </a:lnTo>
                  <a:lnTo>
                    <a:pt x="3301746" y="16002"/>
                  </a:lnTo>
                  <a:lnTo>
                    <a:pt x="3349752" y="16002"/>
                  </a:lnTo>
                  <a:lnTo>
                    <a:pt x="3349752" y="0"/>
                  </a:lnTo>
                  <a:close/>
                </a:path>
                <a:path w="4394200" h="16510">
                  <a:moveTo>
                    <a:pt x="3412998" y="0"/>
                  </a:moveTo>
                  <a:lnTo>
                    <a:pt x="3364992" y="0"/>
                  </a:lnTo>
                  <a:lnTo>
                    <a:pt x="3364992" y="16002"/>
                  </a:lnTo>
                  <a:lnTo>
                    <a:pt x="3412998" y="16002"/>
                  </a:lnTo>
                  <a:lnTo>
                    <a:pt x="3412998" y="0"/>
                  </a:lnTo>
                  <a:close/>
                </a:path>
                <a:path w="4394200" h="16510">
                  <a:moveTo>
                    <a:pt x="3476244" y="0"/>
                  </a:moveTo>
                  <a:lnTo>
                    <a:pt x="3429000" y="0"/>
                  </a:lnTo>
                  <a:lnTo>
                    <a:pt x="3429000" y="16002"/>
                  </a:lnTo>
                  <a:lnTo>
                    <a:pt x="3476244" y="16002"/>
                  </a:lnTo>
                  <a:lnTo>
                    <a:pt x="3476244" y="0"/>
                  </a:lnTo>
                  <a:close/>
                </a:path>
                <a:path w="4394200" h="16510">
                  <a:moveTo>
                    <a:pt x="3540252" y="0"/>
                  </a:moveTo>
                  <a:lnTo>
                    <a:pt x="3492246" y="0"/>
                  </a:lnTo>
                  <a:lnTo>
                    <a:pt x="3492246" y="16002"/>
                  </a:lnTo>
                  <a:lnTo>
                    <a:pt x="3540252" y="16002"/>
                  </a:lnTo>
                  <a:lnTo>
                    <a:pt x="3540252" y="0"/>
                  </a:lnTo>
                  <a:close/>
                </a:path>
                <a:path w="4394200" h="16510">
                  <a:moveTo>
                    <a:pt x="3603498" y="0"/>
                  </a:moveTo>
                  <a:lnTo>
                    <a:pt x="3555492" y="0"/>
                  </a:lnTo>
                  <a:lnTo>
                    <a:pt x="3555492" y="16002"/>
                  </a:lnTo>
                  <a:lnTo>
                    <a:pt x="3603498" y="16002"/>
                  </a:lnTo>
                  <a:lnTo>
                    <a:pt x="3603498" y="0"/>
                  </a:lnTo>
                  <a:close/>
                </a:path>
                <a:path w="4394200" h="16510">
                  <a:moveTo>
                    <a:pt x="3666744" y="0"/>
                  </a:moveTo>
                  <a:lnTo>
                    <a:pt x="3619500" y="0"/>
                  </a:lnTo>
                  <a:lnTo>
                    <a:pt x="3619500" y="16002"/>
                  </a:lnTo>
                  <a:lnTo>
                    <a:pt x="3666744" y="16002"/>
                  </a:lnTo>
                  <a:lnTo>
                    <a:pt x="3666744" y="0"/>
                  </a:lnTo>
                  <a:close/>
                </a:path>
                <a:path w="4394200" h="16510">
                  <a:moveTo>
                    <a:pt x="3730752" y="0"/>
                  </a:moveTo>
                  <a:lnTo>
                    <a:pt x="3682746" y="0"/>
                  </a:lnTo>
                  <a:lnTo>
                    <a:pt x="3682746" y="16002"/>
                  </a:lnTo>
                  <a:lnTo>
                    <a:pt x="3730752" y="16002"/>
                  </a:lnTo>
                  <a:lnTo>
                    <a:pt x="3730752" y="0"/>
                  </a:lnTo>
                  <a:close/>
                </a:path>
                <a:path w="4394200" h="16510">
                  <a:moveTo>
                    <a:pt x="3793998" y="0"/>
                  </a:moveTo>
                  <a:lnTo>
                    <a:pt x="3745992" y="0"/>
                  </a:lnTo>
                  <a:lnTo>
                    <a:pt x="3745992" y="16002"/>
                  </a:lnTo>
                  <a:lnTo>
                    <a:pt x="3793998" y="16002"/>
                  </a:lnTo>
                  <a:lnTo>
                    <a:pt x="3793998" y="0"/>
                  </a:lnTo>
                  <a:close/>
                </a:path>
                <a:path w="4394200" h="16510">
                  <a:moveTo>
                    <a:pt x="3857244" y="0"/>
                  </a:moveTo>
                  <a:lnTo>
                    <a:pt x="3810000" y="0"/>
                  </a:lnTo>
                  <a:lnTo>
                    <a:pt x="3810000" y="16002"/>
                  </a:lnTo>
                  <a:lnTo>
                    <a:pt x="3857244" y="16002"/>
                  </a:lnTo>
                  <a:lnTo>
                    <a:pt x="3857244" y="0"/>
                  </a:lnTo>
                  <a:close/>
                </a:path>
                <a:path w="4394200" h="16510">
                  <a:moveTo>
                    <a:pt x="3921252" y="0"/>
                  </a:moveTo>
                  <a:lnTo>
                    <a:pt x="3873246" y="0"/>
                  </a:lnTo>
                  <a:lnTo>
                    <a:pt x="3873246" y="16002"/>
                  </a:lnTo>
                  <a:lnTo>
                    <a:pt x="3921252" y="16002"/>
                  </a:lnTo>
                  <a:lnTo>
                    <a:pt x="3921252" y="0"/>
                  </a:lnTo>
                  <a:close/>
                </a:path>
                <a:path w="4394200" h="16510">
                  <a:moveTo>
                    <a:pt x="3984498" y="0"/>
                  </a:moveTo>
                  <a:lnTo>
                    <a:pt x="3936492" y="0"/>
                  </a:lnTo>
                  <a:lnTo>
                    <a:pt x="3936492" y="16002"/>
                  </a:lnTo>
                  <a:lnTo>
                    <a:pt x="3984498" y="16002"/>
                  </a:lnTo>
                  <a:lnTo>
                    <a:pt x="3984498" y="0"/>
                  </a:lnTo>
                  <a:close/>
                </a:path>
                <a:path w="4394200" h="16510">
                  <a:moveTo>
                    <a:pt x="4047744" y="0"/>
                  </a:moveTo>
                  <a:lnTo>
                    <a:pt x="4000500" y="0"/>
                  </a:lnTo>
                  <a:lnTo>
                    <a:pt x="4000500" y="16002"/>
                  </a:lnTo>
                  <a:lnTo>
                    <a:pt x="4047744" y="16002"/>
                  </a:lnTo>
                  <a:lnTo>
                    <a:pt x="4047744" y="0"/>
                  </a:lnTo>
                  <a:close/>
                </a:path>
                <a:path w="4394200" h="16510">
                  <a:moveTo>
                    <a:pt x="4111752" y="0"/>
                  </a:moveTo>
                  <a:lnTo>
                    <a:pt x="4063746" y="0"/>
                  </a:lnTo>
                  <a:lnTo>
                    <a:pt x="4063746" y="16002"/>
                  </a:lnTo>
                  <a:lnTo>
                    <a:pt x="4111752" y="16002"/>
                  </a:lnTo>
                  <a:lnTo>
                    <a:pt x="4111752" y="0"/>
                  </a:lnTo>
                  <a:close/>
                </a:path>
                <a:path w="4394200" h="16510">
                  <a:moveTo>
                    <a:pt x="4174998" y="0"/>
                  </a:moveTo>
                  <a:lnTo>
                    <a:pt x="4126992" y="0"/>
                  </a:lnTo>
                  <a:lnTo>
                    <a:pt x="4126992" y="16002"/>
                  </a:lnTo>
                  <a:lnTo>
                    <a:pt x="4174998" y="16002"/>
                  </a:lnTo>
                  <a:lnTo>
                    <a:pt x="4174998" y="0"/>
                  </a:lnTo>
                  <a:close/>
                </a:path>
                <a:path w="4394200" h="16510">
                  <a:moveTo>
                    <a:pt x="4238244" y="0"/>
                  </a:moveTo>
                  <a:lnTo>
                    <a:pt x="4191000" y="0"/>
                  </a:lnTo>
                  <a:lnTo>
                    <a:pt x="4191000" y="16002"/>
                  </a:lnTo>
                  <a:lnTo>
                    <a:pt x="4238244" y="16002"/>
                  </a:lnTo>
                  <a:lnTo>
                    <a:pt x="4238244" y="0"/>
                  </a:lnTo>
                  <a:close/>
                </a:path>
                <a:path w="4394200" h="16510">
                  <a:moveTo>
                    <a:pt x="4302252" y="0"/>
                  </a:moveTo>
                  <a:lnTo>
                    <a:pt x="4254246" y="0"/>
                  </a:lnTo>
                  <a:lnTo>
                    <a:pt x="4254246" y="16002"/>
                  </a:lnTo>
                  <a:lnTo>
                    <a:pt x="4302252" y="16002"/>
                  </a:lnTo>
                  <a:lnTo>
                    <a:pt x="4302252" y="0"/>
                  </a:lnTo>
                  <a:close/>
                </a:path>
                <a:path w="4394200" h="16510">
                  <a:moveTo>
                    <a:pt x="4365498" y="0"/>
                  </a:moveTo>
                  <a:lnTo>
                    <a:pt x="4317492" y="0"/>
                  </a:lnTo>
                  <a:lnTo>
                    <a:pt x="4317492" y="16002"/>
                  </a:lnTo>
                  <a:lnTo>
                    <a:pt x="4365498" y="16002"/>
                  </a:lnTo>
                  <a:lnTo>
                    <a:pt x="4365498" y="0"/>
                  </a:lnTo>
                  <a:close/>
                </a:path>
                <a:path w="4394200" h="16510">
                  <a:moveTo>
                    <a:pt x="4393692" y="0"/>
                  </a:moveTo>
                  <a:lnTo>
                    <a:pt x="4381500" y="0"/>
                  </a:lnTo>
                  <a:lnTo>
                    <a:pt x="4381500" y="16002"/>
                  </a:lnTo>
                  <a:lnTo>
                    <a:pt x="4393692" y="16002"/>
                  </a:lnTo>
                  <a:lnTo>
                    <a:pt x="439369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05100" y="2939795"/>
              <a:ext cx="375920" cy="381000"/>
            </a:xfrm>
            <a:custGeom>
              <a:avLst/>
              <a:gdLst/>
              <a:ahLst/>
              <a:cxnLst/>
              <a:rect l="l" t="t" r="r" b="b"/>
              <a:pathLst>
                <a:path w="375919" h="381000">
                  <a:moveTo>
                    <a:pt x="375666" y="190499"/>
                  </a:moveTo>
                  <a:lnTo>
                    <a:pt x="368977" y="139876"/>
                  </a:lnTo>
                  <a:lnTo>
                    <a:pt x="350096" y="94375"/>
                  </a:lnTo>
                  <a:lnTo>
                    <a:pt x="320802" y="55816"/>
                  </a:lnTo>
                  <a:lnTo>
                    <a:pt x="282871" y="26020"/>
                  </a:lnTo>
                  <a:lnTo>
                    <a:pt x="238082" y="6808"/>
                  </a:lnTo>
                  <a:lnTo>
                    <a:pt x="188213" y="0"/>
                  </a:lnTo>
                  <a:lnTo>
                    <a:pt x="138288" y="6808"/>
                  </a:lnTo>
                  <a:lnTo>
                    <a:pt x="93359" y="26020"/>
                  </a:lnTo>
                  <a:lnTo>
                    <a:pt x="55244" y="55816"/>
                  </a:lnTo>
                  <a:lnTo>
                    <a:pt x="25766" y="94375"/>
                  </a:lnTo>
                  <a:lnTo>
                    <a:pt x="6745" y="139876"/>
                  </a:lnTo>
                  <a:lnTo>
                    <a:pt x="0" y="190500"/>
                  </a:lnTo>
                  <a:lnTo>
                    <a:pt x="6745" y="241123"/>
                  </a:lnTo>
                  <a:lnTo>
                    <a:pt x="25766" y="286624"/>
                  </a:lnTo>
                  <a:lnTo>
                    <a:pt x="55245" y="325183"/>
                  </a:lnTo>
                  <a:lnTo>
                    <a:pt x="93359" y="354979"/>
                  </a:lnTo>
                  <a:lnTo>
                    <a:pt x="138288" y="374191"/>
                  </a:lnTo>
                  <a:lnTo>
                    <a:pt x="188214" y="381000"/>
                  </a:lnTo>
                  <a:lnTo>
                    <a:pt x="238082" y="374191"/>
                  </a:lnTo>
                  <a:lnTo>
                    <a:pt x="282871" y="354979"/>
                  </a:lnTo>
                  <a:lnTo>
                    <a:pt x="320802" y="325183"/>
                  </a:lnTo>
                  <a:lnTo>
                    <a:pt x="350096" y="286624"/>
                  </a:lnTo>
                  <a:lnTo>
                    <a:pt x="368977" y="241123"/>
                  </a:lnTo>
                  <a:lnTo>
                    <a:pt x="375666" y="19049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773933" y="3021584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270247" y="2895600"/>
            <a:ext cx="375920" cy="381000"/>
          </a:xfrm>
          <a:custGeom>
            <a:avLst/>
            <a:gdLst/>
            <a:ahLst/>
            <a:cxnLst/>
            <a:rect l="l" t="t" r="r" b="b"/>
            <a:pathLst>
              <a:path w="375920" h="381000">
                <a:moveTo>
                  <a:pt x="375666" y="190499"/>
                </a:moveTo>
                <a:lnTo>
                  <a:pt x="368920" y="139876"/>
                </a:lnTo>
                <a:lnTo>
                  <a:pt x="349899" y="94375"/>
                </a:lnTo>
                <a:lnTo>
                  <a:pt x="320421" y="55816"/>
                </a:lnTo>
                <a:lnTo>
                  <a:pt x="282306" y="26020"/>
                </a:lnTo>
                <a:lnTo>
                  <a:pt x="237377" y="6808"/>
                </a:lnTo>
                <a:lnTo>
                  <a:pt x="187451" y="0"/>
                </a:lnTo>
                <a:lnTo>
                  <a:pt x="137847" y="6808"/>
                </a:lnTo>
                <a:lnTo>
                  <a:pt x="93133" y="26020"/>
                </a:lnTo>
                <a:lnTo>
                  <a:pt x="55149" y="55816"/>
                </a:lnTo>
                <a:lnTo>
                  <a:pt x="25738" y="94375"/>
                </a:lnTo>
                <a:lnTo>
                  <a:pt x="6741" y="139876"/>
                </a:lnTo>
                <a:lnTo>
                  <a:pt x="0" y="190500"/>
                </a:lnTo>
                <a:lnTo>
                  <a:pt x="6741" y="241388"/>
                </a:lnTo>
                <a:lnTo>
                  <a:pt x="25738" y="286963"/>
                </a:lnTo>
                <a:lnTo>
                  <a:pt x="55149" y="325469"/>
                </a:lnTo>
                <a:lnTo>
                  <a:pt x="93133" y="355148"/>
                </a:lnTo>
                <a:lnTo>
                  <a:pt x="137847" y="374244"/>
                </a:lnTo>
                <a:lnTo>
                  <a:pt x="187452" y="381000"/>
                </a:lnTo>
                <a:lnTo>
                  <a:pt x="237377" y="374244"/>
                </a:lnTo>
                <a:lnTo>
                  <a:pt x="282306" y="355148"/>
                </a:lnTo>
                <a:lnTo>
                  <a:pt x="320420" y="325469"/>
                </a:lnTo>
                <a:lnTo>
                  <a:pt x="349899" y="286963"/>
                </a:lnTo>
                <a:lnTo>
                  <a:pt x="368920" y="241388"/>
                </a:lnTo>
                <a:lnTo>
                  <a:pt x="375666" y="19049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339082" y="2977388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467100" y="2474214"/>
            <a:ext cx="375920" cy="381000"/>
          </a:xfrm>
          <a:custGeom>
            <a:avLst/>
            <a:gdLst/>
            <a:ahLst/>
            <a:cxnLst/>
            <a:rect l="l" t="t" r="r" b="b"/>
            <a:pathLst>
              <a:path w="375920" h="381000">
                <a:moveTo>
                  <a:pt x="375666" y="190499"/>
                </a:moveTo>
                <a:lnTo>
                  <a:pt x="368977" y="139876"/>
                </a:lnTo>
                <a:lnTo>
                  <a:pt x="350096" y="94375"/>
                </a:lnTo>
                <a:lnTo>
                  <a:pt x="320802" y="55816"/>
                </a:lnTo>
                <a:lnTo>
                  <a:pt x="282871" y="26020"/>
                </a:lnTo>
                <a:lnTo>
                  <a:pt x="238082" y="6808"/>
                </a:lnTo>
                <a:lnTo>
                  <a:pt x="188213" y="0"/>
                </a:lnTo>
                <a:lnTo>
                  <a:pt x="138288" y="6808"/>
                </a:lnTo>
                <a:lnTo>
                  <a:pt x="93359" y="26020"/>
                </a:lnTo>
                <a:lnTo>
                  <a:pt x="55244" y="55816"/>
                </a:lnTo>
                <a:lnTo>
                  <a:pt x="25766" y="94375"/>
                </a:lnTo>
                <a:lnTo>
                  <a:pt x="6745" y="139876"/>
                </a:lnTo>
                <a:lnTo>
                  <a:pt x="0" y="190500"/>
                </a:lnTo>
                <a:lnTo>
                  <a:pt x="6745" y="241123"/>
                </a:lnTo>
                <a:lnTo>
                  <a:pt x="25766" y="286624"/>
                </a:lnTo>
                <a:lnTo>
                  <a:pt x="55245" y="325183"/>
                </a:lnTo>
                <a:lnTo>
                  <a:pt x="93359" y="354979"/>
                </a:lnTo>
                <a:lnTo>
                  <a:pt x="138288" y="374191"/>
                </a:lnTo>
                <a:lnTo>
                  <a:pt x="188214" y="381000"/>
                </a:lnTo>
                <a:lnTo>
                  <a:pt x="238082" y="374191"/>
                </a:lnTo>
                <a:lnTo>
                  <a:pt x="282871" y="354979"/>
                </a:lnTo>
                <a:lnTo>
                  <a:pt x="320802" y="325183"/>
                </a:lnTo>
                <a:lnTo>
                  <a:pt x="350096" y="286624"/>
                </a:lnTo>
                <a:lnTo>
                  <a:pt x="368977" y="241123"/>
                </a:lnTo>
                <a:lnTo>
                  <a:pt x="375666" y="19049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532123" y="2555240"/>
            <a:ext cx="245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887979" y="2849879"/>
            <a:ext cx="4630420" cy="661035"/>
            <a:chOff x="2887979" y="2849879"/>
            <a:chExt cx="4630420" cy="661035"/>
          </a:xfrm>
        </p:grpSpPr>
        <p:sp>
          <p:nvSpPr>
            <p:cNvPr id="55" name="object 55"/>
            <p:cNvSpPr/>
            <p:nvPr/>
          </p:nvSpPr>
          <p:spPr>
            <a:xfrm>
              <a:off x="2887980" y="2849879"/>
              <a:ext cx="4441825" cy="661035"/>
            </a:xfrm>
            <a:custGeom>
              <a:avLst/>
              <a:gdLst/>
              <a:ahLst/>
              <a:cxnLst/>
              <a:rect l="l" t="t" r="r" b="b"/>
              <a:pathLst>
                <a:path w="4441825" h="661035">
                  <a:moveTo>
                    <a:pt x="1437894" y="97536"/>
                  </a:moveTo>
                  <a:lnTo>
                    <a:pt x="768096" y="0"/>
                  </a:lnTo>
                  <a:lnTo>
                    <a:pt x="767143" y="6134"/>
                  </a:lnTo>
                  <a:lnTo>
                    <a:pt x="765810" y="762"/>
                  </a:lnTo>
                  <a:lnTo>
                    <a:pt x="136398" y="140970"/>
                  </a:lnTo>
                  <a:lnTo>
                    <a:pt x="138684" y="150114"/>
                  </a:lnTo>
                  <a:lnTo>
                    <a:pt x="767486" y="10045"/>
                  </a:lnTo>
                  <a:lnTo>
                    <a:pt x="1437132" y="106680"/>
                  </a:lnTo>
                  <a:lnTo>
                    <a:pt x="1437894" y="97536"/>
                  </a:lnTo>
                  <a:close/>
                </a:path>
                <a:path w="4441825" h="661035">
                  <a:moveTo>
                    <a:pt x="4441698" y="650748"/>
                  </a:moveTo>
                  <a:lnTo>
                    <a:pt x="4179786" y="629907"/>
                  </a:lnTo>
                  <a:lnTo>
                    <a:pt x="4179786" y="639864"/>
                  </a:lnTo>
                  <a:lnTo>
                    <a:pt x="1041768" y="509435"/>
                  </a:lnTo>
                  <a:lnTo>
                    <a:pt x="1570202" y="432104"/>
                  </a:lnTo>
                  <a:lnTo>
                    <a:pt x="4179786" y="639864"/>
                  </a:lnTo>
                  <a:lnTo>
                    <a:pt x="4179786" y="629907"/>
                  </a:lnTo>
                  <a:lnTo>
                    <a:pt x="1570482" y="422148"/>
                  </a:lnTo>
                  <a:lnTo>
                    <a:pt x="1570101" y="427101"/>
                  </a:lnTo>
                  <a:lnTo>
                    <a:pt x="1569720" y="422148"/>
                  </a:lnTo>
                  <a:lnTo>
                    <a:pt x="988466" y="507212"/>
                  </a:lnTo>
                  <a:lnTo>
                    <a:pt x="938796" y="505155"/>
                  </a:lnTo>
                  <a:lnTo>
                    <a:pt x="938796" y="514477"/>
                  </a:lnTo>
                  <a:lnTo>
                    <a:pt x="12865" y="649986"/>
                  </a:lnTo>
                  <a:lnTo>
                    <a:pt x="9982" y="475716"/>
                  </a:lnTo>
                  <a:lnTo>
                    <a:pt x="938796" y="514477"/>
                  </a:lnTo>
                  <a:lnTo>
                    <a:pt x="938796" y="505155"/>
                  </a:lnTo>
                  <a:lnTo>
                    <a:pt x="5334" y="466344"/>
                  </a:lnTo>
                  <a:lnTo>
                    <a:pt x="4953" y="470916"/>
                  </a:lnTo>
                  <a:lnTo>
                    <a:pt x="0" y="470916"/>
                  </a:lnTo>
                  <a:lnTo>
                    <a:pt x="3048" y="656082"/>
                  </a:lnTo>
                  <a:lnTo>
                    <a:pt x="8001" y="655701"/>
                  </a:lnTo>
                  <a:lnTo>
                    <a:pt x="8382" y="660654"/>
                  </a:lnTo>
                  <a:lnTo>
                    <a:pt x="992060" y="516712"/>
                  </a:lnTo>
                  <a:lnTo>
                    <a:pt x="4440085" y="660590"/>
                  </a:lnTo>
                  <a:lnTo>
                    <a:pt x="4440936" y="660654"/>
                  </a:lnTo>
                  <a:lnTo>
                    <a:pt x="4441698" y="660654"/>
                  </a:lnTo>
                  <a:lnTo>
                    <a:pt x="4441698" y="650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142988" y="2920745"/>
              <a:ext cx="375285" cy="381000"/>
            </a:xfrm>
            <a:custGeom>
              <a:avLst/>
              <a:gdLst/>
              <a:ahLst/>
              <a:cxnLst/>
              <a:rect l="l" t="t" r="r" b="b"/>
              <a:pathLst>
                <a:path w="375284" h="381000">
                  <a:moveTo>
                    <a:pt x="374904" y="190499"/>
                  </a:moveTo>
                  <a:lnTo>
                    <a:pt x="368215" y="139876"/>
                  </a:lnTo>
                  <a:lnTo>
                    <a:pt x="349334" y="94375"/>
                  </a:lnTo>
                  <a:lnTo>
                    <a:pt x="320040" y="55816"/>
                  </a:lnTo>
                  <a:lnTo>
                    <a:pt x="282109" y="26020"/>
                  </a:lnTo>
                  <a:lnTo>
                    <a:pt x="237320" y="6808"/>
                  </a:lnTo>
                  <a:lnTo>
                    <a:pt x="187451" y="0"/>
                  </a:lnTo>
                  <a:lnTo>
                    <a:pt x="137583" y="6808"/>
                  </a:lnTo>
                  <a:lnTo>
                    <a:pt x="92794" y="26020"/>
                  </a:lnTo>
                  <a:lnTo>
                    <a:pt x="54863" y="55816"/>
                  </a:lnTo>
                  <a:lnTo>
                    <a:pt x="25569" y="94375"/>
                  </a:lnTo>
                  <a:lnTo>
                    <a:pt x="6688" y="139876"/>
                  </a:lnTo>
                  <a:lnTo>
                    <a:pt x="0" y="190500"/>
                  </a:lnTo>
                  <a:lnTo>
                    <a:pt x="6688" y="241123"/>
                  </a:lnTo>
                  <a:lnTo>
                    <a:pt x="25569" y="286624"/>
                  </a:lnTo>
                  <a:lnTo>
                    <a:pt x="54863" y="325183"/>
                  </a:lnTo>
                  <a:lnTo>
                    <a:pt x="92794" y="354979"/>
                  </a:lnTo>
                  <a:lnTo>
                    <a:pt x="137583" y="374191"/>
                  </a:lnTo>
                  <a:lnTo>
                    <a:pt x="187452" y="381000"/>
                  </a:lnTo>
                  <a:lnTo>
                    <a:pt x="237320" y="374191"/>
                  </a:lnTo>
                  <a:lnTo>
                    <a:pt x="282109" y="354979"/>
                  </a:lnTo>
                  <a:lnTo>
                    <a:pt x="320040" y="325183"/>
                  </a:lnTo>
                  <a:lnTo>
                    <a:pt x="349334" y="286624"/>
                  </a:lnTo>
                  <a:lnTo>
                    <a:pt x="368215" y="241123"/>
                  </a:lnTo>
                  <a:lnTo>
                    <a:pt x="374904" y="19049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211059" y="3002534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8707373" y="2876550"/>
            <a:ext cx="375920" cy="381000"/>
          </a:xfrm>
          <a:custGeom>
            <a:avLst/>
            <a:gdLst/>
            <a:ahLst/>
            <a:cxnLst/>
            <a:rect l="l" t="t" r="r" b="b"/>
            <a:pathLst>
              <a:path w="375920" h="381000">
                <a:moveTo>
                  <a:pt x="375666" y="190499"/>
                </a:moveTo>
                <a:lnTo>
                  <a:pt x="368924" y="139876"/>
                </a:lnTo>
                <a:lnTo>
                  <a:pt x="349927" y="94375"/>
                </a:lnTo>
                <a:lnTo>
                  <a:pt x="320516" y="55816"/>
                </a:lnTo>
                <a:lnTo>
                  <a:pt x="282532" y="26020"/>
                </a:lnTo>
                <a:lnTo>
                  <a:pt x="237818" y="6808"/>
                </a:lnTo>
                <a:lnTo>
                  <a:pt x="188213" y="0"/>
                </a:lnTo>
                <a:lnTo>
                  <a:pt x="138288" y="6808"/>
                </a:lnTo>
                <a:lnTo>
                  <a:pt x="93359" y="26020"/>
                </a:lnTo>
                <a:lnTo>
                  <a:pt x="55244" y="55816"/>
                </a:lnTo>
                <a:lnTo>
                  <a:pt x="25766" y="94375"/>
                </a:lnTo>
                <a:lnTo>
                  <a:pt x="6745" y="139876"/>
                </a:lnTo>
                <a:lnTo>
                  <a:pt x="0" y="190500"/>
                </a:lnTo>
                <a:lnTo>
                  <a:pt x="6745" y="241123"/>
                </a:lnTo>
                <a:lnTo>
                  <a:pt x="25766" y="286624"/>
                </a:lnTo>
                <a:lnTo>
                  <a:pt x="55245" y="325183"/>
                </a:lnTo>
                <a:lnTo>
                  <a:pt x="93359" y="354979"/>
                </a:lnTo>
                <a:lnTo>
                  <a:pt x="138288" y="374191"/>
                </a:lnTo>
                <a:lnTo>
                  <a:pt x="188214" y="381000"/>
                </a:lnTo>
                <a:lnTo>
                  <a:pt x="237818" y="374191"/>
                </a:lnTo>
                <a:lnTo>
                  <a:pt x="282532" y="354979"/>
                </a:lnTo>
                <a:lnTo>
                  <a:pt x="320516" y="325183"/>
                </a:lnTo>
                <a:lnTo>
                  <a:pt x="349927" y="286624"/>
                </a:lnTo>
                <a:lnTo>
                  <a:pt x="368924" y="241123"/>
                </a:lnTo>
                <a:lnTo>
                  <a:pt x="375666" y="19049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8776207" y="2958338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904988" y="2455164"/>
            <a:ext cx="375285" cy="381000"/>
          </a:xfrm>
          <a:custGeom>
            <a:avLst/>
            <a:gdLst/>
            <a:ahLst/>
            <a:cxnLst/>
            <a:rect l="l" t="t" r="r" b="b"/>
            <a:pathLst>
              <a:path w="375284" h="381000">
                <a:moveTo>
                  <a:pt x="374904" y="190499"/>
                </a:moveTo>
                <a:lnTo>
                  <a:pt x="368215" y="139611"/>
                </a:lnTo>
                <a:lnTo>
                  <a:pt x="349334" y="94036"/>
                </a:lnTo>
                <a:lnTo>
                  <a:pt x="320040" y="55530"/>
                </a:lnTo>
                <a:lnTo>
                  <a:pt x="282109" y="25851"/>
                </a:lnTo>
                <a:lnTo>
                  <a:pt x="237320" y="6755"/>
                </a:lnTo>
                <a:lnTo>
                  <a:pt x="187451" y="0"/>
                </a:lnTo>
                <a:lnTo>
                  <a:pt x="137583" y="6755"/>
                </a:lnTo>
                <a:lnTo>
                  <a:pt x="92794" y="25851"/>
                </a:lnTo>
                <a:lnTo>
                  <a:pt x="54863" y="55530"/>
                </a:lnTo>
                <a:lnTo>
                  <a:pt x="25569" y="94036"/>
                </a:lnTo>
                <a:lnTo>
                  <a:pt x="6688" y="139611"/>
                </a:lnTo>
                <a:lnTo>
                  <a:pt x="0" y="190500"/>
                </a:lnTo>
                <a:lnTo>
                  <a:pt x="6688" y="241123"/>
                </a:lnTo>
                <a:lnTo>
                  <a:pt x="25569" y="286624"/>
                </a:lnTo>
                <a:lnTo>
                  <a:pt x="54863" y="325183"/>
                </a:lnTo>
                <a:lnTo>
                  <a:pt x="92794" y="354979"/>
                </a:lnTo>
                <a:lnTo>
                  <a:pt x="137583" y="374191"/>
                </a:lnTo>
                <a:lnTo>
                  <a:pt x="187452" y="381000"/>
                </a:lnTo>
                <a:lnTo>
                  <a:pt x="237320" y="374191"/>
                </a:lnTo>
                <a:lnTo>
                  <a:pt x="282109" y="354979"/>
                </a:lnTo>
                <a:lnTo>
                  <a:pt x="320040" y="325183"/>
                </a:lnTo>
                <a:lnTo>
                  <a:pt x="349334" y="286624"/>
                </a:lnTo>
                <a:lnTo>
                  <a:pt x="368215" y="241123"/>
                </a:lnTo>
                <a:lnTo>
                  <a:pt x="374904" y="19049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969250" y="2536190"/>
            <a:ext cx="245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325106" y="2830829"/>
            <a:ext cx="2125980" cy="756285"/>
          </a:xfrm>
          <a:custGeom>
            <a:avLst/>
            <a:gdLst/>
            <a:ahLst/>
            <a:cxnLst/>
            <a:rect l="l" t="t" r="r" b="b"/>
            <a:pathLst>
              <a:path w="2125979" h="756285">
                <a:moveTo>
                  <a:pt x="1437894" y="96774"/>
                </a:moveTo>
                <a:lnTo>
                  <a:pt x="768096" y="0"/>
                </a:lnTo>
                <a:lnTo>
                  <a:pt x="767181" y="5943"/>
                </a:lnTo>
                <a:lnTo>
                  <a:pt x="765810" y="0"/>
                </a:lnTo>
                <a:lnTo>
                  <a:pt x="136398" y="140970"/>
                </a:lnTo>
                <a:lnTo>
                  <a:pt x="138684" y="150114"/>
                </a:lnTo>
                <a:lnTo>
                  <a:pt x="767486" y="10045"/>
                </a:lnTo>
                <a:lnTo>
                  <a:pt x="1437132" y="106680"/>
                </a:lnTo>
                <a:lnTo>
                  <a:pt x="1437894" y="96774"/>
                </a:lnTo>
                <a:close/>
              </a:path>
              <a:path w="2125979" h="756285">
                <a:moveTo>
                  <a:pt x="2125980" y="670560"/>
                </a:moveTo>
                <a:lnTo>
                  <a:pt x="1572006" y="422910"/>
                </a:lnTo>
                <a:lnTo>
                  <a:pt x="1570380" y="426478"/>
                </a:lnTo>
                <a:lnTo>
                  <a:pt x="1569720" y="422148"/>
                </a:lnTo>
                <a:lnTo>
                  <a:pt x="706005" y="558749"/>
                </a:lnTo>
                <a:lnTo>
                  <a:pt x="673061" y="554405"/>
                </a:lnTo>
                <a:lnTo>
                  <a:pt x="673061" y="563956"/>
                </a:lnTo>
                <a:lnTo>
                  <a:pt x="9156" y="668959"/>
                </a:lnTo>
                <a:lnTo>
                  <a:pt x="9880" y="476199"/>
                </a:lnTo>
                <a:lnTo>
                  <a:pt x="673061" y="563956"/>
                </a:lnTo>
                <a:lnTo>
                  <a:pt x="673061" y="554405"/>
                </a:lnTo>
                <a:lnTo>
                  <a:pt x="6096" y="466344"/>
                </a:lnTo>
                <a:lnTo>
                  <a:pt x="5334" y="470916"/>
                </a:lnTo>
                <a:lnTo>
                  <a:pt x="0" y="470916"/>
                </a:lnTo>
                <a:lnTo>
                  <a:pt x="0" y="674370"/>
                </a:lnTo>
                <a:lnTo>
                  <a:pt x="4508" y="674370"/>
                </a:lnTo>
                <a:lnTo>
                  <a:pt x="5334" y="679704"/>
                </a:lnTo>
                <a:lnTo>
                  <a:pt x="707999" y="568579"/>
                </a:lnTo>
                <a:lnTo>
                  <a:pt x="2123694" y="755904"/>
                </a:lnTo>
                <a:lnTo>
                  <a:pt x="2124456" y="745998"/>
                </a:lnTo>
                <a:lnTo>
                  <a:pt x="740981" y="563372"/>
                </a:lnTo>
                <a:lnTo>
                  <a:pt x="1570240" y="432219"/>
                </a:lnTo>
                <a:lnTo>
                  <a:pt x="2122170" y="678942"/>
                </a:lnTo>
                <a:lnTo>
                  <a:pt x="2125980" y="670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9340850" y="345592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09600" y="1845300"/>
            <a:ext cx="8839200" cy="854710"/>
            <a:chOff x="609600" y="1845300"/>
            <a:chExt cx="8839200" cy="854710"/>
          </a:xfrm>
        </p:grpSpPr>
        <p:sp>
          <p:nvSpPr>
            <p:cNvPr id="65" name="object 65"/>
            <p:cNvSpPr/>
            <p:nvPr/>
          </p:nvSpPr>
          <p:spPr>
            <a:xfrm>
              <a:off x="9118854" y="2430779"/>
              <a:ext cx="302260" cy="16510"/>
            </a:xfrm>
            <a:custGeom>
              <a:avLst/>
              <a:gdLst/>
              <a:ahLst/>
              <a:cxnLst/>
              <a:rect l="l" t="t" r="r" b="b"/>
              <a:pathLst>
                <a:path w="302259" h="16510">
                  <a:moveTo>
                    <a:pt x="48006" y="0"/>
                  </a:moveTo>
                  <a:lnTo>
                    <a:pt x="0" y="0"/>
                  </a:lnTo>
                  <a:lnTo>
                    <a:pt x="0" y="16002"/>
                  </a:lnTo>
                  <a:lnTo>
                    <a:pt x="48006" y="16002"/>
                  </a:lnTo>
                  <a:lnTo>
                    <a:pt x="48006" y="0"/>
                  </a:lnTo>
                  <a:close/>
                </a:path>
                <a:path w="302259" h="16510">
                  <a:moveTo>
                    <a:pt x="111252" y="0"/>
                  </a:moveTo>
                  <a:lnTo>
                    <a:pt x="63246" y="0"/>
                  </a:lnTo>
                  <a:lnTo>
                    <a:pt x="63246" y="16002"/>
                  </a:lnTo>
                  <a:lnTo>
                    <a:pt x="111252" y="16002"/>
                  </a:lnTo>
                  <a:lnTo>
                    <a:pt x="111252" y="0"/>
                  </a:lnTo>
                  <a:close/>
                </a:path>
                <a:path w="302259" h="16510">
                  <a:moveTo>
                    <a:pt x="174498" y="0"/>
                  </a:moveTo>
                  <a:lnTo>
                    <a:pt x="127254" y="0"/>
                  </a:lnTo>
                  <a:lnTo>
                    <a:pt x="127254" y="16002"/>
                  </a:lnTo>
                  <a:lnTo>
                    <a:pt x="174498" y="16002"/>
                  </a:lnTo>
                  <a:lnTo>
                    <a:pt x="174498" y="0"/>
                  </a:lnTo>
                  <a:close/>
                </a:path>
                <a:path w="302259" h="16510">
                  <a:moveTo>
                    <a:pt x="238506" y="0"/>
                  </a:moveTo>
                  <a:lnTo>
                    <a:pt x="190500" y="0"/>
                  </a:lnTo>
                  <a:lnTo>
                    <a:pt x="190500" y="16002"/>
                  </a:lnTo>
                  <a:lnTo>
                    <a:pt x="238506" y="16002"/>
                  </a:lnTo>
                  <a:lnTo>
                    <a:pt x="238506" y="0"/>
                  </a:lnTo>
                  <a:close/>
                </a:path>
                <a:path w="302259" h="16510">
                  <a:moveTo>
                    <a:pt x="301752" y="0"/>
                  </a:moveTo>
                  <a:lnTo>
                    <a:pt x="253746" y="0"/>
                  </a:lnTo>
                  <a:lnTo>
                    <a:pt x="253746" y="16002"/>
                  </a:lnTo>
                  <a:lnTo>
                    <a:pt x="301752" y="16002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845300"/>
              <a:ext cx="8493252" cy="85462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9436607" y="2430780"/>
              <a:ext cx="12700" cy="16510"/>
            </a:xfrm>
            <a:custGeom>
              <a:avLst/>
              <a:gdLst/>
              <a:ahLst/>
              <a:cxnLst/>
              <a:rect l="l" t="t" r="r" b="b"/>
              <a:pathLst>
                <a:path w="12700" h="16510">
                  <a:moveTo>
                    <a:pt x="12192" y="16001"/>
                  </a:moveTo>
                  <a:lnTo>
                    <a:pt x="12192" y="0"/>
                  </a:lnTo>
                  <a:lnTo>
                    <a:pt x="0" y="0"/>
                  </a:lnTo>
                  <a:lnTo>
                    <a:pt x="0" y="16001"/>
                  </a:lnTo>
                  <a:lnTo>
                    <a:pt x="12192" y="1600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532373" y="2093467"/>
            <a:ext cx="801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49477" y="4006850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Layer</a:t>
            </a:r>
            <a:r>
              <a:rPr sz="1800" b="1" i="1" spc="-40" dirty="0">
                <a:latin typeface="Arial"/>
                <a:cs typeface="Arial"/>
              </a:rPr>
              <a:t> </a:t>
            </a:r>
            <a:r>
              <a:rPr sz="1800" b="1" i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77664" y="2696971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Layer</a:t>
            </a:r>
            <a:r>
              <a:rPr sz="1800" b="1" i="1" spc="-40" dirty="0">
                <a:latin typeface="Arial"/>
                <a:cs typeface="Arial"/>
              </a:rPr>
              <a:t> </a:t>
            </a:r>
            <a:r>
              <a:rPr sz="1800" b="1" i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353060">
              <a:lnSpc>
                <a:spcPct val="100000"/>
              </a:lnSpc>
              <a:spcBef>
                <a:spcPts val="95"/>
              </a:spcBef>
            </a:pPr>
            <a:r>
              <a:rPr dirty="0"/>
              <a:t>Communication</a:t>
            </a:r>
            <a:r>
              <a:rPr spc="-145" dirty="0"/>
              <a:t> </a:t>
            </a:r>
            <a:r>
              <a:rPr dirty="0"/>
              <a:t>In</a:t>
            </a:r>
            <a:r>
              <a:rPr spc="-140" dirty="0"/>
              <a:t> </a:t>
            </a:r>
            <a:r>
              <a:rPr dirty="0"/>
              <a:t>Data</a:t>
            </a:r>
            <a:r>
              <a:rPr spc="-140" dirty="0"/>
              <a:t> </a:t>
            </a:r>
            <a:r>
              <a:rPr spc="-10" dirty="0"/>
              <a:t>Centers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48384" y="1945640"/>
            <a:ext cx="839597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11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Communication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centers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most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often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based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networks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running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IP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protocol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suite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Clr>
                <a:srgbClr val="7E7E7E"/>
              </a:buClr>
              <a:buFont typeface="Wingdings"/>
              <a:buChar char=""/>
            </a:pPr>
            <a:endParaRPr sz="1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centers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contain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set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routers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switches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that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transport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traffic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between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outside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world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Clr>
                <a:srgbClr val="7E7E7E"/>
              </a:buClr>
              <a:buFont typeface="Wingdings"/>
              <a:buChar char=""/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Traffic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today’s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centers: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80%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packets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stay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inside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center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Trend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towards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even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more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internal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communication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55"/>
              </a:spcBef>
              <a:buClr>
                <a:srgbClr val="7E7E7E"/>
              </a:buClr>
              <a:buFont typeface="Wingdings"/>
              <a:buChar char=""/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Typically,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centers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run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two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kinds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applications:</a:t>
            </a:r>
            <a:endParaRPr sz="1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Outward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facing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(serving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web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pages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to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users)</a:t>
            </a:r>
            <a:endParaRPr sz="1800">
              <a:latin typeface="Arial MT"/>
              <a:cs typeface="Arial MT"/>
            </a:endParaRPr>
          </a:p>
          <a:p>
            <a:pPr marL="755650" marR="904240" lvl="1" indent="-28575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5650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Internal</a:t>
            </a:r>
            <a:r>
              <a:rPr sz="18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computation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(data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mining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index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computations–think</a:t>
            </a:r>
            <a:r>
              <a:rPr sz="18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MapReduce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HPC)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332230">
              <a:lnSpc>
                <a:spcPct val="100000"/>
              </a:lnSpc>
              <a:spcBef>
                <a:spcPts val="95"/>
              </a:spcBef>
            </a:pPr>
            <a:r>
              <a:rPr dirty="0"/>
              <a:t>Communication</a:t>
            </a:r>
            <a:r>
              <a:rPr spc="-310" dirty="0"/>
              <a:t> </a:t>
            </a:r>
            <a:r>
              <a:rPr spc="-10" dirty="0"/>
              <a:t>Latency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22307"/>
            <a:ext cx="7075170" cy="3683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Propagation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delay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center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essentially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0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Light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goes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foot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nanosecond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End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end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latency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comes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Switching</a:t>
            </a:r>
            <a:r>
              <a:rPr sz="20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latency</a:t>
            </a:r>
            <a:endParaRPr sz="20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1550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10G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10G:~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2.5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usec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(store&amp;fwd);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2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usec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(cut-thru)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Queuing</a:t>
            </a:r>
            <a:r>
              <a:rPr sz="2000" spc="-1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latency</a:t>
            </a:r>
            <a:endParaRPr sz="20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1550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Depends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on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size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queues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network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load</a:t>
            </a:r>
            <a:endParaRPr sz="20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Typical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times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across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quiet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center: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10-20usec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95"/>
              </a:spcBef>
            </a:pPr>
            <a:r>
              <a:rPr dirty="0"/>
              <a:t>Elasticity</a:t>
            </a:r>
            <a:r>
              <a:rPr spc="-125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10" dirty="0"/>
              <a:t>Performance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22307"/>
            <a:ext cx="7786370" cy="42316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Bare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centers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make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it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hard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grow/shrink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VLANs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be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used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isolate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from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each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other</a:t>
            </a:r>
            <a:endParaRPr sz="2000">
              <a:latin typeface="Arial MT"/>
              <a:cs typeface="Arial MT"/>
            </a:endParaRPr>
          </a:p>
          <a:p>
            <a:pPr marL="1155700" marR="1558290" lvl="2" indent="-2286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1557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IP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addresses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topologically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determined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by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Access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Routers</a:t>
            </a:r>
            <a:endParaRPr sz="20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1155700" marR="302895" lvl="2" indent="-228600">
              <a:lnSpc>
                <a:spcPct val="100000"/>
              </a:lnSpc>
              <a:buFont typeface="Wingdings"/>
              <a:buChar char=""/>
              <a:tabLst>
                <a:tab pos="1155700" algn="l"/>
              </a:tabLst>
            </a:pP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Reconfiguration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IPs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VLAN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trunks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painful,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error-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prone,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slow,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often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manual</a:t>
            </a:r>
            <a:endParaRPr sz="20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buFont typeface="Wingdings"/>
              <a:buChar char=""/>
              <a:tabLst>
                <a:tab pos="11550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addition,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no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performance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isolation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provided:</a:t>
            </a:r>
            <a:endParaRPr sz="2000">
              <a:latin typeface="Arial MT"/>
              <a:cs typeface="Arial MT"/>
            </a:endParaRPr>
          </a:p>
          <a:p>
            <a:pPr marL="1612265" lvl="3" indent="-227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6122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VLANs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typically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provide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reachability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isolation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only</a:t>
            </a:r>
            <a:endParaRPr sz="2000">
              <a:latin typeface="Arial MT"/>
              <a:cs typeface="Arial MT"/>
            </a:endParaRPr>
          </a:p>
          <a:p>
            <a:pPr marL="1612900" marR="5080" lvl="3" indent="-2286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6129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One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sending/receiving</a:t>
            </a:r>
            <a:r>
              <a:rPr sz="20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too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much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traffic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hurts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all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services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sharing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its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subtree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518285">
              <a:lnSpc>
                <a:spcPct val="100000"/>
              </a:lnSpc>
              <a:spcBef>
                <a:spcPts val="95"/>
              </a:spcBef>
            </a:pPr>
            <a:r>
              <a:rPr dirty="0"/>
              <a:t>Power</a:t>
            </a:r>
            <a:r>
              <a:rPr spc="-8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dirty="0"/>
              <a:t>Data</a:t>
            </a:r>
            <a:r>
              <a:rPr spc="-80" dirty="0"/>
              <a:t> </a:t>
            </a:r>
            <a:r>
              <a:rPr spc="-10" dirty="0"/>
              <a:t>Centers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21408"/>
            <a:ext cx="7237095" cy="44538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Pretty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good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centers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have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efficiency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1.7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95"/>
              </a:spcBef>
              <a:buFont typeface="Wingdings"/>
              <a:buChar char=""/>
              <a:tabLst>
                <a:tab pos="755015" algn="l"/>
              </a:tabLst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0.7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Watts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lost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each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1W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delivered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510"/>
              </a:spcBef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How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we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reduce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costs?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40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Create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that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use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less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power?</a:t>
            </a:r>
            <a:endParaRPr sz="18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155065" algn="l"/>
              </a:tabLst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Conventional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server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uses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200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500W</a:t>
            </a:r>
            <a:endParaRPr sz="16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155065" algn="l"/>
              </a:tabLst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Reductions</a:t>
            </a:r>
            <a:r>
              <a:rPr sz="16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have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ripple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effects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across</a:t>
            </a:r>
            <a:r>
              <a:rPr sz="16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entire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center</a:t>
            </a:r>
            <a:endParaRPr sz="16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155065" algn="l"/>
              </a:tabLst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Mostly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problem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scientists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tackle!!</a:t>
            </a:r>
            <a:endParaRPr sz="1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90"/>
              </a:spcBef>
              <a:buClr>
                <a:srgbClr val="7E7E7E"/>
              </a:buClr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Eliminate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redundancy?</a:t>
            </a:r>
            <a:endParaRPr sz="18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155065" algn="l"/>
              </a:tabLst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Allow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entire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centers</a:t>
            </a:r>
            <a:r>
              <a:rPr sz="16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fail</a:t>
            </a:r>
            <a:endParaRPr sz="1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890"/>
              </a:spcBef>
              <a:buClr>
                <a:srgbClr val="7E7E7E"/>
              </a:buClr>
              <a:buFont typeface="Wingdings"/>
              <a:buChar char=""/>
            </a:pPr>
            <a:endParaRPr sz="16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75501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Reduce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usage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network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gear?</a:t>
            </a:r>
            <a:endParaRPr sz="18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155065" algn="l"/>
              </a:tabLst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Total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power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consumed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by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switches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amortizes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10-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20W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per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server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1083945">
              <a:lnSpc>
                <a:spcPct val="100000"/>
              </a:lnSpc>
              <a:spcBef>
                <a:spcPts val="95"/>
              </a:spcBef>
            </a:pPr>
            <a:r>
              <a:rPr dirty="0"/>
              <a:t>Utilization</a:t>
            </a:r>
            <a:r>
              <a:rPr spc="-110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dirty="0"/>
              <a:t>Data</a:t>
            </a:r>
            <a:r>
              <a:rPr spc="-110" dirty="0"/>
              <a:t> </a:t>
            </a:r>
            <a:r>
              <a:rPr spc="-10" dirty="0"/>
              <a:t>Centers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83562"/>
            <a:ext cx="7979409" cy="423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Utilization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10%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30%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considered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“good”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centers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Causes: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Uneven</a:t>
            </a:r>
            <a:r>
              <a:rPr sz="20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application</a:t>
            </a:r>
            <a:r>
              <a:rPr sz="20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fit:</a:t>
            </a:r>
            <a:endParaRPr sz="2000">
              <a:latin typeface="Arial MT"/>
              <a:cs typeface="Arial MT"/>
            </a:endParaRPr>
          </a:p>
          <a:p>
            <a:pPr marL="1155700" marR="135890" lvl="2" indent="-2286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1557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Each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has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CPU,</a:t>
            </a:r>
            <a:r>
              <a:rPr sz="20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memory,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disk: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most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applications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exhaust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one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resource,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stranding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others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Long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provisioning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timescales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Uncertainty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demand:</a:t>
            </a:r>
            <a:endParaRPr sz="20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1550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Demand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new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service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spike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quickly</a:t>
            </a:r>
            <a:endParaRPr sz="20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0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Risk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management:</a:t>
            </a:r>
            <a:endParaRPr sz="2000">
              <a:latin typeface="Arial MT"/>
              <a:cs typeface="Arial MT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11557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Not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having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spare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meet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application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demands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leads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 failure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344" rIns="0" bIns="0" rtlCol="0">
            <a:spAutoFit/>
          </a:bodyPr>
          <a:lstStyle/>
          <a:p>
            <a:pPr marL="2714625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95" dirty="0"/>
              <a:t> </a:t>
            </a:r>
            <a:r>
              <a:rPr spc="-10" dirty="0"/>
              <a:t>About?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83562"/>
            <a:ext cx="798068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Maximize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useful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work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per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dollar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spent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–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59%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dollars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spent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on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000" spc="-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with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very</a:t>
            </a:r>
            <a:r>
              <a:rPr sz="2000" spc="-6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low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utilization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(10%)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7E7E7E"/>
              </a:buClr>
              <a:buFont typeface="Wingdings"/>
              <a:buChar char=""/>
            </a:pPr>
            <a:endParaRPr sz="2000">
              <a:latin typeface="Arial MT"/>
              <a:cs typeface="Arial MT"/>
            </a:endParaRPr>
          </a:p>
          <a:p>
            <a:pPr marL="355600" marR="271145" indent="-343535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Turn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into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single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large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resource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pool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let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services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“breathe”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: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dynamically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expand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contract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their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footprint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needed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461009"/>
            <a:ext cx="30918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Two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main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requirements: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88008" y="4391405"/>
            <a:ext cx="7035800" cy="1073150"/>
          </a:xfrm>
          <a:custGeom>
            <a:avLst/>
            <a:gdLst/>
            <a:ahLst/>
            <a:cxnLst/>
            <a:rect l="l" t="t" r="r" b="b"/>
            <a:pathLst>
              <a:path w="7035800" h="1073150">
                <a:moveTo>
                  <a:pt x="25146" y="869442"/>
                </a:moveTo>
                <a:lnTo>
                  <a:pt x="0" y="869442"/>
                </a:lnTo>
                <a:lnTo>
                  <a:pt x="0" y="945642"/>
                </a:lnTo>
                <a:lnTo>
                  <a:pt x="25146" y="945642"/>
                </a:lnTo>
                <a:lnTo>
                  <a:pt x="25146" y="869442"/>
                </a:lnTo>
                <a:close/>
              </a:path>
              <a:path w="7035800" h="1073150">
                <a:moveTo>
                  <a:pt x="25146" y="768096"/>
                </a:moveTo>
                <a:lnTo>
                  <a:pt x="0" y="768096"/>
                </a:lnTo>
                <a:lnTo>
                  <a:pt x="0" y="844296"/>
                </a:lnTo>
                <a:lnTo>
                  <a:pt x="25146" y="844296"/>
                </a:lnTo>
                <a:lnTo>
                  <a:pt x="25146" y="768096"/>
                </a:lnTo>
                <a:close/>
              </a:path>
              <a:path w="7035800" h="1073150">
                <a:moveTo>
                  <a:pt x="25146" y="666750"/>
                </a:moveTo>
                <a:lnTo>
                  <a:pt x="0" y="666750"/>
                </a:lnTo>
                <a:lnTo>
                  <a:pt x="0" y="742950"/>
                </a:lnTo>
                <a:lnTo>
                  <a:pt x="25146" y="742950"/>
                </a:lnTo>
                <a:lnTo>
                  <a:pt x="25146" y="666750"/>
                </a:lnTo>
                <a:close/>
              </a:path>
              <a:path w="7035800" h="1073150">
                <a:moveTo>
                  <a:pt x="25146" y="564642"/>
                </a:moveTo>
                <a:lnTo>
                  <a:pt x="0" y="564642"/>
                </a:lnTo>
                <a:lnTo>
                  <a:pt x="0" y="640842"/>
                </a:lnTo>
                <a:lnTo>
                  <a:pt x="25146" y="640842"/>
                </a:lnTo>
                <a:lnTo>
                  <a:pt x="25146" y="564642"/>
                </a:lnTo>
                <a:close/>
              </a:path>
              <a:path w="7035800" h="1073150">
                <a:moveTo>
                  <a:pt x="27432" y="467106"/>
                </a:moveTo>
                <a:lnTo>
                  <a:pt x="3048" y="460248"/>
                </a:lnTo>
                <a:lnTo>
                  <a:pt x="2286" y="464058"/>
                </a:lnTo>
                <a:lnTo>
                  <a:pt x="0" y="482346"/>
                </a:lnTo>
                <a:lnTo>
                  <a:pt x="0" y="539496"/>
                </a:lnTo>
                <a:lnTo>
                  <a:pt x="25146" y="539496"/>
                </a:lnTo>
                <a:lnTo>
                  <a:pt x="25146" y="483108"/>
                </a:lnTo>
                <a:lnTo>
                  <a:pt x="25908" y="477774"/>
                </a:lnTo>
                <a:lnTo>
                  <a:pt x="27432" y="467868"/>
                </a:lnTo>
                <a:lnTo>
                  <a:pt x="27432" y="467106"/>
                </a:lnTo>
                <a:close/>
              </a:path>
              <a:path w="7035800" h="1073150">
                <a:moveTo>
                  <a:pt x="37338" y="993648"/>
                </a:moveTo>
                <a:lnTo>
                  <a:pt x="32359" y="984097"/>
                </a:lnTo>
                <a:lnTo>
                  <a:pt x="29006" y="973074"/>
                </a:lnTo>
                <a:lnTo>
                  <a:pt x="26771" y="961682"/>
                </a:lnTo>
                <a:lnTo>
                  <a:pt x="25146" y="950976"/>
                </a:lnTo>
                <a:lnTo>
                  <a:pt x="25146" y="945642"/>
                </a:lnTo>
                <a:lnTo>
                  <a:pt x="9906" y="946111"/>
                </a:lnTo>
                <a:lnTo>
                  <a:pt x="6096" y="946226"/>
                </a:lnTo>
                <a:lnTo>
                  <a:pt x="2286" y="946340"/>
                </a:lnTo>
                <a:lnTo>
                  <a:pt x="0" y="946404"/>
                </a:lnTo>
                <a:lnTo>
                  <a:pt x="0" y="952500"/>
                </a:lnTo>
                <a:lnTo>
                  <a:pt x="2286" y="972312"/>
                </a:lnTo>
                <a:lnTo>
                  <a:pt x="6096" y="984504"/>
                </a:lnTo>
                <a:lnTo>
                  <a:pt x="9906" y="995934"/>
                </a:lnTo>
                <a:lnTo>
                  <a:pt x="15240" y="1007364"/>
                </a:lnTo>
                <a:lnTo>
                  <a:pt x="16002" y="1007364"/>
                </a:lnTo>
                <a:lnTo>
                  <a:pt x="37338" y="994410"/>
                </a:lnTo>
                <a:lnTo>
                  <a:pt x="37338" y="993648"/>
                </a:lnTo>
                <a:close/>
              </a:path>
              <a:path w="7035800" h="1073150">
                <a:moveTo>
                  <a:pt x="81534" y="397764"/>
                </a:moveTo>
                <a:lnTo>
                  <a:pt x="70866" y="374904"/>
                </a:lnTo>
                <a:lnTo>
                  <a:pt x="65532" y="377190"/>
                </a:lnTo>
                <a:lnTo>
                  <a:pt x="49542" y="388200"/>
                </a:lnTo>
                <a:lnTo>
                  <a:pt x="36499" y="399237"/>
                </a:lnTo>
                <a:lnTo>
                  <a:pt x="25400" y="412203"/>
                </a:lnTo>
                <a:lnTo>
                  <a:pt x="15240" y="429006"/>
                </a:lnTo>
                <a:lnTo>
                  <a:pt x="12192" y="434340"/>
                </a:lnTo>
                <a:lnTo>
                  <a:pt x="35052" y="445008"/>
                </a:lnTo>
                <a:lnTo>
                  <a:pt x="38100" y="439674"/>
                </a:lnTo>
                <a:lnTo>
                  <a:pt x="44704" y="428663"/>
                </a:lnTo>
                <a:lnTo>
                  <a:pt x="55638" y="416458"/>
                </a:lnTo>
                <a:lnTo>
                  <a:pt x="68084" y="405777"/>
                </a:lnTo>
                <a:lnTo>
                  <a:pt x="79248" y="399288"/>
                </a:lnTo>
                <a:lnTo>
                  <a:pt x="81534" y="397764"/>
                </a:lnTo>
                <a:close/>
              </a:path>
              <a:path w="7035800" h="1073150">
                <a:moveTo>
                  <a:pt x="108966" y="1045464"/>
                </a:moveTo>
                <a:lnTo>
                  <a:pt x="105918" y="1045464"/>
                </a:lnTo>
                <a:lnTo>
                  <a:pt x="92316" y="1041679"/>
                </a:lnTo>
                <a:lnTo>
                  <a:pt x="78181" y="1035291"/>
                </a:lnTo>
                <a:lnTo>
                  <a:pt x="65151" y="1026947"/>
                </a:lnTo>
                <a:lnTo>
                  <a:pt x="54864" y="1017270"/>
                </a:lnTo>
                <a:lnTo>
                  <a:pt x="51054" y="1013460"/>
                </a:lnTo>
                <a:lnTo>
                  <a:pt x="32004" y="1030224"/>
                </a:lnTo>
                <a:lnTo>
                  <a:pt x="67335" y="1057922"/>
                </a:lnTo>
                <a:lnTo>
                  <a:pt x="102108" y="1070610"/>
                </a:lnTo>
                <a:lnTo>
                  <a:pt x="104394" y="1070610"/>
                </a:lnTo>
                <a:lnTo>
                  <a:pt x="108966" y="1045464"/>
                </a:lnTo>
                <a:close/>
              </a:path>
              <a:path w="7035800" h="1073150">
                <a:moveTo>
                  <a:pt x="176022" y="361950"/>
                </a:moveTo>
                <a:lnTo>
                  <a:pt x="120396" y="361950"/>
                </a:lnTo>
                <a:lnTo>
                  <a:pt x="113538" y="362712"/>
                </a:lnTo>
                <a:lnTo>
                  <a:pt x="100584" y="364236"/>
                </a:lnTo>
                <a:lnTo>
                  <a:pt x="96774" y="365760"/>
                </a:lnTo>
                <a:lnTo>
                  <a:pt x="102870" y="390144"/>
                </a:lnTo>
                <a:lnTo>
                  <a:pt x="106680" y="389382"/>
                </a:lnTo>
                <a:lnTo>
                  <a:pt x="117348" y="387858"/>
                </a:lnTo>
                <a:lnTo>
                  <a:pt x="121920" y="387096"/>
                </a:lnTo>
                <a:lnTo>
                  <a:pt x="176022" y="387096"/>
                </a:lnTo>
                <a:lnTo>
                  <a:pt x="176022" y="361950"/>
                </a:lnTo>
                <a:close/>
              </a:path>
              <a:path w="7035800" h="1073150">
                <a:moveTo>
                  <a:pt x="208026" y="1047750"/>
                </a:moveTo>
                <a:lnTo>
                  <a:pt x="131826" y="1047750"/>
                </a:lnTo>
                <a:lnTo>
                  <a:pt x="131826" y="1072896"/>
                </a:lnTo>
                <a:lnTo>
                  <a:pt x="208026" y="1072896"/>
                </a:lnTo>
                <a:lnTo>
                  <a:pt x="208026" y="1047750"/>
                </a:lnTo>
                <a:close/>
              </a:path>
              <a:path w="7035800" h="1073150">
                <a:moveTo>
                  <a:pt x="277368" y="361950"/>
                </a:moveTo>
                <a:lnTo>
                  <a:pt x="201168" y="361950"/>
                </a:lnTo>
                <a:lnTo>
                  <a:pt x="201168" y="387096"/>
                </a:lnTo>
                <a:lnTo>
                  <a:pt x="277368" y="387096"/>
                </a:lnTo>
                <a:lnTo>
                  <a:pt x="277368" y="361950"/>
                </a:lnTo>
                <a:close/>
              </a:path>
              <a:path w="7035800" h="1073150">
                <a:moveTo>
                  <a:pt x="309372" y="1047750"/>
                </a:moveTo>
                <a:lnTo>
                  <a:pt x="233172" y="1047750"/>
                </a:lnTo>
                <a:lnTo>
                  <a:pt x="233172" y="1072896"/>
                </a:lnTo>
                <a:lnTo>
                  <a:pt x="309372" y="1072896"/>
                </a:lnTo>
                <a:lnTo>
                  <a:pt x="309372" y="1047750"/>
                </a:lnTo>
                <a:close/>
              </a:path>
              <a:path w="7035800" h="1073150">
                <a:moveTo>
                  <a:pt x="379476" y="361950"/>
                </a:moveTo>
                <a:lnTo>
                  <a:pt x="303276" y="361950"/>
                </a:lnTo>
                <a:lnTo>
                  <a:pt x="303276" y="387096"/>
                </a:lnTo>
                <a:lnTo>
                  <a:pt x="379476" y="387096"/>
                </a:lnTo>
                <a:lnTo>
                  <a:pt x="379476" y="361950"/>
                </a:lnTo>
                <a:close/>
              </a:path>
              <a:path w="7035800" h="1073150">
                <a:moveTo>
                  <a:pt x="411480" y="1047750"/>
                </a:moveTo>
                <a:lnTo>
                  <a:pt x="335280" y="1047750"/>
                </a:lnTo>
                <a:lnTo>
                  <a:pt x="335280" y="1072896"/>
                </a:lnTo>
                <a:lnTo>
                  <a:pt x="411480" y="1072896"/>
                </a:lnTo>
                <a:lnTo>
                  <a:pt x="411480" y="1047750"/>
                </a:lnTo>
                <a:close/>
              </a:path>
              <a:path w="7035800" h="1073150">
                <a:moveTo>
                  <a:pt x="480822" y="361950"/>
                </a:moveTo>
                <a:lnTo>
                  <a:pt x="404622" y="361950"/>
                </a:lnTo>
                <a:lnTo>
                  <a:pt x="404622" y="387096"/>
                </a:lnTo>
                <a:lnTo>
                  <a:pt x="480822" y="387096"/>
                </a:lnTo>
                <a:lnTo>
                  <a:pt x="480822" y="361950"/>
                </a:lnTo>
                <a:close/>
              </a:path>
              <a:path w="7035800" h="1073150">
                <a:moveTo>
                  <a:pt x="512826" y="1047750"/>
                </a:moveTo>
                <a:lnTo>
                  <a:pt x="436626" y="1047750"/>
                </a:lnTo>
                <a:lnTo>
                  <a:pt x="436626" y="1072896"/>
                </a:lnTo>
                <a:lnTo>
                  <a:pt x="512826" y="1072896"/>
                </a:lnTo>
                <a:lnTo>
                  <a:pt x="512826" y="1047750"/>
                </a:lnTo>
                <a:close/>
              </a:path>
              <a:path w="7035800" h="1073150">
                <a:moveTo>
                  <a:pt x="582168" y="361950"/>
                </a:moveTo>
                <a:lnTo>
                  <a:pt x="505968" y="361950"/>
                </a:lnTo>
                <a:lnTo>
                  <a:pt x="505968" y="387096"/>
                </a:lnTo>
                <a:lnTo>
                  <a:pt x="582168" y="387096"/>
                </a:lnTo>
                <a:lnTo>
                  <a:pt x="582168" y="361950"/>
                </a:lnTo>
                <a:close/>
              </a:path>
              <a:path w="7035800" h="1073150">
                <a:moveTo>
                  <a:pt x="614172" y="1047750"/>
                </a:moveTo>
                <a:lnTo>
                  <a:pt x="537972" y="1047750"/>
                </a:lnTo>
                <a:lnTo>
                  <a:pt x="537972" y="1072896"/>
                </a:lnTo>
                <a:lnTo>
                  <a:pt x="614172" y="1072896"/>
                </a:lnTo>
                <a:lnTo>
                  <a:pt x="614172" y="1047750"/>
                </a:lnTo>
                <a:close/>
              </a:path>
              <a:path w="7035800" h="1073150">
                <a:moveTo>
                  <a:pt x="684276" y="361950"/>
                </a:moveTo>
                <a:lnTo>
                  <a:pt x="608076" y="361950"/>
                </a:lnTo>
                <a:lnTo>
                  <a:pt x="608076" y="387096"/>
                </a:lnTo>
                <a:lnTo>
                  <a:pt x="684276" y="387096"/>
                </a:lnTo>
                <a:lnTo>
                  <a:pt x="684276" y="361950"/>
                </a:lnTo>
                <a:close/>
              </a:path>
              <a:path w="7035800" h="1073150">
                <a:moveTo>
                  <a:pt x="716280" y="1047750"/>
                </a:moveTo>
                <a:lnTo>
                  <a:pt x="640080" y="1047750"/>
                </a:lnTo>
                <a:lnTo>
                  <a:pt x="640080" y="1072896"/>
                </a:lnTo>
                <a:lnTo>
                  <a:pt x="716280" y="1072896"/>
                </a:lnTo>
                <a:lnTo>
                  <a:pt x="716280" y="1047750"/>
                </a:lnTo>
                <a:close/>
              </a:path>
              <a:path w="7035800" h="1073150">
                <a:moveTo>
                  <a:pt x="785622" y="361950"/>
                </a:moveTo>
                <a:lnTo>
                  <a:pt x="709422" y="361950"/>
                </a:lnTo>
                <a:lnTo>
                  <a:pt x="709422" y="387096"/>
                </a:lnTo>
                <a:lnTo>
                  <a:pt x="785622" y="387096"/>
                </a:lnTo>
                <a:lnTo>
                  <a:pt x="785622" y="361950"/>
                </a:lnTo>
                <a:close/>
              </a:path>
              <a:path w="7035800" h="1073150">
                <a:moveTo>
                  <a:pt x="817626" y="1047750"/>
                </a:moveTo>
                <a:lnTo>
                  <a:pt x="741426" y="1047750"/>
                </a:lnTo>
                <a:lnTo>
                  <a:pt x="741426" y="1072896"/>
                </a:lnTo>
                <a:lnTo>
                  <a:pt x="817626" y="1072896"/>
                </a:lnTo>
                <a:lnTo>
                  <a:pt x="817626" y="1047750"/>
                </a:lnTo>
                <a:close/>
              </a:path>
              <a:path w="7035800" h="1073150">
                <a:moveTo>
                  <a:pt x="886968" y="361950"/>
                </a:moveTo>
                <a:lnTo>
                  <a:pt x="810768" y="361950"/>
                </a:lnTo>
                <a:lnTo>
                  <a:pt x="810768" y="387096"/>
                </a:lnTo>
                <a:lnTo>
                  <a:pt x="886968" y="387096"/>
                </a:lnTo>
                <a:lnTo>
                  <a:pt x="886968" y="361950"/>
                </a:lnTo>
                <a:close/>
              </a:path>
              <a:path w="7035800" h="1073150">
                <a:moveTo>
                  <a:pt x="918972" y="1047750"/>
                </a:moveTo>
                <a:lnTo>
                  <a:pt x="842772" y="1047750"/>
                </a:lnTo>
                <a:lnTo>
                  <a:pt x="842772" y="1072896"/>
                </a:lnTo>
                <a:lnTo>
                  <a:pt x="918972" y="1072896"/>
                </a:lnTo>
                <a:lnTo>
                  <a:pt x="918972" y="1047750"/>
                </a:lnTo>
                <a:close/>
              </a:path>
              <a:path w="7035800" h="1073150">
                <a:moveTo>
                  <a:pt x="989076" y="361950"/>
                </a:moveTo>
                <a:lnTo>
                  <a:pt x="912876" y="361950"/>
                </a:lnTo>
                <a:lnTo>
                  <a:pt x="912876" y="387096"/>
                </a:lnTo>
                <a:lnTo>
                  <a:pt x="989076" y="387096"/>
                </a:lnTo>
                <a:lnTo>
                  <a:pt x="989076" y="361950"/>
                </a:lnTo>
                <a:close/>
              </a:path>
              <a:path w="7035800" h="1073150">
                <a:moveTo>
                  <a:pt x="1021080" y="1047750"/>
                </a:moveTo>
                <a:lnTo>
                  <a:pt x="944880" y="1047750"/>
                </a:lnTo>
                <a:lnTo>
                  <a:pt x="944880" y="1072896"/>
                </a:lnTo>
                <a:lnTo>
                  <a:pt x="1021080" y="1072896"/>
                </a:lnTo>
                <a:lnTo>
                  <a:pt x="1021080" y="1047750"/>
                </a:lnTo>
                <a:close/>
              </a:path>
              <a:path w="7035800" h="1073150">
                <a:moveTo>
                  <a:pt x="1090422" y="361950"/>
                </a:moveTo>
                <a:lnTo>
                  <a:pt x="1014222" y="361950"/>
                </a:lnTo>
                <a:lnTo>
                  <a:pt x="1014222" y="387096"/>
                </a:lnTo>
                <a:lnTo>
                  <a:pt x="1090422" y="387096"/>
                </a:lnTo>
                <a:lnTo>
                  <a:pt x="1090422" y="361950"/>
                </a:lnTo>
                <a:close/>
              </a:path>
              <a:path w="7035800" h="1073150">
                <a:moveTo>
                  <a:pt x="1122426" y="1047750"/>
                </a:moveTo>
                <a:lnTo>
                  <a:pt x="1046226" y="1047750"/>
                </a:lnTo>
                <a:lnTo>
                  <a:pt x="1046226" y="1072896"/>
                </a:lnTo>
                <a:lnTo>
                  <a:pt x="1122426" y="1072896"/>
                </a:lnTo>
                <a:lnTo>
                  <a:pt x="1122426" y="1047750"/>
                </a:lnTo>
                <a:close/>
              </a:path>
              <a:path w="7035800" h="1073150">
                <a:moveTo>
                  <a:pt x="1191768" y="361950"/>
                </a:moveTo>
                <a:lnTo>
                  <a:pt x="1115568" y="361950"/>
                </a:lnTo>
                <a:lnTo>
                  <a:pt x="1115568" y="387096"/>
                </a:lnTo>
                <a:lnTo>
                  <a:pt x="1191768" y="387096"/>
                </a:lnTo>
                <a:lnTo>
                  <a:pt x="1191768" y="361950"/>
                </a:lnTo>
                <a:close/>
              </a:path>
              <a:path w="7035800" h="1073150">
                <a:moveTo>
                  <a:pt x="1223772" y="1047750"/>
                </a:moveTo>
                <a:lnTo>
                  <a:pt x="1147572" y="1047750"/>
                </a:lnTo>
                <a:lnTo>
                  <a:pt x="1147572" y="1072896"/>
                </a:lnTo>
                <a:lnTo>
                  <a:pt x="1223772" y="1072896"/>
                </a:lnTo>
                <a:lnTo>
                  <a:pt x="1223772" y="1047750"/>
                </a:lnTo>
                <a:close/>
              </a:path>
              <a:path w="7035800" h="1073150">
                <a:moveTo>
                  <a:pt x="1293876" y="361950"/>
                </a:moveTo>
                <a:lnTo>
                  <a:pt x="1217676" y="361950"/>
                </a:lnTo>
                <a:lnTo>
                  <a:pt x="1217676" y="387096"/>
                </a:lnTo>
                <a:lnTo>
                  <a:pt x="1293876" y="387096"/>
                </a:lnTo>
                <a:lnTo>
                  <a:pt x="1293876" y="361950"/>
                </a:lnTo>
                <a:close/>
              </a:path>
              <a:path w="7035800" h="1073150">
                <a:moveTo>
                  <a:pt x="1325880" y="1047750"/>
                </a:moveTo>
                <a:lnTo>
                  <a:pt x="1249680" y="1047750"/>
                </a:lnTo>
                <a:lnTo>
                  <a:pt x="1249680" y="1072896"/>
                </a:lnTo>
                <a:lnTo>
                  <a:pt x="1325880" y="1072896"/>
                </a:lnTo>
                <a:lnTo>
                  <a:pt x="1325880" y="1047750"/>
                </a:lnTo>
                <a:close/>
              </a:path>
              <a:path w="7035800" h="1073150">
                <a:moveTo>
                  <a:pt x="1395222" y="361950"/>
                </a:moveTo>
                <a:lnTo>
                  <a:pt x="1319022" y="361950"/>
                </a:lnTo>
                <a:lnTo>
                  <a:pt x="1319022" y="387096"/>
                </a:lnTo>
                <a:lnTo>
                  <a:pt x="1395222" y="387096"/>
                </a:lnTo>
                <a:lnTo>
                  <a:pt x="1395222" y="361950"/>
                </a:lnTo>
                <a:close/>
              </a:path>
              <a:path w="7035800" h="1073150">
                <a:moveTo>
                  <a:pt x="1427226" y="1047750"/>
                </a:moveTo>
                <a:lnTo>
                  <a:pt x="1351026" y="1047750"/>
                </a:lnTo>
                <a:lnTo>
                  <a:pt x="1351026" y="1072896"/>
                </a:lnTo>
                <a:lnTo>
                  <a:pt x="1427226" y="1072896"/>
                </a:lnTo>
                <a:lnTo>
                  <a:pt x="1427226" y="1047750"/>
                </a:lnTo>
                <a:close/>
              </a:path>
              <a:path w="7035800" h="1073150">
                <a:moveTo>
                  <a:pt x="1496568" y="361950"/>
                </a:moveTo>
                <a:lnTo>
                  <a:pt x="1420368" y="361950"/>
                </a:lnTo>
                <a:lnTo>
                  <a:pt x="1420368" y="387096"/>
                </a:lnTo>
                <a:lnTo>
                  <a:pt x="1496568" y="387096"/>
                </a:lnTo>
                <a:lnTo>
                  <a:pt x="1496568" y="361950"/>
                </a:lnTo>
                <a:close/>
              </a:path>
              <a:path w="7035800" h="1073150">
                <a:moveTo>
                  <a:pt x="1528572" y="1047750"/>
                </a:moveTo>
                <a:lnTo>
                  <a:pt x="1452372" y="1047750"/>
                </a:lnTo>
                <a:lnTo>
                  <a:pt x="1452372" y="1072896"/>
                </a:lnTo>
                <a:lnTo>
                  <a:pt x="1528572" y="1072896"/>
                </a:lnTo>
                <a:lnTo>
                  <a:pt x="1528572" y="1047750"/>
                </a:lnTo>
                <a:close/>
              </a:path>
              <a:path w="7035800" h="1073150">
                <a:moveTo>
                  <a:pt x="1598676" y="361950"/>
                </a:moveTo>
                <a:lnTo>
                  <a:pt x="1522476" y="361950"/>
                </a:lnTo>
                <a:lnTo>
                  <a:pt x="1522476" y="387096"/>
                </a:lnTo>
                <a:lnTo>
                  <a:pt x="1598676" y="387096"/>
                </a:lnTo>
                <a:lnTo>
                  <a:pt x="1598676" y="361950"/>
                </a:lnTo>
                <a:close/>
              </a:path>
              <a:path w="7035800" h="1073150">
                <a:moveTo>
                  <a:pt x="1630680" y="1047750"/>
                </a:moveTo>
                <a:lnTo>
                  <a:pt x="1554480" y="1047750"/>
                </a:lnTo>
                <a:lnTo>
                  <a:pt x="1554480" y="1072896"/>
                </a:lnTo>
                <a:lnTo>
                  <a:pt x="1630680" y="1072896"/>
                </a:lnTo>
                <a:lnTo>
                  <a:pt x="1630680" y="1047750"/>
                </a:lnTo>
                <a:close/>
              </a:path>
              <a:path w="7035800" h="1073150">
                <a:moveTo>
                  <a:pt x="1700022" y="361950"/>
                </a:moveTo>
                <a:lnTo>
                  <a:pt x="1623822" y="361950"/>
                </a:lnTo>
                <a:lnTo>
                  <a:pt x="1623822" y="387096"/>
                </a:lnTo>
                <a:lnTo>
                  <a:pt x="1700022" y="387096"/>
                </a:lnTo>
                <a:lnTo>
                  <a:pt x="1700022" y="361950"/>
                </a:lnTo>
                <a:close/>
              </a:path>
              <a:path w="7035800" h="1073150">
                <a:moveTo>
                  <a:pt x="1732026" y="1047750"/>
                </a:moveTo>
                <a:lnTo>
                  <a:pt x="1655826" y="1047750"/>
                </a:lnTo>
                <a:lnTo>
                  <a:pt x="1655826" y="1072896"/>
                </a:lnTo>
                <a:lnTo>
                  <a:pt x="1732026" y="1072896"/>
                </a:lnTo>
                <a:lnTo>
                  <a:pt x="1732026" y="1047750"/>
                </a:lnTo>
                <a:close/>
              </a:path>
              <a:path w="7035800" h="1073150">
                <a:moveTo>
                  <a:pt x="1801368" y="361950"/>
                </a:moveTo>
                <a:lnTo>
                  <a:pt x="1725168" y="361950"/>
                </a:lnTo>
                <a:lnTo>
                  <a:pt x="1725168" y="387096"/>
                </a:lnTo>
                <a:lnTo>
                  <a:pt x="1801368" y="387096"/>
                </a:lnTo>
                <a:lnTo>
                  <a:pt x="1801368" y="361950"/>
                </a:lnTo>
                <a:close/>
              </a:path>
              <a:path w="7035800" h="1073150">
                <a:moveTo>
                  <a:pt x="1833372" y="1047750"/>
                </a:moveTo>
                <a:lnTo>
                  <a:pt x="1757172" y="1047750"/>
                </a:lnTo>
                <a:lnTo>
                  <a:pt x="1757172" y="1072896"/>
                </a:lnTo>
                <a:lnTo>
                  <a:pt x="1833372" y="1072896"/>
                </a:lnTo>
                <a:lnTo>
                  <a:pt x="1833372" y="1047750"/>
                </a:lnTo>
                <a:close/>
              </a:path>
              <a:path w="7035800" h="1073150">
                <a:moveTo>
                  <a:pt x="1903476" y="361950"/>
                </a:moveTo>
                <a:lnTo>
                  <a:pt x="1827276" y="361950"/>
                </a:lnTo>
                <a:lnTo>
                  <a:pt x="1827276" y="387096"/>
                </a:lnTo>
                <a:lnTo>
                  <a:pt x="1903476" y="387096"/>
                </a:lnTo>
                <a:lnTo>
                  <a:pt x="1903476" y="361950"/>
                </a:lnTo>
                <a:close/>
              </a:path>
              <a:path w="7035800" h="1073150">
                <a:moveTo>
                  <a:pt x="1935480" y="1047750"/>
                </a:moveTo>
                <a:lnTo>
                  <a:pt x="1859280" y="1047750"/>
                </a:lnTo>
                <a:lnTo>
                  <a:pt x="1859280" y="1072896"/>
                </a:lnTo>
                <a:lnTo>
                  <a:pt x="1935480" y="1072896"/>
                </a:lnTo>
                <a:lnTo>
                  <a:pt x="1935480" y="1047750"/>
                </a:lnTo>
                <a:close/>
              </a:path>
              <a:path w="7035800" h="1073150">
                <a:moveTo>
                  <a:pt x="2004822" y="361950"/>
                </a:moveTo>
                <a:lnTo>
                  <a:pt x="1928622" y="361950"/>
                </a:lnTo>
                <a:lnTo>
                  <a:pt x="1928622" y="387096"/>
                </a:lnTo>
                <a:lnTo>
                  <a:pt x="2004822" y="387096"/>
                </a:lnTo>
                <a:lnTo>
                  <a:pt x="2004822" y="361950"/>
                </a:lnTo>
                <a:close/>
              </a:path>
              <a:path w="7035800" h="1073150">
                <a:moveTo>
                  <a:pt x="2036826" y="1047750"/>
                </a:moveTo>
                <a:lnTo>
                  <a:pt x="1960626" y="1047750"/>
                </a:lnTo>
                <a:lnTo>
                  <a:pt x="1960626" y="1072896"/>
                </a:lnTo>
                <a:lnTo>
                  <a:pt x="2036826" y="1072896"/>
                </a:lnTo>
                <a:lnTo>
                  <a:pt x="2036826" y="1047750"/>
                </a:lnTo>
                <a:close/>
              </a:path>
              <a:path w="7035800" h="1073150">
                <a:moveTo>
                  <a:pt x="2106168" y="361950"/>
                </a:moveTo>
                <a:lnTo>
                  <a:pt x="2029968" y="361950"/>
                </a:lnTo>
                <a:lnTo>
                  <a:pt x="2029968" y="387096"/>
                </a:lnTo>
                <a:lnTo>
                  <a:pt x="2106168" y="387096"/>
                </a:lnTo>
                <a:lnTo>
                  <a:pt x="2106168" y="361950"/>
                </a:lnTo>
                <a:close/>
              </a:path>
              <a:path w="7035800" h="1073150">
                <a:moveTo>
                  <a:pt x="2138172" y="1047750"/>
                </a:moveTo>
                <a:lnTo>
                  <a:pt x="2061972" y="1047750"/>
                </a:lnTo>
                <a:lnTo>
                  <a:pt x="2061972" y="1072896"/>
                </a:lnTo>
                <a:lnTo>
                  <a:pt x="2138172" y="1072896"/>
                </a:lnTo>
                <a:lnTo>
                  <a:pt x="2138172" y="1047750"/>
                </a:lnTo>
                <a:close/>
              </a:path>
              <a:path w="7035800" h="1073150">
                <a:moveTo>
                  <a:pt x="2208276" y="361950"/>
                </a:moveTo>
                <a:lnTo>
                  <a:pt x="2132076" y="361950"/>
                </a:lnTo>
                <a:lnTo>
                  <a:pt x="2132076" y="387096"/>
                </a:lnTo>
                <a:lnTo>
                  <a:pt x="2208276" y="387096"/>
                </a:lnTo>
                <a:lnTo>
                  <a:pt x="2208276" y="361950"/>
                </a:lnTo>
                <a:close/>
              </a:path>
              <a:path w="7035800" h="1073150">
                <a:moveTo>
                  <a:pt x="2240280" y="1047750"/>
                </a:moveTo>
                <a:lnTo>
                  <a:pt x="2164080" y="1047750"/>
                </a:lnTo>
                <a:lnTo>
                  <a:pt x="2164080" y="1072896"/>
                </a:lnTo>
                <a:lnTo>
                  <a:pt x="2240280" y="1072896"/>
                </a:lnTo>
                <a:lnTo>
                  <a:pt x="2240280" y="1047750"/>
                </a:lnTo>
                <a:close/>
              </a:path>
              <a:path w="7035800" h="1073150">
                <a:moveTo>
                  <a:pt x="2309622" y="361950"/>
                </a:moveTo>
                <a:lnTo>
                  <a:pt x="2233422" y="361950"/>
                </a:lnTo>
                <a:lnTo>
                  <a:pt x="2233422" y="387096"/>
                </a:lnTo>
                <a:lnTo>
                  <a:pt x="2309622" y="387096"/>
                </a:lnTo>
                <a:lnTo>
                  <a:pt x="2309622" y="361950"/>
                </a:lnTo>
                <a:close/>
              </a:path>
              <a:path w="7035800" h="1073150">
                <a:moveTo>
                  <a:pt x="2341626" y="1047750"/>
                </a:moveTo>
                <a:lnTo>
                  <a:pt x="2265426" y="1047750"/>
                </a:lnTo>
                <a:lnTo>
                  <a:pt x="2265426" y="1072896"/>
                </a:lnTo>
                <a:lnTo>
                  <a:pt x="2341626" y="1072896"/>
                </a:lnTo>
                <a:lnTo>
                  <a:pt x="2341626" y="1047750"/>
                </a:lnTo>
                <a:close/>
              </a:path>
              <a:path w="7035800" h="1073150">
                <a:moveTo>
                  <a:pt x="2410968" y="361950"/>
                </a:moveTo>
                <a:lnTo>
                  <a:pt x="2334768" y="361950"/>
                </a:lnTo>
                <a:lnTo>
                  <a:pt x="2334768" y="387096"/>
                </a:lnTo>
                <a:lnTo>
                  <a:pt x="2410968" y="387096"/>
                </a:lnTo>
                <a:lnTo>
                  <a:pt x="2410968" y="361950"/>
                </a:lnTo>
                <a:close/>
              </a:path>
              <a:path w="7035800" h="1073150">
                <a:moveTo>
                  <a:pt x="2442972" y="1047750"/>
                </a:moveTo>
                <a:lnTo>
                  <a:pt x="2366772" y="1047750"/>
                </a:lnTo>
                <a:lnTo>
                  <a:pt x="2366772" y="1072896"/>
                </a:lnTo>
                <a:lnTo>
                  <a:pt x="2442972" y="1072896"/>
                </a:lnTo>
                <a:lnTo>
                  <a:pt x="2442972" y="1047750"/>
                </a:lnTo>
                <a:close/>
              </a:path>
              <a:path w="7035800" h="1073150">
                <a:moveTo>
                  <a:pt x="2513076" y="361950"/>
                </a:moveTo>
                <a:lnTo>
                  <a:pt x="2436876" y="361950"/>
                </a:lnTo>
                <a:lnTo>
                  <a:pt x="2436876" y="387096"/>
                </a:lnTo>
                <a:lnTo>
                  <a:pt x="2513076" y="387096"/>
                </a:lnTo>
                <a:lnTo>
                  <a:pt x="2513076" y="361950"/>
                </a:lnTo>
                <a:close/>
              </a:path>
              <a:path w="7035800" h="1073150">
                <a:moveTo>
                  <a:pt x="2545080" y="1047750"/>
                </a:moveTo>
                <a:lnTo>
                  <a:pt x="2468880" y="1047750"/>
                </a:lnTo>
                <a:lnTo>
                  <a:pt x="2468880" y="1072896"/>
                </a:lnTo>
                <a:lnTo>
                  <a:pt x="2545080" y="1072896"/>
                </a:lnTo>
                <a:lnTo>
                  <a:pt x="2545080" y="1047750"/>
                </a:lnTo>
                <a:close/>
              </a:path>
              <a:path w="7035800" h="1073150">
                <a:moveTo>
                  <a:pt x="2614422" y="361950"/>
                </a:moveTo>
                <a:lnTo>
                  <a:pt x="2538222" y="361950"/>
                </a:lnTo>
                <a:lnTo>
                  <a:pt x="2538222" y="387096"/>
                </a:lnTo>
                <a:lnTo>
                  <a:pt x="2614422" y="387096"/>
                </a:lnTo>
                <a:lnTo>
                  <a:pt x="2614422" y="361950"/>
                </a:lnTo>
                <a:close/>
              </a:path>
              <a:path w="7035800" h="1073150">
                <a:moveTo>
                  <a:pt x="2646426" y="1047750"/>
                </a:moveTo>
                <a:lnTo>
                  <a:pt x="2570226" y="1047750"/>
                </a:lnTo>
                <a:lnTo>
                  <a:pt x="2570226" y="1072896"/>
                </a:lnTo>
                <a:lnTo>
                  <a:pt x="2646426" y="1072896"/>
                </a:lnTo>
                <a:lnTo>
                  <a:pt x="2646426" y="1047750"/>
                </a:lnTo>
                <a:close/>
              </a:path>
              <a:path w="7035800" h="1073150">
                <a:moveTo>
                  <a:pt x="2715768" y="361950"/>
                </a:moveTo>
                <a:lnTo>
                  <a:pt x="2639568" y="361950"/>
                </a:lnTo>
                <a:lnTo>
                  <a:pt x="2639568" y="387096"/>
                </a:lnTo>
                <a:lnTo>
                  <a:pt x="2715768" y="387096"/>
                </a:lnTo>
                <a:lnTo>
                  <a:pt x="2715768" y="361950"/>
                </a:lnTo>
                <a:close/>
              </a:path>
              <a:path w="7035800" h="1073150">
                <a:moveTo>
                  <a:pt x="2747772" y="1047750"/>
                </a:moveTo>
                <a:lnTo>
                  <a:pt x="2671572" y="1047750"/>
                </a:lnTo>
                <a:lnTo>
                  <a:pt x="2671572" y="1072896"/>
                </a:lnTo>
                <a:lnTo>
                  <a:pt x="2747772" y="1072896"/>
                </a:lnTo>
                <a:lnTo>
                  <a:pt x="2747772" y="1047750"/>
                </a:lnTo>
                <a:close/>
              </a:path>
              <a:path w="7035800" h="1073150">
                <a:moveTo>
                  <a:pt x="2817876" y="361950"/>
                </a:moveTo>
                <a:lnTo>
                  <a:pt x="2741676" y="361950"/>
                </a:lnTo>
                <a:lnTo>
                  <a:pt x="2741676" y="387096"/>
                </a:lnTo>
                <a:lnTo>
                  <a:pt x="2817876" y="387096"/>
                </a:lnTo>
                <a:lnTo>
                  <a:pt x="2817876" y="361950"/>
                </a:lnTo>
                <a:close/>
              </a:path>
              <a:path w="7035800" h="1073150">
                <a:moveTo>
                  <a:pt x="2849880" y="1047750"/>
                </a:moveTo>
                <a:lnTo>
                  <a:pt x="2773680" y="1047750"/>
                </a:lnTo>
                <a:lnTo>
                  <a:pt x="2773680" y="1072896"/>
                </a:lnTo>
                <a:lnTo>
                  <a:pt x="2849880" y="1072896"/>
                </a:lnTo>
                <a:lnTo>
                  <a:pt x="2849880" y="1047750"/>
                </a:lnTo>
                <a:close/>
              </a:path>
              <a:path w="7035800" h="1073150">
                <a:moveTo>
                  <a:pt x="2919222" y="361950"/>
                </a:moveTo>
                <a:lnTo>
                  <a:pt x="2843022" y="361950"/>
                </a:lnTo>
                <a:lnTo>
                  <a:pt x="2843022" y="387096"/>
                </a:lnTo>
                <a:lnTo>
                  <a:pt x="2919222" y="387096"/>
                </a:lnTo>
                <a:lnTo>
                  <a:pt x="2919222" y="361950"/>
                </a:lnTo>
                <a:close/>
              </a:path>
              <a:path w="7035800" h="1073150">
                <a:moveTo>
                  <a:pt x="2951226" y="1047750"/>
                </a:moveTo>
                <a:lnTo>
                  <a:pt x="2875026" y="1047750"/>
                </a:lnTo>
                <a:lnTo>
                  <a:pt x="2875026" y="1072896"/>
                </a:lnTo>
                <a:lnTo>
                  <a:pt x="2951226" y="1072896"/>
                </a:lnTo>
                <a:lnTo>
                  <a:pt x="2951226" y="1047750"/>
                </a:lnTo>
                <a:close/>
              </a:path>
              <a:path w="7035800" h="1073150">
                <a:moveTo>
                  <a:pt x="3020568" y="361950"/>
                </a:moveTo>
                <a:lnTo>
                  <a:pt x="2944368" y="361950"/>
                </a:lnTo>
                <a:lnTo>
                  <a:pt x="2944368" y="387096"/>
                </a:lnTo>
                <a:lnTo>
                  <a:pt x="3020568" y="387096"/>
                </a:lnTo>
                <a:lnTo>
                  <a:pt x="3020568" y="361950"/>
                </a:lnTo>
                <a:close/>
              </a:path>
              <a:path w="7035800" h="1073150">
                <a:moveTo>
                  <a:pt x="3052572" y="1047750"/>
                </a:moveTo>
                <a:lnTo>
                  <a:pt x="2976372" y="1047750"/>
                </a:lnTo>
                <a:lnTo>
                  <a:pt x="2976372" y="1072896"/>
                </a:lnTo>
                <a:lnTo>
                  <a:pt x="3052572" y="1072896"/>
                </a:lnTo>
                <a:lnTo>
                  <a:pt x="3052572" y="1047750"/>
                </a:lnTo>
                <a:close/>
              </a:path>
              <a:path w="7035800" h="1073150">
                <a:moveTo>
                  <a:pt x="3122676" y="361950"/>
                </a:moveTo>
                <a:lnTo>
                  <a:pt x="3046476" y="361950"/>
                </a:lnTo>
                <a:lnTo>
                  <a:pt x="3046476" y="387096"/>
                </a:lnTo>
                <a:lnTo>
                  <a:pt x="3122676" y="387096"/>
                </a:lnTo>
                <a:lnTo>
                  <a:pt x="3122676" y="361950"/>
                </a:lnTo>
                <a:close/>
              </a:path>
              <a:path w="7035800" h="1073150">
                <a:moveTo>
                  <a:pt x="3154680" y="1047750"/>
                </a:moveTo>
                <a:lnTo>
                  <a:pt x="3078480" y="1047750"/>
                </a:lnTo>
                <a:lnTo>
                  <a:pt x="3078480" y="1072896"/>
                </a:lnTo>
                <a:lnTo>
                  <a:pt x="3154680" y="1072896"/>
                </a:lnTo>
                <a:lnTo>
                  <a:pt x="3154680" y="1047750"/>
                </a:lnTo>
                <a:close/>
              </a:path>
              <a:path w="7035800" h="1073150">
                <a:moveTo>
                  <a:pt x="3224022" y="361950"/>
                </a:moveTo>
                <a:lnTo>
                  <a:pt x="3147822" y="361950"/>
                </a:lnTo>
                <a:lnTo>
                  <a:pt x="3147822" y="387096"/>
                </a:lnTo>
                <a:lnTo>
                  <a:pt x="3224022" y="387096"/>
                </a:lnTo>
                <a:lnTo>
                  <a:pt x="3224022" y="361950"/>
                </a:lnTo>
                <a:close/>
              </a:path>
              <a:path w="7035800" h="1073150">
                <a:moveTo>
                  <a:pt x="3256026" y="1047750"/>
                </a:moveTo>
                <a:lnTo>
                  <a:pt x="3179826" y="1047750"/>
                </a:lnTo>
                <a:lnTo>
                  <a:pt x="3179826" y="1072896"/>
                </a:lnTo>
                <a:lnTo>
                  <a:pt x="3256026" y="1072896"/>
                </a:lnTo>
                <a:lnTo>
                  <a:pt x="3256026" y="1047750"/>
                </a:lnTo>
                <a:close/>
              </a:path>
              <a:path w="7035800" h="1073150">
                <a:moveTo>
                  <a:pt x="3325368" y="361950"/>
                </a:moveTo>
                <a:lnTo>
                  <a:pt x="3249168" y="361950"/>
                </a:lnTo>
                <a:lnTo>
                  <a:pt x="3249168" y="387096"/>
                </a:lnTo>
                <a:lnTo>
                  <a:pt x="3325368" y="387096"/>
                </a:lnTo>
                <a:lnTo>
                  <a:pt x="3325368" y="361950"/>
                </a:lnTo>
                <a:close/>
              </a:path>
              <a:path w="7035800" h="1073150">
                <a:moveTo>
                  <a:pt x="3357372" y="1047750"/>
                </a:moveTo>
                <a:lnTo>
                  <a:pt x="3281172" y="1047750"/>
                </a:lnTo>
                <a:lnTo>
                  <a:pt x="3281172" y="1072896"/>
                </a:lnTo>
                <a:lnTo>
                  <a:pt x="3357372" y="1072896"/>
                </a:lnTo>
                <a:lnTo>
                  <a:pt x="3357372" y="1047750"/>
                </a:lnTo>
                <a:close/>
              </a:path>
              <a:path w="7035800" h="1073150">
                <a:moveTo>
                  <a:pt x="3427476" y="361950"/>
                </a:moveTo>
                <a:lnTo>
                  <a:pt x="3351276" y="361950"/>
                </a:lnTo>
                <a:lnTo>
                  <a:pt x="3351276" y="387096"/>
                </a:lnTo>
                <a:lnTo>
                  <a:pt x="3427476" y="387096"/>
                </a:lnTo>
                <a:lnTo>
                  <a:pt x="3427476" y="361950"/>
                </a:lnTo>
                <a:close/>
              </a:path>
              <a:path w="7035800" h="1073150">
                <a:moveTo>
                  <a:pt x="3459480" y="1047750"/>
                </a:moveTo>
                <a:lnTo>
                  <a:pt x="3383280" y="1047750"/>
                </a:lnTo>
                <a:lnTo>
                  <a:pt x="3383280" y="1072896"/>
                </a:lnTo>
                <a:lnTo>
                  <a:pt x="3459480" y="1072896"/>
                </a:lnTo>
                <a:lnTo>
                  <a:pt x="3459480" y="1047750"/>
                </a:lnTo>
                <a:close/>
              </a:path>
              <a:path w="7035800" h="1073150">
                <a:moveTo>
                  <a:pt x="3528822" y="361950"/>
                </a:moveTo>
                <a:lnTo>
                  <a:pt x="3452622" y="361950"/>
                </a:lnTo>
                <a:lnTo>
                  <a:pt x="3452622" y="387096"/>
                </a:lnTo>
                <a:lnTo>
                  <a:pt x="3528822" y="387096"/>
                </a:lnTo>
                <a:lnTo>
                  <a:pt x="3528822" y="361950"/>
                </a:lnTo>
                <a:close/>
              </a:path>
              <a:path w="7035800" h="1073150">
                <a:moveTo>
                  <a:pt x="3560826" y="1047750"/>
                </a:moveTo>
                <a:lnTo>
                  <a:pt x="3484626" y="1047750"/>
                </a:lnTo>
                <a:lnTo>
                  <a:pt x="3484626" y="1072896"/>
                </a:lnTo>
                <a:lnTo>
                  <a:pt x="3560826" y="1072896"/>
                </a:lnTo>
                <a:lnTo>
                  <a:pt x="3560826" y="1047750"/>
                </a:lnTo>
                <a:close/>
              </a:path>
              <a:path w="7035800" h="1073150">
                <a:moveTo>
                  <a:pt x="3630168" y="361950"/>
                </a:moveTo>
                <a:lnTo>
                  <a:pt x="3553968" y="361950"/>
                </a:lnTo>
                <a:lnTo>
                  <a:pt x="3553968" y="387096"/>
                </a:lnTo>
                <a:lnTo>
                  <a:pt x="3630168" y="387096"/>
                </a:lnTo>
                <a:lnTo>
                  <a:pt x="3630168" y="361950"/>
                </a:lnTo>
                <a:close/>
              </a:path>
              <a:path w="7035800" h="1073150">
                <a:moveTo>
                  <a:pt x="3662172" y="1047750"/>
                </a:moveTo>
                <a:lnTo>
                  <a:pt x="3585972" y="1047750"/>
                </a:lnTo>
                <a:lnTo>
                  <a:pt x="3585972" y="1072896"/>
                </a:lnTo>
                <a:lnTo>
                  <a:pt x="3662172" y="1072896"/>
                </a:lnTo>
                <a:lnTo>
                  <a:pt x="3662172" y="1047750"/>
                </a:lnTo>
                <a:close/>
              </a:path>
              <a:path w="7035800" h="1073150">
                <a:moveTo>
                  <a:pt x="3732276" y="361950"/>
                </a:moveTo>
                <a:lnTo>
                  <a:pt x="3656076" y="361950"/>
                </a:lnTo>
                <a:lnTo>
                  <a:pt x="3656076" y="387096"/>
                </a:lnTo>
                <a:lnTo>
                  <a:pt x="3732276" y="387096"/>
                </a:lnTo>
                <a:lnTo>
                  <a:pt x="3732276" y="361950"/>
                </a:lnTo>
                <a:close/>
              </a:path>
              <a:path w="7035800" h="1073150">
                <a:moveTo>
                  <a:pt x="3764280" y="1047750"/>
                </a:moveTo>
                <a:lnTo>
                  <a:pt x="3688080" y="1047750"/>
                </a:lnTo>
                <a:lnTo>
                  <a:pt x="3688080" y="1072896"/>
                </a:lnTo>
                <a:lnTo>
                  <a:pt x="3764280" y="1072896"/>
                </a:lnTo>
                <a:lnTo>
                  <a:pt x="3764280" y="1047750"/>
                </a:lnTo>
                <a:close/>
              </a:path>
              <a:path w="7035800" h="1073150">
                <a:moveTo>
                  <a:pt x="3833622" y="361950"/>
                </a:moveTo>
                <a:lnTo>
                  <a:pt x="3757422" y="361950"/>
                </a:lnTo>
                <a:lnTo>
                  <a:pt x="3757422" y="387096"/>
                </a:lnTo>
                <a:lnTo>
                  <a:pt x="3833622" y="387096"/>
                </a:lnTo>
                <a:lnTo>
                  <a:pt x="3833622" y="361950"/>
                </a:lnTo>
                <a:close/>
              </a:path>
              <a:path w="7035800" h="1073150">
                <a:moveTo>
                  <a:pt x="3865626" y="1047750"/>
                </a:moveTo>
                <a:lnTo>
                  <a:pt x="3789426" y="1047750"/>
                </a:lnTo>
                <a:lnTo>
                  <a:pt x="3789426" y="1072896"/>
                </a:lnTo>
                <a:lnTo>
                  <a:pt x="3865626" y="1072896"/>
                </a:lnTo>
                <a:lnTo>
                  <a:pt x="3865626" y="1047750"/>
                </a:lnTo>
                <a:close/>
              </a:path>
              <a:path w="7035800" h="1073150">
                <a:moveTo>
                  <a:pt x="3934968" y="361950"/>
                </a:moveTo>
                <a:lnTo>
                  <a:pt x="3858768" y="361950"/>
                </a:lnTo>
                <a:lnTo>
                  <a:pt x="3858768" y="387096"/>
                </a:lnTo>
                <a:lnTo>
                  <a:pt x="3934968" y="387096"/>
                </a:lnTo>
                <a:lnTo>
                  <a:pt x="3934968" y="361950"/>
                </a:lnTo>
                <a:close/>
              </a:path>
              <a:path w="7035800" h="1073150">
                <a:moveTo>
                  <a:pt x="3966972" y="1047750"/>
                </a:moveTo>
                <a:lnTo>
                  <a:pt x="3890772" y="1047750"/>
                </a:lnTo>
                <a:lnTo>
                  <a:pt x="3890772" y="1072896"/>
                </a:lnTo>
                <a:lnTo>
                  <a:pt x="3966972" y="1072896"/>
                </a:lnTo>
                <a:lnTo>
                  <a:pt x="3966972" y="1047750"/>
                </a:lnTo>
                <a:close/>
              </a:path>
              <a:path w="7035800" h="1073150">
                <a:moveTo>
                  <a:pt x="4037076" y="361950"/>
                </a:moveTo>
                <a:lnTo>
                  <a:pt x="3960876" y="361950"/>
                </a:lnTo>
                <a:lnTo>
                  <a:pt x="3960876" y="387096"/>
                </a:lnTo>
                <a:lnTo>
                  <a:pt x="4037076" y="387096"/>
                </a:lnTo>
                <a:lnTo>
                  <a:pt x="4037076" y="361950"/>
                </a:lnTo>
                <a:close/>
              </a:path>
              <a:path w="7035800" h="1073150">
                <a:moveTo>
                  <a:pt x="4069080" y="1047750"/>
                </a:moveTo>
                <a:lnTo>
                  <a:pt x="3992880" y="1047750"/>
                </a:lnTo>
                <a:lnTo>
                  <a:pt x="3992880" y="1072896"/>
                </a:lnTo>
                <a:lnTo>
                  <a:pt x="4069080" y="1072896"/>
                </a:lnTo>
                <a:lnTo>
                  <a:pt x="4069080" y="1047750"/>
                </a:lnTo>
                <a:close/>
              </a:path>
              <a:path w="7035800" h="1073150">
                <a:moveTo>
                  <a:pt x="4107180" y="307848"/>
                </a:moveTo>
                <a:lnTo>
                  <a:pt x="4098036" y="307848"/>
                </a:lnTo>
                <a:lnTo>
                  <a:pt x="4098036" y="336042"/>
                </a:lnTo>
                <a:lnTo>
                  <a:pt x="4107180" y="336042"/>
                </a:lnTo>
                <a:lnTo>
                  <a:pt x="4107180" y="307848"/>
                </a:lnTo>
                <a:close/>
              </a:path>
              <a:path w="7035800" h="1073150">
                <a:moveTo>
                  <a:pt x="4107180" y="269748"/>
                </a:moveTo>
                <a:lnTo>
                  <a:pt x="4098036" y="269748"/>
                </a:lnTo>
                <a:lnTo>
                  <a:pt x="4098036" y="297942"/>
                </a:lnTo>
                <a:lnTo>
                  <a:pt x="4107180" y="297942"/>
                </a:lnTo>
                <a:lnTo>
                  <a:pt x="4107180" y="269748"/>
                </a:lnTo>
                <a:close/>
              </a:path>
              <a:path w="7035800" h="1073150">
                <a:moveTo>
                  <a:pt x="4107180" y="231648"/>
                </a:moveTo>
                <a:lnTo>
                  <a:pt x="4098036" y="231648"/>
                </a:lnTo>
                <a:lnTo>
                  <a:pt x="4098036" y="259842"/>
                </a:lnTo>
                <a:lnTo>
                  <a:pt x="4107180" y="259842"/>
                </a:lnTo>
                <a:lnTo>
                  <a:pt x="4107180" y="231648"/>
                </a:lnTo>
                <a:close/>
              </a:path>
              <a:path w="7035800" h="1073150">
                <a:moveTo>
                  <a:pt x="4107180" y="193548"/>
                </a:moveTo>
                <a:lnTo>
                  <a:pt x="4098036" y="193548"/>
                </a:lnTo>
                <a:lnTo>
                  <a:pt x="4098036" y="221742"/>
                </a:lnTo>
                <a:lnTo>
                  <a:pt x="4107180" y="221742"/>
                </a:lnTo>
                <a:lnTo>
                  <a:pt x="4107180" y="193548"/>
                </a:lnTo>
                <a:close/>
              </a:path>
              <a:path w="7035800" h="1073150">
                <a:moveTo>
                  <a:pt x="4107180" y="155448"/>
                </a:moveTo>
                <a:lnTo>
                  <a:pt x="4098036" y="155448"/>
                </a:lnTo>
                <a:lnTo>
                  <a:pt x="4098036" y="183642"/>
                </a:lnTo>
                <a:lnTo>
                  <a:pt x="4107180" y="183642"/>
                </a:lnTo>
                <a:lnTo>
                  <a:pt x="4107180" y="155448"/>
                </a:lnTo>
                <a:close/>
              </a:path>
              <a:path w="7035800" h="1073150">
                <a:moveTo>
                  <a:pt x="4107180" y="117348"/>
                </a:moveTo>
                <a:lnTo>
                  <a:pt x="4098036" y="117348"/>
                </a:lnTo>
                <a:lnTo>
                  <a:pt x="4098036" y="145542"/>
                </a:lnTo>
                <a:lnTo>
                  <a:pt x="4107180" y="145542"/>
                </a:lnTo>
                <a:lnTo>
                  <a:pt x="4107180" y="117348"/>
                </a:lnTo>
                <a:close/>
              </a:path>
              <a:path w="7035800" h="1073150">
                <a:moveTo>
                  <a:pt x="4107180" y="79248"/>
                </a:moveTo>
                <a:lnTo>
                  <a:pt x="4098036" y="79248"/>
                </a:lnTo>
                <a:lnTo>
                  <a:pt x="4098036" y="107442"/>
                </a:lnTo>
                <a:lnTo>
                  <a:pt x="4107180" y="107442"/>
                </a:lnTo>
                <a:lnTo>
                  <a:pt x="4107180" y="79248"/>
                </a:lnTo>
                <a:close/>
              </a:path>
              <a:path w="7035800" h="1073150">
                <a:moveTo>
                  <a:pt x="4107180" y="41148"/>
                </a:moveTo>
                <a:lnTo>
                  <a:pt x="4098036" y="41148"/>
                </a:lnTo>
                <a:lnTo>
                  <a:pt x="4098036" y="69342"/>
                </a:lnTo>
                <a:lnTo>
                  <a:pt x="4107180" y="69342"/>
                </a:lnTo>
                <a:lnTo>
                  <a:pt x="4107180" y="41148"/>
                </a:lnTo>
                <a:close/>
              </a:path>
              <a:path w="7035800" h="1073150">
                <a:moveTo>
                  <a:pt x="4107180" y="5334"/>
                </a:moveTo>
                <a:lnTo>
                  <a:pt x="4104894" y="7620"/>
                </a:lnTo>
                <a:lnTo>
                  <a:pt x="4104894" y="0"/>
                </a:lnTo>
                <a:lnTo>
                  <a:pt x="4099560" y="0"/>
                </a:lnTo>
                <a:lnTo>
                  <a:pt x="4098036" y="2286"/>
                </a:lnTo>
                <a:lnTo>
                  <a:pt x="4098036" y="31242"/>
                </a:lnTo>
                <a:lnTo>
                  <a:pt x="4102608" y="31242"/>
                </a:lnTo>
                <a:lnTo>
                  <a:pt x="4104894" y="31242"/>
                </a:lnTo>
                <a:lnTo>
                  <a:pt x="4107180" y="31242"/>
                </a:lnTo>
                <a:lnTo>
                  <a:pt x="4107180" y="5334"/>
                </a:lnTo>
                <a:close/>
              </a:path>
              <a:path w="7035800" h="1073150">
                <a:moveTo>
                  <a:pt x="4142994" y="12"/>
                </a:moveTo>
                <a:lnTo>
                  <a:pt x="4114038" y="12"/>
                </a:lnTo>
                <a:lnTo>
                  <a:pt x="4114038" y="9906"/>
                </a:lnTo>
                <a:lnTo>
                  <a:pt x="4142994" y="9906"/>
                </a:lnTo>
                <a:lnTo>
                  <a:pt x="4142994" y="12"/>
                </a:lnTo>
                <a:close/>
              </a:path>
              <a:path w="7035800" h="1073150">
                <a:moveTo>
                  <a:pt x="4170426" y="1047750"/>
                </a:moveTo>
                <a:lnTo>
                  <a:pt x="4094226" y="1047750"/>
                </a:lnTo>
                <a:lnTo>
                  <a:pt x="4094226" y="1072896"/>
                </a:lnTo>
                <a:lnTo>
                  <a:pt x="4170426" y="1072896"/>
                </a:lnTo>
                <a:lnTo>
                  <a:pt x="4170426" y="1047750"/>
                </a:lnTo>
                <a:close/>
              </a:path>
              <a:path w="7035800" h="1073150">
                <a:moveTo>
                  <a:pt x="4181094" y="12"/>
                </a:moveTo>
                <a:lnTo>
                  <a:pt x="4152138" y="12"/>
                </a:lnTo>
                <a:lnTo>
                  <a:pt x="4152138" y="9906"/>
                </a:lnTo>
                <a:lnTo>
                  <a:pt x="4181094" y="9906"/>
                </a:lnTo>
                <a:lnTo>
                  <a:pt x="4181094" y="12"/>
                </a:lnTo>
                <a:close/>
              </a:path>
              <a:path w="7035800" h="1073150">
                <a:moveTo>
                  <a:pt x="4219194" y="12"/>
                </a:moveTo>
                <a:lnTo>
                  <a:pt x="4190238" y="12"/>
                </a:lnTo>
                <a:lnTo>
                  <a:pt x="4190238" y="9906"/>
                </a:lnTo>
                <a:lnTo>
                  <a:pt x="4219194" y="9906"/>
                </a:lnTo>
                <a:lnTo>
                  <a:pt x="4219194" y="12"/>
                </a:lnTo>
                <a:close/>
              </a:path>
              <a:path w="7035800" h="1073150">
                <a:moveTo>
                  <a:pt x="4242816" y="369570"/>
                </a:moveTo>
                <a:lnTo>
                  <a:pt x="4239768" y="369570"/>
                </a:lnTo>
                <a:lnTo>
                  <a:pt x="4239768" y="361950"/>
                </a:lnTo>
                <a:lnTo>
                  <a:pt x="4163568" y="361950"/>
                </a:lnTo>
                <a:lnTo>
                  <a:pt x="4163568" y="369570"/>
                </a:lnTo>
                <a:lnTo>
                  <a:pt x="4138422" y="369570"/>
                </a:lnTo>
                <a:lnTo>
                  <a:pt x="4138422" y="361950"/>
                </a:lnTo>
                <a:lnTo>
                  <a:pt x="4107180" y="361950"/>
                </a:lnTo>
                <a:lnTo>
                  <a:pt x="4107180" y="345948"/>
                </a:lnTo>
                <a:lnTo>
                  <a:pt x="4098036" y="345948"/>
                </a:lnTo>
                <a:lnTo>
                  <a:pt x="4098036" y="361950"/>
                </a:lnTo>
                <a:lnTo>
                  <a:pt x="4062222" y="361950"/>
                </a:lnTo>
                <a:lnTo>
                  <a:pt x="4062222" y="387096"/>
                </a:lnTo>
                <a:lnTo>
                  <a:pt x="4138422" y="387096"/>
                </a:lnTo>
                <a:lnTo>
                  <a:pt x="4138422" y="379476"/>
                </a:lnTo>
                <a:lnTo>
                  <a:pt x="4163568" y="379476"/>
                </a:lnTo>
                <a:lnTo>
                  <a:pt x="4163568" y="387096"/>
                </a:lnTo>
                <a:lnTo>
                  <a:pt x="4239768" y="387096"/>
                </a:lnTo>
                <a:lnTo>
                  <a:pt x="4239768" y="379476"/>
                </a:lnTo>
                <a:lnTo>
                  <a:pt x="4242816" y="379476"/>
                </a:lnTo>
                <a:lnTo>
                  <a:pt x="4242816" y="369570"/>
                </a:lnTo>
                <a:close/>
              </a:path>
              <a:path w="7035800" h="1073150">
                <a:moveTo>
                  <a:pt x="4257294" y="12"/>
                </a:moveTo>
                <a:lnTo>
                  <a:pt x="4228338" y="12"/>
                </a:lnTo>
                <a:lnTo>
                  <a:pt x="4228338" y="9906"/>
                </a:lnTo>
                <a:lnTo>
                  <a:pt x="4257294" y="9906"/>
                </a:lnTo>
                <a:lnTo>
                  <a:pt x="4257294" y="12"/>
                </a:lnTo>
                <a:close/>
              </a:path>
              <a:path w="7035800" h="1073150">
                <a:moveTo>
                  <a:pt x="4271772" y="1047750"/>
                </a:moveTo>
                <a:lnTo>
                  <a:pt x="4195572" y="1047750"/>
                </a:lnTo>
                <a:lnTo>
                  <a:pt x="4195572" y="1072896"/>
                </a:lnTo>
                <a:lnTo>
                  <a:pt x="4271772" y="1072896"/>
                </a:lnTo>
                <a:lnTo>
                  <a:pt x="4271772" y="1047750"/>
                </a:lnTo>
                <a:close/>
              </a:path>
              <a:path w="7035800" h="1073150">
                <a:moveTo>
                  <a:pt x="4295394" y="12"/>
                </a:moveTo>
                <a:lnTo>
                  <a:pt x="4266438" y="12"/>
                </a:lnTo>
                <a:lnTo>
                  <a:pt x="4266438" y="9906"/>
                </a:lnTo>
                <a:lnTo>
                  <a:pt x="4295394" y="9906"/>
                </a:lnTo>
                <a:lnTo>
                  <a:pt x="4295394" y="12"/>
                </a:lnTo>
                <a:close/>
              </a:path>
              <a:path w="7035800" h="1073150">
                <a:moveTo>
                  <a:pt x="4333494" y="12"/>
                </a:moveTo>
                <a:lnTo>
                  <a:pt x="4304538" y="12"/>
                </a:lnTo>
                <a:lnTo>
                  <a:pt x="4304538" y="9906"/>
                </a:lnTo>
                <a:lnTo>
                  <a:pt x="4333494" y="9906"/>
                </a:lnTo>
                <a:lnTo>
                  <a:pt x="4333494" y="12"/>
                </a:lnTo>
                <a:close/>
              </a:path>
              <a:path w="7035800" h="1073150">
                <a:moveTo>
                  <a:pt x="4357116" y="369570"/>
                </a:moveTo>
                <a:lnTo>
                  <a:pt x="4341876" y="369570"/>
                </a:lnTo>
                <a:lnTo>
                  <a:pt x="4341876" y="361950"/>
                </a:lnTo>
                <a:lnTo>
                  <a:pt x="4265676" y="361950"/>
                </a:lnTo>
                <a:lnTo>
                  <a:pt x="4265676" y="369570"/>
                </a:lnTo>
                <a:lnTo>
                  <a:pt x="4252722" y="369570"/>
                </a:lnTo>
                <a:lnTo>
                  <a:pt x="4252722" y="379476"/>
                </a:lnTo>
                <a:lnTo>
                  <a:pt x="4265676" y="379476"/>
                </a:lnTo>
                <a:lnTo>
                  <a:pt x="4265676" y="387096"/>
                </a:lnTo>
                <a:lnTo>
                  <a:pt x="4341876" y="387096"/>
                </a:lnTo>
                <a:lnTo>
                  <a:pt x="4341876" y="379476"/>
                </a:lnTo>
                <a:lnTo>
                  <a:pt x="4357116" y="379476"/>
                </a:lnTo>
                <a:lnTo>
                  <a:pt x="4357116" y="369570"/>
                </a:lnTo>
                <a:close/>
              </a:path>
              <a:path w="7035800" h="1073150">
                <a:moveTo>
                  <a:pt x="4371594" y="12"/>
                </a:moveTo>
                <a:lnTo>
                  <a:pt x="4342638" y="12"/>
                </a:lnTo>
                <a:lnTo>
                  <a:pt x="4342638" y="9906"/>
                </a:lnTo>
                <a:lnTo>
                  <a:pt x="4371594" y="9906"/>
                </a:lnTo>
                <a:lnTo>
                  <a:pt x="4371594" y="12"/>
                </a:lnTo>
                <a:close/>
              </a:path>
              <a:path w="7035800" h="1073150">
                <a:moveTo>
                  <a:pt x="4373880" y="1047750"/>
                </a:moveTo>
                <a:lnTo>
                  <a:pt x="4297680" y="1047750"/>
                </a:lnTo>
                <a:lnTo>
                  <a:pt x="4297680" y="1072896"/>
                </a:lnTo>
                <a:lnTo>
                  <a:pt x="4373880" y="1072896"/>
                </a:lnTo>
                <a:lnTo>
                  <a:pt x="4373880" y="1047750"/>
                </a:lnTo>
                <a:close/>
              </a:path>
              <a:path w="7035800" h="1073150">
                <a:moveTo>
                  <a:pt x="4409694" y="12"/>
                </a:moveTo>
                <a:lnTo>
                  <a:pt x="4380738" y="12"/>
                </a:lnTo>
                <a:lnTo>
                  <a:pt x="4380738" y="9906"/>
                </a:lnTo>
                <a:lnTo>
                  <a:pt x="4409694" y="9906"/>
                </a:lnTo>
                <a:lnTo>
                  <a:pt x="4409694" y="12"/>
                </a:lnTo>
                <a:close/>
              </a:path>
              <a:path w="7035800" h="1073150">
                <a:moveTo>
                  <a:pt x="4447794" y="12"/>
                </a:moveTo>
                <a:lnTo>
                  <a:pt x="4418838" y="12"/>
                </a:lnTo>
                <a:lnTo>
                  <a:pt x="4418838" y="9906"/>
                </a:lnTo>
                <a:lnTo>
                  <a:pt x="4447794" y="9906"/>
                </a:lnTo>
                <a:lnTo>
                  <a:pt x="4447794" y="12"/>
                </a:lnTo>
                <a:close/>
              </a:path>
              <a:path w="7035800" h="1073150">
                <a:moveTo>
                  <a:pt x="4475226" y="1047750"/>
                </a:moveTo>
                <a:lnTo>
                  <a:pt x="4399026" y="1047750"/>
                </a:lnTo>
                <a:lnTo>
                  <a:pt x="4399026" y="1072896"/>
                </a:lnTo>
                <a:lnTo>
                  <a:pt x="4475226" y="1072896"/>
                </a:lnTo>
                <a:lnTo>
                  <a:pt x="4475226" y="1047750"/>
                </a:lnTo>
                <a:close/>
              </a:path>
              <a:path w="7035800" h="1073150">
                <a:moveTo>
                  <a:pt x="4485894" y="0"/>
                </a:moveTo>
                <a:lnTo>
                  <a:pt x="4456938" y="0"/>
                </a:lnTo>
                <a:lnTo>
                  <a:pt x="4456938" y="9906"/>
                </a:lnTo>
                <a:lnTo>
                  <a:pt x="4485894" y="9906"/>
                </a:lnTo>
                <a:lnTo>
                  <a:pt x="4485894" y="0"/>
                </a:lnTo>
                <a:close/>
              </a:path>
              <a:path w="7035800" h="1073150">
                <a:moveTo>
                  <a:pt x="4523994" y="0"/>
                </a:moveTo>
                <a:lnTo>
                  <a:pt x="4495038" y="0"/>
                </a:lnTo>
                <a:lnTo>
                  <a:pt x="4495038" y="9906"/>
                </a:lnTo>
                <a:lnTo>
                  <a:pt x="4523994" y="9906"/>
                </a:lnTo>
                <a:lnTo>
                  <a:pt x="4523994" y="0"/>
                </a:lnTo>
                <a:close/>
              </a:path>
              <a:path w="7035800" h="1073150">
                <a:moveTo>
                  <a:pt x="4547616" y="369570"/>
                </a:moveTo>
                <a:lnTo>
                  <a:pt x="4544568" y="369570"/>
                </a:lnTo>
                <a:lnTo>
                  <a:pt x="4544568" y="361950"/>
                </a:lnTo>
                <a:lnTo>
                  <a:pt x="4468368" y="361950"/>
                </a:lnTo>
                <a:lnTo>
                  <a:pt x="4468368" y="369570"/>
                </a:lnTo>
                <a:lnTo>
                  <a:pt x="4443222" y="369570"/>
                </a:lnTo>
                <a:lnTo>
                  <a:pt x="4443222" y="361950"/>
                </a:lnTo>
                <a:lnTo>
                  <a:pt x="4367022" y="361950"/>
                </a:lnTo>
                <a:lnTo>
                  <a:pt x="4367022" y="369570"/>
                </a:lnTo>
                <a:lnTo>
                  <a:pt x="4367022" y="379476"/>
                </a:lnTo>
                <a:lnTo>
                  <a:pt x="4367022" y="387096"/>
                </a:lnTo>
                <a:lnTo>
                  <a:pt x="4443222" y="387096"/>
                </a:lnTo>
                <a:lnTo>
                  <a:pt x="4443222" y="379476"/>
                </a:lnTo>
                <a:lnTo>
                  <a:pt x="4468368" y="379476"/>
                </a:lnTo>
                <a:lnTo>
                  <a:pt x="4468368" y="387096"/>
                </a:lnTo>
                <a:lnTo>
                  <a:pt x="4544568" y="387096"/>
                </a:lnTo>
                <a:lnTo>
                  <a:pt x="4544568" y="379476"/>
                </a:lnTo>
                <a:lnTo>
                  <a:pt x="4547616" y="379476"/>
                </a:lnTo>
                <a:lnTo>
                  <a:pt x="4547616" y="369570"/>
                </a:lnTo>
                <a:close/>
              </a:path>
              <a:path w="7035800" h="1073150">
                <a:moveTo>
                  <a:pt x="4562094" y="0"/>
                </a:moveTo>
                <a:lnTo>
                  <a:pt x="4533138" y="0"/>
                </a:lnTo>
                <a:lnTo>
                  <a:pt x="4533138" y="9906"/>
                </a:lnTo>
                <a:lnTo>
                  <a:pt x="4562094" y="9906"/>
                </a:lnTo>
                <a:lnTo>
                  <a:pt x="4562094" y="0"/>
                </a:lnTo>
                <a:close/>
              </a:path>
              <a:path w="7035800" h="1073150">
                <a:moveTo>
                  <a:pt x="4576572" y="1047750"/>
                </a:moveTo>
                <a:lnTo>
                  <a:pt x="4500372" y="1047750"/>
                </a:lnTo>
                <a:lnTo>
                  <a:pt x="4500372" y="1072896"/>
                </a:lnTo>
                <a:lnTo>
                  <a:pt x="4576572" y="1072896"/>
                </a:lnTo>
                <a:lnTo>
                  <a:pt x="4576572" y="1047750"/>
                </a:lnTo>
                <a:close/>
              </a:path>
              <a:path w="7035800" h="1073150">
                <a:moveTo>
                  <a:pt x="4600194" y="0"/>
                </a:moveTo>
                <a:lnTo>
                  <a:pt x="4571238" y="0"/>
                </a:lnTo>
                <a:lnTo>
                  <a:pt x="4571238" y="9906"/>
                </a:lnTo>
                <a:lnTo>
                  <a:pt x="4600194" y="9906"/>
                </a:lnTo>
                <a:lnTo>
                  <a:pt x="4600194" y="0"/>
                </a:lnTo>
                <a:close/>
              </a:path>
              <a:path w="7035800" h="1073150">
                <a:moveTo>
                  <a:pt x="4638294" y="0"/>
                </a:moveTo>
                <a:lnTo>
                  <a:pt x="4609338" y="0"/>
                </a:lnTo>
                <a:lnTo>
                  <a:pt x="4609338" y="9906"/>
                </a:lnTo>
                <a:lnTo>
                  <a:pt x="4638294" y="9906"/>
                </a:lnTo>
                <a:lnTo>
                  <a:pt x="4638294" y="0"/>
                </a:lnTo>
                <a:close/>
              </a:path>
              <a:path w="7035800" h="1073150">
                <a:moveTo>
                  <a:pt x="4661916" y="369570"/>
                </a:moveTo>
                <a:lnTo>
                  <a:pt x="4646676" y="369570"/>
                </a:lnTo>
                <a:lnTo>
                  <a:pt x="4646676" y="361950"/>
                </a:lnTo>
                <a:lnTo>
                  <a:pt x="4570476" y="361950"/>
                </a:lnTo>
                <a:lnTo>
                  <a:pt x="4570476" y="369570"/>
                </a:lnTo>
                <a:lnTo>
                  <a:pt x="4557522" y="369570"/>
                </a:lnTo>
                <a:lnTo>
                  <a:pt x="4557522" y="379476"/>
                </a:lnTo>
                <a:lnTo>
                  <a:pt x="4570476" y="379476"/>
                </a:lnTo>
                <a:lnTo>
                  <a:pt x="4570476" y="387096"/>
                </a:lnTo>
                <a:lnTo>
                  <a:pt x="4646676" y="387096"/>
                </a:lnTo>
                <a:lnTo>
                  <a:pt x="4646676" y="379476"/>
                </a:lnTo>
                <a:lnTo>
                  <a:pt x="4661916" y="379476"/>
                </a:lnTo>
                <a:lnTo>
                  <a:pt x="4661916" y="369570"/>
                </a:lnTo>
                <a:close/>
              </a:path>
              <a:path w="7035800" h="1073150">
                <a:moveTo>
                  <a:pt x="4676394" y="0"/>
                </a:moveTo>
                <a:lnTo>
                  <a:pt x="4647438" y="0"/>
                </a:lnTo>
                <a:lnTo>
                  <a:pt x="4647438" y="9906"/>
                </a:lnTo>
                <a:lnTo>
                  <a:pt x="4676394" y="9906"/>
                </a:lnTo>
                <a:lnTo>
                  <a:pt x="4676394" y="0"/>
                </a:lnTo>
                <a:close/>
              </a:path>
              <a:path w="7035800" h="1073150">
                <a:moveTo>
                  <a:pt x="4678680" y="1047750"/>
                </a:moveTo>
                <a:lnTo>
                  <a:pt x="4602480" y="1047750"/>
                </a:lnTo>
                <a:lnTo>
                  <a:pt x="4602480" y="1072896"/>
                </a:lnTo>
                <a:lnTo>
                  <a:pt x="4678680" y="1072896"/>
                </a:lnTo>
                <a:lnTo>
                  <a:pt x="4678680" y="1047750"/>
                </a:lnTo>
                <a:close/>
              </a:path>
              <a:path w="7035800" h="1073150">
                <a:moveTo>
                  <a:pt x="4714494" y="0"/>
                </a:moveTo>
                <a:lnTo>
                  <a:pt x="4685538" y="0"/>
                </a:lnTo>
                <a:lnTo>
                  <a:pt x="4685538" y="9906"/>
                </a:lnTo>
                <a:lnTo>
                  <a:pt x="4714494" y="9906"/>
                </a:lnTo>
                <a:lnTo>
                  <a:pt x="4714494" y="0"/>
                </a:lnTo>
                <a:close/>
              </a:path>
              <a:path w="7035800" h="1073150">
                <a:moveTo>
                  <a:pt x="4752594" y="0"/>
                </a:moveTo>
                <a:lnTo>
                  <a:pt x="4723638" y="0"/>
                </a:lnTo>
                <a:lnTo>
                  <a:pt x="4723638" y="9906"/>
                </a:lnTo>
                <a:lnTo>
                  <a:pt x="4752594" y="9906"/>
                </a:lnTo>
                <a:lnTo>
                  <a:pt x="4752594" y="0"/>
                </a:lnTo>
                <a:close/>
              </a:path>
              <a:path w="7035800" h="1073150">
                <a:moveTo>
                  <a:pt x="4780026" y="1047750"/>
                </a:moveTo>
                <a:lnTo>
                  <a:pt x="4703826" y="1047750"/>
                </a:lnTo>
                <a:lnTo>
                  <a:pt x="4703826" y="1072896"/>
                </a:lnTo>
                <a:lnTo>
                  <a:pt x="4780026" y="1072896"/>
                </a:lnTo>
                <a:lnTo>
                  <a:pt x="4780026" y="1047750"/>
                </a:lnTo>
                <a:close/>
              </a:path>
              <a:path w="7035800" h="1073150">
                <a:moveTo>
                  <a:pt x="4790694" y="0"/>
                </a:moveTo>
                <a:lnTo>
                  <a:pt x="4761738" y="0"/>
                </a:lnTo>
                <a:lnTo>
                  <a:pt x="4761738" y="9906"/>
                </a:lnTo>
                <a:lnTo>
                  <a:pt x="4790694" y="9906"/>
                </a:lnTo>
                <a:lnTo>
                  <a:pt x="4790694" y="0"/>
                </a:lnTo>
                <a:close/>
              </a:path>
              <a:path w="7035800" h="1073150">
                <a:moveTo>
                  <a:pt x="4828794" y="0"/>
                </a:moveTo>
                <a:lnTo>
                  <a:pt x="4799838" y="0"/>
                </a:lnTo>
                <a:lnTo>
                  <a:pt x="4799838" y="9906"/>
                </a:lnTo>
                <a:lnTo>
                  <a:pt x="4828794" y="9906"/>
                </a:lnTo>
                <a:lnTo>
                  <a:pt x="4828794" y="0"/>
                </a:lnTo>
                <a:close/>
              </a:path>
              <a:path w="7035800" h="1073150">
                <a:moveTo>
                  <a:pt x="4852416" y="369570"/>
                </a:moveTo>
                <a:lnTo>
                  <a:pt x="4849368" y="369570"/>
                </a:lnTo>
                <a:lnTo>
                  <a:pt x="4849368" y="361950"/>
                </a:lnTo>
                <a:lnTo>
                  <a:pt x="4773168" y="361950"/>
                </a:lnTo>
                <a:lnTo>
                  <a:pt x="4773168" y="369570"/>
                </a:lnTo>
                <a:lnTo>
                  <a:pt x="4748022" y="369570"/>
                </a:lnTo>
                <a:lnTo>
                  <a:pt x="4748022" y="361950"/>
                </a:lnTo>
                <a:lnTo>
                  <a:pt x="4671822" y="361950"/>
                </a:lnTo>
                <a:lnTo>
                  <a:pt x="4671822" y="369570"/>
                </a:lnTo>
                <a:lnTo>
                  <a:pt x="4671822" y="379476"/>
                </a:lnTo>
                <a:lnTo>
                  <a:pt x="4671822" y="387096"/>
                </a:lnTo>
                <a:lnTo>
                  <a:pt x="4748022" y="387096"/>
                </a:lnTo>
                <a:lnTo>
                  <a:pt x="4748022" y="379476"/>
                </a:lnTo>
                <a:lnTo>
                  <a:pt x="4773168" y="379476"/>
                </a:lnTo>
                <a:lnTo>
                  <a:pt x="4773168" y="387096"/>
                </a:lnTo>
                <a:lnTo>
                  <a:pt x="4849368" y="387096"/>
                </a:lnTo>
                <a:lnTo>
                  <a:pt x="4849368" y="379476"/>
                </a:lnTo>
                <a:lnTo>
                  <a:pt x="4852416" y="379476"/>
                </a:lnTo>
                <a:lnTo>
                  <a:pt x="4852416" y="369570"/>
                </a:lnTo>
                <a:close/>
              </a:path>
              <a:path w="7035800" h="1073150">
                <a:moveTo>
                  <a:pt x="4866894" y="0"/>
                </a:moveTo>
                <a:lnTo>
                  <a:pt x="4837938" y="0"/>
                </a:lnTo>
                <a:lnTo>
                  <a:pt x="4837938" y="9906"/>
                </a:lnTo>
                <a:lnTo>
                  <a:pt x="4866894" y="9906"/>
                </a:lnTo>
                <a:lnTo>
                  <a:pt x="4866894" y="0"/>
                </a:lnTo>
                <a:close/>
              </a:path>
              <a:path w="7035800" h="1073150">
                <a:moveTo>
                  <a:pt x="4881372" y="1047750"/>
                </a:moveTo>
                <a:lnTo>
                  <a:pt x="4805172" y="1047750"/>
                </a:lnTo>
                <a:lnTo>
                  <a:pt x="4805172" y="1072896"/>
                </a:lnTo>
                <a:lnTo>
                  <a:pt x="4881372" y="1072896"/>
                </a:lnTo>
                <a:lnTo>
                  <a:pt x="4881372" y="1047750"/>
                </a:lnTo>
                <a:close/>
              </a:path>
              <a:path w="7035800" h="1073150">
                <a:moveTo>
                  <a:pt x="4904994" y="0"/>
                </a:moveTo>
                <a:lnTo>
                  <a:pt x="4876038" y="0"/>
                </a:lnTo>
                <a:lnTo>
                  <a:pt x="4876038" y="9906"/>
                </a:lnTo>
                <a:lnTo>
                  <a:pt x="4904994" y="9906"/>
                </a:lnTo>
                <a:lnTo>
                  <a:pt x="4904994" y="0"/>
                </a:lnTo>
                <a:close/>
              </a:path>
              <a:path w="7035800" h="1073150">
                <a:moveTo>
                  <a:pt x="4943094" y="0"/>
                </a:moveTo>
                <a:lnTo>
                  <a:pt x="4914138" y="0"/>
                </a:lnTo>
                <a:lnTo>
                  <a:pt x="4914138" y="9906"/>
                </a:lnTo>
                <a:lnTo>
                  <a:pt x="4943094" y="9906"/>
                </a:lnTo>
                <a:lnTo>
                  <a:pt x="4943094" y="0"/>
                </a:lnTo>
                <a:close/>
              </a:path>
              <a:path w="7035800" h="1073150">
                <a:moveTo>
                  <a:pt x="4966716" y="369570"/>
                </a:moveTo>
                <a:lnTo>
                  <a:pt x="4951476" y="369570"/>
                </a:lnTo>
                <a:lnTo>
                  <a:pt x="4951476" y="361950"/>
                </a:lnTo>
                <a:lnTo>
                  <a:pt x="4875276" y="361950"/>
                </a:lnTo>
                <a:lnTo>
                  <a:pt x="4875276" y="369570"/>
                </a:lnTo>
                <a:lnTo>
                  <a:pt x="4862322" y="369570"/>
                </a:lnTo>
                <a:lnTo>
                  <a:pt x="4862322" y="379476"/>
                </a:lnTo>
                <a:lnTo>
                  <a:pt x="4875276" y="379476"/>
                </a:lnTo>
                <a:lnTo>
                  <a:pt x="4875276" y="387096"/>
                </a:lnTo>
                <a:lnTo>
                  <a:pt x="4951476" y="387096"/>
                </a:lnTo>
                <a:lnTo>
                  <a:pt x="4951476" y="379476"/>
                </a:lnTo>
                <a:lnTo>
                  <a:pt x="4966716" y="379476"/>
                </a:lnTo>
                <a:lnTo>
                  <a:pt x="4966716" y="369570"/>
                </a:lnTo>
                <a:close/>
              </a:path>
              <a:path w="7035800" h="1073150">
                <a:moveTo>
                  <a:pt x="4981194" y="0"/>
                </a:moveTo>
                <a:lnTo>
                  <a:pt x="4952238" y="0"/>
                </a:lnTo>
                <a:lnTo>
                  <a:pt x="4952238" y="9906"/>
                </a:lnTo>
                <a:lnTo>
                  <a:pt x="4981194" y="9906"/>
                </a:lnTo>
                <a:lnTo>
                  <a:pt x="4981194" y="0"/>
                </a:lnTo>
                <a:close/>
              </a:path>
              <a:path w="7035800" h="1073150">
                <a:moveTo>
                  <a:pt x="4983480" y="1047750"/>
                </a:moveTo>
                <a:lnTo>
                  <a:pt x="4907280" y="1047750"/>
                </a:lnTo>
                <a:lnTo>
                  <a:pt x="4907280" y="1072896"/>
                </a:lnTo>
                <a:lnTo>
                  <a:pt x="4983480" y="1072896"/>
                </a:lnTo>
                <a:lnTo>
                  <a:pt x="4983480" y="1047750"/>
                </a:lnTo>
                <a:close/>
              </a:path>
              <a:path w="7035800" h="1073150">
                <a:moveTo>
                  <a:pt x="5019294" y="0"/>
                </a:moveTo>
                <a:lnTo>
                  <a:pt x="4990338" y="0"/>
                </a:lnTo>
                <a:lnTo>
                  <a:pt x="4990338" y="9906"/>
                </a:lnTo>
                <a:lnTo>
                  <a:pt x="5019294" y="9906"/>
                </a:lnTo>
                <a:lnTo>
                  <a:pt x="5019294" y="0"/>
                </a:lnTo>
                <a:close/>
              </a:path>
              <a:path w="7035800" h="1073150">
                <a:moveTo>
                  <a:pt x="5057394" y="0"/>
                </a:moveTo>
                <a:lnTo>
                  <a:pt x="5028438" y="0"/>
                </a:lnTo>
                <a:lnTo>
                  <a:pt x="5028438" y="9906"/>
                </a:lnTo>
                <a:lnTo>
                  <a:pt x="5057394" y="9906"/>
                </a:lnTo>
                <a:lnTo>
                  <a:pt x="5057394" y="0"/>
                </a:lnTo>
                <a:close/>
              </a:path>
              <a:path w="7035800" h="1073150">
                <a:moveTo>
                  <a:pt x="5084826" y="1047750"/>
                </a:moveTo>
                <a:lnTo>
                  <a:pt x="5008613" y="1047750"/>
                </a:lnTo>
                <a:lnTo>
                  <a:pt x="5008613" y="1072896"/>
                </a:lnTo>
                <a:lnTo>
                  <a:pt x="5084826" y="1072896"/>
                </a:lnTo>
                <a:lnTo>
                  <a:pt x="5084826" y="1047750"/>
                </a:lnTo>
                <a:close/>
              </a:path>
              <a:path w="7035800" h="1073150">
                <a:moveTo>
                  <a:pt x="5095494" y="0"/>
                </a:moveTo>
                <a:lnTo>
                  <a:pt x="5066538" y="0"/>
                </a:lnTo>
                <a:lnTo>
                  <a:pt x="5066538" y="9906"/>
                </a:lnTo>
                <a:lnTo>
                  <a:pt x="5095494" y="9906"/>
                </a:lnTo>
                <a:lnTo>
                  <a:pt x="5095494" y="0"/>
                </a:lnTo>
                <a:close/>
              </a:path>
              <a:path w="7035800" h="1073150">
                <a:moveTo>
                  <a:pt x="5133594" y="0"/>
                </a:moveTo>
                <a:lnTo>
                  <a:pt x="5104638" y="0"/>
                </a:lnTo>
                <a:lnTo>
                  <a:pt x="5104638" y="9906"/>
                </a:lnTo>
                <a:lnTo>
                  <a:pt x="5133594" y="9906"/>
                </a:lnTo>
                <a:lnTo>
                  <a:pt x="5133594" y="0"/>
                </a:lnTo>
                <a:close/>
              </a:path>
              <a:path w="7035800" h="1073150">
                <a:moveTo>
                  <a:pt x="5157216" y="369570"/>
                </a:moveTo>
                <a:lnTo>
                  <a:pt x="5154168" y="369570"/>
                </a:lnTo>
                <a:lnTo>
                  <a:pt x="5154168" y="361950"/>
                </a:lnTo>
                <a:lnTo>
                  <a:pt x="5077968" y="361950"/>
                </a:lnTo>
                <a:lnTo>
                  <a:pt x="5077968" y="369570"/>
                </a:lnTo>
                <a:lnTo>
                  <a:pt x="5052822" y="369570"/>
                </a:lnTo>
                <a:lnTo>
                  <a:pt x="5052822" y="361950"/>
                </a:lnTo>
                <a:lnTo>
                  <a:pt x="4976622" y="361950"/>
                </a:lnTo>
                <a:lnTo>
                  <a:pt x="4976622" y="369570"/>
                </a:lnTo>
                <a:lnTo>
                  <a:pt x="4976622" y="379476"/>
                </a:lnTo>
                <a:lnTo>
                  <a:pt x="4976622" y="387096"/>
                </a:lnTo>
                <a:lnTo>
                  <a:pt x="5052822" y="387096"/>
                </a:lnTo>
                <a:lnTo>
                  <a:pt x="5052822" y="379476"/>
                </a:lnTo>
                <a:lnTo>
                  <a:pt x="5077968" y="379476"/>
                </a:lnTo>
                <a:lnTo>
                  <a:pt x="5077968" y="387096"/>
                </a:lnTo>
                <a:lnTo>
                  <a:pt x="5154168" y="387096"/>
                </a:lnTo>
                <a:lnTo>
                  <a:pt x="5154168" y="379476"/>
                </a:lnTo>
                <a:lnTo>
                  <a:pt x="5157216" y="379476"/>
                </a:lnTo>
                <a:lnTo>
                  <a:pt x="5157216" y="369570"/>
                </a:lnTo>
                <a:close/>
              </a:path>
              <a:path w="7035800" h="1073150">
                <a:moveTo>
                  <a:pt x="5171694" y="0"/>
                </a:moveTo>
                <a:lnTo>
                  <a:pt x="5142738" y="0"/>
                </a:lnTo>
                <a:lnTo>
                  <a:pt x="5142738" y="9906"/>
                </a:lnTo>
                <a:lnTo>
                  <a:pt x="5171694" y="9906"/>
                </a:lnTo>
                <a:lnTo>
                  <a:pt x="5171694" y="0"/>
                </a:lnTo>
                <a:close/>
              </a:path>
              <a:path w="7035800" h="1073150">
                <a:moveTo>
                  <a:pt x="5186172" y="1047750"/>
                </a:moveTo>
                <a:lnTo>
                  <a:pt x="5109972" y="1047750"/>
                </a:lnTo>
                <a:lnTo>
                  <a:pt x="5109972" y="1072896"/>
                </a:lnTo>
                <a:lnTo>
                  <a:pt x="5186172" y="1072896"/>
                </a:lnTo>
                <a:lnTo>
                  <a:pt x="5186172" y="1047750"/>
                </a:lnTo>
                <a:close/>
              </a:path>
              <a:path w="7035800" h="1073150">
                <a:moveTo>
                  <a:pt x="5209794" y="0"/>
                </a:moveTo>
                <a:lnTo>
                  <a:pt x="5180838" y="0"/>
                </a:lnTo>
                <a:lnTo>
                  <a:pt x="5180838" y="9906"/>
                </a:lnTo>
                <a:lnTo>
                  <a:pt x="5209794" y="9906"/>
                </a:lnTo>
                <a:lnTo>
                  <a:pt x="5209794" y="0"/>
                </a:lnTo>
                <a:close/>
              </a:path>
              <a:path w="7035800" h="1073150">
                <a:moveTo>
                  <a:pt x="5247894" y="0"/>
                </a:moveTo>
                <a:lnTo>
                  <a:pt x="5218938" y="0"/>
                </a:lnTo>
                <a:lnTo>
                  <a:pt x="5218938" y="9906"/>
                </a:lnTo>
                <a:lnTo>
                  <a:pt x="5247894" y="9906"/>
                </a:lnTo>
                <a:lnTo>
                  <a:pt x="5247894" y="0"/>
                </a:lnTo>
                <a:close/>
              </a:path>
              <a:path w="7035800" h="1073150">
                <a:moveTo>
                  <a:pt x="5271516" y="369570"/>
                </a:moveTo>
                <a:lnTo>
                  <a:pt x="5256276" y="369570"/>
                </a:lnTo>
                <a:lnTo>
                  <a:pt x="5256276" y="361950"/>
                </a:lnTo>
                <a:lnTo>
                  <a:pt x="5180076" y="361950"/>
                </a:lnTo>
                <a:lnTo>
                  <a:pt x="5180076" y="369570"/>
                </a:lnTo>
                <a:lnTo>
                  <a:pt x="5167122" y="369570"/>
                </a:lnTo>
                <a:lnTo>
                  <a:pt x="5167122" y="379476"/>
                </a:lnTo>
                <a:lnTo>
                  <a:pt x="5180076" y="379476"/>
                </a:lnTo>
                <a:lnTo>
                  <a:pt x="5180076" y="387096"/>
                </a:lnTo>
                <a:lnTo>
                  <a:pt x="5256276" y="387096"/>
                </a:lnTo>
                <a:lnTo>
                  <a:pt x="5256276" y="379476"/>
                </a:lnTo>
                <a:lnTo>
                  <a:pt x="5271516" y="379476"/>
                </a:lnTo>
                <a:lnTo>
                  <a:pt x="5271516" y="369570"/>
                </a:lnTo>
                <a:close/>
              </a:path>
              <a:path w="7035800" h="1073150">
                <a:moveTo>
                  <a:pt x="5285994" y="0"/>
                </a:moveTo>
                <a:lnTo>
                  <a:pt x="5257038" y="0"/>
                </a:lnTo>
                <a:lnTo>
                  <a:pt x="5257038" y="9906"/>
                </a:lnTo>
                <a:lnTo>
                  <a:pt x="5285994" y="9906"/>
                </a:lnTo>
                <a:lnTo>
                  <a:pt x="5285994" y="0"/>
                </a:lnTo>
                <a:close/>
              </a:path>
              <a:path w="7035800" h="1073150">
                <a:moveTo>
                  <a:pt x="5288280" y="1047750"/>
                </a:moveTo>
                <a:lnTo>
                  <a:pt x="5212080" y="1047750"/>
                </a:lnTo>
                <a:lnTo>
                  <a:pt x="5212080" y="1072896"/>
                </a:lnTo>
                <a:lnTo>
                  <a:pt x="5288280" y="1072896"/>
                </a:lnTo>
                <a:lnTo>
                  <a:pt x="5288280" y="1047750"/>
                </a:lnTo>
                <a:close/>
              </a:path>
              <a:path w="7035800" h="1073150">
                <a:moveTo>
                  <a:pt x="5324094" y="0"/>
                </a:moveTo>
                <a:lnTo>
                  <a:pt x="5295138" y="0"/>
                </a:lnTo>
                <a:lnTo>
                  <a:pt x="5295138" y="9906"/>
                </a:lnTo>
                <a:lnTo>
                  <a:pt x="5324094" y="9906"/>
                </a:lnTo>
                <a:lnTo>
                  <a:pt x="5324094" y="0"/>
                </a:lnTo>
                <a:close/>
              </a:path>
              <a:path w="7035800" h="1073150">
                <a:moveTo>
                  <a:pt x="5362194" y="0"/>
                </a:moveTo>
                <a:lnTo>
                  <a:pt x="5333238" y="0"/>
                </a:lnTo>
                <a:lnTo>
                  <a:pt x="5333238" y="9906"/>
                </a:lnTo>
                <a:lnTo>
                  <a:pt x="5362194" y="9906"/>
                </a:lnTo>
                <a:lnTo>
                  <a:pt x="5362194" y="0"/>
                </a:lnTo>
                <a:close/>
              </a:path>
              <a:path w="7035800" h="1073150">
                <a:moveTo>
                  <a:pt x="5389626" y="1047750"/>
                </a:moveTo>
                <a:lnTo>
                  <a:pt x="5313426" y="1047750"/>
                </a:lnTo>
                <a:lnTo>
                  <a:pt x="5313426" y="1072896"/>
                </a:lnTo>
                <a:lnTo>
                  <a:pt x="5389626" y="1072896"/>
                </a:lnTo>
                <a:lnTo>
                  <a:pt x="5389626" y="1047750"/>
                </a:lnTo>
                <a:close/>
              </a:path>
              <a:path w="7035800" h="1073150">
                <a:moveTo>
                  <a:pt x="5400294" y="0"/>
                </a:moveTo>
                <a:lnTo>
                  <a:pt x="5371338" y="0"/>
                </a:lnTo>
                <a:lnTo>
                  <a:pt x="5371338" y="9906"/>
                </a:lnTo>
                <a:lnTo>
                  <a:pt x="5400294" y="9906"/>
                </a:lnTo>
                <a:lnTo>
                  <a:pt x="5400294" y="0"/>
                </a:lnTo>
                <a:close/>
              </a:path>
              <a:path w="7035800" h="1073150">
                <a:moveTo>
                  <a:pt x="5438394" y="0"/>
                </a:moveTo>
                <a:lnTo>
                  <a:pt x="5409438" y="0"/>
                </a:lnTo>
                <a:lnTo>
                  <a:pt x="5409438" y="9906"/>
                </a:lnTo>
                <a:lnTo>
                  <a:pt x="5438394" y="9906"/>
                </a:lnTo>
                <a:lnTo>
                  <a:pt x="5438394" y="0"/>
                </a:lnTo>
                <a:close/>
              </a:path>
              <a:path w="7035800" h="1073150">
                <a:moveTo>
                  <a:pt x="5462016" y="369570"/>
                </a:moveTo>
                <a:lnTo>
                  <a:pt x="5458968" y="369570"/>
                </a:lnTo>
                <a:lnTo>
                  <a:pt x="5458968" y="361950"/>
                </a:lnTo>
                <a:lnTo>
                  <a:pt x="5382768" y="361950"/>
                </a:lnTo>
                <a:lnTo>
                  <a:pt x="5382768" y="369570"/>
                </a:lnTo>
                <a:lnTo>
                  <a:pt x="5357622" y="369570"/>
                </a:lnTo>
                <a:lnTo>
                  <a:pt x="5357622" y="361950"/>
                </a:lnTo>
                <a:lnTo>
                  <a:pt x="5281422" y="361950"/>
                </a:lnTo>
                <a:lnTo>
                  <a:pt x="5281422" y="369570"/>
                </a:lnTo>
                <a:lnTo>
                  <a:pt x="5281422" y="379476"/>
                </a:lnTo>
                <a:lnTo>
                  <a:pt x="5281422" y="387096"/>
                </a:lnTo>
                <a:lnTo>
                  <a:pt x="5357622" y="387096"/>
                </a:lnTo>
                <a:lnTo>
                  <a:pt x="5357622" y="379476"/>
                </a:lnTo>
                <a:lnTo>
                  <a:pt x="5382768" y="379476"/>
                </a:lnTo>
                <a:lnTo>
                  <a:pt x="5382768" y="387096"/>
                </a:lnTo>
                <a:lnTo>
                  <a:pt x="5458968" y="387096"/>
                </a:lnTo>
                <a:lnTo>
                  <a:pt x="5458968" y="379476"/>
                </a:lnTo>
                <a:lnTo>
                  <a:pt x="5462016" y="379476"/>
                </a:lnTo>
                <a:lnTo>
                  <a:pt x="5462016" y="369570"/>
                </a:lnTo>
                <a:close/>
              </a:path>
              <a:path w="7035800" h="1073150">
                <a:moveTo>
                  <a:pt x="5476494" y="0"/>
                </a:moveTo>
                <a:lnTo>
                  <a:pt x="5447538" y="0"/>
                </a:lnTo>
                <a:lnTo>
                  <a:pt x="5447538" y="9906"/>
                </a:lnTo>
                <a:lnTo>
                  <a:pt x="5476494" y="9906"/>
                </a:lnTo>
                <a:lnTo>
                  <a:pt x="5476494" y="0"/>
                </a:lnTo>
                <a:close/>
              </a:path>
              <a:path w="7035800" h="1073150">
                <a:moveTo>
                  <a:pt x="5490972" y="1047750"/>
                </a:moveTo>
                <a:lnTo>
                  <a:pt x="5414772" y="1047750"/>
                </a:lnTo>
                <a:lnTo>
                  <a:pt x="5414772" y="1072896"/>
                </a:lnTo>
                <a:lnTo>
                  <a:pt x="5490972" y="1072896"/>
                </a:lnTo>
                <a:lnTo>
                  <a:pt x="5490972" y="1047750"/>
                </a:lnTo>
                <a:close/>
              </a:path>
              <a:path w="7035800" h="1073150">
                <a:moveTo>
                  <a:pt x="5514594" y="0"/>
                </a:moveTo>
                <a:lnTo>
                  <a:pt x="5485638" y="0"/>
                </a:lnTo>
                <a:lnTo>
                  <a:pt x="5485638" y="9906"/>
                </a:lnTo>
                <a:lnTo>
                  <a:pt x="5514594" y="9906"/>
                </a:lnTo>
                <a:lnTo>
                  <a:pt x="5514594" y="0"/>
                </a:lnTo>
                <a:close/>
              </a:path>
              <a:path w="7035800" h="1073150">
                <a:moveTo>
                  <a:pt x="5552694" y="0"/>
                </a:moveTo>
                <a:lnTo>
                  <a:pt x="5523738" y="0"/>
                </a:lnTo>
                <a:lnTo>
                  <a:pt x="5523738" y="9906"/>
                </a:lnTo>
                <a:lnTo>
                  <a:pt x="5552694" y="9906"/>
                </a:lnTo>
                <a:lnTo>
                  <a:pt x="5552694" y="0"/>
                </a:lnTo>
                <a:close/>
              </a:path>
              <a:path w="7035800" h="1073150">
                <a:moveTo>
                  <a:pt x="5576316" y="369570"/>
                </a:moveTo>
                <a:lnTo>
                  <a:pt x="5561076" y="369570"/>
                </a:lnTo>
                <a:lnTo>
                  <a:pt x="5561076" y="361950"/>
                </a:lnTo>
                <a:lnTo>
                  <a:pt x="5484876" y="361950"/>
                </a:lnTo>
                <a:lnTo>
                  <a:pt x="5484876" y="369570"/>
                </a:lnTo>
                <a:lnTo>
                  <a:pt x="5471922" y="369570"/>
                </a:lnTo>
                <a:lnTo>
                  <a:pt x="5471922" y="379476"/>
                </a:lnTo>
                <a:lnTo>
                  <a:pt x="5484876" y="379476"/>
                </a:lnTo>
                <a:lnTo>
                  <a:pt x="5484876" y="387096"/>
                </a:lnTo>
                <a:lnTo>
                  <a:pt x="5561076" y="387096"/>
                </a:lnTo>
                <a:lnTo>
                  <a:pt x="5561076" y="379476"/>
                </a:lnTo>
                <a:lnTo>
                  <a:pt x="5576316" y="379476"/>
                </a:lnTo>
                <a:lnTo>
                  <a:pt x="5576316" y="369570"/>
                </a:lnTo>
                <a:close/>
              </a:path>
              <a:path w="7035800" h="1073150">
                <a:moveTo>
                  <a:pt x="5590794" y="0"/>
                </a:moveTo>
                <a:lnTo>
                  <a:pt x="5561838" y="0"/>
                </a:lnTo>
                <a:lnTo>
                  <a:pt x="5561838" y="9906"/>
                </a:lnTo>
                <a:lnTo>
                  <a:pt x="5590794" y="9906"/>
                </a:lnTo>
                <a:lnTo>
                  <a:pt x="5590794" y="0"/>
                </a:lnTo>
                <a:close/>
              </a:path>
              <a:path w="7035800" h="1073150">
                <a:moveTo>
                  <a:pt x="5593080" y="1047750"/>
                </a:moveTo>
                <a:lnTo>
                  <a:pt x="5516880" y="1047750"/>
                </a:lnTo>
                <a:lnTo>
                  <a:pt x="5516880" y="1072896"/>
                </a:lnTo>
                <a:lnTo>
                  <a:pt x="5593080" y="1072896"/>
                </a:lnTo>
                <a:lnTo>
                  <a:pt x="5593080" y="1047750"/>
                </a:lnTo>
                <a:close/>
              </a:path>
              <a:path w="7035800" h="1073150">
                <a:moveTo>
                  <a:pt x="5628894" y="0"/>
                </a:moveTo>
                <a:lnTo>
                  <a:pt x="5599938" y="0"/>
                </a:lnTo>
                <a:lnTo>
                  <a:pt x="5599938" y="9906"/>
                </a:lnTo>
                <a:lnTo>
                  <a:pt x="5628894" y="9906"/>
                </a:lnTo>
                <a:lnTo>
                  <a:pt x="5628894" y="0"/>
                </a:lnTo>
                <a:close/>
              </a:path>
              <a:path w="7035800" h="1073150">
                <a:moveTo>
                  <a:pt x="5666994" y="0"/>
                </a:moveTo>
                <a:lnTo>
                  <a:pt x="5638038" y="0"/>
                </a:lnTo>
                <a:lnTo>
                  <a:pt x="5638038" y="9906"/>
                </a:lnTo>
                <a:lnTo>
                  <a:pt x="5666994" y="9906"/>
                </a:lnTo>
                <a:lnTo>
                  <a:pt x="5666994" y="0"/>
                </a:lnTo>
                <a:close/>
              </a:path>
              <a:path w="7035800" h="1073150">
                <a:moveTo>
                  <a:pt x="5694426" y="1047750"/>
                </a:moveTo>
                <a:lnTo>
                  <a:pt x="5618226" y="1047750"/>
                </a:lnTo>
                <a:lnTo>
                  <a:pt x="5618226" y="1072896"/>
                </a:lnTo>
                <a:lnTo>
                  <a:pt x="5694426" y="1072896"/>
                </a:lnTo>
                <a:lnTo>
                  <a:pt x="5694426" y="1047750"/>
                </a:lnTo>
                <a:close/>
              </a:path>
              <a:path w="7035800" h="1073150">
                <a:moveTo>
                  <a:pt x="5705094" y="0"/>
                </a:moveTo>
                <a:lnTo>
                  <a:pt x="5676138" y="0"/>
                </a:lnTo>
                <a:lnTo>
                  <a:pt x="5676138" y="9906"/>
                </a:lnTo>
                <a:lnTo>
                  <a:pt x="5705094" y="9906"/>
                </a:lnTo>
                <a:lnTo>
                  <a:pt x="5705094" y="0"/>
                </a:lnTo>
                <a:close/>
              </a:path>
              <a:path w="7035800" h="1073150">
                <a:moveTo>
                  <a:pt x="5743194" y="0"/>
                </a:moveTo>
                <a:lnTo>
                  <a:pt x="5714238" y="0"/>
                </a:lnTo>
                <a:lnTo>
                  <a:pt x="5714238" y="9906"/>
                </a:lnTo>
                <a:lnTo>
                  <a:pt x="5743194" y="9906"/>
                </a:lnTo>
                <a:lnTo>
                  <a:pt x="5743194" y="0"/>
                </a:lnTo>
                <a:close/>
              </a:path>
              <a:path w="7035800" h="1073150">
                <a:moveTo>
                  <a:pt x="5766816" y="369570"/>
                </a:moveTo>
                <a:lnTo>
                  <a:pt x="5763768" y="369570"/>
                </a:lnTo>
                <a:lnTo>
                  <a:pt x="5763768" y="361950"/>
                </a:lnTo>
                <a:lnTo>
                  <a:pt x="5687568" y="361950"/>
                </a:lnTo>
                <a:lnTo>
                  <a:pt x="5687568" y="369570"/>
                </a:lnTo>
                <a:lnTo>
                  <a:pt x="5662422" y="369570"/>
                </a:lnTo>
                <a:lnTo>
                  <a:pt x="5662422" y="361950"/>
                </a:lnTo>
                <a:lnTo>
                  <a:pt x="5586222" y="361950"/>
                </a:lnTo>
                <a:lnTo>
                  <a:pt x="5586222" y="369570"/>
                </a:lnTo>
                <a:lnTo>
                  <a:pt x="5586222" y="379476"/>
                </a:lnTo>
                <a:lnTo>
                  <a:pt x="5586222" y="387096"/>
                </a:lnTo>
                <a:lnTo>
                  <a:pt x="5662422" y="387096"/>
                </a:lnTo>
                <a:lnTo>
                  <a:pt x="5662422" y="379476"/>
                </a:lnTo>
                <a:lnTo>
                  <a:pt x="5687568" y="379476"/>
                </a:lnTo>
                <a:lnTo>
                  <a:pt x="5687568" y="387096"/>
                </a:lnTo>
                <a:lnTo>
                  <a:pt x="5763768" y="387096"/>
                </a:lnTo>
                <a:lnTo>
                  <a:pt x="5763768" y="379476"/>
                </a:lnTo>
                <a:lnTo>
                  <a:pt x="5766816" y="379476"/>
                </a:lnTo>
                <a:lnTo>
                  <a:pt x="5766816" y="369570"/>
                </a:lnTo>
                <a:close/>
              </a:path>
              <a:path w="7035800" h="1073150">
                <a:moveTo>
                  <a:pt x="5781294" y="0"/>
                </a:moveTo>
                <a:lnTo>
                  <a:pt x="5752338" y="0"/>
                </a:lnTo>
                <a:lnTo>
                  <a:pt x="5752338" y="9906"/>
                </a:lnTo>
                <a:lnTo>
                  <a:pt x="5781294" y="9906"/>
                </a:lnTo>
                <a:lnTo>
                  <a:pt x="5781294" y="0"/>
                </a:lnTo>
                <a:close/>
              </a:path>
              <a:path w="7035800" h="1073150">
                <a:moveTo>
                  <a:pt x="5795772" y="1047750"/>
                </a:moveTo>
                <a:lnTo>
                  <a:pt x="5719572" y="1047750"/>
                </a:lnTo>
                <a:lnTo>
                  <a:pt x="5719572" y="1072896"/>
                </a:lnTo>
                <a:lnTo>
                  <a:pt x="5795772" y="1072896"/>
                </a:lnTo>
                <a:lnTo>
                  <a:pt x="5795772" y="1047750"/>
                </a:lnTo>
                <a:close/>
              </a:path>
              <a:path w="7035800" h="1073150">
                <a:moveTo>
                  <a:pt x="5819394" y="0"/>
                </a:moveTo>
                <a:lnTo>
                  <a:pt x="5790438" y="0"/>
                </a:lnTo>
                <a:lnTo>
                  <a:pt x="5790438" y="9906"/>
                </a:lnTo>
                <a:lnTo>
                  <a:pt x="5819394" y="9906"/>
                </a:lnTo>
                <a:lnTo>
                  <a:pt x="5819394" y="0"/>
                </a:lnTo>
                <a:close/>
              </a:path>
              <a:path w="7035800" h="1073150">
                <a:moveTo>
                  <a:pt x="5857494" y="0"/>
                </a:moveTo>
                <a:lnTo>
                  <a:pt x="5828538" y="0"/>
                </a:lnTo>
                <a:lnTo>
                  <a:pt x="5828538" y="9906"/>
                </a:lnTo>
                <a:lnTo>
                  <a:pt x="5857494" y="9906"/>
                </a:lnTo>
                <a:lnTo>
                  <a:pt x="5857494" y="0"/>
                </a:lnTo>
                <a:close/>
              </a:path>
              <a:path w="7035800" h="1073150">
                <a:moveTo>
                  <a:pt x="5881116" y="369570"/>
                </a:moveTo>
                <a:lnTo>
                  <a:pt x="5865876" y="369570"/>
                </a:lnTo>
                <a:lnTo>
                  <a:pt x="5865876" y="361950"/>
                </a:lnTo>
                <a:lnTo>
                  <a:pt x="5789676" y="361950"/>
                </a:lnTo>
                <a:lnTo>
                  <a:pt x="5789676" y="369570"/>
                </a:lnTo>
                <a:lnTo>
                  <a:pt x="5776722" y="369570"/>
                </a:lnTo>
                <a:lnTo>
                  <a:pt x="5776722" y="379476"/>
                </a:lnTo>
                <a:lnTo>
                  <a:pt x="5789676" y="379476"/>
                </a:lnTo>
                <a:lnTo>
                  <a:pt x="5789676" y="387096"/>
                </a:lnTo>
                <a:lnTo>
                  <a:pt x="5865876" y="387096"/>
                </a:lnTo>
                <a:lnTo>
                  <a:pt x="5865876" y="379476"/>
                </a:lnTo>
                <a:lnTo>
                  <a:pt x="5881116" y="379476"/>
                </a:lnTo>
                <a:lnTo>
                  <a:pt x="5881116" y="369570"/>
                </a:lnTo>
                <a:close/>
              </a:path>
              <a:path w="7035800" h="1073150">
                <a:moveTo>
                  <a:pt x="5895594" y="0"/>
                </a:moveTo>
                <a:lnTo>
                  <a:pt x="5866638" y="0"/>
                </a:lnTo>
                <a:lnTo>
                  <a:pt x="5866638" y="9906"/>
                </a:lnTo>
                <a:lnTo>
                  <a:pt x="5895594" y="9906"/>
                </a:lnTo>
                <a:lnTo>
                  <a:pt x="5895594" y="0"/>
                </a:lnTo>
                <a:close/>
              </a:path>
              <a:path w="7035800" h="1073150">
                <a:moveTo>
                  <a:pt x="5897880" y="1047750"/>
                </a:moveTo>
                <a:lnTo>
                  <a:pt x="5821680" y="1047750"/>
                </a:lnTo>
                <a:lnTo>
                  <a:pt x="5821680" y="1072896"/>
                </a:lnTo>
                <a:lnTo>
                  <a:pt x="5897880" y="1072896"/>
                </a:lnTo>
                <a:lnTo>
                  <a:pt x="5897880" y="1047750"/>
                </a:lnTo>
                <a:close/>
              </a:path>
              <a:path w="7035800" h="1073150">
                <a:moveTo>
                  <a:pt x="5933694" y="0"/>
                </a:moveTo>
                <a:lnTo>
                  <a:pt x="5904738" y="0"/>
                </a:lnTo>
                <a:lnTo>
                  <a:pt x="5904738" y="9906"/>
                </a:lnTo>
                <a:lnTo>
                  <a:pt x="5933694" y="9906"/>
                </a:lnTo>
                <a:lnTo>
                  <a:pt x="5933694" y="0"/>
                </a:lnTo>
                <a:close/>
              </a:path>
              <a:path w="7035800" h="1073150">
                <a:moveTo>
                  <a:pt x="5971794" y="0"/>
                </a:moveTo>
                <a:lnTo>
                  <a:pt x="5942838" y="0"/>
                </a:lnTo>
                <a:lnTo>
                  <a:pt x="5942838" y="9906"/>
                </a:lnTo>
                <a:lnTo>
                  <a:pt x="5971794" y="9906"/>
                </a:lnTo>
                <a:lnTo>
                  <a:pt x="5971794" y="0"/>
                </a:lnTo>
                <a:close/>
              </a:path>
              <a:path w="7035800" h="1073150">
                <a:moveTo>
                  <a:pt x="5999226" y="1047750"/>
                </a:moveTo>
                <a:lnTo>
                  <a:pt x="5923026" y="1047750"/>
                </a:lnTo>
                <a:lnTo>
                  <a:pt x="5923026" y="1072896"/>
                </a:lnTo>
                <a:lnTo>
                  <a:pt x="5999226" y="1072896"/>
                </a:lnTo>
                <a:lnTo>
                  <a:pt x="5999226" y="1047750"/>
                </a:lnTo>
                <a:close/>
              </a:path>
              <a:path w="7035800" h="1073150">
                <a:moveTo>
                  <a:pt x="6009894" y="0"/>
                </a:moveTo>
                <a:lnTo>
                  <a:pt x="5980938" y="0"/>
                </a:lnTo>
                <a:lnTo>
                  <a:pt x="5980938" y="9906"/>
                </a:lnTo>
                <a:lnTo>
                  <a:pt x="6009894" y="9906"/>
                </a:lnTo>
                <a:lnTo>
                  <a:pt x="6009894" y="0"/>
                </a:lnTo>
                <a:close/>
              </a:path>
              <a:path w="7035800" h="1073150">
                <a:moveTo>
                  <a:pt x="6047994" y="0"/>
                </a:moveTo>
                <a:lnTo>
                  <a:pt x="6019038" y="0"/>
                </a:lnTo>
                <a:lnTo>
                  <a:pt x="6019038" y="9906"/>
                </a:lnTo>
                <a:lnTo>
                  <a:pt x="6047994" y="9906"/>
                </a:lnTo>
                <a:lnTo>
                  <a:pt x="6047994" y="0"/>
                </a:lnTo>
                <a:close/>
              </a:path>
              <a:path w="7035800" h="1073150">
                <a:moveTo>
                  <a:pt x="6071616" y="369570"/>
                </a:moveTo>
                <a:lnTo>
                  <a:pt x="6068568" y="369570"/>
                </a:lnTo>
                <a:lnTo>
                  <a:pt x="6068568" y="361950"/>
                </a:lnTo>
                <a:lnTo>
                  <a:pt x="5992368" y="361950"/>
                </a:lnTo>
                <a:lnTo>
                  <a:pt x="5992368" y="369570"/>
                </a:lnTo>
                <a:lnTo>
                  <a:pt x="5967222" y="369570"/>
                </a:lnTo>
                <a:lnTo>
                  <a:pt x="5967222" y="361950"/>
                </a:lnTo>
                <a:lnTo>
                  <a:pt x="5891022" y="361950"/>
                </a:lnTo>
                <a:lnTo>
                  <a:pt x="5891022" y="369570"/>
                </a:lnTo>
                <a:lnTo>
                  <a:pt x="5891022" y="379476"/>
                </a:lnTo>
                <a:lnTo>
                  <a:pt x="5891022" y="387096"/>
                </a:lnTo>
                <a:lnTo>
                  <a:pt x="5967222" y="387096"/>
                </a:lnTo>
                <a:lnTo>
                  <a:pt x="5967222" y="379476"/>
                </a:lnTo>
                <a:lnTo>
                  <a:pt x="5992368" y="379476"/>
                </a:lnTo>
                <a:lnTo>
                  <a:pt x="5992368" y="387096"/>
                </a:lnTo>
                <a:lnTo>
                  <a:pt x="6068568" y="387096"/>
                </a:lnTo>
                <a:lnTo>
                  <a:pt x="6068568" y="379476"/>
                </a:lnTo>
                <a:lnTo>
                  <a:pt x="6071616" y="379476"/>
                </a:lnTo>
                <a:lnTo>
                  <a:pt x="6071616" y="369570"/>
                </a:lnTo>
                <a:close/>
              </a:path>
              <a:path w="7035800" h="1073150">
                <a:moveTo>
                  <a:pt x="6086094" y="0"/>
                </a:moveTo>
                <a:lnTo>
                  <a:pt x="6057138" y="0"/>
                </a:lnTo>
                <a:lnTo>
                  <a:pt x="6057138" y="9906"/>
                </a:lnTo>
                <a:lnTo>
                  <a:pt x="6086094" y="9906"/>
                </a:lnTo>
                <a:lnTo>
                  <a:pt x="6086094" y="0"/>
                </a:lnTo>
                <a:close/>
              </a:path>
              <a:path w="7035800" h="1073150">
                <a:moveTo>
                  <a:pt x="6100572" y="1047750"/>
                </a:moveTo>
                <a:lnTo>
                  <a:pt x="6024372" y="1047750"/>
                </a:lnTo>
                <a:lnTo>
                  <a:pt x="6024372" y="1072896"/>
                </a:lnTo>
                <a:lnTo>
                  <a:pt x="6100572" y="1072896"/>
                </a:lnTo>
                <a:lnTo>
                  <a:pt x="6100572" y="1047750"/>
                </a:lnTo>
                <a:close/>
              </a:path>
              <a:path w="7035800" h="1073150">
                <a:moveTo>
                  <a:pt x="6124194" y="0"/>
                </a:moveTo>
                <a:lnTo>
                  <a:pt x="6095238" y="0"/>
                </a:lnTo>
                <a:lnTo>
                  <a:pt x="6095238" y="9906"/>
                </a:lnTo>
                <a:lnTo>
                  <a:pt x="6124194" y="9906"/>
                </a:lnTo>
                <a:lnTo>
                  <a:pt x="6124194" y="0"/>
                </a:lnTo>
                <a:close/>
              </a:path>
              <a:path w="7035800" h="1073150">
                <a:moveTo>
                  <a:pt x="6162294" y="0"/>
                </a:moveTo>
                <a:lnTo>
                  <a:pt x="6133338" y="0"/>
                </a:lnTo>
                <a:lnTo>
                  <a:pt x="6133338" y="9906"/>
                </a:lnTo>
                <a:lnTo>
                  <a:pt x="6162294" y="9906"/>
                </a:lnTo>
                <a:lnTo>
                  <a:pt x="6162294" y="0"/>
                </a:lnTo>
                <a:close/>
              </a:path>
              <a:path w="7035800" h="1073150">
                <a:moveTo>
                  <a:pt x="6185916" y="369570"/>
                </a:moveTo>
                <a:lnTo>
                  <a:pt x="6170676" y="369570"/>
                </a:lnTo>
                <a:lnTo>
                  <a:pt x="6170676" y="361950"/>
                </a:lnTo>
                <a:lnTo>
                  <a:pt x="6094476" y="361950"/>
                </a:lnTo>
                <a:lnTo>
                  <a:pt x="6094476" y="369570"/>
                </a:lnTo>
                <a:lnTo>
                  <a:pt x="6081522" y="369570"/>
                </a:lnTo>
                <a:lnTo>
                  <a:pt x="6081522" y="379476"/>
                </a:lnTo>
                <a:lnTo>
                  <a:pt x="6094476" y="379476"/>
                </a:lnTo>
                <a:lnTo>
                  <a:pt x="6094476" y="387096"/>
                </a:lnTo>
                <a:lnTo>
                  <a:pt x="6170676" y="387096"/>
                </a:lnTo>
                <a:lnTo>
                  <a:pt x="6170676" y="379476"/>
                </a:lnTo>
                <a:lnTo>
                  <a:pt x="6185916" y="379476"/>
                </a:lnTo>
                <a:lnTo>
                  <a:pt x="6185916" y="369570"/>
                </a:lnTo>
                <a:close/>
              </a:path>
              <a:path w="7035800" h="1073150">
                <a:moveTo>
                  <a:pt x="6200394" y="0"/>
                </a:moveTo>
                <a:lnTo>
                  <a:pt x="6171438" y="0"/>
                </a:lnTo>
                <a:lnTo>
                  <a:pt x="6171438" y="9906"/>
                </a:lnTo>
                <a:lnTo>
                  <a:pt x="6200394" y="9906"/>
                </a:lnTo>
                <a:lnTo>
                  <a:pt x="6200394" y="0"/>
                </a:lnTo>
                <a:close/>
              </a:path>
              <a:path w="7035800" h="1073150">
                <a:moveTo>
                  <a:pt x="6202680" y="1047750"/>
                </a:moveTo>
                <a:lnTo>
                  <a:pt x="6126480" y="1047750"/>
                </a:lnTo>
                <a:lnTo>
                  <a:pt x="6126480" y="1072896"/>
                </a:lnTo>
                <a:lnTo>
                  <a:pt x="6202680" y="1072896"/>
                </a:lnTo>
                <a:lnTo>
                  <a:pt x="6202680" y="1047750"/>
                </a:lnTo>
                <a:close/>
              </a:path>
              <a:path w="7035800" h="1073150">
                <a:moveTo>
                  <a:pt x="6238494" y="0"/>
                </a:moveTo>
                <a:lnTo>
                  <a:pt x="6209538" y="0"/>
                </a:lnTo>
                <a:lnTo>
                  <a:pt x="6209538" y="9906"/>
                </a:lnTo>
                <a:lnTo>
                  <a:pt x="6238494" y="9906"/>
                </a:lnTo>
                <a:lnTo>
                  <a:pt x="6238494" y="0"/>
                </a:lnTo>
                <a:close/>
              </a:path>
              <a:path w="7035800" h="1073150">
                <a:moveTo>
                  <a:pt x="6276594" y="0"/>
                </a:moveTo>
                <a:lnTo>
                  <a:pt x="6247638" y="0"/>
                </a:lnTo>
                <a:lnTo>
                  <a:pt x="6247638" y="9906"/>
                </a:lnTo>
                <a:lnTo>
                  <a:pt x="6276594" y="9906"/>
                </a:lnTo>
                <a:lnTo>
                  <a:pt x="6276594" y="0"/>
                </a:lnTo>
                <a:close/>
              </a:path>
              <a:path w="7035800" h="1073150">
                <a:moveTo>
                  <a:pt x="6304026" y="1047750"/>
                </a:moveTo>
                <a:lnTo>
                  <a:pt x="6227826" y="1047750"/>
                </a:lnTo>
                <a:lnTo>
                  <a:pt x="6227826" y="1072896"/>
                </a:lnTo>
                <a:lnTo>
                  <a:pt x="6304026" y="1072896"/>
                </a:lnTo>
                <a:lnTo>
                  <a:pt x="6304026" y="1047750"/>
                </a:lnTo>
                <a:close/>
              </a:path>
              <a:path w="7035800" h="1073150">
                <a:moveTo>
                  <a:pt x="6314694" y="0"/>
                </a:moveTo>
                <a:lnTo>
                  <a:pt x="6285738" y="0"/>
                </a:lnTo>
                <a:lnTo>
                  <a:pt x="6285738" y="9906"/>
                </a:lnTo>
                <a:lnTo>
                  <a:pt x="6314694" y="9906"/>
                </a:lnTo>
                <a:lnTo>
                  <a:pt x="6314694" y="0"/>
                </a:lnTo>
                <a:close/>
              </a:path>
              <a:path w="7035800" h="1073150">
                <a:moveTo>
                  <a:pt x="6352794" y="0"/>
                </a:moveTo>
                <a:lnTo>
                  <a:pt x="6323838" y="0"/>
                </a:lnTo>
                <a:lnTo>
                  <a:pt x="6323838" y="9906"/>
                </a:lnTo>
                <a:lnTo>
                  <a:pt x="6352794" y="9906"/>
                </a:lnTo>
                <a:lnTo>
                  <a:pt x="6352794" y="0"/>
                </a:lnTo>
                <a:close/>
              </a:path>
              <a:path w="7035800" h="1073150">
                <a:moveTo>
                  <a:pt x="6376416" y="369570"/>
                </a:moveTo>
                <a:lnTo>
                  <a:pt x="6373368" y="369570"/>
                </a:lnTo>
                <a:lnTo>
                  <a:pt x="6373368" y="361950"/>
                </a:lnTo>
                <a:lnTo>
                  <a:pt x="6297168" y="361950"/>
                </a:lnTo>
                <a:lnTo>
                  <a:pt x="6297168" y="369570"/>
                </a:lnTo>
                <a:lnTo>
                  <a:pt x="6272022" y="369570"/>
                </a:lnTo>
                <a:lnTo>
                  <a:pt x="6272022" y="361950"/>
                </a:lnTo>
                <a:lnTo>
                  <a:pt x="6195822" y="361950"/>
                </a:lnTo>
                <a:lnTo>
                  <a:pt x="6195822" y="369570"/>
                </a:lnTo>
                <a:lnTo>
                  <a:pt x="6195822" y="379476"/>
                </a:lnTo>
                <a:lnTo>
                  <a:pt x="6195822" y="387096"/>
                </a:lnTo>
                <a:lnTo>
                  <a:pt x="6272022" y="387096"/>
                </a:lnTo>
                <a:lnTo>
                  <a:pt x="6272022" y="379476"/>
                </a:lnTo>
                <a:lnTo>
                  <a:pt x="6297168" y="379476"/>
                </a:lnTo>
                <a:lnTo>
                  <a:pt x="6297168" y="387096"/>
                </a:lnTo>
                <a:lnTo>
                  <a:pt x="6373368" y="387096"/>
                </a:lnTo>
                <a:lnTo>
                  <a:pt x="6373368" y="379476"/>
                </a:lnTo>
                <a:lnTo>
                  <a:pt x="6376416" y="379476"/>
                </a:lnTo>
                <a:lnTo>
                  <a:pt x="6376416" y="369570"/>
                </a:lnTo>
                <a:close/>
              </a:path>
              <a:path w="7035800" h="1073150">
                <a:moveTo>
                  <a:pt x="6390894" y="0"/>
                </a:moveTo>
                <a:lnTo>
                  <a:pt x="6361938" y="0"/>
                </a:lnTo>
                <a:lnTo>
                  <a:pt x="6361938" y="9906"/>
                </a:lnTo>
                <a:lnTo>
                  <a:pt x="6390894" y="9906"/>
                </a:lnTo>
                <a:lnTo>
                  <a:pt x="6390894" y="0"/>
                </a:lnTo>
                <a:close/>
              </a:path>
              <a:path w="7035800" h="1073150">
                <a:moveTo>
                  <a:pt x="6405372" y="1047750"/>
                </a:moveTo>
                <a:lnTo>
                  <a:pt x="6329172" y="1047750"/>
                </a:lnTo>
                <a:lnTo>
                  <a:pt x="6329172" y="1072896"/>
                </a:lnTo>
                <a:lnTo>
                  <a:pt x="6405372" y="1072896"/>
                </a:lnTo>
                <a:lnTo>
                  <a:pt x="6405372" y="1047750"/>
                </a:lnTo>
                <a:close/>
              </a:path>
              <a:path w="7035800" h="1073150">
                <a:moveTo>
                  <a:pt x="6428994" y="0"/>
                </a:moveTo>
                <a:lnTo>
                  <a:pt x="6400038" y="0"/>
                </a:lnTo>
                <a:lnTo>
                  <a:pt x="6400038" y="9906"/>
                </a:lnTo>
                <a:lnTo>
                  <a:pt x="6428994" y="9906"/>
                </a:lnTo>
                <a:lnTo>
                  <a:pt x="6428994" y="0"/>
                </a:lnTo>
                <a:close/>
              </a:path>
              <a:path w="7035800" h="1073150">
                <a:moveTo>
                  <a:pt x="6467094" y="0"/>
                </a:moveTo>
                <a:lnTo>
                  <a:pt x="6438138" y="0"/>
                </a:lnTo>
                <a:lnTo>
                  <a:pt x="6438138" y="9906"/>
                </a:lnTo>
                <a:lnTo>
                  <a:pt x="6467094" y="9906"/>
                </a:lnTo>
                <a:lnTo>
                  <a:pt x="6467094" y="0"/>
                </a:lnTo>
                <a:close/>
              </a:path>
              <a:path w="7035800" h="1073150">
                <a:moveTo>
                  <a:pt x="6490716" y="369570"/>
                </a:moveTo>
                <a:lnTo>
                  <a:pt x="6475476" y="369570"/>
                </a:lnTo>
                <a:lnTo>
                  <a:pt x="6475476" y="361950"/>
                </a:lnTo>
                <a:lnTo>
                  <a:pt x="6399276" y="361950"/>
                </a:lnTo>
                <a:lnTo>
                  <a:pt x="6399276" y="369570"/>
                </a:lnTo>
                <a:lnTo>
                  <a:pt x="6386322" y="369570"/>
                </a:lnTo>
                <a:lnTo>
                  <a:pt x="6386322" y="379476"/>
                </a:lnTo>
                <a:lnTo>
                  <a:pt x="6399276" y="379476"/>
                </a:lnTo>
                <a:lnTo>
                  <a:pt x="6399276" y="387096"/>
                </a:lnTo>
                <a:lnTo>
                  <a:pt x="6475476" y="387096"/>
                </a:lnTo>
                <a:lnTo>
                  <a:pt x="6475476" y="379476"/>
                </a:lnTo>
                <a:lnTo>
                  <a:pt x="6490716" y="379476"/>
                </a:lnTo>
                <a:lnTo>
                  <a:pt x="6490716" y="369570"/>
                </a:lnTo>
                <a:close/>
              </a:path>
              <a:path w="7035800" h="1073150">
                <a:moveTo>
                  <a:pt x="6505194" y="0"/>
                </a:moveTo>
                <a:lnTo>
                  <a:pt x="6476238" y="0"/>
                </a:lnTo>
                <a:lnTo>
                  <a:pt x="6476238" y="9906"/>
                </a:lnTo>
                <a:lnTo>
                  <a:pt x="6505194" y="9906"/>
                </a:lnTo>
                <a:lnTo>
                  <a:pt x="6505194" y="0"/>
                </a:lnTo>
                <a:close/>
              </a:path>
              <a:path w="7035800" h="1073150">
                <a:moveTo>
                  <a:pt x="6507480" y="1047750"/>
                </a:moveTo>
                <a:lnTo>
                  <a:pt x="6431280" y="1047750"/>
                </a:lnTo>
                <a:lnTo>
                  <a:pt x="6431280" y="1072896"/>
                </a:lnTo>
                <a:lnTo>
                  <a:pt x="6507480" y="1072896"/>
                </a:lnTo>
                <a:lnTo>
                  <a:pt x="6507480" y="1047750"/>
                </a:lnTo>
                <a:close/>
              </a:path>
              <a:path w="7035800" h="1073150">
                <a:moveTo>
                  <a:pt x="6543294" y="0"/>
                </a:moveTo>
                <a:lnTo>
                  <a:pt x="6514338" y="0"/>
                </a:lnTo>
                <a:lnTo>
                  <a:pt x="6514338" y="9906"/>
                </a:lnTo>
                <a:lnTo>
                  <a:pt x="6543294" y="9906"/>
                </a:lnTo>
                <a:lnTo>
                  <a:pt x="6543294" y="0"/>
                </a:lnTo>
                <a:close/>
              </a:path>
              <a:path w="7035800" h="1073150">
                <a:moveTo>
                  <a:pt x="6581394" y="0"/>
                </a:moveTo>
                <a:lnTo>
                  <a:pt x="6552438" y="0"/>
                </a:lnTo>
                <a:lnTo>
                  <a:pt x="6552438" y="9906"/>
                </a:lnTo>
                <a:lnTo>
                  <a:pt x="6581394" y="9906"/>
                </a:lnTo>
                <a:lnTo>
                  <a:pt x="6581394" y="0"/>
                </a:lnTo>
                <a:close/>
              </a:path>
              <a:path w="7035800" h="1073150">
                <a:moveTo>
                  <a:pt x="6608826" y="1047750"/>
                </a:moveTo>
                <a:lnTo>
                  <a:pt x="6532626" y="1047750"/>
                </a:lnTo>
                <a:lnTo>
                  <a:pt x="6532626" y="1072896"/>
                </a:lnTo>
                <a:lnTo>
                  <a:pt x="6608826" y="1072896"/>
                </a:lnTo>
                <a:lnTo>
                  <a:pt x="6608826" y="1047750"/>
                </a:lnTo>
                <a:close/>
              </a:path>
              <a:path w="7035800" h="1073150">
                <a:moveTo>
                  <a:pt x="6619494" y="0"/>
                </a:moveTo>
                <a:lnTo>
                  <a:pt x="6590538" y="0"/>
                </a:lnTo>
                <a:lnTo>
                  <a:pt x="6590538" y="9906"/>
                </a:lnTo>
                <a:lnTo>
                  <a:pt x="6619494" y="9906"/>
                </a:lnTo>
                <a:lnTo>
                  <a:pt x="6619494" y="0"/>
                </a:lnTo>
                <a:close/>
              </a:path>
              <a:path w="7035800" h="1073150">
                <a:moveTo>
                  <a:pt x="6657594" y="0"/>
                </a:moveTo>
                <a:lnTo>
                  <a:pt x="6628638" y="0"/>
                </a:lnTo>
                <a:lnTo>
                  <a:pt x="6628638" y="9906"/>
                </a:lnTo>
                <a:lnTo>
                  <a:pt x="6657594" y="9906"/>
                </a:lnTo>
                <a:lnTo>
                  <a:pt x="6657594" y="0"/>
                </a:lnTo>
                <a:close/>
              </a:path>
              <a:path w="7035800" h="1073150">
                <a:moveTo>
                  <a:pt x="6681216" y="369570"/>
                </a:moveTo>
                <a:lnTo>
                  <a:pt x="6678168" y="369570"/>
                </a:lnTo>
                <a:lnTo>
                  <a:pt x="6678168" y="361950"/>
                </a:lnTo>
                <a:lnTo>
                  <a:pt x="6601968" y="361950"/>
                </a:lnTo>
                <a:lnTo>
                  <a:pt x="6601968" y="369570"/>
                </a:lnTo>
                <a:lnTo>
                  <a:pt x="6576822" y="369570"/>
                </a:lnTo>
                <a:lnTo>
                  <a:pt x="6576822" y="361950"/>
                </a:lnTo>
                <a:lnTo>
                  <a:pt x="6500622" y="361950"/>
                </a:lnTo>
                <a:lnTo>
                  <a:pt x="6500622" y="369570"/>
                </a:lnTo>
                <a:lnTo>
                  <a:pt x="6500622" y="379476"/>
                </a:lnTo>
                <a:lnTo>
                  <a:pt x="6500622" y="387096"/>
                </a:lnTo>
                <a:lnTo>
                  <a:pt x="6576822" y="387096"/>
                </a:lnTo>
                <a:lnTo>
                  <a:pt x="6576822" y="379476"/>
                </a:lnTo>
                <a:lnTo>
                  <a:pt x="6601968" y="379476"/>
                </a:lnTo>
                <a:lnTo>
                  <a:pt x="6601968" y="387096"/>
                </a:lnTo>
                <a:lnTo>
                  <a:pt x="6678168" y="387096"/>
                </a:lnTo>
                <a:lnTo>
                  <a:pt x="6678168" y="379476"/>
                </a:lnTo>
                <a:lnTo>
                  <a:pt x="6681216" y="379476"/>
                </a:lnTo>
                <a:lnTo>
                  <a:pt x="6681216" y="369570"/>
                </a:lnTo>
                <a:close/>
              </a:path>
              <a:path w="7035800" h="1073150">
                <a:moveTo>
                  <a:pt x="6695694" y="0"/>
                </a:moveTo>
                <a:lnTo>
                  <a:pt x="6666738" y="0"/>
                </a:lnTo>
                <a:lnTo>
                  <a:pt x="6666738" y="9906"/>
                </a:lnTo>
                <a:lnTo>
                  <a:pt x="6695694" y="9906"/>
                </a:lnTo>
                <a:lnTo>
                  <a:pt x="6695694" y="0"/>
                </a:lnTo>
                <a:close/>
              </a:path>
              <a:path w="7035800" h="1073150">
                <a:moveTo>
                  <a:pt x="6710172" y="1047750"/>
                </a:moveTo>
                <a:lnTo>
                  <a:pt x="6633959" y="1047750"/>
                </a:lnTo>
                <a:lnTo>
                  <a:pt x="6633959" y="1072896"/>
                </a:lnTo>
                <a:lnTo>
                  <a:pt x="6710172" y="1072896"/>
                </a:lnTo>
                <a:lnTo>
                  <a:pt x="6710172" y="1047750"/>
                </a:lnTo>
                <a:close/>
              </a:path>
              <a:path w="7035800" h="1073150">
                <a:moveTo>
                  <a:pt x="6733794" y="0"/>
                </a:moveTo>
                <a:lnTo>
                  <a:pt x="6704838" y="0"/>
                </a:lnTo>
                <a:lnTo>
                  <a:pt x="6704838" y="9906"/>
                </a:lnTo>
                <a:lnTo>
                  <a:pt x="6733794" y="9906"/>
                </a:lnTo>
                <a:lnTo>
                  <a:pt x="6733794" y="0"/>
                </a:lnTo>
                <a:close/>
              </a:path>
              <a:path w="7035800" h="1073150">
                <a:moveTo>
                  <a:pt x="6771894" y="0"/>
                </a:moveTo>
                <a:lnTo>
                  <a:pt x="6742938" y="0"/>
                </a:lnTo>
                <a:lnTo>
                  <a:pt x="6742938" y="9906"/>
                </a:lnTo>
                <a:lnTo>
                  <a:pt x="6771894" y="9906"/>
                </a:lnTo>
                <a:lnTo>
                  <a:pt x="6771894" y="0"/>
                </a:lnTo>
                <a:close/>
              </a:path>
              <a:path w="7035800" h="1073150">
                <a:moveTo>
                  <a:pt x="6795516" y="369570"/>
                </a:moveTo>
                <a:lnTo>
                  <a:pt x="6780276" y="369570"/>
                </a:lnTo>
                <a:lnTo>
                  <a:pt x="6780276" y="361950"/>
                </a:lnTo>
                <a:lnTo>
                  <a:pt x="6704076" y="361950"/>
                </a:lnTo>
                <a:lnTo>
                  <a:pt x="6704076" y="369570"/>
                </a:lnTo>
                <a:lnTo>
                  <a:pt x="6691122" y="369570"/>
                </a:lnTo>
                <a:lnTo>
                  <a:pt x="6691122" y="379476"/>
                </a:lnTo>
                <a:lnTo>
                  <a:pt x="6704076" y="379476"/>
                </a:lnTo>
                <a:lnTo>
                  <a:pt x="6704076" y="387096"/>
                </a:lnTo>
                <a:lnTo>
                  <a:pt x="6780276" y="387096"/>
                </a:lnTo>
                <a:lnTo>
                  <a:pt x="6780276" y="379476"/>
                </a:lnTo>
                <a:lnTo>
                  <a:pt x="6795516" y="379476"/>
                </a:lnTo>
                <a:lnTo>
                  <a:pt x="6795516" y="369570"/>
                </a:lnTo>
                <a:close/>
              </a:path>
              <a:path w="7035800" h="1073150">
                <a:moveTo>
                  <a:pt x="6809994" y="0"/>
                </a:moveTo>
                <a:lnTo>
                  <a:pt x="6781038" y="0"/>
                </a:lnTo>
                <a:lnTo>
                  <a:pt x="6781038" y="9906"/>
                </a:lnTo>
                <a:lnTo>
                  <a:pt x="6809994" y="9906"/>
                </a:lnTo>
                <a:lnTo>
                  <a:pt x="6809994" y="0"/>
                </a:lnTo>
                <a:close/>
              </a:path>
              <a:path w="7035800" h="1073150">
                <a:moveTo>
                  <a:pt x="6812280" y="1047750"/>
                </a:moveTo>
                <a:lnTo>
                  <a:pt x="6736080" y="1047750"/>
                </a:lnTo>
                <a:lnTo>
                  <a:pt x="6736080" y="1072896"/>
                </a:lnTo>
                <a:lnTo>
                  <a:pt x="6812280" y="1072896"/>
                </a:lnTo>
                <a:lnTo>
                  <a:pt x="6812280" y="1047750"/>
                </a:lnTo>
                <a:close/>
              </a:path>
              <a:path w="7035800" h="1073150">
                <a:moveTo>
                  <a:pt x="6848094" y="0"/>
                </a:moveTo>
                <a:lnTo>
                  <a:pt x="6819138" y="0"/>
                </a:lnTo>
                <a:lnTo>
                  <a:pt x="6819138" y="9906"/>
                </a:lnTo>
                <a:lnTo>
                  <a:pt x="6848094" y="9906"/>
                </a:lnTo>
                <a:lnTo>
                  <a:pt x="6848094" y="0"/>
                </a:lnTo>
                <a:close/>
              </a:path>
              <a:path w="7035800" h="1073150">
                <a:moveTo>
                  <a:pt x="6886194" y="0"/>
                </a:moveTo>
                <a:lnTo>
                  <a:pt x="6857238" y="0"/>
                </a:lnTo>
                <a:lnTo>
                  <a:pt x="6857238" y="9906"/>
                </a:lnTo>
                <a:lnTo>
                  <a:pt x="6886194" y="9906"/>
                </a:lnTo>
                <a:lnTo>
                  <a:pt x="6886194" y="0"/>
                </a:lnTo>
                <a:close/>
              </a:path>
              <a:path w="7035800" h="1073150">
                <a:moveTo>
                  <a:pt x="6914388" y="1072896"/>
                </a:moveTo>
                <a:lnTo>
                  <a:pt x="6913626" y="1047750"/>
                </a:lnTo>
                <a:lnTo>
                  <a:pt x="6837426" y="1047750"/>
                </a:lnTo>
                <a:lnTo>
                  <a:pt x="6837426" y="1072896"/>
                </a:lnTo>
                <a:lnTo>
                  <a:pt x="6914388" y="1072896"/>
                </a:lnTo>
                <a:close/>
              </a:path>
              <a:path w="7035800" h="1073150">
                <a:moveTo>
                  <a:pt x="6924294" y="0"/>
                </a:moveTo>
                <a:lnTo>
                  <a:pt x="6895338" y="0"/>
                </a:lnTo>
                <a:lnTo>
                  <a:pt x="6895338" y="9906"/>
                </a:lnTo>
                <a:lnTo>
                  <a:pt x="6924294" y="9906"/>
                </a:lnTo>
                <a:lnTo>
                  <a:pt x="6924294" y="0"/>
                </a:lnTo>
                <a:close/>
              </a:path>
              <a:path w="7035800" h="1073150">
                <a:moveTo>
                  <a:pt x="6962394" y="0"/>
                </a:moveTo>
                <a:lnTo>
                  <a:pt x="6933438" y="0"/>
                </a:lnTo>
                <a:lnTo>
                  <a:pt x="6933438" y="9906"/>
                </a:lnTo>
                <a:lnTo>
                  <a:pt x="6962394" y="9906"/>
                </a:lnTo>
                <a:lnTo>
                  <a:pt x="6962394" y="0"/>
                </a:lnTo>
                <a:close/>
              </a:path>
              <a:path w="7035800" h="1073150">
                <a:moveTo>
                  <a:pt x="6986016" y="369570"/>
                </a:moveTo>
                <a:lnTo>
                  <a:pt x="6957822" y="369570"/>
                </a:lnTo>
                <a:lnTo>
                  <a:pt x="6957822" y="372186"/>
                </a:lnTo>
                <a:lnTo>
                  <a:pt x="6945287" y="367220"/>
                </a:lnTo>
                <a:lnTo>
                  <a:pt x="6927723" y="363296"/>
                </a:lnTo>
                <a:lnTo>
                  <a:pt x="6908292" y="361950"/>
                </a:lnTo>
                <a:lnTo>
                  <a:pt x="6906768" y="361950"/>
                </a:lnTo>
                <a:lnTo>
                  <a:pt x="6906768" y="369570"/>
                </a:lnTo>
                <a:lnTo>
                  <a:pt x="6881622" y="369570"/>
                </a:lnTo>
                <a:lnTo>
                  <a:pt x="6881622" y="361950"/>
                </a:lnTo>
                <a:lnTo>
                  <a:pt x="6805422" y="361950"/>
                </a:lnTo>
                <a:lnTo>
                  <a:pt x="6805422" y="369570"/>
                </a:lnTo>
                <a:lnTo>
                  <a:pt x="6805422" y="379476"/>
                </a:lnTo>
                <a:lnTo>
                  <a:pt x="6805422" y="387096"/>
                </a:lnTo>
                <a:lnTo>
                  <a:pt x="6881622" y="387096"/>
                </a:lnTo>
                <a:lnTo>
                  <a:pt x="6881622" y="379476"/>
                </a:lnTo>
                <a:lnTo>
                  <a:pt x="6906768" y="379476"/>
                </a:lnTo>
                <a:lnTo>
                  <a:pt x="6906768" y="387096"/>
                </a:lnTo>
                <a:lnTo>
                  <a:pt x="6908292" y="387096"/>
                </a:lnTo>
                <a:lnTo>
                  <a:pt x="6924472" y="388327"/>
                </a:lnTo>
                <a:lnTo>
                  <a:pt x="6938518" y="391566"/>
                </a:lnTo>
                <a:lnTo>
                  <a:pt x="6951929" y="396951"/>
                </a:lnTo>
                <a:lnTo>
                  <a:pt x="6966204" y="404622"/>
                </a:lnTo>
                <a:lnTo>
                  <a:pt x="6970014" y="408432"/>
                </a:lnTo>
                <a:lnTo>
                  <a:pt x="6985254" y="387858"/>
                </a:lnTo>
                <a:lnTo>
                  <a:pt x="6979158" y="383286"/>
                </a:lnTo>
                <a:lnTo>
                  <a:pt x="6972249" y="379476"/>
                </a:lnTo>
                <a:lnTo>
                  <a:pt x="6986016" y="379476"/>
                </a:lnTo>
                <a:lnTo>
                  <a:pt x="6986016" y="369570"/>
                </a:lnTo>
                <a:close/>
              </a:path>
              <a:path w="7035800" h="1073150">
                <a:moveTo>
                  <a:pt x="7000494" y="0"/>
                </a:moveTo>
                <a:lnTo>
                  <a:pt x="6971538" y="0"/>
                </a:lnTo>
                <a:lnTo>
                  <a:pt x="6971538" y="9906"/>
                </a:lnTo>
                <a:lnTo>
                  <a:pt x="7000494" y="9906"/>
                </a:lnTo>
                <a:lnTo>
                  <a:pt x="7000494" y="0"/>
                </a:lnTo>
                <a:close/>
              </a:path>
              <a:path w="7035800" h="1073150">
                <a:moveTo>
                  <a:pt x="7010400" y="1021842"/>
                </a:moveTo>
                <a:lnTo>
                  <a:pt x="6990588" y="1006602"/>
                </a:lnTo>
                <a:lnTo>
                  <a:pt x="6986778" y="1011174"/>
                </a:lnTo>
                <a:lnTo>
                  <a:pt x="6976313" y="1021549"/>
                </a:lnTo>
                <a:lnTo>
                  <a:pt x="6964616" y="1030668"/>
                </a:lnTo>
                <a:lnTo>
                  <a:pt x="6951802" y="1038047"/>
                </a:lnTo>
                <a:lnTo>
                  <a:pt x="6938010" y="1043178"/>
                </a:lnTo>
                <a:lnTo>
                  <a:pt x="6935724" y="1043940"/>
                </a:lnTo>
                <a:lnTo>
                  <a:pt x="6941820" y="1068324"/>
                </a:lnTo>
                <a:lnTo>
                  <a:pt x="6979983" y="1050963"/>
                </a:lnTo>
                <a:lnTo>
                  <a:pt x="7007352" y="1026414"/>
                </a:lnTo>
                <a:lnTo>
                  <a:pt x="7010400" y="1021842"/>
                </a:lnTo>
                <a:close/>
              </a:path>
              <a:path w="7035800" h="1073150">
                <a:moveTo>
                  <a:pt x="7027926" y="372618"/>
                </a:moveTo>
                <a:lnTo>
                  <a:pt x="7019544" y="372618"/>
                </a:lnTo>
                <a:lnTo>
                  <a:pt x="7022592" y="369570"/>
                </a:lnTo>
                <a:lnTo>
                  <a:pt x="6995922" y="369570"/>
                </a:lnTo>
                <a:lnTo>
                  <a:pt x="6995922" y="379476"/>
                </a:lnTo>
                <a:lnTo>
                  <a:pt x="7018020" y="379476"/>
                </a:lnTo>
                <a:lnTo>
                  <a:pt x="7025640" y="379476"/>
                </a:lnTo>
                <a:lnTo>
                  <a:pt x="7027926" y="377190"/>
                </a:lnTo>
                <a:lnTo>
                  <a:pt x="7027926" y="372618"/>
                </a:lnTo>
                <a:close/>
              </a:path>
              <a:path w="7035800" h="1073150">
                <a:moveTo>
                  <a:pt x="7027926" y="334518"/>
                </a:moveTo>
                <a:lnTo>
                  <a:pt x="7018020" y="334518"/>
                </a:lnTo>
                <a:lnTo>
                  <a:pt x="7018020" y="363474"/>
                </a:lnTo>
                <a:lnTo>
                  <a:pt x="7027926" y="363474"/>
                </a:lnTo>
                <a:lnTo>
                  <a:pt x="7027926" y="334518"/>
                </a:lnTo>
                <a:close/>
              </a:path>
              <a:path w="7035800" h="1073150">
                <a:moveTo>
                  <a:pt x="7027926" y="296418"/>
                </a:moveTo>
                <a:lnTo>
                  <a:pt x="7018020" y="296418"/>
                </a:lnTo>
                <a:lnTo>
                  <a:pt x="7018020" y="325374"/>
                </a:lnTo>
                <a:lnTo>
                  <a:pt x="7027926" y="325374"/>
                </a:lnTo>
                <a:lnTo>
                  <a:pt x="7027926" y="296418"/>
                </a:lnTo>
                <a:close/>
              </a:path>
              <a:path w="7035800" h="1073150">
                <a:moveTo>
                  <a:pt x="7027926" y="258318"/>
                </a:moveTo>
                <a:lnTo>
                  <a:pt x="7018020" y="258318"/>
                </a:lnTo>
                <a:lnTo>
                  <a:pt x="7018020" y="287274"/>
                </a:lnTo>
                <a:lnTo>
                  <a:pt x="7027926" y="287274"/>
                </a:lnTo>
                <a:lnTo>
                  <a:pt x="7027926" y="258318"/>
                </a:lnTo>
                <a:close/>
              </a:path>
              <a:path w="7035800" h="1073150">
                <a:moveTo>
                  <a:pt x="7027926" y="220218"/>
                </a:moveTo>
                <a:lnTo>
                  <a:pt x="7018020" y="220218"/>
                </a:lnTo>
                <a:lnTo>
                  <a:pt x="7018020" y="249174"/>
                </a:lnTo>
                <a:lnTo>
                  <a:pt x="7027926" y="249174"/>
                </a:lnTo>
                <a:lnTo>
                  <a:pt x="7027926" y="220218"/>
                </a:lnTo>
                <a:close/>
              </a:path>
              <a:path w="7035800" h="1073150">
                <a:moveTo>
                  <a:pt x="7027926" y="182118"/>
                </a:moveTo>
                <a:lnTo>
                  <a:pt x="7018020" y="182118"/>
                </a:lnTo>
                <a:lnTo>
                  <a:pt x="7018020" y="211074"/>
                </a:lnTo>
                <a:lnTo>
                  <a:pt x="7027926" y="211074"/>
                </a:lnTo>
                <a:lnTo>
                  <a:pt x="7027926" y="182118"/>
                </a:lnTo>
                <a:close/>
              </a:path>
              <a:path w="7035800" h="1073150">
                <a:moveTo>
                  <a:pt x="7027926" y="144018"/>
                </a:moveTo>
                <a:lnTo>
                  <a:pt x="7018020" y="144018"/>
                </a:lnTo>
                <a:lnTo>
                  <a:pt x="7018020" y="172974"/>
                </a:lnTo>
                <a:lnTo>
                  <a:pt x="7027926" y="172974"/>
                </a:lnTo>
                <a:lnTo>
                  <a:pt x="7027926" y="144018"/>
                </a:lnTo>
                <a:close/>
              </a:path>
              <a:path w="7035800" h="1073150">
                <a:moveTo>
                  <a:pt x="7027926" y="105918"/>
                </a:moveTo>
                <a:lnTo>
                  <a:pt x="7018020" y="105918"/>
                </a:lnTo>
                <a:lnTo>
                  <a:pt x="7018020" y="134874"/>
                </a:lnTo>
                <a:lnTo>
                  <a:pt x="7027926" y="134874"/>
                </a:lnTo>
                <a:lnTo>
                  <a:pt x="7027926" y="105918"/>
                </a:lnTo>
                <a:close/>
              </a:path>
              <a:path w="7035800" h="1073150">
                <a:moveTo>
                  <a:pt x="7027926" y="67818"/>
                </a:moveTo>
                <a:lnTo>
                  <a:pt x="7018020" y="67818"/>
                </a:lnTo>
                <a:lnTo>
                  <a:pt x="7018020" y="96774"/>
                </a:lnTo>
                <a:lnTo>
                  <a:pt x="7027926" y="96774"/>
                </a:lnTo>
                <a:lnTo>
                  <a:pt x="7027926" y="67818"/>
                </a:lnTo>
                <a:close/>
              </a:path>
              <a:path w="7035800" h="1073150">
                <a:moveTo>
                  <a:pt x="7027926" y="29718"/>
                </a:moveTo>
                <a:lnTo>
                  <a:pt x="7018020" y="29718"/>
                </a:lnTo>
                <a:lnTo>
                  <a:pt x="7018020" y="58674"/>
                </a:lnTo>
                <a:lnTo>
                  <a:pt x="7027926" y="58674"/>
                </a:lnTo>
                <a:lnTo>
                  <a:pt x="7027926" y="29718"/>
                </a:lnTo>
                <a:close/>
              </a:path>
              <a:path w="7035800" h="1073150">
                <a:moveTo>
                  <a:pt x="7027926" y="2286"/>
                </a:moveTo>
                <a:lnTo>
                  <a:pt x="7025640" y="0"/>
                </a:lnTo>
                <a:lnTo>
                  <a:pt x="7009638" y="0"/>
                </a:lnTo>
                <a:lnTo>
                  <a:pt x="7009638" y="9906"/>
                </a:lnTo>
                <a:lnTo>
                  <a:pt x="7018020" y="9906"/>
                </a:lnTo>
                <a:lnTo>
                  <a:pt x="7018020" y="20574"/>
                </a:lnTo>
                <a:lnTo>
                  <a:pt x="7022592" y="20574"/>
                </a:lnTo>
                <a:lnTo>
                  <a:pt x="7027926" y="20574"/>
                </a:lnTo>
                <a:lnTo>
                  <a:pt x="7027926" y="2286"/>
                </a:lnTo>
                <a:close/>
              </a:path>
              <a:path w="7035800" h="1073150">
                <a:moveTo>
                  <a:pt x="7035546" y="917448"/>
                </a:moveTo>
                <a:lnTo>
                  <a:pt x="7010400" y="917448"/>
                </a:lnTo>
                <a:lnTo>
                  <a:pt x="7010400" y="945642"/>
                </a:lnTo>
                <a:lnTo>
                  <a:pt x="7009892" y="955255"/>
                </a:lnTo>
                <a:lnTo>
                  <a:pt x="7008241" y="966546"/>
                </a:lnTo>
                <a:lnTo>
                  <a:pt x="7005574" y="977480"/>
                </a:lnTo>
                <a:lnTo>
                  <a:pt x="7002018" y="986028"/>
                </a:lnTo>
                <a:lnTo>
                  <a:pt x="7002018" y="986790"/>
                </a:lnTo>
                <a:lnTo>
                  <a:pt x="7024878" y="997458"/>
                </a:lnTo>
                <a:lnTo>
                  <a:pt x="7025640" y="995172"/>
                </a:lnTo>
                <a:lnTo>
                  <a:pt x="7030059" y="983500"/>
                </a:lnTo>
                <a:lnTo>
                  <a:pt x="7033158" y="970978"/>
                </a:lnTo>
                <a:lnTo>
                  <a:pt x="7034974" y="958176"/>
                </a:lnTo>
                <a:lnTo>
                  <a:pt x="7035546" y="945642"/>
                </a:lnTo>
                <a:lnTo>
                  <a:pt x="7035546" y="917448"/>
                </a:lnTo>
                <a:close/>
              </a:path>
              <a:path w="7035800" h="1073150">
                <a:moveTo>
                  <a:pt x="7035546" y="815340"/>
                </a:moveTo>
                <a:lnTo>
                  <a:pt x="7010400" y="815340"/>
                </a:lnTo>
                <a:lnTo>
                  <a:pt x="7010400" y="891540"/>
                </a:lnTo>
                <a:lnTo>
                  <a:pt x="7035546" y="891540"/>
                </a:lnTo>
                <a:lnTo>
                  <a:pt x="7035546" y="815340"/>
                </a:lnTo>
                <a:close/>
              </a:path>
              <a:path w="7035800" h="1073150">
                <a:moveTo>
                  <a:pt x="7035546" y="713994"/>
                </a:moveTo>
                <a:lnTo>
                  <a:pt x="7010400" y="713994"/>
                </a:lnTo>
                <a:lnTo>
                  <a:pt x="7010400" y="790194"/>
                </a:lnTo>
                <a:lnTo>
                  <a:pt x="7035546" y="790194"/>
                </a:lnTo>
                <a:lnTo>
                  <a:pt x="7035546" y="713994"/>
                </a:lnTo>
                <a:close/>
              </a:path>
              <a:path w="7035800" h="1073150">
                <a:moveTo>
                  <a:pt x="7035546" y="612648"/>
                </a:moveTo>
                <a:lnTo>
                  <a:pt x="7010400" y="612648"/>
                </a:lnTo>
                <a:lnTo>
                  <a:pt x="7010400" y="688848"/>
                </a:lnTo>
                <a:lnTo>
                  <a:pt x="7035546" y="688848"/>
                </a:lnTo>
                <a:lnTo>
                  <a:pt x="7035546" y="612648"/>
                </a:lnTo>
                <a:close/>
              </a:path>
              <a:path w="7035800" h="1073150">
                <a:moveTo>
                  <a:pt x="7035546" y="510540"/>
                </a:moveTo>
                <a:lnTo>
                  <a:pt x="7010400" y="510540"/>
                </a:lnTo>
                <a:lnTo>
                  <a:pt x="7010400" y="586740"/>
                </a:lnTo>
                <a:lnTo>
                  <a:pt x="7035546" y="586740"/>
                </a:lnTo>
                <a:lnTo>
                  <a:pt x="7035546" y="510540"/>
                </a:lnTo>
                <a:close/>
              </a:path>
              <a:path w="7035800" h="1073150">
                <a:moveTo>
                  <a:pt x="7035546" y="481584"/>
                </a:moveTo>
                <a:lnTo>
                  <a:pt x="7026961" y="442328"/>
                </a:lnTo>
                <a:lnTo>
                  <a:pt x="7006590" y="407670"/>
                </a:lnTo>
                <a:lnTo>
                  <a:pt x="7005828" y="406908"/>
                </a:lnTo>
                <a:lnTo>
                  <a:pt x="6986778" y="423672"/>
                </a:lnTo>
                <a:lnTo>
                  <a:pt x="6987540" y="424434"/>
                </a:lnTo>
                <a:lnTo>
                  <a:pt x="6997243" y="438912"/>
                </a:lnTo>
                <a:lnTo>
                  <a:pt x="7003618" y="452399"/>
                </a:lnTo>
                <a:lnTo>
                  <a:pt x="7007669" y="466775"/>
                </a:lnTo>
                <a:lnTo>
                  <a:pt x="7010400" y="483870"/>
                </a:lnTo>
                <a:lnTo>
                  <a:pt x="7010400" y="485394"/>
                </a:lnTo>
                <a:lnTo>
                  <a:pt x="7035546" y="485394"/>
                </a:lnTo>
                <a:lnTo>
                  <a:pt x="7035546" y="481584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68594" y="4422902"/>
            <a:ext cx="2733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Enabled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by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Virtualization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8008" y="5494020"/>
            <a:ext cx="7035800" cy="1301115"/>
          </a:xfrm>
          <a:custGeom>
            <a:avLst/>
            <a:gdLst/>
            <a:ahLst/>
            <a:cxnLst/>
            <a:rect l="l" t="t" r="r" b="b"/>
            <a:pathLst>
              <a:path w="7035800" h="1301115">
                <a:moveTo>
                  <a:pt x="17526" y="307086"/>
                </a:moveTo>
                <a:lnTo>
                  <a:pt x="7620" y="307086"/>
                </a:lnTo>
                <a:lnTo>
                  <a:pt x="7620" y="335280"/>
                </a:lnTo>
                <a:lnTo>
                  <a:pt x="17526" y="335280"/>
                </a:lnTo>
                <a:lnTo>
                  <a:pt x="17526" y="307086"/>
                </a:lnTo>
                <a:close/>
              </a:path>
              <a:path w="7035800" h="1301115">
                <a:moveTo>
                  <a:pt x="17526" y="268986"/>
                </a:moveTo>
                <a:lnTo>
                  <a:pt x="7620" y="268986"/>
                </a:lnTo>
                <a:lnTo>
                  <a:pt x="7620" y="297180"/>
                </a:lnTo>
                <a:lnTo>
                  <a:pt x="17526" y="297180"/>
                </a:lnTo>
                <a:lnTo>
                  <a:pt x="17526" y="268986"/>
                </a:lnTo>
                <a:close/>
              </a:path>
              <a:path w="7035800" h="1301115">
                <a:moveTo>
                  <a:pt x="17526" y="230886"/>
                </a:moveTo>
                <a:lnTo>
                  <a:pt x="7620" y="230886"/>
                </a:lnTo>
                <a:lnTo>
                  <a:pt x="7620" y="259080"/>
                </a:lnTo>
                <a:lnTo>
                  <a:pt x="17526" y="259080"/>
                </a:lnTo>
                <a:lnTo>
                  <a:pt x="17526" y="230886"/>
                </a:lnTo>
                <a:close/>
              </a:path>
              <a:path w="7035800" h="1301115">
                <a:moveTo>
                  <a:pt x="17526" y="192786"/>
                </a:moveTo>
                <a:lnTo>
                  <a:pt x="7620" y="192786"/>
                </a:lnTo>
                <a:lnTo>
                  <a:pt x="7620" y="220980"/>
                </a:lnTo>
                <a:lnTo>
                  <a:pt x="17526" y="220980"/>
                </a:lnTo>
                <a:lnTo>
                  <a:pt x="17526" y="192786"/>
                </a:lnTo>
                <a:close/>
              </a:path>
              <a:path w="7035800" h="1301115">
                <a:moveTo>
                  <a:pt x="17526" y="154686"/>
                </a:moveTo>
                <a:lnTo>
                  <a:pt x="7620" y="154686"/>
                </a:lnTo>
                <a:lnTo>
                  <a:pt x="7620" y="182880"/>
                </a:lnTo>
                <a:lnTo>
                  <a:pt x="17526" y="182880"/>
                </a:lnTo>
                <a:lnTo>
                  <a:pt x="17526" y="154686"/>
                </a:lnTo>
                <a:close/>
              </a:path>
              <a:path w="7035800" h="1301115">
                <a:moveTo>
                  <a:pt x="17526" y="116586"/>
                </a:moveTo>
                <a:lnTo>
                  <a:pt x="7620" y="116586"/>
                </a:lnTo>
                <a:lnTo>
                  <a:pt x="7620" y="144780"/>
                </a:lnTo>
                <a:lnTo>
                  <a:pt x="17526" y="144780"/>
                </a:lnTo>
                <a:lnTo>
                  <a:pt x="17526" y="116586"/>
                </a:lnTo>
                <a:close/>
              </a:path>
              <a:path w="7035800" h="1301115">
                <a:moveTo>
                  <a:pt x="17526" y="78486"/>
                </a:moveTo>
                <a:lnTo>
                  <a:pt x="7620" y="78486"/>
                </a:lnTo>
                <a:lnTo>
                  <a:pt x="7620" y="106680"/>
                </a:lnTo>
                <a:lnTo>
                  <a:pt x="17526" y="106680"/>
                </a:lnTo>
                <a:lnTo>
                  <a:pt x="17526" y="78486"/>
                </a:lnTo>
                <a:close/>
              </a:path>
              <a:path w="7035800" h="1301115">
                <a:moveTo>
                  <a:pt x="17526" y="40386"/>
                </a:moveTo>
                <a:lnTo>
                  <a:pt x="7620" y="40386"/>
                </a:lnTo>
                <a:lnTo>
                  <a:pt x="7620" y="68580"/>
                </a:lnTo>
                <a:lnTo>
                  <a:pt x="17526" y="68580"/>
                </a:lnTo>
                <a:lnTo>
                  <a:pt x="17526" y="40386"/>
                </a:lnTo>
                <a:close/>
              </a:path>
              <a:path w="7035800" h="1301115">
                <a:moveTo>
                  <a:pt x="17526" y="4572"/>
                </a:moveTo>
                <a:lnTo>
                  <a:pt x="14478" y="7188"/>
                </a:lnTo>
                <a:lnTo>
                  <a:pt x="14478" y="0"/>
                </a:lnTo>
                <a:lnTo>
                  <a:pt x="9906" y="0"/>
                </a:lnTo>
                <a:lnTo>
                  <a:pt x="7620" y="1524"/>
                </a:lnTo>
                <a:lnTo>
                  <a:pt x="7620" y="30480"/>
                </a:lnTo>
                <a:lnTo>
                  <a:pt x="12192" y="30480"/>
                </a:lnTo>
                <a:lnTo>
                  <a:pt x="14478" y="30480"/>
                </a:lnTo>
                <a:lnTo>
                  <a:pt x="17526" y="30480"/>
                </a:lnTo>
                <a:lnTo>
                  <a:pt x="17526" y="4572"/>
                </a:lnTo>
                <a:close/>
              </a:path>
              <a:path w="7035800" h="1301115">
                <a:moveTo>
                  <a:pt x="25146" y="1059180"/>
                </a:moveTo>
                <a:lnTo>
                  <a:pt x="0" y="1059180"/>
                </a:lnTo>
                <a:lnTo>
                  <a:pt x="0" y="1135380"/>
                </a:lnTo>
                <a:lnTo>
                  <a:pt x="25146" y="1135380"/>
                </a:lnTo>
                <a:lnTo>
                  <a:pt x="25146" y="1059180"/>
                </a:lnTo>
                <a:close/>
              </a:path>
              <a:path w="7035800" h="1301115">
                <a:moveTo>
                  <a:pt x="25146" y="957834"/>
                </a:moveTo>
                <a:lnTo>
                  <a:pt x="0" y="957834"/>
                </a:lnTo>
                <a:lnTo>
                  <a:pt x="0" y="1034034"/>
                </a:lnTo>
                <a:lnTo>
                  <a:pt x="25146" y="1034034"/>
                </a:lnTo>
                <a:lnTo>
                  <a:pt x="25146" y="957834"/>
                </a:lnTo>
                <a:close/>
              </a:path>
              <a:path w="7035800" h="1301115">
                <a:moveTo>
                  <a:pt x="25146" y="856488"/>
                </a:moveTo>
                <a:lnTo>
                  <a:pt x="0" y="856488"/>
                </a:lnTo>
                <a:lnTo>
                  <a:pt x="0" y="932688"/>
                </a:lnTo>
                <a:lnTo>
                  <a:pt x="25146" y="932688"/>
                </a:lnTo>
                <a:lnTo>
                  <a:pt x="25146" y="856488"/>
                </a:lnTo>
                <a:close/>
              </a:path>
              <a:path w="7035800" h="1301115">
                <a:moveTo>
                  <a:pt x="25146" y="754380"/>
                </a:moveTo>
                <a:lnTo>
                  <a:pt x="0" y="754380"/>
                </a:lnTo>
                <a:lnTo>
                  <a:pt x="0" y="830580"/>
                </a:lnTo>
                <a:lnTo>
                  <a:pt x="25146" y="830580"/>
                </a:lnTo>
                <a:lnTo>
                  <a:pt x="25146" y="754380"/>
                </a:lnTo>
                <a:close/>
              </a:path>
              <a:path w="7035800" h="1301115">
                <a:moveTo>
                  <a:pt x="25146" y="653034"/>
                </a:moveTo>
                <a:lnTo>
                  <a:pt x="0" y="653034"/>
                </a:lnTo>
                <a:lnTo>
                  <a:pt x="0" y="729234"/>
                </a:lnTo>
                <a:lnTo>
                  <a:pt x="25146" y="729234"/>
                </a:lnTo>
                <a:lnTo>
                  <a:pt x="25146" y="653034"/>
                </a:lnTo>
                <a:close/>
              </a:path>
              <a:path w="7035800" h="1301115">
                <a:moveTo>
                  <a:pt x="25146" y="551688"/>
                </a:moveTo>
                <a:lnTo>
                  <a:pt x="0" y="551688"/>
                </a:lnTo>
                <a:lnTo>
                  <a:pt x="0" y="627888"/>
                </a:lnTo>
                <a:lnTo>
                  <a:pt x="25146" y="627888"/>
                </a:lnTo>
                <a:lnTo>
                  <a:pt x="25146" y="551688"/>
                </a:lnTo>
                <a:close/>
              </a:path>
              <a:path w="7035800" h="1301115">
                <a:moveTo>
                  <a:pt x="27432" y="368808"/>
                </a:moveTo>
                <a:lnTo>
                  <a:pt x="17526" y="368808"/>
                </a:lnTo>
                <a:lnTo>
                  <a:pt x="17526" y="345186"/>
                </a:lnTo>
                <a:lnTo>
                  <a:pt x="7620" y="345186"/>
                </a:lnTo>
                <a:lnTo>
                  <a:pt x="7620" y="373380"/>
                </a:lnTo>
                <a:lnTo>
                  <a:pt x="12192" y="373380"/>
                </a:lnTo>
                <a:lnTo>
                  <a:pt x="12192" y="378714"/>
                </a:lnTo>
                <a:lnTo>
                  <a:pt x="17526" y="378714"/>
                </a:lnTo>
                <a:lnTo>
                  <a:pt x="27432" y="378714"/>
                </a:lnTo>
                <a:lnTo>
                  <a:pt x="27432" y="368808"/>
                </a:lnTo>
                <a:close/>
              </a:path>
              <a:path w="7035800" h="1301115">
                <a:moveTo>
                  <a:pt x="30480" y="1175004"/>
                </a:moveTo>
                <a:lnTo>
                  <a:pt x="29718" y="1170432"/>
                </a:lnTo>
                <a:lnTo>
                  <a:pt x="26670" y="1156716"/>
                </a:lnTo>
                <a:lnTo>
                  <a:pt x="25908" y="1149858"/>
                </a:lnTo>
                <a:lnTo>
                  <a:pt x="25146" y="1142238"/>
                </a:lnTo>
                <a:lnTo>
                  <a:pt x="25146" y="1135380"/>
                </a:lnTo>
                <a:lnTo>
                  <a:pt x="6096" y="1135964"/>
                </a:lnTo>
                <a:lnTo>
                  <a:pt x="3048" y="1136053"/>
                </a:lnTo>
                <a:lnTo>
                  <a:pt x="0" y="1136142"/>
                </a:lnTo>
                <a:lnTo>
                  <a:pt x="0" y="1144524"/>
                </a:lnTo>
                <a:lnTo>
                  <a:pt x="1524" y="1161288"/>
                </a:lnTo>
                <a:lnTo>
                  <a:pt x="3048" y="1169670"/>
                </a:lnTo>
                <a:lnTo>
                  <a:pt x="5334" y="1177290"/>
                </a:lnTo>
                <a:lnTo>
                  <a:pt x="6096" y="1181862"/>
                </a:lnTo>
                <a:lnTo>
                  <a:pt x="30480" y="1175004"/>
                </a:lnTo>
                <a:close/>
              </a:path>
              <a:path w="7035800" h="1301115">
                <a:moveTo>
                  <a:pt x="41910" y="459486"/>
                </a:moveTo>
                <a:lnTo>
                  <a:pt x="19812" y="446532"/>
                </a:lnTo>
                <a:lnTo>
                  <a:pt x="19812" y="448056"/>
                </a:lnTo>
                <a:lnTo>
                  <a:pt x="11760" y="464413"/>
                </a:lnTo>
                <a:lnTo>
                  <a:pt x="5803" y="481926"/>
                </a:lnTo>
                <a:lnTo>
                  <a:pt x="1892" y="500037"/>
                </a:lnTo>
                <a:lnTo>
                  <a:pt x="0" y="518160"/>
                </a:lnTo>
                <a:lnTo>
                  <a:pt x="0" y="525780"/>
                </a:lnTo>
                <a:lnTo>
                  <a:pt x="25146" y="526542"/>
                </a:lnTo>
                <a:lnTo>
                  <a:pt x="25146" y="518922"/>
                </a:lnTo>
                <a:lnTo>
                  <a:pt x="26670" y="505129"/>
                </a:lnTo>
                <a:lnTo>
                  <a:pt x="29603" y="491617"/>
                </a:lnTo>
                <a:lnTo>
                  <a:pt x="33731" y="478421"/>
                </a:lnTo>
                <a:lnTo>
                  <a:pt x="38862" y="465582"/>
                </a:lnTo>
                <a:lnTo>
                  <a:pt x="41910" y="459486"/>
                </a:lnTo>
                <a:close/>
              </a:path>
              <a:path w="7035800" h="1301115">
                <a:moveTo>
                  <a:pt x="52578" y="0"/>
                </a:moveTo>
                <a:lnTo>
                  <a:pt x="24384" y="0"/>
                </a:lnTo>
                <a:lnTo>
                  <a:pt x="24384" y="9144"/>
                </a:lnTo>
                <a:lnTo>
                  <a:pt x="52578" y="9144"/>
                </a:lnTo>
                <a:lnTo>
                  <a:pt x="52578" y="0"/>
                </a:lnTo>
                <a:close/>
              </a:path>
              <a:path w="7035800" h="1301115">
                <a:moveTo>
                  <a:pt x="65532" y="368808"/>
                </a:moveTo>
                <a:lnTo>
                  <a:pt x="36576" y="368808"/>
                </a:lnTo>
                <a:lnTo>
                  <a:pt x="36576" y="378714"/>
                </a:lnTo>
                <a:lnTo>
                  <a:pt x="65532" y="378714"/>
                </a:lnTo>
                <a:lnTo>
                  <a:pt x="65532" y="368808"/>
                </a:lnTo>
                <a:close/>
              </a:path>
              <a:path w="7035800" h="1301115">
                <a:moveTo>
                  <a:pt x="83820" y="1249680"/>
                </a:moveTo>
                <a:lnTo>
                  <a:pt x="49110" y="1214031"/>
                </a:lnTo>
                <a:lnTo>
                  <a:pt x="38862" y="1196340"/>
                </a:lnTo>
                <a:lnTo>
                  <a:pt x="16002" y="1207770"/>
                </a:lnTo>
                <a:lnTo>
                  <a:pt x="37731" y="1240853"/>
                </a:lnTo>
                <a:lnTo>
                  <a:pt x="68580" y="1269492"/>
                </a:lnTo>
                <a:lnTo>
                  <a:pt x="83820" y="1249680"/>
                </a:lnTo>
                <a:close/>
              </a:path>
              <a:path w="7035800" h="1301115">
                <a:moveTo>
                  <a:pt x="90678" y="0"/>
                </a:moveTo>
                <a:lnTo>
                  <a:pt x="62484" y="0"/>
                </a:lnTo>
                <a:lnTo>
                  <a:pt x="62484" y="9144"/>
                </a:lnTo>
                <a:lnTo>
                  <a:pt x="90678" y="9144"/>
                </a:lnTo>
                <a:lnTo>
                  <a:pt x="90678" y="0"/>
                </a:lnTo>
                <a:close/>
              </a:path>
              <a:path w="7035800" h="1301115">
                <a:moveTo>
                  <a:pt x="110490" y="397764"/>
                </a:moveTo>
                <a:lnTo>
                  <a:pt x="101879" y="378714"/>
                </a:lnTo>
                <a:lnTo>
                  <a:pt x="103632" y="378714"/>
                </a:lnTo>
                <a:lnTo>
                  <a:pt x="103632" y="368808"/>
                </a:lnTo>
                <a:lnTo>
                  <a:pt x="74676" y="368808"/>
                </a:lnTo>
                <a:lnTo>
                  <a:pt x="74676" y="378714"/>
                </a:lnTo>
                <a:lnTo>
                  <a:pt x="90297" y="378714"/>
                </a:lnTo>
                <a:lnTo>
                  <a:pt x="77101" y="386257"/>
                </a:lnTo>
                <a:lnTo>
                  <a:pt x="62992" y="396392"/>
                </a:lnTo>
                <a:lnTo>
                  <a:pt x="49961" y="407974"/>
                </a:lnTo>
                <a:lnTo>
                  <a:pt x="37338" y="421386"/>
                </a:lnTo>
                <a:lnTo>
                  <a:pt x="35052" y="424434"/>
                </a:lnTo>
                <a:lnTo>
                  <a:pt x="55626" y="439674"/>
                </a:lnTo>
                <a:lnTo>
                  <a:pt x="57912" y="436626"/>
                </a:lnTo>
                <a:lnTo>
                  <a:pt x="66573" y="426618"/>
                </a:lnTo>
                <a:lnTo>
                  <a:pt x="78828" y="416140"/>
                </a:lnTo>
                <a:lnTo>
                  <a:pt x="92240" y="406781"/>
                </a:lnTo>
                <a:lnTo>
                  <a:pt x="104394" y="400050"/>
                </a:lnTo>
                <a:lnTo>
                  <a:pt x="110490" y="397764"/>
                </a:lnTo>
                <a:close/>
              </a:path>
              <a:path w="7035800" h="1301115">
                <a:moveTo>
                  <a:pt x="128778" y="0"/>
                </a:moveTo>
                <a:lnTo>
                  <a:pt x="100584" y="0"/>
                </a:lnTo>
                <a:lnTo>
                  <a:pt x="100584" y="9144"/>
                </a:lnTo>
                <a:lnTo>
                  <a:pt x="128778" y="9144"/>
                </a:lnTo>
                <a:lnTo>
                  <a:pt x="128778" y="0"/>
                </a:lnTo>
                <a:close/>
              </a:path>
              <a:path w="7035800" h="1301115">
                <a:moveTo>
                  <a:pt x="166878" y="0"/>
                </a:moveTo>
                <a:lnTo>
                  <a:pt x="138684" y="0"/>
                </a:lnTo>
                <a:lnTo>
                  <a:pt x="138684" y="9144"/>
                </a:lnTo>
                <a:lnTo>
                  <a:pt x="166878" y="9144"/>
                </a:lnTo>
                <a:lnTo>
                  <a:pt x="166878" y="0"/>
                </a:lnTo>
                <a:close/>
              </a:path>
              <a:path w="7035800" h="1301115">
                <a:moveTo>
                  <a:pt x="172212" y="1275588"/>
                </a:moveTo>
                <a:lnTo>
                  <a:pt x="165354" y="1275588"/>
                </a:lnTo>
                <a:lnTo>
                  <a:pt x="149593" y="1274876"/>
                </a:lnTo>
                <a:lnTo>
                  <a:pt x="134112" y="1272082"/>
                </a:lnTo>
                <a:lnTo>
                  <a:pt x="119011" y="1267612"/>
                </a:lnTo>
                <a:lnTo>
                  <a:pt x="104394" y="1261872"/>
                </a:lnTo>
                <a:lnTo>
                  <a:pt x="103632" y="1261110"/>
                </a:lnTo>
                <a:lnTo>
                  <a:pt x="92202" y="1283970"/>
                </a:lnTo>
                <a:lnTo>
                  <a:pt x="128600" y="1296898"/>
                </a:lnTo>
                <a:lnTo>
                  <a:pt x="165354" y="1300734"/>
                </a:lnTo>
                <a:lnTo>
                  <a:pt x="172212" y="1300734"/>
                </a:lnTo>
                <a:lnTo>
                  <a:pt x="172212" y="1275588"/>
                </a:lnTo>
                <a:close/>
              </a:path>
              <a:path w="7035800" h="1301115">
                <a:moveTo>
                  <a:pt x="204978" y="0"/>
                </a:moveTo>
                <a:lnTo>
                  <a:pt x="176784" y="0"/>
                </a:lnTo>
                <a:lnTo>
                  <a:pt x="176784" y="9144"/>
                </a:lnTo>
                <a:lnTo>
                  <a:pt x="204978" y="9144"/>
                </a:lnTo>
                <a:lnTo>
                  <a:pt x="204978" y="0"/>
                </a:lnTo>
                <a:close/>
              </a:path>
              <a:path w="7035800" h="1301115">
                <a:moveTo>
                  <a:pt x="217932" y="368808"/>
                </a:moveTo>
                <a:lnTo>
                  <a:pt x="204978" y="368808"/>
                </a:lnTo>
                <a:lnTo>
                  <a:pt x="204978" y="361188"/>
                </a:lnTo>
                <a:lnTo>
                  <a:pt x="156210" y="361188"/>
                </a:lnTo>
                <a:lnTo>
                  <a:pt x="139446" y="362712"/>
                </a:lnTo>
                <a:lnTo>
                  <a:pt x="131064" y="364236"/>
                </a:lnTo>
                <a:lnTo>
                  <a:pt x="126492" y="365760"/>
                </a:lnTo>
                <a:lnTo>
                  <a:pt x="127152" y="368808"/>
                </a:lnTo>
                <a:lnTo>
                  <a:pt x="112776" y="368808"/>
                </a:lnTo>
                <a:lnTo>
                  <a:pt x="112776" y="378714"/>
                </a:lnTo>
                <a:lnTo>
                  <a:pt x="129324" y="378714"/>
                </a:lnTo>
                <a:lnTo>
                  <a:pt x="131826" y="390144"/>
                </a:lnTo>
                <a:lnTo>
                  <a:pt x="137160" y="389382"/>
                </a:lnTo>
                <a:lnTo>
                  <a:pt x="144018" y="387858"/>
                </a:lnTo>
                <a:lnTo>
                  <a:pt x="150876" y="387096"/>
                </a:lnTo>
                <a:lnTo>
                  <a:pt x="158496" y="386334"/>
                </a:lnTo>
                <a:lnTo>
                  <a:pt x="204978" y="386334"/>
                </a:lnTo>
                <a:lnTo>
                  <a:pt x="204978" y="378714"/>
                </a:lnTo>
                <a:lnTo>
                  <a:pt x="217932" y="378714"/>
                </a:lnTo>
                <a:lnTo>
                  <a:pt x="217932" y="368808"/>
                </a:lnTo>
                <a:close/>
              </a:path>
              <a:path w="7035800" h="1301115">
                <a:moveTo>
                  <a:pt x="243078" y="0"/>
                </a:moveTo>
                <a:lnTo>
                  <a:pt x="214884" y="0"/>
                </a:lnTo>
                <a:lnTo>
                  <a:pt x="214884" y="9144"/>
                </a:lnTo>
                <a:lnTo>
                  <a:pt x="243078" y="9144"/>
                </a:lnTo>
                <a:lnTo>
                  <a:pt x="243078" y="0"/>
                </a:lnTo>
                <a:close/>
              </a:path>
              <a:path w="7035800" h="1301115">
                <a:moveTo>
                  <a:pt x="273558" y="1275588"/>
                </a:moveTo>
                <a:lnTo>
                  <a:pt x="197358" y="1275588"/>
                </a:lnTo>
                <a:lnTo>
                  <a:pt x="197358" y="1300734"/>
                </a:lnTo>
                <a:lnTo>
                  <a:pt x="273558" y="1300734"/>
                </a:lnTo>
                <a:lnTo>
                  <a:pt x="273558" y="1275588"/>
                </a:lnTo>
                <a:close/>
              </a:path>
              <a:path w="7035800" h="1301115">
                <a:moveTo>
                  <a:pt x="281178" y="0"/>
                </a:moveTo>
                <a:lnTo>
                  <a:pt x="252984" y="0"/>
                </a:lnTo>
                <a:lnTo>
                  <a:pt x="252984" y="9144"/>
                </a:lnTo>
                <a:lnTo>
                  <a:pt x="281178" y="9144"/>
                </a:lnTo>
                <a:lnTo>
                  <a:pt x="281178" y="0"/>
                </a:lnTo>
                <a:close/>
              </a:path>
              <a:path w="7035800" h="1301115">
                <a:moveTo>
                  <a:pt x="319278" y="0"/>
                </a:moveTo>
                <a:lnTo>
                  <a:pt x="291084" y="0"/>
                </a:lnTo>
                <a:lnTo>
                  <a:pt x="291084" y="9144"/>
                </a:lnTo>
                <a:lnTo>
                  <a:pt x="319278" y="9144"/>
                </a:lnTo>
                <a:lnTo>
                  <a:pt x="319278" y="0"/>
                </a:lnTo>
                <a:close/>
              </a:path>
              <a:path w="7035800" h="1301115">
                <a:moveTo>
                  <a:pt x="357378" y="0"/>
                </a:moveTo>
                <a:lnTo>
                  <a:pt x="329184" y="0"/>
                </a:lnTo>
                <a:lnTo>
                  <a:pt x="329184" y="9144"/>
                </a:lnTo>
                <a:lnTo>
                  <a:pt x="357378" y="9144"/>
                </a:lnTo>
                <a:lnTo>
                  <a:pt x="357378" y="0"/>
                </a:lnTo>
                <a:close/>
              </a:path>
              <a:path w="7035800" h="1301115">
                <a:moveTo>
                  <a:pt x="374904" y="1275588"/>
                </a:moveTo>
                <a:lnTo>
                  <a:pt x="298704" y="1275588"/>
                </a:lnTo>
                <a:lnTo>
                  <a:pt x="298704" y="1300734"/>
                </a:lnTo>
                <a:lnTo>
                  <a:pt x="374904" y="1300734"/>
                </a:lnTo>
                <a:lnTo>
                  <a:pt x="374904" y="1275588"/>
                </a:lnTo>
                <a:close/>
              </a:path>
              <a:path w="7035800" h="1301115">
                <a:moveTo>
                  <a:pt x="395478" y="0"/>
                </a:moveTo>
                <a:lnTo>
                  <a:pt x="367284" y="0"/>
                </a:lnTo>
                <a:lnTo>
                  <a:pt x="367284" y="9144"/>
                </a:lnTo>
                <a:lnTo>
                  <a:pt x="395478" y="9144"/>
                </a:lnTo>
                <a:lnTo>
                  <a:pt x="395478" y="0"/>
                </a:lnTo>
                <a:close/>
              </a:path>
              <a:path w="7035800" h="1301115">
                <a:moveTo>
                  <a:pt x="408432" y="361188"/>
                </a:moveTo>
                <a:lnTo>
                  <a:pt x="332232" y="361188"/>
                </a:lnTo>
                <a:lnTo>
                  <a:pt x="332232" y="368808"/>
                </a:lnTo>
                <a:lnTo>
                  <a:pt x="306324" y="368808"/>
                </a:lnTo>
                <a:lnTo>
                  <a:pt x="306324" y="361188"/>
                </a:lnTo>
                <a:lnTo>
                  <a:pt x="230124" y="361188"/>
                </a:lnTo>
                <a:lnTo>
                  <a:pt x="230124" y="368808"/>
                </a:lnTo>
                <a:lnTo>
                  <a:pt x="227076" y="368808"/>
                </a:lnTo>
                <a:lnTo>
                  <a:pt x="227076" y="378714"/>
                </a:lnTo>
                <a:lnTo>
                  <a:pt x="230124" y="378714"/>
                </a:lnTo>
                <a:lnTo>
                  <a:pt x="230124" y="386334"/>
                </a:lnTo>
                <a:lnTo>
                  <a:pt x="306324" y="386334"/>
                </a:lnTo>
                <a:lnTo>
                  <a:pt x="306324" y="378714"/>
                </a:lnTo>
                <a:lnTo>
                  <a:pt x="332232" y="378714"/>
                </a:lnTo>
                <a:lnTo>
                  <a:pt x="332232" y="386334"/>
                </a:lnTo>
                <a:lnTo>
                  <a:pt x="408432" y="386334"/>
                </a:lnTo>
                <a:lnTo>
                  <a:pt x="408432" y="378714"/>
                </a:lnTo>
                <a:lnTo>
                  <a:pt x="408432" y="368808"/>
                </a:lnTo>
                <a:lnTo>
                  <a:pt x="408432" y="361188"/>
                </a:lnTo>
                <a:close/>
              </a:path>
              <a:path w="7035800" h="1301115">
                <a:moveTo>
                  <a:pt x="433578" y="0"/>
                </a:moveTo>
                <a:lnTo>
                  <a:pt x="405384" y="0"/>
                </a:lnTo>
                <a:lnTo>
                  <a:pt x="405384" y="9144"/>
                </a:lnTo>
                <a:lnTo>
                  <a:pt x="433578" y="9144"/>
                </a:lnTo>
                <a:lnTo>
                  <a:pt x="433578" y="0"/>
                </a:lnTo>
                <a:close/>
              </a:path>
              <a:path w="7035800" h="1301115">
                <a:moveTo>
                  <a:pt x="471678" y="0"/>
                </a:moveTo>
                <a:lnTo>
                  <a:pt x="443484" y="0"/>
                </a:lnTo>
                <a:lnTo>
                  <a:pt x="443484" y="9144"/>
                </a:lnTo>
                <a:lnTo>
                  <a:pt x="471678" y="9144"/>
                </a:lnTo>
                <a:lnTo>
                  <a:pt x="471678" y="0"/>
                </a:lnTo>
                <a:close/>
              </a:path>
              <a:path w="7035800" h="1301115">
                <a:moveTo>
                  <a:pt x="477012" y="1275588"/>
                </a:moveTo>
                <a:lnTo>
                  <a:pt x="400812" y="1275588"/>
                </a:lnTo>
                <a:lnTo>
                  <a:pt x="400812" y="1300734"/>
                </a:lnTo>
                <a:lnTo>
                  <a:pt x="477012" y="1300734"/>
                </a:lnTo>
                <a:lnTo>
                  <a:pt x="477012" y="1275588"/>
                </a:lnTo>
                <a:close/>
              </a:path>
              <a:path w="7035800" h="1301115">
                <a:moveTo>
                  <a:pt x="509778" y="0"/>
                </a:moveTo>
                <a:lnTo>
                  <a:pt x="481584" y="0"/>
                </a:lnTo>
                <a:lnTo>
                  <a:pt x="481584" y="9144"/>
                </a:lnTo>
                <a:lnTo>
                  <a:pt x="509778" y="9144"/>
                </a:lnTo>
                <a:lnTo>
                  <a:pt x="509778" y="0"/>
                </a:lnTo>
                <a:close/>
              </a:path>
              <a:path w="7035800" h="1301115">
                <a:moveTo>
                  <a:pt x="522732" y="368808"/>
                </a:moveTo>
                <a:lnTo>
                  <a:pt x="509778" y="368808"/>
                </a:lnTo>
                <a:lnTo>
                  <a:pt x="509778" y="361188"/>
                </a:lnTo>
                <a:lnTo>
                  <a:pt x="433578" y="361188"/>
                </a:lnTo>
                <a:lnTo>
                  <a:pt x="433578" y="368808"/>
                </a:lnTo>
                <a:lnTo>
                  <a:pt x="417576" y="368808"/>
                </a:lnTo>
                <a:lnTo>
                  <a:pt x="417576" y="378714"/>
                </a:lnTo>
                <a:lnTo>
                  <a:pt x="433578" y="378714"/>
                </a:lnTo>
                <a:lnTo>
                  <a:pt x="433578" y="386334"/>
                </a:lnTo>
                <a:lnTo>
                  <a:pt x="509778" y="386334"/>
                </a:lnTo>
                <a:lnTo>
                  <a:pt x="509778" y="378714"/>
                </a:lnTo>
                <a:lnTo>
                  <a:pt x="522732" y="378714"/>
                </a:lnTo>
                <a:lnTo>
                  <a:pt x="522732" y="368808"/>
                </a:lnTo>
                <a:close/>
              </a:path>
              <a:path w="7035800" h="1301115">
                <a:moveTo>
                  <a:pt x="547878" y="0"/>
                </a:moveTo>
                <a:lnTo>
                  <a:pt x="519684" y="0"/>
                </a:lnTo>
                <a:lnTo>
                  <a:pt x="519684" y="9144"/>
                </a:lnTo>
                <a:lnTo>
                  <a:pt x="547878" y="9144"/>
                </a:lnTo>
                <a:lnTo>
                  <a:pt x="547878" y="0"/>
                </a:lnTo>
                <a:close/>
              </a:path>
              <a:path w="7035800" h="1301115">
                <a:moveTo>
                  <a:pt x="578358" y="1275588"/>
                </a:moveTo>
                <a:lnTo>
                  <a:pt x="502158" y="1275588"/>
                </a:lnTo>
                <a:lnTo>
                  <a:pt x="502158" y="1300734"/>
                </a:lnTo>
                <a:lnTo>
                  <a:pt x="578358" y="1300734"/>
                </a:lnTo>
                <a:lnTo>
                  <a:pt x="578358" y="1275588"/>
                </a:lnTo>
                <a:close/>
              </a:path>
              <a:path w="7035800" h="1301115">
                <a:moveTo>
                  <a:pt x="585978" y="0"/>
                </a:moveTo>
                <a:lnTo>
                  <a:pt x="557784" y="0"/>
                </a:lnTo>
                <a:lnTo>
                  <a:pt x="557784" y="9144"/>
                </a:lnTo>
                <a:lnTo>
                  <a:pt x="585978" y="9144"/>
                </a:lnTo>
                <a:lnTo>
                  <a:pt x="585978" y="0"/>
                </a:lnTo>
                <a:close/>
              </a:path>
              <a:path w="7035800" h="1301115">
                <a:moveTo>
                  <a:pt x="624078" y="0"/>
                </a:moveTo>
                <a:lnTo>
                  <a:pt x="595884" y="0"/>
                </a:lnTo>
                <a:lnTo>
                  <a:pt x="595884" y="9144"/>
                </a:lnTo>
                <a:lnTo>
                  <a:pt x="624078" y="9144"/>
                </a:lnTo>
                <a:lnTo>
                  <a:pt x="624078" y="0"/>
                </a:lnTo>
                <a:close/>
              </a:path>
              <a:path w="7035800" h="1301115">
                <a:moveTo>
                  <a:pt x="662178" y="0"/>
                </a:moveTo>
                <a:lnTo>
                  <a:pt x="633984" y="0"/>
                </a:lnTo>
                <a:lnTo>
                  <a:pt x="633984" y="9144"/>
                </a:lnTo>
                <a:lnTo>
                  <a:pt x="662178" y="9144"/>
                </a:lnTo>
                <a:lnTo>
                  <a:pt x="662178" y="0"/>
                </a:lnTo>
                <a:close/>
              </a:path>
              <a:path w="7035800" h="1301115">
                <a:moveTo>
                  <a:pt x="679704" y="1275588"/>
                </a:moveTo>
                <a:lnTo>
                  <a:pt x="603504" y="1275588"/>
                </a:lnTo>
                <a:lnTo>
                  <a:pt x="603504" y="1300734"/>
                </a:lnTo>
                <a:lnTo>
                  <a:pt x="679704" y="1300734"/>
                </a:lnTo>
                <a:lnTo>
                  <a:pt x="679704" y="1275588"/>
                </a:lnTo>
                <a:close/>
              </a:path>
              <a:path w="7035800" h="1301115">
                <a:moveTo>
                  <a:pt x="700278" y="0"/>
                </a:moveTo>
                <a:lnTo>
                  <a:pt x="672084" y="0"/>
                </a:lnTo>
                <a:lnTo>
                  <a:pt x="672084" y="9144"/>
                </a:lnTo>
                <a:lnTo>
                  <a:pt x="700278" y="9144"/>
                </a:lnTo>
                <a:lnTo>
                  <a:pt x="700278" y="0"/>
                </a:lnTo>
                <a:close/>
              </a:path>
              <a:path w="7035800" h="1301115">
                <a:moveTo>
                  <a:pt x="713232" y="361188"/>
                </a:moveTo>
                <a:lnTo>
                  <a:pt x="637032" y="361188"/>
                </a:lnTo>
                <a:lnTo>
                  <a:pt x="637032" y="368808"/>
                </a:lnTo>
                <a:lnTo>
                  <a:pt x="611124" y="368808"/>
                </a:lnTo>
                <a:lnTo>
                  <a:pt x="611124" y="361188"/>
                </a:lnTo>
                <a:lnTo>
                  <a:pt x="534924" y="361188"/>
                </a:lnTo>
                <a:lnTo>
                  <a:pt x="534924" y="368808"/>
                </a:lnTo>
                <a:lnTo>
                  <a:pt x="531876" y="368808"/>
                </a:lnTo>
                <a:lnTo>
                  <a:pt x="531876" y="378714"/>
                </a:lnTo>
                <a:lnTo>
                  <a:pt x="534924" y="378714"/>
                </a:lnTo>
                <a:lnTo>
                  <a:pt x="534924" y="386334"/>
                </a:lnTo>
                <a:lnTo>
                  <a:pt x="611124" y="386334"/>
                </a:lnTo>
                <a:lnTo>
                  <a:pt x="611124" y="378714"/>
                </a:lnTo>
                <a:lnTo>
                  <a:pt x="637032" y="378714"/>
                </a:lnTo>
                <a:lnTo>
                  <a:pt x="637032" y="386334"/>
                </a:lnTo>
                <a:lnTo>
                  <a:pt x="713232" y="386334"/>
                </a:lnTo>
                <a:lnTo>
                  <a:pt x="713232" y="378714"/>
                </a:lnTo>
                <a:lnTo>
                  <a:pt x="713232" y="368808"/>
                </a:lnTo>
                <a:lnTo>
                  <a:pt x="713232" y="361188"/>
                </a:lnTo>
                <a:close/>
              </a:path>
              <a:path w="7035800" h="1301115">
                <a:moveTo>
                  <a:pt x="738378" y="0"/>
                </a:moveTo>
                <a:lnTo>
                  <a:pt x="710184" y="0"/>
                </a:lnTo>
                <a:lnTo>
                  <a:pt x="710184" y="9144"/>
                </a:lnTo>
                <a:lnTo>
                  <a:pt x="738378" y="9144"/>
                </a:lnTo>
                <a:lnTo>
                  <a:pt x="738378" y="0"/>
                </a:lnTo>
                <a:close/>
              </a:path>
              <a:path w="7035800" h="1301115">
                <a:moveTo>
                  <a:pt x="776478" y="0"/>
                </a:moveTo>
                <a:lnTo>
                  <a:pt x="748284" y="0"/>
                </a:lnTo>
                <a:lnTo>
                  <a:pt x="748284" y="9144"/>
                </a:lnTo>
                <a:lnTo>
                  <a:pt x="776478" y="9144"/>
                </a:lnTo>
                <a:lnTo>
                  <a:pt x="776478" y="0"/>
                </a:lnTo>
                <a:close/>
              </a:path>
              <a:path w="7035800" h="1301115">
                <a:moveTo>
                  <a:pt x="781812" y="1275588"/>
                </a:moveTo>
                <a:lnTo>
                  <a:pt x="705612" y="1275588"/>
                </a:lnTo>
                <a:lnTo>
                  <a:pt x="705612" y="1300734"/>
                </a:lnTo>
                <a:lnTo>
                  <a:pt x="781812" y="1300734"/>
                </a:lnTo>
                <a:lnTo>
                  <a:pt x="781812" y="1275588"/>
                </a:lnTo>
                <a:close/>
              </a:path>
              <a:path w="7035800" h="1301115">
                <a:moveTo>
                  <a:pt x="814578" y="0"/>
                </a:moveTo>
                <a:lnTo>
                  <a:pt x="786384" y="0"/>
                </a:lnTo>
                <a:lnTo>
                  <a:pt x="786384" y="9144"/>
                </a:lnTo>
                <a:lnTo>
                  <a:pt x="814578" y="9144"/>
                </a:lnTo>
                <a:lnTo>
                  <a:pt x="814578" y="0"/>
                </a:lnTo>
                <a:close/>
              </a:path>
              <a:path w="7035800" h="1301115">
                <a:moveTo>
                  <a:pt x="827532" y="368808"/>
                </a:moveTo>
                <a:lnTo>
                  <a:pt x="814578" y="368808"/>
                </a:lnTo>
                <a:lnTo>
                  <a:pt x="814578" y="361188"/>
                </a:lnTo>
                <a:lnTo>
                  <a:pt x="738378" y="361188"/>
                </a:lnTo>
                <a:lnTo>
                  <a:pt x="738378" y="368808"/>
                </a:lnTo>
                <a:lnTo>
                  <a:pt x="722376" y="368808"/>
                </a:lnTo>
                <a:lnTo>
                  <a:pt x="722376" y="378714"/>
                </a:lnTo>
                <a:lnTo>
                  <a:pt x="738378" y="378714"/>
                </a:lnTo>
                <a:lnTo>
                  <a:pt x="738378" y="386334"/>
                </a:lnTo>
                <a:lnTo>
                  <a:pt x="814578" y="386334"/>
                </a:lnTo>
                <a:lnTo>
                  <a:pt x="814578" y="378714"/>
                </a:lnTo>
                <a:lnTo>
                  <a:pt x="827532" y="378714"/>
                </a:lnTo>
                <a:lnTo>
                  <a:pt x="827532" y="368808"/>
                </a:lnTo>
                <a:close/>
              </a:path>
              <a:path w="7035800" h="1301115">
                <a:moveTo>
                  <a:pt x="852678" y="0"/>
                </a:moveTo>
                <a:lnTo>
                  <a:pt x="824484" y="0"/>
                </a:lnTo>
                <a:lnTo>
                  <a:pt x="824484" y="9144"/>
                </a:lnTo>
                <a:lnTo>
                  <a:pt x="852678" y="9144"/>
                </a:lnTo>
                <a:lnTo>
                  <a:pt x="852678" y="0"/>
                </a:lnTo>
                <a:close/>
              </a:path>
              <a:path w="7035800" h="1301115">
                <a:moveTo>
                  <a:pt x="883158" y="1275588"/>
                </a:moveTo>
                <a:lnTo>
                  <a:pt x="806958" y="1275588"/>
                </a:lnTo>
                <a:lnTo>
                  <a:pt x="806958" y="1300734"/>
                </a:lnTo>
                <a:lnTo>
                  <a:pt x="883158" y="1300734"/>
                </a:lnTo>
                <a:lnTo>
                  <a:pt x="883158" y="1275588"/>
                </a:lnTo>
                <a:close/>
              </a:path>
              <a:path w="7035800" h="1301115">
                <a:moveTo>
                  <a:pt x="890778" y="0"/>
                </a:moveTo>
                <a:lnTo>
                  <a:pt x="862584" y="0"/>
                </a:lnTo>
                <a:lnTo>
                  <a:pt x="862584" y="9144"/>
                </a:lnTo>
                <a:lnTo>
                  <a:pt x="890778" y="9144"/>
                </a:lnTo>
                <a:lnTo>
                  <a:pt x="890778" y="0"/>
                </a:lnTo>
                <a:close/>
              </a:path>
              <a:path w="7035800" h="1301115">
                <a:moveTo>
                  <a:pt x="928878" y="0"/>
                </a:moveTo>
                <a:lnTo>
                  <a:pt x="900684" y="0"/>
                </a:lnTo>
                <a:lnTo>
                  <a:pt x="900684" y="9144"/>
                </a:lnTo>
                <a:lnTo>
                  <a:pt x="928878" y="9144"/>
                </a:lnTo>
                <a:lnTo>
                  <a:pt x="928878" y="0"/>
                </a:lnTo>
                <a:close/>
              </a:path>
              <a:path w="7035800" h="1301115">
                <a:moveTo>
                  <a:pt x="966978" y="0"/>
                </a:moveTo>
                <a:lnTo>
                  <a:pt x="938784" y="0"/>
                </a:lnTo>
                <a:lnTo>
                  <a:pt x="938784" y="9144"/>
                </a:lnTo>
                <a:lnTo>
                  <a:pt x="966978" y="9144"/>
                </a:lnTo>
                <a:lnTo>
                  <a:pt x="966978" y="0"/>
                </a:lnTo>
                <a:close/>
              </a:path>
              <a:path w="7035800" h="1301115">
                <a:moveTo>
                  <a:pt x="984504" y="1275588"/>
                </a:moveTo>
                <a:lnTo>
                  <a:pt x="908304" y="1275588"/>
                </a:lnTo>
                <a:lnTo>
                  <a:pt x="908304" y="1300734"/>
                </a:lnTo>
                <a:lnTo>
                  <a:pt x="984504" y="1300734"/>
                </a:lnTo>
                <a:lnTo>
                  <a:pt x="984504" y="1275588"/>
                </a:lnTo>
                <a:close/>
              </a:path>
              <a:path w="7035800" h="1301115">
                <a:moveTo>
                  <a:pt x="1005078" y="0"/>
                </a:moveTo>
                <a:lnTo>
                  <a:pt x="976884" y="0"/>
                </a:lnTo>
                <a:lnTo>
                  <a:pt x="976884" y="9144"/>
                </a:lnTo>
                <a:lnTo>
                  <a:pt x="1005078" y="9144"/>
                </a:lnTo>
                <a:lnTo>
                  <a:pt x="1005078" y="0"/>
                </a:lnTo>
                <a:close/>
              </a:path>
              <a:path w="7035800" h="1301115">
                <a:moveTo>
                  <a:pt x="1018032" y="361188"/>
                </a:moveTo>
                <a:lnTo>
                  <a:pt x="941832" y="361188"/>
                </a:lnTo>
                <a:lnTo>
                  <a:pt x="941832" y="368808"/>
                </a:lnTo>
                <a:lnTo>
                  <a:pt x="915924" y="368808"/>
                </a:lnTo>
                <a:lnTo>
                  <a:pt x="915924" y="361188"/>
                </a:lnTo>
                <a:lnTo>
                  <a:pt x="839724" y="361188"/>
                </a:lnTo>
                <a:lnTo>
                  <a:pt x="839724" y="368808"/>
                </a:lnTo>
                <a:lnTo>
                  <a:pt x="836676" y="368808"/>
                </a:lnTo>
                <a:lnTo>
                  <a:pt x="836676" y="378714"/>
                </a:lnTo>
                <a:lnTo>
                  <a:pt x="839724" y="378714"/>
                </a:lnTo>
                <a:lnTo>
                  <a:pt x="839724" y="386334"/>
                </a:lnTo>
                <a:lnTo>
                  <a:pt x="915924" y="386334"/>
                </a:lnTo>
                <a:lnTo>
                  <a:pt x="915924" y="378714"/>
                </a:lnTo>
                <a:lnTo>
                  <a:pt x="941832" y="378714"/>
                </a:lnTo>
                <a:lnTo>
                  <a:pt x="941832" y="386334"/>
                </a:lnTo>
                <a:lnTo>
                  <a:pt x="1018032" y="386334"/>
                </a:lnTo>
                <a:lnTo>
                  <a:pt x="1018032" y="378714"/>
                </a:lnTo>
                <a:lnTo>
                  <a:pt x="1018032" y="368808"/>
                </a:lnTo>
                <a:lnTo>
                  <a:pt x="1018032" y="361188"/>
                </a:lnTo>
                <a:close/>
              </a:path>
              <a:path w="7035800" h="1301115">
                <a:moveTo>
                  <a:pt x="1043178" y="0"/>
                </a:moveTo>
                <a:lnTo>
                  <a:pt x="1014984" y="0"/>
                </a:lnTo>
                <a:lnTo>
                  <a:pt x="1014984" y="9144"/>
                </a:lnTo>
                <a:lnTo>
                  <a:pt x="1043178" y="9144"/>
                </a:lnTo>
                <a:lnTo>
                  <a:pt x="1043178" y="0"/>
                </a:lnTo>
                <a:close/>
              </a:path>
              <a:path w="7035800" h="1301115">
                <a:moveTo>
                  <a:pt x="1081278" y="0"/>
                </a:moveTo>
                <a:lnTo>
                  <a:pt x="1053084" y="0"/>
                </a:lnTo>
                <a:lnTo>
                  <a:pt x="1053084" y="9144"/>
                </a:lnTo>
                <a:lnTo>
                  <a:pt x="1081278" y="9144"/>
                </a:lnTo>
                <a:lnTo>
                  <a:pt x="1081278" y="0"/>
                </a:lnTo>
                <a:close/>
              </a:path>
              <a:path w="7035800" h="1301115">
                <a:moveTo>
                  <a:pt x="1086612" y="1275588"/>
                </a:moveTo>
                <a:lnTo>
                  <a:pt x="1010412" y="1275588"/>
                </a:lnTo>
                <a:lnTo>
                  <a:pt x="1010412" y="1300734"/>
                </a:lnTo>
                <a:lnTo>
                  <a:pt x="1086612" y="1300734"/>
                </a:lnTo>
                <a:lnTo>
                  <a:pt x="1086612" y="1275588"/>
                </a:lnTo>
                <a:close/>
              </a:path>
              <a:path w="7035800" h="1301115">
                <a:moveTo>
                  <a:pt x="1119378" y="0"/>
                </a:moveTo>
                <a:lnTo>
                  <a:pt x="1091184" y="0"/>
                </a:lnTo>
                <a:lnTo>
                  <a:pt x="1091184" y="9144"/>
                </a:lnTo>
                <a:lnTo>
                  <a:pt x="1119378" y="9144"/>
                </a:lnTo>
                <a:lnTo>
                  <a:pt x="1119378" y="0"/>
                </a:lnTo>
                <a:close/>
              </a:path>
              <a:path w="7035800" h="1301115">
                <a:moveTo>
                  <a:pt x="1132332" y="368808"/>
                </a:moveTo>
                <a:lnTo>
                  <a:pt x="1119378" y="368808"/>
                </a:lnTo>
                <a:lnTo>
                  <a:pt x="1119378" y="361188"/>
                </a:lnTo>
                <a:lnTo>
                  <a:pt x="1043178" y="361188"/>
                </a:lnTo>
                <a:lnTo>
                  <a:pt x="1043178" y="368808"/>
                </a:lnTo>
                <a:lnTo>
                  <a:pt x="1027176" y="368808"/>
                </a:lnTo>
                <a:lnTo>
                  <a:pt x="1027176" y="378714"/>
                </a:lnTo>
                <a:lnTo>
                  <a:pt x="1043178" y="378714"/>
                </a:lnTo>
                <a:lnTo>
                  <a:pt x="1043178" y="386334"/>
                </a:lnTo>
                <a:lnTo>
                  <a:pt x="1119378" y="386334"/>
                </a:lnTo>
                <a:lnTo>
                  <a:pt x="1119378" y="378714"/>
                </a:lnTo>
                <a:lnTo>
                  <a:pt x="1132332" y="378714"/>
                </a:lnTo>
                <a:lnTo>
                  <a:pt x="1132332" y="368808"/>
                </a:lnTo>
                <a:close/>
              </a:path>
              <a:path w="7035800" h="1301115">
                <a:moveTo>
                  <a:pt x="1157478" y="0"/>
                </a:moveTo>
                <a:lnTo>
                  <a:pt x="1129284" y="0"/>
                </a:lnTo>
                <a:lnTo>
                  <a:pt x="1129284" y="9144"/>
                </a:lnTo>
                <a:lnTo>
                  <a:pt x="1157478" y="9144"/>
                </a:lnTo>
                <a:lnTo>
                  <a:pt x="1157478" y="0"/>
                </a:lnTo>
                <a:close/>
              </a:path>
              <a:path w="7035800" h="1301115">
                <a:moveTo>
                  <a:pt x="1187958" y="1275588"/>
                </a:moveTo>
                <a:lnTo>
                  <a:pt x="1111758" y="1275588"/>
                </a:lnTo>
                <a:lnTo>
                  <a:pt x="1111758" y="1300734"/>
                </a:lnTo>
                <a:lnTo>
                  <a:pt x="1187958" y="1300734"/>
                </a:lnTo>
                <a:lnTo>
                  <a:pt x="1187958" y="1275588"/>
                </a:lnTo>
                <a:close/>
              </a:path>
              <a:path w="7035800" h="1301115">
                <a:moveTo>
                  <a:pt x="1195578" y="0"/>
                </a:moveTo>
                <a:lnTo>
                  <a:pt x="1167384" y="0"/>
                </a:lnTo>
                <a:lnTo>
                  <a:pt x="1167384" y="9144"/>
                </a:lnTo>
                <a:lnTo>
                  <a:pt x="1195578" y="9144"/>
                </a:lnTo>
                <a:lnTo>
                  <a:pt x="1195578" y="0"/>
                </a:lnTo>
                <a:close/>
              </a:path>
              <a:path w="7035800" h="1301115">
                <a:moveTo>
                  <a:pt x="1233678" y="0"/>
                </a:moveTo>
                <a:lnTo>
                  <a:pt x="1205484" y="0"/>
                </a:lnTo>
                <a:lnTo>
                  <a:pt x="1205484" y="9144"/>
                </a:lnTo>
                <a:lnTo>
                  <a:pt x="1233678" y="9144"/>
                </a:lnTo>
                <a:lnTo>
                  <a:pt x="1233678" y="0"/>
                </a:lnTo>
                <a:close/>
              </a:path>
              <a:path w="7035800" h="1301115">
                <a:moveTo>
                  <a:pt x="1271778" y="0"/>
                </a:moveTo>
                <a:lnTo>
                  <a:pt x="1243584" y="0"/>
                </a:lnTo>
                <a:lnTo>
                  <a:pt x="1243584" y="9144"/>
                </a:lnTo>
                <a:lnTo>
                  <a:pt x="1271778" y="9144"/>
                </a:lnTo>
                <a:lnTo>
                  <a:pt x="1271778" y="0"/>
                </a:lnTo>
                <a:close/>
              </a:path>
              <a:path w="7035800" h="1301115">
                <a:moveTo>
                  <a:pt x="1289304" y="1275588"/>
                </a:moveTo>
                <a:lnTo>
                  <a:pt x="1213104" y="1275588"/>
                </a:lnTo>
                <a:lnTo>
                  <a:pt x="1213104" y="1300734"/>
                </a:lnTo>
                <a:lnTo>
                  <a:pt x="1289304" y="1300734"/>
                </a:lnTo>
                <a:lnTo>
                  <a:pt x="1289304" y="1275588"/>
                </a:lnTo>
                <a:close/>
              </a:path>
              <a:path w="7035800" h="1301115">
                <a:moveTo>
                  <a:pt x="1309878" y="0"/>
                </a:moveTo>
                <a:lnTo>
                  <a:pt x="1281684" y="0"/>
                </a:lnTo>
                <a:lnTo>
                  <a:pt x="1281684" y="9144"/>
                </a:lnTo>
                <a:lnTo>
                  <a:pt x="1309878" y="9144"/>
                </a:lnTo>
                <a:lnTo>
                  <a:pt x="1309878" y="0"/>
                </a:lnTo>
                <a:close/>
              </a:path>
              <a:path w="7035800" h="1301115">
                <a:moveTo>
                  <a:pt x="1322832" y="361188"/>
                </a:moveTo>
                <a:lnTo>
                  <a:pt x="1246632" y="361188"/>
                </a:lnTo>
                <a:lnTo>
                  <a:pt x="1246632" y="368808"/>
                </a:lnTo>
                <a:lnTo>
                  <a:pt x="1220724" y="368808"/>
                </a:lnTo>
                <a:lnTo>
                  <a:pt x="1220724" y="361188"/>
                </a:lnTo>
                <a:lnTo>
                  <a:pt x="1144524" y="361188"/>
                </a:lnTo>
                <a:lnTo>
                  <a:pt x="1144524" y="368808"/>
                </a:lnTo>
                <a:lnTo>
                  <a:pt x="1141476" y="368808"/>
                </a:lnTo>
                <a:lnTo>
                  <a:pt x="1141476" y="378714"/>
                </a:lnTo>
                <a:lnTo>
                  <a:pt x="1144524" y="378714"/>
                </a:lnTo>
                <a:lnTo>
                  <a:pt x="1144524" y="386334"/>
                </a:lnTo>
                <a:lnTo>
                  <a:pt x="1220724" y="386334"/>
                </a:lnTo>
                <a:lnTo>
                  <a:pt x="1220724" y="378714"/>
                </a:lnTo>
                <a:lnTo>
                  <a:pt x="1246632" y="378714"/>
                </a:lnTo>
                <a:lnTo>
                  <a:pt x="1246632" y="386334"/>
                </a:lnTo>
                <a:lnTo>
                  <a:pt x="1322832" y="386334"/>
                </a:lnTo>
                <a:lnTo>
                  <a:pt x="1322832" y="378714"/>
                </a:lnTo>
                <a:lnTo>
                  <a:pt x="1322832" y="368808"/>
                </a:lnTo>
                <a:lnTo>
                  <a:pt x="1322832" y="361188"/>
                </a:lnTo>
                <a:close/>
              </a:path>
              <a:path w="7035800" h="1301115">
                <a:moveTo>
                  <a:pt x="1347978" y="0"/>
                </a:moveTo>
                <a:lnTo>
                  <a:pt x="1319784" y="0"/>
                </a:lnTo>
                <a:lnTo>
                  <a:pt x="1319784" y="9144"/>
                </a:lnTo>
                <a:lnTo>
                  <a:pt x="1347978" y="9144"/>
                </a:lnTo>
                <a:lnTo>
                  <a:pt x="1347978" y="0"/>
                </a:lnTo>
                <a:close/>
              </a:path>
              <a:path w="7035800" h="1301115">
                <a:moveTo>
                  <a:pt x="1386078" y="0"/>
                </a:moveTo>
                <a:lnTo>
                  <a:pt x="1357884" y="0"/>
                </a:lnTo>
                <a:lnTo>
                  <a:pt x="1357884" y="9144"/>
                </a:lnTo>
                <a:lnTo>
                  <a:pt x="1386078" y="9144"/>
                </a:lnTo>
                <a:lnTo>
                  <a:pt x="1386078" y="0"/>
                </a:lnTo>
                <a:close/>
              </a:path>
              <a:path w="7035800" h="1301115">
                <a:moveTo>
                  <a:pt x="1391412" y="1275588"/>
                </a:moveTo>
                <a:lnTo>
                  <a:pt x="1315212" y="1275588"/>
                </a:lnTo>
                <a:lnTo>
                  <a:pt x="1315212" y="1300734"/>
                </a:lnTo>
                <a:lnTo>
                  <a:pt x="1391412" y="1300734"/>
                </a:lnTo>
                <a:lnTo>
                  <a:pt x="1391412" y="1275588"/>
                </a:lnTo>
                <a:close/>
              </a:path>
              <a:path w="7035800" h="1301115">
                <a:moveTo>
                  <a:pt x="1424178" y="0"/>
                </a:moveTo>
                <a:lnTo>
                  <a:pt x="1395984" y="0"/>
                </a:lnTo>
                <a:lnTo>
                  <a:pt x="1395984" y="9144"/>
                </a:lnTo>
                <a:lnTo>
                  <a:pt x="1424178" y="9144"/>
                </a:lnTo>
                <a:lnTo>
                  <a:pt x="1424178" y="0"/>
                </a:lnTo>
                <a:close/>
              </a:path>
              <a:path w="7035800" h="1301115">
                <a:moveTo>
                  <a:pt x="1437132" y="368808"/>
                </a:moveTo>
                <a:lnTo>
                  <a:pt x="1424178" y="368808"/>
                </a:lnTo>
                <a:lnTo>
                  <a:pt x="1424178" y="361188"/>
                </a:lnTo>
                <a:lnTo>
                  <a:pt x="1347978" y="361188"/>
                </a:lnTo>
                <a:lnTo>
                  <a:pt x="1347978" y="368808"/>
                </a:lnTo>
                <a:lnTo>
                  <a:pt x="1331976" y="368808"/>
                </a:lnTo>
                <a:lnTo>
                  <a:pt x="1331976" y="378714"/>
                </a:lnTo>
                <a:lnTo>
                  <a:pt x="1347978" y="378714"/>
                </a:lnTo>
                <a:lnTo>
                  <a:pt x="1347978" y="386334"/>
                </a:lnTo>
                <a:lnTo>
                  <a:pt x="1424178" y="386334"/>
                </a:lnTo>
                <a:lnTo>
                  <a:pt x="1424178" y="378714"/>
                </a:lnTo>
                <a:lnTo>
                  <a:pt x="1437132" y="378714"/>
                </a:lnTo>
                <a:lnTo>
                  <a:pt x="1437132" y="368808"/>
                </a:lnTo>
                <a:close/>
              </a:path>
              <a:path w="7035800" h="1301115">
                <a:moveTo>
                  <a:pt x="1462278" y="0"/>
                </a:moveTo>
                <a:lnTo>
                  <a:pt x="1434084" y="0"/>
                </a:lnTo>
                <a:lnTo>
                  <a:pt x="1434084" y="9144"/>
                </a:lnTo>
                <a:lnTo>
                  <a:pt x="1462278" y="9144"/>
                </a:lnTo>
                <a:lnTo>
                  <a:pt x="1462278" y="0"/>
                </a:lnTo>
                <a:close/>
              </a:path>
              <a:path w="7035800" h="1301115">
                <a:moveTo>
                  <a:pt x="1492758" y="1275588"/>
                </a:moveTo>
                <a:lnTo>
                  <a:pt x="1416558" y="1275588"/>
                </a:lnTo>
                <a:lnTo>
                  <a:pt x="1416558" y="1300734"/>
                </a:lnTo>
                <a:lnTo>
                  <a:pt x="1492758" y="1300734"/>
                </a:lnTo>
                <a:lnTo>
                  <a:pt x="1492758" y="1275588"/>
                </a:lnTo>
                <a:close/>
              </a:path>
              <a:path w="7035800" h="1301115">
                <a:moveTo>
                  <a:pt x="1500378" y="0"/>
                </a:moveTo>
                <a:lnTo>
                  <a:pt x="1472184" y="0"/>
                </a:lnTo>
                <a:lnTo>
                  <a:pt x="1472184" y="9144"/>
                </a:lnTo>
                <a:lnTo>
                  <a:pt x="1500378" y="9144"/>
                </a:lnTo>
                <a:lnTo>
                  <a:pt x="1500378" y="0"/>
                </a:lnTo>
                <a:close/>
              </a:path>
              <a:path w="7035800" h="1301115">
                <a:moveTo>
                  <a:pt x="1538478" y="0"/>
                </a:moveTo>
                <a:lnTo>
                  <a:pt x="1510284" y="0"/>
                </a:lnTo>
                <a:lnTo>
                  <a:pt x="1510284" y="9144"/>
                </a:lnTo>
                <a:lnTo>
                  <a:pt x="1538478" y="9144"/>
                </a:lnTo>
                <a:lnTo>
                  <a:pt x="1538478" y="0"/>
                </a:lnTo>
                <a:close/>
              </a:path>
              <a:path w="7035800" h="1301115">
                <a:moveTo>
                  <a:pt x="1576578" y="0"/>
                </a:moveTo>
                <a:lnTo>
                  <a:pt x="1548384" y="0"/>
                </a:lnTo>
                <a:lnTo>
                  <a:pt x="1548384" y="9144"/>
                </a:lnTo>
                <a:lnTo>
                  <a:pt x="1576578" y="9144"/>
                </a:lnTo>
                <a:lnTo>
                  <a:pt x="1576578" y="0"/>
                </a:lnTo>
                <a:close/>
              </a:path>
              <a:path w="7035800" h="1301115">
                <a:moveTo>
                  <a:pt x="1594104" y="1275588"/>
                </a:moveTo>
                <a:lnTo>
                  <a:pt x="1517904" y="1275588"/>
                </a:lnTo>
                <a:lnTo>
                  <a:pt x="1517904" y="1300734"/>
                </a:lnTo>
                <a:lnTo>
                  <a:pt x="1594104" y="1300734"/>
                </a:lnTo>
                <a:lnTo>
                  <a:pt x="1594104" y="1275588"/>
                </a:lnTo>
                <a:close/>
              </a:path>
              <a:path w="7035800" h="1301115">
                <a:moveTo>
                  <a:pt x="1614678" y="0"/>
                </a:moveTo>
                <a:lnTo>
                  <a:pt x="1586484" y="0"/>
                </a:lnTo>
                <a:lnTo>
                  <a:pt x="1586484" y="9144"/>
                </a:lnTo>
                <a:lnTo>
                  <a:pt x="1614678" y="9144"/>
                </a:lnTo>
                <a:lnTo>
                  <a:pt x="1614678" y="0"/>
                </a:lnTo>
                <a:close/>
              </a:path>
              <a:path w="7035800" h="1301115">
                <a:moveTo>
                  <a:pt x="1627632" y="361188"/>
                </a:moveTo>
                <a:lnTo>
                  <a:pt x="1551432" y="361188"/>
                </a:lnTo>
                <a:lnTo>
                  <a:pt x="1551432" y="368808"/>
                </a:lnTo>
                <a:lnTo>
                  <a:pt x="1525524" y="368808"/>
                </a:lnTo>
                <a:lnTo>
                  <a:pt x="1525524" y="361188"/>
                </a:lnTo>
                <a:lnTo>
                  <a:pt x="1449324" y="361188"/>
                </a:lnTo>
                <a:lnTo>
                  <a:pt x="1449324" y="368808"/>
                </a:lnTo>
                <a:lnTo>
                  <a:pt x="1446276" y="368808"/>
                </a:lnTo>
                <a:lnTo>
                  <a:pt x="1446276" y="378714"/>
                </a:lnTo>
                <a:lnTo>
                  <a:pt x="1449324" y="378714"/>
                </a:lnTo>
                <a:lnTo>
                  <a:pt x="1449324" y="386334"/>
                </a:lnTo>
                <a:lnTo>
                  <a:pt x="1525524" y="386334"/>
                </a:lnTo>
                <a:lnTo>
                  <a:pt x="1525524" y="378714"/>
                </a:lnTo>
                <a:lnTo>
                  <a:pt x="1551432" y="378714"/>
                </a:lnTo>
                <a:lnTo>
                  <a:pt x="1551432" y="386334"/>
                </a:lnTo>
                <a:lnTo>
                  <a:pt x="1627632" y="386334"/>
                </a:lnTo>
                <a:lnTo>
                  <a:pt x="1627632" y="378714"/>
                </a:lnTo>
                <a:lnTo>
                  <a:pt x="1627632" y="368808"/>
                </a:lnTo>
                <a:lnTo>
                  <a:pt x="1627632" y="361188"/>
                </a:lnTo>
                <a:close/>
              </a:path>
              <a:path w="7035800" h="1301115">
                <a:moveTo>
                  <a:pt x="1652778" y="0"/>
                </a:moveTo>
                <a:lnTo>
                  <a:pt x="1624584" y="0"/>
                </a:lnTo>
                <a:lnTo>
                  <a:pt x="1624584" y="9144"/>
                </a:lnTo>
                <a:lnTo>
                  <a:pt x="1652778" y="9144"/>
                </a:lnTo>
                <a:lnTo>
                  <a:pt x="1652778" y="0"/>
                </a:lnTo>
                <a:close/>
              </a:path>
              <a:path w="7035800" h="1301115">
                <a:moveTo>
                  <a:pt x="1690878" y="0"/>
                </a:moveTo>
                <a:lnTo>
                  <a:pt x="1662684" y="0"/>
                </a:lnTo>
                <a:lnTo>
                  <a:pt x="1662684" y="9144"/>
                </a:lnTo>
                <a:lnTo>
                  <a:pt x="1690878" y="9144"/>
                </a:lnTo>
                <a:lnTo>
                  <a:pt x="1690878" y="0"/>
                </a:lnTo>
                <a:close/>
              </a:path>
              <a:path w="7035800" h="1301115">
                <a:moveTo>
                  <a:pt x="1696212" y="1275588"/>
                </a:moveTo>
                <a:lnTo>
                  <a:pt x="1620012" y="1275588"/>
                </a:lnTo>
                <a:lnTo>
                  <a:pt x="1620012" y="1300734"/>
                </a:lnTo>
                <a:lnTo>
                  <a:pt x="1696212" y="1300734"/>
                </a:lnTo>
                <a:lnTo>
                  <a:pt x="1696212" y="1275588"/>
                </a:lnTo>
                <a:close/>
              </a:path>
              <a:path w="7035800" h="1301115">
                <a:moveTo>
                  <a:pt x="1728978" y="0"/>
                </a:moveTo>
                <a:lnTo>
                  <a:pt x="1700784" y="0"/>
                </a:lnTo>
                <a:lnTo>
                  <a:pt x="1700784" y="9144"/>
                </a:lnTo>
                <a:lnTo>
                  <a:pt x="1728978" y="9144"/>
                </a:lnTo>
                <a:lnTo>
                  <a:pt x="1728978" y="0"/>
                </a:lnTo>
                <a:close/>
              </a:path>
              <a:path w="7035800" h="1301115">
                <a:moveTo>
                  <a:pt x="1741932" y="368808"/>
                </a:moveTo>
                <a:lnTo>
                  <a:pt x="1728978" y="368808"/>
                </a:lnTo>
                <a:lnTo>
                  <a:pt x="1728978" y="361188"/>
                </a:lnTo>
                <a:lnTo>
                  <a:pt x="1652778" y="361188"/>
                </a:lnTo>
                <a:lnTo>
                  <a:pt x="1652778" y="368808"/>
                </a:lnTo>
                <a:lnTo>
                  <a:pt x="1636776" y="368808"/>
                </a:lnTo>
                <a:lnTo>
                  <a:pt x="1636776" y="378714"/>
                </a:lnTo>
                <a:lnTo>
                  <a:pt x="1652778" y="378714"/>
                </a:lnTo>
                <a:lnTo>
                  <a:pt x="1652778" y="386334"/>
                </a:lnTo>
                <a:lnTo>
                  <a:pt x="1728978" y="386334"/>
                </a:lnTo>
                <a:lnTo>
                  <a:pt x="1728978" y="378714"/>
                </a:lnTo>
                <a:lnTo>
                  <a:pt x="1741932" y="378714"/>
                </a:lnTo>
                <a:lnTo>
                  <a:pt x="1741932" y="368808"/>
                </a:lnTo>
                <a:close/>
              </a:path>
              <a:path w="7035800" h="1301115">
                <a:moveTo>
                  <a:pt x="1767078" y="0"/>
                </a:moveTo>
                <a:lnTo>
                  <a:pt x="1738884" y="0"/>
                </a:lnTo>
                <a:lnTo>
                  <a:pt x="1738884" y="9144"/>
                </a:lnTo>
                <a:lnTo>
                  <a:pt x="1767078" y="9144"/>
                </a:lnTo>
                <a:lnTo>
                  <a:pt x="1767078" y="0"/>
                </a:lnTo>
                <a:close/>
              </a:path>
              <a:path w="7035800" h="1301115">
                <a:moveTo>
                  <a:pt x="1797558" y="1275588"/>
                </a:moveTo>
                <a:lnTo>
                  <a:pt x="1721358" y="1275588"/>
                </a:lnTo>
                <a:lnTo>
                  <a:pt x="1721358" y="1300734"/>
                </a:lnTo>
                <a:lnTo>
                  <a:pt x="1797558" y="1300734"/>
                </a:lnTo>
                <a:lnTo>
                  <a:pt x="1797558" y="1275588"/>
                </a:lnTo>
                <a:close/>
              </a:path>
              <a:path w="7035800" h="1301115">
                <a:moveTo>
                  <a:pt x="1805178" y="0"/>
                </a:moveTo>
                <a:lnTo>
                  <a:pt x="1776984" y="0"/>
                </a:lnTo>
                <a:lnTo>
                  <a:pt x="1776984" y="9144"/>
                </a:lnTo>
                <a:lnTo>
                  <a:pt x="1805178" y="9144"/>
                </a:lnTo>
                <a:lnTo>
                  <a:pt x="1805178" y="0"/>
                </a:lnTo>
                <a:close/>
              </a:path>
              <a:path w="7035800" h="1301115">
                <a:moveTo>
                  <a:pt x="1843278" y="0"/>
                </a:moveTo>
                <a:lnTo>
                  <a:pt x="1815084" y="0"/>
                </a:lnTo>
                <a:lnTo>
                  <a:pt x="1815084" y="9144"/>
                </a:lnTo>
                <a:lnTo>
                  <a:pt x="1843278" y="9144"/>
                </a:lnTo>
                <a:lnTo>
                  <a:pt x="1843278" y="0"/>
                </a:lnTo>
                <a:close/>
              </a:path>
              <a:path w="7035800" h="1301115">
                <a:moveTo>
                  <a:pt x="1881378" y="0"/>
                </a:moveTo>
                <a:lnTo>
                  <a:pt x="1853184" y="0"/>
                </a:lnTo>
                <a:lnTo>
                  <a:pt x="1853184" y="9144"/>
                </a:lnTo>
                <a:lnTo>
                  <a:pt x="1881378" y="9144"/>
                </a:lnTo>
                <a:lnTo>
                  <a:pt x="1881378" y="0"/>
                </a:lnTo>
                <a:close/>
              </a:path>
              <a:path w="7035800" h="1301115">
                <a:moveTo>
                  <a:pt x="1898904" y="1275588"/>
                </a:moveTo>
                <a:lnTo>
                  <a:pt x="1822704" y="1275588"/>
                </a:lnTo>
                <a:lnTo>
                  <a:pt x="1822704" y="1300734"/>
                </a:lnTo>
                <a:lnTo>
                  <a:pt x="1898904" y="1300734"/>
                </a:lnTo>
                <a:lnTo>
                  <a:pt x="1898904" y="1275588"/>
                </a:lnTo>
                <a:close/>
              </a:path>
              <a:path w="7035800" h="1301115">
                <a:moveTo>
                  <a:pt x="1919478" y="0"/>
                </a:moveTo>
                <a:lnTo>
                  <a:pt x="1891284" y="0"/>
                </a:lnTo>
                <a:lnTo>
                  <a:pt x="1891284" y="9144"/>
                </a:lnTo>
                <a:lnTo>
                  <a:pt x="1919478" y="9144"/>
                </a:lnTo>
                <a:lnTo>
                  <a:pt x="1919478" y="0"/>
                </a:lnTo>
                <a:close/>
              </a:path>
              <a:path w="7035800" h="1301115">
                <a:moveTo>
                  <a:pt x="1932432" y="361188"/>
                </a:moveTo>
                <a:lnTo>
                  <a:pt x="1856232" y="361188"/>
                </a:lnTo>
                <a:lnTo>
                  <a:pt x="1856232" y="368808"/>
                </a:lnTo>
                <a:lnTo>
                  <a:pt x="1830324" y="368808"/>
                </a:lnTo>
                <a:lnTo>
                  <a:pt x="1830324" y="361188"/>
                </a:lnTo>
                <a:lnTo>
                  <a:pt x="1754124" y="361188"/>
                </a:lnTo>
                <a:lnTo>
                  <a:pt x="1754124" y="368808"/>
                </a:lnTo>
                <a:lnTo>
                  <a:pt x="1751076" y="368808"/>
                </a:lnTo>
                <a:lnTo>
                  <a:pt x="1751076" y="378714"/>
                </a:lnTo>
                <a:lnTo>
                  <a:pt x="1754124" y="378714"/>
                </a:lnTo>
                <a:lnTo>
                  <a:pt x="1754124" y="386334"/>
                </a:lnTo>
                <a:lnTo>
                  <a:pt x="1830324" y="386334"/>
                </a:lnTo>
                <a:lnTo>
                  <a:pt x="1830324" y="378714"/>
                </a:lnTo>
                <a:lnTo>
                  <a:pt x="1856232" y="378714"/>
                </a:lnTo>
                <a:lnTo>
                  <a:pt x="1856232" y="386334"/>
                </a:lnTo>
                <a:lnTo>
                  <a:pt x="1932432" y="386334"/>
                </a:lnTo>
                <a:lnTo>
                  <a:pt x="1932432" y="378714"/>
                </a:lnTo>
                <a:lnTo>
                  <a:pt x="1932432" y="368808"/>
                </a:lnTo>
                <a:lnTo>
                  <a:pt x="1932432" y="361188"/>
                </a:lnTo>
                <a:close/>
              </a:path>
              <a:path w="7035800" h="1301115">
                <a:moveTo>
                  <a:pt x="1957578" y="0"/>
                </a:moveTo>
                <a:lnTo>
                  <a:pt x="1929384" y="0"/>
                </a:lnTo>
                <a:lnTo>
                  <a:pt x="1929384" y="9144"/>
                </a:lnTo>
                <a:lnTo>
                  <a:pt x="1957578" y="9144"/>
                </a:lnTo>
                <a:lnTo>
                  <a:pt x="1957578" y="0"/>
                </a:lnTo>
                <a:close/>
              </a:path>
              <a:path w="7035800" h="1301115">
                <a:moveTo>
                  <a:pt x="1995678" y="0"/>
                </a:moveTo>
                <a:lnTo>
                  <a:pt x="1967484" y="0"/>
                </a:lnTo>
                <a:lnTo>
                  <a:pt x="1967484" y="9144"/>
                </a:lnTo>
                <a:lnTo>
                  <a:pt x="1995678" y="9144"/>
                </a:lnTo>
                <a:lnTo>
                  <a:pt x="1995678" y="0"/>
                </a:lnTo>
                <a:close/>
              </a:path>
              <a:path w="7035800" h="1301115">
                <a:moveTo>
                  <a:pt x="2001012" y="1275588"/>
                </a:moveTo>
                <a:lnTo>
                  <a:pt x="1924812" y="1275588"/>
                </a:lnTo>
                <a:lnTo>
                  <a:pt x="1924812" y="1300734"/>
                </a:lnTo>
                <a:lnTo>
                  <a:pt x="2001012" y="1300734"/>
                </a:lnTo>
                <a:lnTo>
                  <a:pt x="2001012" y="1275588"/>
                </a:lnTo>
                <a:close/>
              </a:path>
              <a:path w="7035800" h="1301115">
                <a:moveTo>
                  <a:pt x="2033778" y="0"/>
                </a:moveTo>
                <a:lnTo>
                  <a:pt x="2005584" y="0"/>
                </a:lnTo>
                <a:lnTo>
                  <a:pt x="2005584" y="9144"/>
                </a:lnTo>
                <a:lnTo>
                  <a:pt x="2033778" y="9144"/>
                </a:lnTo>
                <a:lnTo>
                  <a:pt x="2033778" y="0"/>
                </a:lnTo>
                <a:close/>
              </a:path>
              <a:path w="7035800" h="1301115">
                <a:moveTo>
                  <a:pt x="2046732" y="368808"/>
                </a:moveTo>
                <a:lnTo>
                  <a:pt x="2033778" y="368808"/>
                </a:lnTo>
                <a:lnTo>
                  <a:pt x="2033778" y="361188"/>
                </a:lnTo>
                <a:lnTo>
                  <a:pt x="1957578" y="361188"/>
                </a:lnTo>
                <a:lnTo>
                  <a:pt x="1957578" y="368808"/>
                </a:lnTo>
                <a:lnTo>
                  <a:pt x="1941576" y="368808"/>
                </a:lnTo>
                <a:lnTo>
                  <a:pt x="1941576" y="378714"/>
                </a:lnTo>
                <a:lnTo>
                  <a:pt x="1957578" y="378714"/>
                </a:lnTo>
                <a:lnTo>
                  <a:pt x="1957578" y="386334"/>
                </a:lnTo>
                <a:lnTo>
                  <a:pt x="2033778" y="386334"/>
                </a:lnTo>
                <a:lnTo>
                  <a:pt x="2033778" y="378714"/>
                </a:lnTo>
                <a:lnTo>
                  <a:pt x="2046732" y="378714"/>
                </a:lnTo>
                <a:lnTo>
                  <a:pt x="2046732" y="368808"/>
                </a:lnTo>
                <a:close/>
              </a:path>
              <a:path w="7035800" h="1301115">
                <a:moveTo>
                  <a:pt x="2071878" y="0"/>
                </a:moveTo>
                <a:lnTo>
                  <a:pt x="2043684" y="0"/>
                </a:lnTo>
                <a:lnTo>
                  <a:pt x="2043684" y="9144"/>
                </a:lnTo>
                <a:lnTo>
                  <a:pt x="2071878" y="9144"/>
                </a:lnTo>
                <a:lnTo>
                  <a:pt x="2071878" y="0"/>
                </a:lnTo>
                <a:close/>
              </a:path>
              <a:path w="7035800" h="1301115">
                <a:moveTo>
                  <a:pt x="2102358" y="1275588"/>
                </a:moveTo>
                <a:lnTo>
                  <a:pt x="2026158" y="1275588"/>
                </a:lnTo>
                <a:lnTo>
                  <a:pt x="2026158" y="1300734"/>
                </a:lnTo>
                <a:lnTo>
                  <a:pt x="2102358" y="1300734"/>
                </a:lnTo>
                <a:lnTo>
                  <a:pt x="2102358" y="1275588"/>
                </a:lnTo>
                <a:close/>
              </a:path>
              <a:path w="7035800" h="1301115">
                <a:moveTo>
                  <a:pt x="2109978" y="0"/>
                </a:moveTo>
                <a:lnTo>
                  <a:pt x="2081784" y="0"/>
                </a:lnTo>
                <a:lnTo>
                  <a:pt x="2081784" y="9144"/>
                </a:lnTo>
                <a:lnTo>
                  <a:pt x="2109978" y="9144"/>
                </a:lnTo>
                <a:lnTo>
                  <a:pt x="2109978" y="0"/>
                </a:lnTo>
                <a:close/>
              </a:path>
              <a:path w="7035800" h="1301115">
                <a:moveTo>
                  <a:pt x="2148078" y="0"/>
                </a:moveTo>
                <a:lnTo>
                  <a:pt x="2119884" y="0"/>
                </a:lnTo>
                <a:lnTo>
                  <a:pt x="2119884" y="9144"/>
                </a:lnTo>
                <a:lnTo>
                  <a:pt x="2148078" y="9144"/>
                </a:lnTo>
                <a:lnTo>
                  <a:pt x="2148078" y="0"/>
                </a:lnTo>
                <a:close/>
              </a:path>
              <a:path w="7035800" h="1301115">
                <a:moveTo>
                  <a:pt x="2186178" y="0"/>
                </a:moveTo>
                <a:lnTo>
                  <a:pt x="2157984" y="0"/>
                </a:lnTo>
                <a:lnTo>
                  <a:pt x="2157984" y="9144"/>
                </a:lnTo>
                <a:lnTo>
                  <a:pt x="2186178" y="9144"/>
                </a:lnTo>
                <a:lnTo>
                  <a:pt x="2186178" y="0"/>
                </a:lnTo>
                <a:close/>
              </a:path>
              <a:path w="7035800" h="1301115">
                <a:moveTo>
                  <a:pt x="2203704" y="1275588"/>
                </a:moveTo>
                <a:lnTo>
                  <a:pt x="2127504" y="1275588"/>
                </a:lnTo>
                <a:lnTo>
                  <a:pt x="2127504" y="1300734"/>
                </a:lnTo>
                <a:lnTo>
                  <a:pt x="2203704" y="1300734"/>
                </a:lnTo>
                <a:lnTo>
                  <a:pt x="2203704" y="1275588"/>
                </a:lnTo>
                <a:close/>
              </a:path>
              <a:path w="7035800" h="1301115">
                <a:moveTo>
                  <a:pt x="2224278" y="0"/>
                </a:moveTo>
                <a:lnTo>
                  <a:pt x="2196084" y="0"/>
                </a:lnTo>
                <a:lnTo>
                  <a:pt x="2196084" y="9144"/>
                </a:lnTo>
                <a:lnTo>
                  <a:pt x="2224278" y="9144"/>
                </a:lnTo>
                <a:lnTo>
                  <a:pt x="2224278" y="0"/>
                </a:lnTo>
                <a:close/>
              </a:path>
              <a:path w="7035800" h="1301115">
                <a:moveTo>
                  <a:pt x="2237232" y="361188"/>
                </a:moveTo>
                <a:lnTo>
                  <a:pt x="2161032" y="361188"/>
                </a:lnTo>
                <a:lnTo>
                  <a:pt x="2161032" y="368808"/>
                </a:lnTo>
                <a:lnTo>
                  <a:pt x="2135124" y="368808"/>
                </a:lnTo>
                <a:lnTo>
                  <a:pt x="2135124" y="361188"/>
                </a:lnTo>
                <a:lnTo>
                  <a:pt x="2058924" y="361188"/>
                </a:lnTo>
                <a:lnTo>
                  <a:pt x="2058924" y="368808"/>
                </a:lnTo>
                <a:lnTo>
                  <a:pt x="2055876" y="368808"/>
                </a:lnTo>
                <a:lnTo>
                  <a:pt x="2055876" y="378714"/>
                </a:lnTo>
                <a:lnTo>
                  <a:pt x="2058924" y="378714"/>
                </a:lnTo>
                <a:lnTo>
                  <a:pt x="2058924" y="386334"/>
                </a:lnTo>
                <a:lnTo>
                  <a:pt x="2135124" y="386334"/>
                </a:lnTo>
                <a:lnTo>
                  <a:pt x="2135124" y="378714"/>
                </a:lnTo>
                <a:lnTo>
                  <a:pt x="2161032" y="378714"/>
                </a:lnTo>
                <a:lnTo>
                  <a:pt x="2161032" y="386334"/>
                </a:lnTo>
                <a:lnTo>
                  <a:pt x="2237232" y="386334"/>
                </a:lnTo>
                <a:lnTo>
                  <a:pt x="2237232" y="378714"/>
                </a:lnTo>
                <a:lnTo>
                  <a:pt x="2237232" y="368808"/>
                </a:lnTo>
                <a:lnTo>
                  <a:pt x="2237232" y="361188"/>
                </a:lnTo>
                <a:close/>
              </a:path>
              <a:path w="7035800" h="1301115">
                <a:moveTo>
                  <a:pt x="2262378" y="0"/>
                </a:moveTo>
                <a:lnTo>
                  <a:pt x="2234184" y="0"/>
                </a:lnTo>
                <a:lnTo>
                  <a:pt x="2234184" y="9144"/>
                </a:lnTo>
                <a:lnTo>
                  <a:pt x="2262378" y="9144"/>
                </a:lnTo>
                <a:lnTo>
                  <a:pt x="2262378" y="0"/>
                </a:lnTo>
                <a:close/>
              </a:path>
              <a:path w="7035800" h="1301115">
                <a:moveTo>
                  <a:pt x="2300478" y="0"/>
                </a:moveTo>
                <a:lnTo>
                  <a:pt x="2272284" y="0"/>
                </a:lnTo>
                <a:lnTo>
                  <a:pt x="2272284" y="9144"/>
                </a:lnTo>
                <a:lnTo>
                  <a:pt x="2300478" y="9144"/>
                </a:lnTo>
                <a:lnTo>
                  <a:pt x="2300478" y="0"/>
                </a:lnTo>
                <a:close/>
              </a:path>
              <a:path w="7035800" h="1301115">
                <a:moveTo>
                  <a:pt x="2305812" y="1275588"/>
                </a:moveTo>
                <a:lnTo>
                  <a:pt x="2229612" y="1275588"/>
                </a:lnTo>
                <a:lnTo>
                  <a:pt x="2229612" y="1300734"/>
                </a:lnTo>
                <a:lnTo>
                  <a:pt x="2305812" y="1300734"/>
                </a:lnTo>
                <a:lnTo>
                  <a:pt x="2305812" y="1275588"/>
                </a:lnTo>
                <a:close/>
              </a:path>
              <a:path w="7035800" h="1301115">
                <a:moveTo>
                  <a:pt x="2338578" y="0"/>
                </a:moveTo>
                <a:lnTo>
                  <a:pt x="2310384" y="0"/>
                </a:lnTo>
                <a:lnTo>
                  <a:pt x="2310384" y="9144"/>
                </a:lnTo>
                <a:lnTo>
                  <a:pt x="2338578" y="9144"/>
                </a:lnTo>
                <a:lnTo>
                  <a:pt x="2338578" y="0"/>
                </a:lnTo>
                <a:close/>
              </a:path>
              <a:path w="7035800" h="1301115">
                <a:moveTo>
                  <a:pt x="2351532" y="368808"/>
                </a:moveTo>
                <a:lnTo>
                  <a:pt x="2338578" y="368808"/>
                </a:lnTo>
                <a:lnTo>
                  <a:pt x="2338578" y="361188"/>
                </a:lnTo>
                <a:lnTo>
                  <a:pt x="2262378" y="361188"/>
                </a:lnTo>
                <a:lnTo>
                  <a:pt x="2262378" y="368808"/>
                </a:lnTo>
                <a:lnTo>
                  <a:pt x="2246376" y="368808"/>
                </a:lnTo>
                <a:lnTo>
                  <a:pt x="2246376" y="378714"/>
                </a:lnTo>
                <a:lnTo>
                  <a:pt x="2262378" y="378714"/>
                </a:lnTo>
                <a:lnTo>
                  <a:pt x="2262378" y="386334"/>
                </a:lnTo>
                <a:lnTo>
                  <a:pt x="2338578" y="386334"/>
                </a:lnTo>
                <a:lnTo>
                  <a:pt x="2338578" y="378714"/>
                </a:lnTo>
                <a:lnTo>
                  <a:pt x="2351532" y="378714"/>
                </a:lnTo>
                <a:lnTo>
                  <a:pt x="2351532" y="368808"/>
                </a:lnTo>
                <a:close/>
              </a:path>
              <a:path w="7035800" h="1301115">
                <a:moveTo>
                  <a:pt x="2376678" y="0"/>
                </a:moveTo>
                <a:lnTo>
                  <a:pt x="2348484" y="0"/>
                </a:lnTo>
                <a:lnTo>
                  <a:pt x="2348484" y="9144"/>
                </a:lnTo>
                <a:lnTo>
                  <a:pt x="2376678" y="9144"/>
                </a:lnTo>
                <a:lnTo>
                  <a:pt x="2376678" y="0"/>
                </a:lnTo>
                <a:close/>
              </a:path>
              <a:path w="7035800" h="1301115">
                <a:moveTo>
                  <a:pt x="2407158" y="1275588"/>
                </a:moveTo>
                <a:lnTo>
                  <a:pt x="2330958" y="1275588"/>
                </a:lnTo>
                <a:lnTo>
                  <a:pt x="2330958" y="1300734"/>
                </a:lnTo>
                <a:lnTo>
                  <a:pt x="2407158" y="1300734"/>
                </a:lnTo>
                <a:lnTo>
                  <a:pt x="2407158" y="1275588"/>
                </a:lnTo>
                <a:close/>
              </a:path>
              <a:path w="7035800" h="1301115">
                <a:moveTo>
                  <a:pt x="2414778" y="0"/>
                </a:moveTo>
                <a:lnTo>
                  <a:pt x="2386584" y="0"/>
                </a:lnTo>
                <a:lnTo>
                  <a:pt x="2386584" y="9144"/>
                </a:lnTo>
                <a:lnTo>
                  <a:pt x="2414778" y="9144"/>
                </a:lnTo>
                <a:lnTo>
                  <a:pt x="2414778" y="0"/>
                </a:lnTo>
                <a:close/>
              </a:path>
              <a:path w="7035800" h="1301115">
                <a:moveTo>
                  <a:pt x="2452878" y="0"/>
                </a:moveTo>
                <a:lnTo>
                  <a:pt x="2424684" y="0"/>
                </a:lnTo>
                <a:lnTo>
                  <a:pt x="2424684" y="9144"/>
                </a:lnTo>
                <a:lnTo>
                  <a:pt x="2452878" y="9144"/>
                </a:lnTo>
                <a:lnTo>
                  <a:pt x="2452878" y="0"/>
                </a:lnTo>
                <a:close/>
              </a:path>
              <a:path w="7035800" h="1301115">
                <a:moveTo>
                  <a:pt x="2490978" y="0"/>
                </a:moveTo>
                <a:lnTo>
                  <a:pt x="2462784" y="0"/>
                </a:lnTo>
                <a:lnTo>
                  <a:pt x="2462784" y="9144"/>
                </a:lnTo>
                <a:lnTo>
                  <a:pt x="2490978" y="9144"/>
                </a:lnTo>
                <a:lnTo>
                  <a:pt x="2490978" y="0"/>
                </a:lnTo>
                <a:close/>
              </a:path>
              <a:path w="7035800" h="1301115">
                <a:moveTo>
                  <a:pt x="2508504" y="1275588"/>
                </a:moveTo>
                <a:lnTo>
                  <a:pt x="2432304" y="1275588"/>
                </a:lnTo>
                <a:lnTo>
                  <a:pt x="2432304" y="1300734"/>
                </a:lnTo>
                <a:lnTo>
                  <a:pt x="2508504" y="1300734"/>
                </a:lnTo>
                <a:lnTo>
                  <a:pt x="2508504" y="1275588"/>
                </a:lnTo>
                <a:close/>
              </a:path>
              <a:path w="7035800" h="1301115">
                <a:moveTo>
                  <a:pt x="2529078" y="0"/>
                </a:moveTo>
                <a:lnTo>
                  <a:pt x="2500884" y="0"/>
                </a:lnTo>
                <a:lnTo>
                  <a:pt x="2500884" y="9144"/>
                </a:lnTo>
                <a:lnTo>
                  <a:pt x="2529078" y="9144"/>
                </a:lnTo>
                <a:lnTo>
                  <a:pt x="2529078" y="0"/>
                </a:lnTo>
                <a:close/>
              </a:path>
              <a:path w="7035800" h="1301115">
                <a:moveTo>
                  <a:pt x="2542032" y="361188"/>
                </a:moveTo>
                <a:lnTo>
                  <a:pt x="2465832" y="361188"/>
                </a:lnTo>
                <a:lnTo>
                  <a:pt x="2465832" y="368808"/>
                </a:lnTo>
                <a:lnTo>
                  <a:pt x="2439924" y="368808"/>
                </a:lnTo>
                <a:lnTo>
                  <a:pt x="2439924" y="361188"/>
                </a:lnTo>
                <a:lnTo>
                  <a:pt x="2363724" y="361188"/>
                </a:lnTo>
                <a:lnTo>
                  <a:pt x="2363724" y="368808"/>
                </a:lnTo>
                <a:lnTo>
                  <a:pt x="2360676" y="368808"/>
                </a:lnTo>
                <a:lnTo>
                  <a:pt x="2360676" y="378714"/>
                </a:lnTo>
                <a:lnTo>
                  <a:pt x="2363724" y="378714"/>
                </a:lnTo>
                <a:lnTo>
                  <a:pt x="2363724" y="386334"/>
                </a:lnTo>
                <a:lnTo>
                  <a:pt x="2439924" y="386334"/>
                </a:lnTo>
                <a:lnTo>
                  <a:pt x="2439924" y="378714"/>
                </a:lnTo>
                <a:lnTo>
                  <a:pt x="2465832" y="378714"/>
                </a:lnTo>
                <a:lnTo>
                  <a:pt x="2465832" y="386334"/>
                </a:lnTo>
                <a:lnTo>
                  <a:pt x="2542032" y="386334"/>
                </a:lnTo>
                <a:lnTo>
                  <a:pt x="2542032" y="378714"/>
                </a:lnTo>
                <a:lnTo>
                  <a:pt x="2542032" y="368808"/>
                </a:lnTo>
                <a:lnTo>
                  <a:pt x="2542032" y="361188"/>
                </a:lnTo>
                <a:close/>
              </a:path>
              <a:path w="7035800" h="1301115">
                <a:moveTo>
                  <a:pt x="2567178" y="0"/>
                </a:moveTo>
                <a:lnTo>
                  <a:pt x="2538984" y="0"/>
                </a:lnTo>
                <a:lnTo>
                  <a:pt x="2538984" y="9144"/>
                </a:lnTo>
                <a:lnTo>
                  <a:pt x="2567178" y="9144"/>
                </a:lnTo>
                <a:lnTo>
                  <a:pt x="2567178" y="0"/>
                </a:lnTo>
                <a:close/>
              </a:path>
              <a:path w="7035800" h="1301115">
                <a:moveTo>
                  <a:pt x="2605278" y="0"/>
                </a:moveTo>
                <a:lnTo>
                  <a:pt x="2577084" y="0"/>
                </a:lnTo>
                <a:lnTo>
                  <a:pt x="2577084" y="9144"/>
                </a:lnTo>
                <a:lnTo>
                  <a:pt x="2605278" y="9144"/>
                </a:lnTo>
                <a:lnTo>
                  <a:pt x="2605278" y="0"/>
                </a:lnTo>
                <a:close/>
              </a:path>
              <a:path w="7035800" h="1301115">
                <a:moveTo>
                  <a:pt x="2610612" y="1275588"/>
                </a:moveTo>
                <a:lnTo>
                  <a:pt x="2534412" y="1275588"/>
                </a:lnTo>
                <a:lnTo>
                  <a:pt x="2534412" y="1300734"/>
                </a:lnTo>
                <a:lnTo>
                  <a:pt x="2610612" y="1300734"/>
                </a:lnTo>
                <a:lnTo>
                  <a:pt x="2610612" y="1275588"/>
                </a:lnTo>
                <a:close/>
              </a:path>
              <a:path w="7035800" h="1301115">
                <a:moveTo>
                  <a:pt x="2643378" y="0"/>
                </a:moveTo>
                <a:lnTo>
                  <a:pt x="2615184" y="0"/>
                </a:lnTo>
                <a:lnTo>
                  <a:pt x="2615184" y="9144"/>
                </a:lnTo>
                <a:lnTo>
                  <a:pt x="2643378" y="9144"/>
                </a:lnTo>
                <a:lnTo>
                  <a:pt x="2643378" y="0"/>
                </a:lnTo>
                <a:close/>
              </a:path>
              <a:path w="7035800" h="1301115">
                <a:moveTo>
                  <a:pt x="2656332" y="368808"/>
                </a:moveTo>
                <a:lnTo>
                  <a:pt x="2643378" y="368808"/>
                </a:lnTo>
                <a:lnTo>
                  <a:pt x="2643378" y="361188"/>
                </a:lnTo>
                <a:lnTo>
                  <a:pt x="2567178" y="361188"/>
                </a:lnTo>
                <a:lnTo>
                  <a:pt x="2567178" y="368808"/>
                </a:lnTo>
                <a:lnTo>
                  <a:pt x="2551176" y="368808"/>
                </a:lnTo>
                <a:lnTo>
                  <a:pt x="2551176" y="378714"/>
                </a:lnTo>
                <a:lnTo>
                  <a:pt x="2567178" y="378714"/>
                </a:lnTo>
                <a:lnTo>
                  <a:pt x="2567178" y="386334"/>
                </a:lnTo>
                <a:lnTo>
                  <a:pt x="2643378" y="386334"/>
                </a:lnTo>
                <a:lnTo>
                  <a:pt x="2643378" y="378714"/>
                </a:lnTo>
                <a:lnTo>
                  <a:pt x="2656332" y="378714"/>
                </a:lnTo>
                <a:lnTo>
                  <a:pt x="2656332" y="368808"/>
                </a:lnTo>
                <a:close/>
              </a:path>
              <a:path w="7035800" h="1301115">
                <a:moveTo>
                  <a:pt x="2681478" y="0"/>
                </a:moveTo>
                <a:lnTo>
                  <a:pt x="2653284" y="0"/>
                </a:lnTo>
                <a:lnTo>
                  <a:pt x="2653284" y="9144"/>
                </a:lnTo>
                <a:lnTo>
                  <a:pt x="2681478" y="9144"/>
                </a:lnTo>
                <a:lnTo>
                  <a:pt x="2681478" y="0"/>
                </a:lnTo>
                <a:close/>
              </a:path>
              <a:path w="7035800" h="1301115">
                <a:moveTo>
                  <a:pt x="2711958" y="1275588"/>
                </a:moveTo>
                <a:lnTo>
                  <a:pt x="2635758" y="1275588"/>
                </a:lnTo>
                <a:lnTo>
                  <a:pt x="2635758" y="1300734"/>
                </a:lnTo>
                <a:lnTo>
                  <a:pt x="2711958" y="1300734"/>
                </a:lnTo>
                <a:lnTo>
                  <a:pt x="2711958" y="1275588"/>
                </a:lnTo>
                <a:close/>
              </a:path>
              <a:path w="7035800" h="1301115">
                <a:moveTo>
                  <a:pt x="2719578" y="0"/>
                </a:moveTo>
                <a:lnTo>
                  <a:pt x="2691384" y="0"/>
                </a:lnTo>
                <a:lnTo>
                  <a:pt x="2691384" y="9144"/>
                </a:lnTo>
                <a:lnTo>
                  <a:pt x="2719578" y="9144"/>
                </a:lnTo>
                <a:lnTo>
                  <a:pt x="2719578" y="0"/>
                </a:lnTo>
                <a:close/>
              </a:path>
              <a:path w="7035800" h="1301115">
                <a:moveTo>
                  <a:pt x="2757678" y="0"/>
                </a:moveTo>
                <a:lnTo>
                  <a:pt x="2729484" y="0"/>
                </a:lnTo>
                <a:lnTo>
                  <a:pt x="2729484" y="9144"/>
                </a:lnTo>
                <a:lnTo>
                  <a:pt x="2757678" y="9144"/>
                </a:lnTo>
                <a:lnTo>
                  <a:pt x="2757678" y="0"/>
                </a:lnTo>
                <a:close/>
              </a:path>
              <a:path w="7035800" h="1301115">
                <a:moveTo>
                  <a:pt x="2795778" y="0"/>
                </a:moveTo>
                <a:lnTo>
                  <a:pt x="2767584" y="0"/>
                </a:lnTo>
                <a:lnTo>
                  <a:pt x="2767584" y="9144"/>
                </a:lnTo>
                <a:lnTo>
                  <a:pt x="2795778" y="9144"/>
                </a:lnTo>
                <a:lnTo>
                  <a:pt x="2795778" y="0"/>
                </a:lnTo>
                <a:close/>
              </a:path>
              <a:path w="7035800" h="1301115">
                <a:moveTo>
                  <a:pt x="2813304" y="1275588"/>
                </a:moveTo>
                <a:lnTo>
                  <a:pt x="2737104" y="1275588"/>
                </a:lnTo>
                <a:lnTo>
                  <a:pt x="2737104" y="1300734"/>
                </a:lnTo>
                <a:lnTo>
                  <a:pt x="2813304" y="1300734"/>
                </a:lnTo>
                <a:lnTo>
                  <a:pt x="2813304" y="1275588"/>
                </a:lnTo>
                <a:close/>
              </a:path>
              <a:path w="7035800" h="1301115">
                <a:moveTo>
                  <a:pt x="2833878" y="0"/>
                </a:moveTo>
                <a:lnTo>
                  <a:pt x="2805684" y="0"/>
                </a:lnTo>
                <a:lnTo>
                  <a:pt x="2805684" y="9144"/>
                </a:lnTo>
                <a:lnTo>
                  <a:pt x="2833878" y="9144"/>
                </a:lnTo>
                <a:lnTo>
                  <a:pt x="2833878" y="0"/>
                </a:lnTo>
                <a:close/>
              </a:path>
              <a:path w="7035800" h="1301115">
                <a:moveTo>
                  <a:pt x="2846832" y="361188"/>
                </a:moveTo>
                <a:lnTo>
                  <a:pt x="2770632" y="361188"/>
                </a:lnTo>
                <a:lnTo>
                  <a:pt x="2770632" y="368808"/>
                </a:lnTo>
                <a:lnTo>
                  <a:pt x="2744724" y="368808"/>
                </a:lnTo>
                <a:lnTo>
                  <a:pt x="2744724" y="361188"/>
                </a:lnTo>
                <a:lnTo>
                  <a:pt x="2668524" y="361188"/>
                </a:lnTo>
                <a:lnTo>
                  <a:pt x="2668524" y="368808"/>
                </a:lnTo>
                <a:lnTo>
                  <a:pt x="2665476" y="368808"/>
                </a:lnTo>
                <a:lnTo>
                  <a:pt x="2665476" y="378714"/>
                </a:lnTo>
                <a:lnTo>
                  <a:pt x="2668524" y="378714"/>
                </a:lnTo>
                <a:lnTo>
                  <a:pt x="2668524" y="386334"/>
                </a:lnTo>
                <a:lnTo>
                  <a:pt x="2744724" y="386334"/>
                </a:lnTo>
                <a:lnTo>
                  <a:pt x="2744724" y="378714"/>
                </a:lnTo>
                <a:lnTo>
                  <a:pt x="2770632" y="378714"/>
                </a:lnTo>
                <a:lnTo>
                  <a:pt x="2770632" y="386334"/>
                </a:lnTo>
                <a:lnTo>
                  <a:pt x="2846832" y="386334"/>
                </a:lnTo>
                <a:lnTo>
                  <a:pt x="2846832" y="378714"/>
                </a:lnTo>
                <a:lnTo>
                  <a:pt x="2846832" y="368808"/>
                </a:lnTo>
                <a:lnTo>
                  <a:pt x="2846832" y="361188"/>
                </a:lnTo>
                <a:close/>
              </a:path>
              <a:path w="7035800" h="1301115">
                <a:moveTo>
                  <a:pt x="2871978" y="0"/>
                </a:moveTo>
                <a:lnTo>
                  <a:pt x="2843784" y="0"/>
                </a:lnTo>
                <a:lnTo>
                  <a:pt x="2843784" y="9144"/>
                </a:lnTo>
                <a:lnTo>
                  <a:pt x="2871978" y="9144"/>
                </a:lnTo>
                <a:lnTo>
                  <a:pt x="2871978" y="0"/>
                </a:lnTo>
                <a:close/>
              </a:path>
              <a:path w="7035800" h="1301115">
                <a:moveTo>
                  <a:pt x="2910078" y="0"/>
                </a:moveTo>
                <a:lnTo>
                  <a:pt x="2881884" y="0"/>
                </a:lnTo>
                <a:lnTo>
                  <a:pt x="2881884" y="9144"/>
                </a:lnTo>
                <a:lnTo>
                  <a:pt x="2910078" y="9144"/>
                </a:lnTo>
                <a:lnTo>
                  <a:pt x="2910078" y="0"/>
                </a:lnTo>
                <a:close/>
              </a:path>
              <a:path w="7035800" h="1301115">
                <a:moveTo>
                  <a:pt x="2915412" y="1275588"/>
                </a:moveTo>
                <a:lnTo>
                  <a:pt x="2839212" y="1275588"/>
                </a:lnTo>
                <a:lnTo>
                  <a:pt x="2839212" y="1300734"/>
                </a:lnTo>
                <a:lnTo>
                  <a:pt x="2915412" y="1300734"/>
                </a:lnTo>
                <a:lnTo>
                  <a:pt x="2915412" y="1275588"/>
                </a:lnTo>
                <a:close/>
              </a:path>
              <a:path w="7035800" h="1301115">
                <a:moveTo>
                  <a:pt x="2948178" y="0"/>
                </a:moveTo>
                <a:lnTo>
                  <a:pt x="2919984" y="0"/>
                </a:lnTo>
                <a:lnTo>
                  <a:pt x="2919984" y="9144"/>
                </a:lnTo>
                <a:lnTo>
                  <a:pt x="2948178" y="9144"/>
                </a:lnTo>
                <a:lnTo>
                  <a:pt x="2948178" y="0"/>
                </a:lnTo>
                <a:close/>
              </a:path>
              <a:path w="7035800" h="1301115">
                <a:moveTo>
                  <a:pt x="2961132" y="368808"/>
                </a:moveTo>
                <a:lnTo>
                  <a:pt x="2948178" y="368808"/>
                </a:lnTo>
                <a:lnTo>
                  <a:pt x="2948178" y="361188"/>
                </a:lnTo>
                <a:lnTo>
                  <a:pt x="2871978" y="361188"/>
                </a:lnTo>
                <a:lnTo>
                  <a:pt x="2871978" y="368808"/>
                </a:lnTo>
                <a:lnTo>
                  <a:pt x="2855976" y="368808"/>
                </a:lnTo>
                <a:lnTo>
                  <a:pt x="2855976" y="378714"/>
                </a:lnTo>
                <a:lnTo>
                  <a:pt x="2871978" y="378714"/>
                </a:lnTo>
                <a:lnTo>
                  <a:pt x="2871978" y="386334"/>
                </a:lnTo>
                <a:lnTo>
                  <a:pt x="2948178" y="386334"/>
                </a:lnTo>
                <a:lnTo>
                  <a:pt x="2948178" y="378714"/>
                </a:lnTo>
                <a:lnTo>
                  <a:pt x="2961132" y="378714"/>
                </a:lnTo>
                <a:lnTo>
                  <a:pt x="2961132" y="368808"/>
                </a:lnTo>
                <a:close/>
              </a:path>
              <a:path w="7035800" h="1301115">
                <a:moveTo>
                  <a:pt x="2986278" y="0"/>
                </a:moveTo>
                <a:lnTo>
                  <a:pt x="2958084" y="0"/>
                </a:lnTo>
                <a:lnTo>
                  <a:pt x="2958084" y="9144"/>
                </a:lnTo>
                <a:lnTo>
                  <a:pt x="2986278" y="9144"/>
                </a:lnTo>
                <a:lnTo>
                  <a:pt x="2986278" y="0"/>
                </a:lnTo>
                <a:close/>
              </a:path>
              <a:path w="7035800" h="1301115">
                <a:moveTo>
                  <a:pt x="3016758" y="1275588"/>
                </a:moveTo>
                <a:lnTo>
                  <a:pt x="2940558" y="1275588"/>
                </a:lnTo>
                <a:lnTo>
                  <a:pt x="2940558" y="1300734"/>
                </a:lnTo>
                <a:lnTo>
                  <a:pt x="3016758" y="1300734"/>
                </a:lnTo>
                <a:lnTo>
                  <a:pt x="3016758" y="1275588"/>
                </a:lnTo>
                <a:close/>
              </a:path>
              <a:path w="7035800" h="1301115">
                <a:moveTo>
                  <a:pt x="3024378" y="0"/>
                </a:moveTo>
                <a:lnTo>
                  <a:pt x="2996184" y="0"/>
                </a:lnTo>
                <a:lnTo>
                  <a:pt x="2996184" y="9144"/>
                </a:lnTo>
                <a:lnTo>
                  <a:pt x="3024378" y="9144"/>
                </a:lnTo>
                <a:lnTo>
                  <a:pt x="3024378" y="0"/>
                </a:lnTo>
                <a:close/>
              </a:path>
              <a:path w="7035800" h="1301115">
                <a:moveTo>
                  <a:pt x="3062478" y="0"/>
                </a:moveTo>
                <a:lnTo>
                  <a:pt x="3034284" y="0"/>
                </a:lnTo>
                <a:lnTo>
                  <a:pt x="3034284" y="9144"/>
                </a:lnTo>
                <a:lnTo>
                  <a:pt x="3062478" y="9144"/>
                </a:lnTo>
                <a:lnTo>
                  <a:pt x="3062478" y="0"/>
                </a:lnTo>
                <a:close/>
              </a:path>
              <a:path w="7035800" h="1301115">
                <a:moveTo>
                  <a:pt x="3100578" y="0"/>
                </a:moveTo>
                <a:lnTo>
                  <a:pt x="3072384" y="0"/>
                </a:lnTo>
                <a:lnTo>
                  <a:pt x="3072384" y="9144"/>
                </a:lnTo>
                <a:lnTo>
                  <a:pt x="3100578" y="9144"/>
                </a:lnTo>
                <a:lnTo>
                  <a:pt x="3100578" y="0"/>
                </a:lnTo>
                <a:close/>
              </a:path>
              <a:path w="7035800" h="1301115">
                <a:moveTo>
                  <a:pt x="3118104" y="1275588"/>
                </a:moveTo>
                <a:lnTo>
                  <a:pt x="3041904" y="1275588"/>
                </a:lnTo>
                <a:lnTo>
                  <a:pt x="3041904" y="1300734"/>
                </a:lnTo>
                <a:lnTo>
                  <a:pt x="3118104" y="1300734"/>
                </a:lnTo>
                <a:lnTo>
                  <a:pt x="3118104" y="1275588"/>
                </a:lnTo>
                <a:close/>
              </a:path>
              <a:path w="7035800" h="1301115">
                <a:moveTo>
                  <a:pt x="3138678" y="0"/>
                </a:moveTo>
                <a:lnTo>
                  <a:pt x="3110484" y="0"/>
                </a:lnTo>
                <a:lnTo>
                  <a:pt x="3110484" y="9144"/>
                </a:lnTo>
                <a:lnTo>
                  <a:pt x="3138678" y="9144"/>
                </a:lnTo>
                <a:lnTo>
                  <a:pt x="3138678" y="0"/>
                </a:lnTo>
                <a:close/>
              </a:path>
              <a:path w="7035800" h="1301115">
                <a:moveTo>
                  <a:pt x="3151632" y="361188"/>
                </a:moveTo>
                <a:lnTo>
                  <a:pt x="3075432" y="361188"/>
                </a:lnTo>
                <a:lnTo>
                  <a:pt x="3075432" y="368808"/>
                </a:lnTo>
                <a:lnTo>
                  <a:pt x="3049524" y="368808"/>
                </a:lnTo>
                <a:lnTo>
                  <a:pt x="3049524" y="361188"/>
                </a:lnTo>
                <a:lnTo>
                  <a:pt x="2973324" y="361188"/>
                </a:lnTo>
                <a:lnTo>
                  <a:pt x="2973324" y="368808"/>
                </a:lnTo>
                <a:lnTo>
                  <a:pt x="2970276" y="368808"/>
                </a:lnTo>
                <a:lnTo>
                  <a:pt x="2970276" y="378714"/>
                </a:lnTo>
                <a:lnTo>
                  <a:pt x="2973324" y="378714"/>
                </a:lnTo>
                <a:lnTo>
                  <a:pt x="2973324" y="386334"/>
                </a:lnTo>
                <a:lnTo>
                  <a:pt x="3049524" y="386334"/>
                </a:lnTo>
                <a:lnTo>
                  <a:pt x="3049524" y="378714"/>
                </a:lnTo>
                <a:lnTo>
                  <a:pt x="3075432" y="378714"/>
                </a:lnTo>
                <a:lnTo>
                  <a:pt x="3075432" y="386334"/>
                </a:lnTo>
                <a:lnTo>
                  <a:pt x="3151632" y="386334"/>
                </a:lnTo>
                <a:lnTo>
                  <a:pt x="3151632" y="378714"/>
                </a:lnTo>
                <a:lnTo>
                  <a:pt x="3151632" y="368808"/>
                </a:lnTo>
                <a:lnTo>
                  <a:pt x="3151632" y="361188"/>
                </a:lnTo>
                <a:close/>
              </a:path>
              <a:path w="7035800" h="1301115">
                <a:moveTo>
                  <a:pt x="3176778" y="0"/>
                </a:moveTo>
                <a:lnTo>
                  <a:pt x="3148584" y="0"/>
                </a:lnTo>
                <a:lnTo>
                  <a:pt x="3148584" y="9144"/>
                </a:lnTo>
                <a:lnTo>
                  <a:pt x="3176778" y="9144"/>
                </a:lnTo>
                <a:lnTo>
                  <a:pt x="3176778" y="0"/>
                </a:lnTo>
                <a:close/>
              </a:path>
              <a:path w="7035800" h="1301115">
                <a:moveTo>
                  <a:pt x="3214878" y="0"/>
                </a:moveTo>
                <a:lnTo>
                  <a:pt x="3186684" y="0"/>
                </a:lnTo>
                <a:lnTo>
                  <a:pt x="3186684" y="9144"/>
                </a:lnTo>
                <a:lnTo>
                  <a:pt x="3214878" y="9144"/>
                </a:lnTo>
                <a:lnTo>
                  <a:pt x="3214878" y="0"/>
                </a:lnTo>
                <a:close/>
              </a:path>
              <a:path w="7035800" h="1301115">
                <a:moveTo>
                  <a:pt x="3220212" y="1275588"/>
                </a:moveTo>
                <a:lnTo>
                  <a:pt x="3144012" y="1275588"/>
                </a:lnTo>
                <a:lnTo>
                  <a:pt x="3144012" y="1300734"/>
                </a:lnTo>
                <a:lnTo>
                  <a:pt x="3220212" y="1300734"/>
                </a:lnTo>
                <a:lnTo>
                  <a:pt x="3220212" y="1275588"/>
                </a:lnTo>
                <a:close/>
              </a:path>
              <a:path w="7035800" h="1301115">
                <a:moveTo>
                  <a:pt x="3252978" y="0"/>
                </a:moveTo>
                <a:lnTo>
                  <a:pt x="3224784" y="0"/>
                </a:lnTo>
                <a:lnTo>
                  <a:pt x="3224784" y="9144"/>
                </a:lnTo>
                <a:lnTo>
                  <a:pt x="3252978" y="9144"/>
                </a:lnTo>
                <a:lnTo>
                  <a:pt x="3252978" y="0"/>
                </a:lnTo>
                <a:close/>
              </a:path>
              <a:path w="7035800" h="1301115">
                <a:moveTo>
                  <a:pt x="3265932" y="368808"/>
                </a:moveTo>
                <a:lnTo>
                  <a:pt x="3252978" y="368808"/>
                </a:lnTo>
                <a:lnTo>
                  <a:pt x="3252978" y="361188"/>
                </a:lnTo>
                <a:lnTo>
                  <a:pt x="3176778" y="361188"/>
                </a:lnTo>
                <a:lnTo>
                  <a:pt x="3176778" y="368808"/>
                </a:lnTo>
                <a:lnTo>
                  <a:pt x="3160776" y="368808"/>
                </a:lnTo>
                <a:lnTo>
                  <a:pt x="3160776" y="378714"/>
                </a:lnTo>
                <a:lnTo>
                  <a:pt x="3176778" y="378714"/>
                </a:lnTo>
                <a:lnTo>
                  <a:pt x="3176778" y="386334"/>
                </a:lnTo>
                <a:lnTo>
                  <a:pt x="3252978" y="386334"/>
                </a:lnTo>
                <a:lnTo>
                  <a:pt x="3252978" y="378714"/>
                </a:lnTo>
                <a:lnTo>
                  <a:pt x="3265932" y="378714"/>
                </a:lnTo>
                <a:lnTo>
                  <a:pt x="3265932" y="368808"/>
                </a:lnTo>
                <a:close/>
              </a:path>
              <a:path w="7035800" h="1301115">
                <a:moveTo>
                  <a:pt x="3291078" y="0"/>
                </a:moveTo>
                <a:lnTo>
                  <a:pt x="3262884" y="0"/>
                </a:lnTo>
                <a:lnTo>
                  <a:pt x="3262884" y="9144"/>
                </a:lnTo>
                <a:lnTo>
                  <a:pt x="3291078" y="9144"/>
                </a:lnTo>
                <a:lnTo>
                  <a:pt x="3291078" y="0"/>
                </a:lnTo>
                <a:close/>
              </a:path>
              <a:path w="7035800" h="1301115">
                <a:moveTo>
                  <a:pt x="3321558" y="1275588"/>
                </a:moveTo>
                <a:lnTo>
                  <a:pt x="3245358" y="1275588"/>
                </a:lnTo>
                <a:lnTo>
                  <a:pt x="3245358" y="1300734"/>
                </a:lnTo>
                <a:lnTo>
                  <a:pt x="3321558" y="1300734"/>
                </a:lnTo>
                <a:lnTo>
                  <a:pt x="3321558" y="1275588"/>
                </a:lnTo>
                <a:close/>
              </a:path>
              <a:path w="7035800" h="1301115">
                <a:moveTo>
                  <a:pt x="3329178" y="0"/>
                </a:moveTo>
                <a:lnTo>
                  <a:pt x="3300984" y="0"/>
                </a:lnTo>
                <a:lnTo>
                  <a:pt x="3300984" y="9144"/>
                </a:lnTo>
                <a:lnTo>
                  <a:pt x="3329178" y="9144"/>
                </a:lnTo>
                <a:lnTo>
                  <a:pt x="3329178" y="0"/>
                </a:lnTo>
                <a:close/>
              </a:path>
              <a:path w="7035800" h="1301115">
                <a:moveTo>
                  <a:pt x="3367278" y="0"/>
                </a:moveTo>
                <a:lnTo>
                  <a:pt x="3339084" y="0"/>
                </a:lnTo>
                <a:lnTo>
                  <a:pt x="3339084" y="9144"/>
                </a:lnTo>
                <a:lnTo>
                  <a:pt x="3367278" y="9144"/>
                </a:lnTo>
                <a:lnTo>
                  <a:pt x="3367278" y="0"/>
                </a:lnTo>
                <a:close/>
              </a:path>
              <a:path w="7035800" h="1301115">
                <a:moveTo>
                  <a:pt x="3405378" y="0"/>
                </a:moveTo>
                <a:lnTo>
                  <a:pt x="3377184" y="0"/>
                </a:lnTo>
                <a:lnTo>
                  <a:pt x="3377184" y="9144"/>
                </a:lnTo>
                <a:lnTo>
                  <a:pt x="3405378" y="9144"/>
                </a:lnTo>
                <a:lnTo>
                  <a:pt x="3405378" y="0"/>
                </a:lnTo>
                <a:close/>
              </a:path>
              <a:path w="7035800" h="1301115">
                <a:moveTo>
                  <a:pt x="3422904" y="1275588"/>
                </a:moveTo>
                <a:lnTo>
                  <a:pt x="3346704" y="1275588"/>
                </a:lnTo>
                <a:lnTo>
                  <a:pt x="3346704" y="1300734"/>
                </a:lnTo>
                <a:lnTo>
                  <a:pt x="3422904" y="1300734"/>
                </a:lnTo>
                <a:lnTo>
                  <a:pt x="3422904" y="1275588"/>
                </a:lnTo>
                <a:close/>
              </a:path>
              <a:path w="7035800" h="1301115">
                <a:moveTo>
                  <a:pt x="3443478" y="0"/>
                </a:moveTo>
                <a:lnTo>
                  <a:pt x="3415284" y="0"/>
                </a:lnTo>
                <a:lnTo>
                  <a:pt x="3415284" y="9144"/>
                </a:lnTo>
                <a:lnTo>
                  <a:pt x="3443478" y="9144"/>
                </a:lnTo>
                <a:lnTo>
                  <a:pt x="3443478" y="0"/>
                </a:lnTo>
                <a:close/>
              </a:path>
              <a:path w="7035800" h="1301115">
                <a:moveTo>
                  <a:pt x="3456432" y="361188"/>
                </a:moveTo>
                <a:lnTo>
                  <a:pt x="3380232" y="361188"/>
                </a:lnTo>
                <a:lnTo>
                  <a:pt x="3380232" y="368808"/>
                </a:lnTo>
                <a:lnTo>
                  <a:pt x="3354324" y="368808"/>
                </a:lnTo>
                <a:lnTo>
                  <a:pt x="3354324" y="361188"/>
                </a:lnTo>
                <a:lnTo>
                  <a:pt x="3278124" y="361188"/>
                </a:lnTo>
                <a:lnTo>
                  <a:pt x="3278124" y="368808"/>
                </a:lnTo>
                <a:lnTo>
                  <a:pt x="3275076" y="368808"/>
                </a:lnTo>
                <a:lnTo>
                  <a:pt x="3275076" y="378714"/>
                </a:lnTo>
                <a:lnTo>
                  <a:pt x="3278124" y="378714"/>
                </a:lnTo>
                <a:lnTo>
                  <a:pt x="3278124" y="386334"/>
                </a:lnTo>
                <a:lnTo>
                  <a:pt x="3354324" y="386334"/>
                </a:lnTo>
                <a:lnTo>
                  <a:pt x="3354324" y="378714"/>
                </a:lnTo>
                <a:lnTo>
                  <a:pt x="3380232" y="378714"/>
                </a:lnTo>
                <a:lnTo>
                  <a:pt x="3380232" y="386334"/>
                </a:lnTo>
                <a:lnTo>
                  <a:pt x="3456432" y="386334"/>
                </a:lnTo>
                <a:lnTo>
                  <a:pt x="3456432" y="378714"/>
                </a:lnTo>
                <a:lnTo>
                  <a:pt x="3456432" y="368808"/>
                </a:lnTo>
                <a:lnTo>
                  <a:pt x="3456432" y="361188"/>
                </a:lnTo>
                <a:close/>
              </a:path>
              <a:path w="7035800" h="1301115">
                <a:moveTo>
                  <a:pt x="3481578" y="0"/>
                </a:moveTo>
                <a:lnTo>
                  <a:pt x="3453384" y="0"/>
                </a:lnTo>
                <a:lnTo>
                  <a:pt x="3453384" y="9144"/>
                </a:lnTo>
                <a:lnTo>
                  <a:pt x="3481578" y="9144"/>
                </a:lnTo>
                <a:lnTo>
                  <a:pt x="3481578" y="0"/>
                </a:lnTo>
                <a:close/>
              </a:path>
              <a:path w="7035800" h="1301115">
                <a:moveTo>
                  <a:pt x="3519678" y="0"/>
                </a:moveTo>
                <a:lnTo>
                  <a:pt x="3491484" y="0"/>
                </a:lnTo>
                <a:lnTo>
                  <a:pt x="3491484" y="9144"/>
                </a:lnTo>
                <a:lnTo>
                  <a:pt x="3519678" y="9144"/>
                </a:lnTo>
                <a:lnTo>
                  <a:pt x="3519678" y="0"/>
                </a:lnTo>
                <a:close/>
              </a:path>
              <a:path w="7035800" h="1301115">
                <a:moveTo>
                  <a:pt x="3525012" y="1275588"/>
                </a:moveTo>
                <a:lnTo>
                  <a:pt x="3448812" y="1275588"/>
                </a:lnTo>
                <a:lnTo>
                  <a:pt x="3448812" y="1300734"/>
                </a:lnTo>
                <a:lnTo>
                  <a:pt x="3525012" y="1300734"/>
                </a:lnTo>
                <a:lnTo>
                  <a:pt x="3525012" y="1275588"/>
                </a:lnTo>
                <a:close/>
              </a:path>
              <a:path w="7035800" h="1301115">
                <a:moveTo>
                  <a:pt x="3557778" y="0"/>
                </a:moveTo>
                <a:lnTo>
                  <a:pt x="3529584" y="0"/>
                </a:lnTo>
                <a:lnTo>
                  <a:pt x="3529584" y="9144"/>
                </a:lnTo>
                <a:lnTo>
                  <a:pt x="3557778" y="9144"/>
                </a:lnTo>
                <a:lnTo>
                  <a:pt x="3557778" y="0"/>
                </a:lnTo>
                <a:close/>
              </a:path>
              <a:path w="7035800" h="1301115">
                <a:moveTo>
                  <a:pt x="3570732" y="368808"/>
                </a:moveTo>
                <a:lnTo>
                  <a:pt x="3557778" y="368808"/>
                </a:lnTo>
                <a:lnTo>
                  <a:pt x="3557778" y="361188"/>
                </a:lnTo>
                <a:lnTo>
                  <a:pt x="3481578" y="361188"/>
                </a:lnTo>
                <a:lnTo>
                  <a:pt x="3481578" y="368808"/>
                </a:lnTo>
                <a:lnTo>
                  <a:pt x="3465576" y="368808"/>
                </a:lnTo>
                <a:lnTo>
                  <a:pt x="3465576" y="378714"/>
                </a:lnTo>
                <a:lnTo>
                  <a:pt x="3481578" y="378714"/>
                </a:lnTo>
                <a:lnTo>
                  <a:pt x="3481578" y="386334"/>
                </a:lnTo>
                <a:lnTo>
                  <a:pt x="3557778" y="386334"/>
                </a:lnTo>
                <a:lnTo>
                  <a:pt x="3557778" y="378714"/>
                </a:lnTo>
                <a:lnTo>
                  <a:pt x="3570732" y="378714"/>
                </a:lnTo>
                <a:lnTo>
                  <a:pt x="3570732" y="368808"/>
                </a:lnTo>
                <a:close/>
              </a:path>
              <a:path w="7035800" h="1301115">
                <a:moveTo>
                  <a:pt x="3595878" y="0"/>
                </a:moveTo>
                <a:lnTo>
                  <a:pt x="3567684" y="0"/>
                </a:lnTo>
                <a:lnTo>
                  <a:pt x="3567684" y="9144"/>
                </a:lnTo>
                <a:lnTo>
                  <a:pt x="3595878" y="9144"/>
                </a:lnTo>
                <a:lnTo>
                  <a:pt x="3595878" y="0"/>
                </a:lnTo>
                <a:close/>
              </a:path>
              <a:path w="7035800" h="1301115">
                <a:moveTo>
                  <a:pt x="3626358" y="1275588"/>
                </a:moveTo>
                <a:lnTo>
                  <a:pt x="3550158" y="1275588"/>
                </a:lnTo>
                <a:lnTo>
                  <a:pt x="3550158" y="1300734"/>
                </a:lnTo>
                <a:lnTo>
                  <a:pt x="3626358" y="1300734"/>
                </a:lnTo>
                <a:lnTo>
                  <a:pt x="3626358" y="1275588"/>
                </a:lnTo>
                <a:close/>
              </a:path>
              <a:path w="7035800" h="1301115">
                <a:moveTo>
                  <a:pt x="3633978" y="0"/>
                </a:moveTo>
                <a:lnTo>
                  <a:pt x="3605784" y="0"/>
                </a:lnTo>
                <a:lnTo>
                  <a:pt x="3605784" y="9144"/>
                </a:lnTo>
                <a:lnTo>
                  <a:pt x="3633978" y="9144"/>
                </a:lnTo>
                <a:lnTo>
                  <a:pt x="3633978" y="0"/>
                </a:lnTo>
                <a:close/>
              </a:path>
              <a:path w="7035800" h="1301115">
                <a:moveTo>
                  <a:pt x="3672078" y="0"/>
                </a:moveTo>
                <a:lnTo>
                  <a:pt x="3643884" y="0"/>
                </a:lnTo>
                <a:lnTo>
                  <a:pt x="3643884" y="9144"/>
                </a:lnTo>
                <a:lnTo>
                  <a:pt x="3672078" y="9144"/>
                </a:lnTo>
                <a:lnTo>
                  <a:pt x="3672078" y="0"/>
                </a:lnTo>
                <a:close/>
              </a:path>
              <a:path w="7035800" h="1301115">
                <a:moveTo>
                  <a:pt x="3710178" y="0"/>
                </a:moveTo>
                <a:lnTo>
                  <a:pt x="3681984" y="0"/>
                </a:lnTo>
                <a:lnTo>
                  <a:pt x="3681984" y="9144"/>
                </a:lnTo>
                <a:lnTo>
                  <a:pt x="3710178" y="9144"/>
                </a:lnTo>
                <a:lnTo>
                  <a:pt x="3710178" y="0"/>
                </a:lnTo>
                <a:close/>
              </a:path>
              <a:path w="7035800" h="1301115">
                <a:moveTo>
                  <a:pt x="3727704" y="1275588"/>
                </a:moveTo>
                <a:lnTo>
                  <a:pt x="3651504" y="1275588"/>
                </a:lnTo>
                <a:lnTo>
                  <a:pt x="3651504" y="1300734"/>
                </a:lnTo>
                <a:lnTo>
                  <a:pt x="3727704" y="1300734"/>
                </a:lnTo>
                <a:lnTo>
                  <a:pt x="3727704" y="1275588"/>
                </a:lnTo>
                <a:close/>
              </a:path>
              <a:path w="7035800" h="1301115">
                <a:moveTo>
                  <a:pt x="3748278" y="0"/>
                </a:moveTo>
                <a:lnTo>
                  <a:pt x="3720084" y="0"/>
                </a:lnTo>
                <a:lnTo>
                  <a:pt x="3720084" y="9144"/>
                </a:lnTo>
                <a:lnTo>
                  <a:pt x="3748278" y="9144"/>
                </a:lnTo>
                <a:lnTo>
                  <a:pt x="3748278" y="0"/>
                </a:lnTo>
                <a:close/>
              </a:path>
              <a:path w="7035800" h="1301115">
                <a:moveTo>
                  <a:pt x="3761232" y="361188"/>
                </a:moveTo>
                <a:lnTo>
                  <a:pt x="3685032" y="361188"/>
                </a:lnTo>
                <a:lnTo>
                  <a:pt x="3685032" y="368808"/>
                </a:lnTo>
                <a:lnTo>
                  <a:pt x="3659124" y="368808"/>
                </a:lnTo>
                <a:lnTo>
                  <a:pt x="3659124" y="361188"/>
                </a:lnTo>
                <a:lnTo>
                  <a:pt x="3582924" y="361188"/>
                </a:lnTo>
                <a:lnTo>
                  <a:pt x="3582924" y="368808"/>
                </a:lnTo>
                <a:lnTo>
                  <a:pt x="3579876" y="368808"/>
                </a:lnTo>
                <a:lnTo>
                  <a:pt x="3579876" y="378714"/>
                </a:lnTo>
                <a:lnTo>
                  <a:pt x="3582924" y="378714"/>
                </a:lnTo>
                <a:lnTo>
                  <a:pt x="3582924" y="386334"/>
                </a:lnTo>
                <a:lnTo>
                  <a:pt x="3659124" y="386334"/>
                </a:lnTo>
                <a:lnTo>
                  <a:pt x="3659124" y="378714"/>
                </a:lnTo>
                <a:lnTo>
                  <a:pt x="3685032" y="378714"/>
                </a:lnTo>
                <a:lnTo>
                  <a:pt x="3685032" y="386334"/>
                </a:lnTo>
                <a:lnTo>
                  <a:pt x="3761232" y="386334"/>
                </a:lnTo>
                <a:lnTo>
                  <a:pt x="3761232" y="378714"/>
                </a:lnTo>
                <a:lnTo>
                  <a:pt x="3761232" y="368808"/>
                </a:lnTo>
                <a:lnTo>
                  <a:pt x="3761232" y="361188"/>
                </a:lnTo>
                <a:close/>
              </a:path>
              <a:path w="7035800" h="1301115">
                <a:moveTo>
                  <a:pt x="3786378" y="0"/>
                </a:moveTo>
                <a:lnTo>
                  <a:pt x="3758184" y="0"/>
                </a:lnTo>
                <a:lnTo>
                  <a:pt x="3758184" y="9144"/>
                </a:lnTo>
                <a:lnTo>
                  <a:pt x="3786378" y="9144"/>
                </a:lnTo>
                <a:lnTo>
                  <a:pt x="3786378" y="0"/>
                </a:lnTo>
                <a:close/>
              </a:path>
              <a:path w="7035800" h="1301115">
                <a:moveTo>
                  <a:pt x="3824478" y="0"/>
                </a:moveTo>
                <a:lnTo>
                  <a:pt x="3796284" y="0"/>
                </a:lnTo>
                <a:lnTo>
                  <a:pt x="3796284" y="9144"/>
                </a:lnTo>
                <a:lnTo>
                  <a:pt x="3824478" y="9144"/>
                </a:lnTo>
                <a:lnTo>
                  <a:pt x="3824478" y="0"/>
                </a:lnTo>
                <a:close/>
              </a:path>
              <a:path w="7035800" h="1301115">
                <a:moveTo>
                  <a:pt x="3829812" y="1275588"/>
                </a:moveTo>
                <a:lnTo>
                  <a:pt x="3753612" y="1275588"/>
                </a:lnTo>
                <a:lnTo>
                  <a:pt x="3753612" y="1300734"/>
                </a:lnTo>
                <a:lnTo>
                  <a:pt x="3829812" y="1300734"/>
                </a:lnTo>
                <a:lnTo>
                  <a:pt x="3829812" y="1275588"/>
                </a:lnTo>
                <a:close/>
              </a:path>
              <a:path w="7035800" h="1301115">
                <a:moveTo>
                  <a:pt x="3862578" y="0"/>
                </a:moveTo>
                <a:lnTo>
                  <a:pt x="3834384" y="0"/>
                </a:lnTo>
                <a:lnTo>
                  <a:pt x="3834384" y="9144"/>
                </a:lnTo>
                <a:lnTo>
                  <a:pt x="3862578" y="9144"/>
                </a:lnTo>
                <a:lnTo>
                  <a:pt x="3862578" y="0"/>
                </a:lnTo>
                <a:close/>
              </a:path>
              <a:path w="7035800" h="1301115">
                <a:moveTo>
                  <a:pt x="3875532" y="368808"/>
                </a:moveTo>
                <a:lnTo>
                  <a:pt x="3862578" y="368808"/>
                </a:lnTo>
                <a:lnTo>
                  <a:pt x="3862578" y="361188"/>
                </a:lnTo>
                <a:lnTo>
                  <a:pt x="3786378" y="361188"/>
                </a:lnTo>
                <a:lnTo>
                  <a:pt x="3786378" y="368808"/>
                </a:lnTo>
                <a:lnTo>
                  <a:pt x="3770376" y="368808"/>
                </a:lnTo>
                <a:lnTo>
                  <a:pt x="3770376" y="378714"/>
                </a:lnTo>
                <a:lnTo>
                  <a:pt x="3786378" y="378714"/>
                </a:lnTo>
                <a:lnTo>
                  <a:pt x="3786378" y="386334"/>
                </a:lnTo>
                <a:lnTo>
                  <a:pt x="3862578" y="386334"/>
                </a:lnTo>
                <a:lnTo>
                  <a:pt x="3862578" y="378714"/>
                </a:lnTo>
                <a:lnTo>
                  <a:pt x="3875532" y="378714"/>
                </a:lnTo>
                <a:lnTo>
                  <a:pt x="3875532" y="368808"/>
                </a:lnTo>
                <a:close/>
              </a:path>
              <a:path w="7035800" h="1301115">
                <a:moveTo>
                  <a:pt x="3900678" y="0"/>
                </a:moveTo>
                <a:lnTo>
                  <a:pt x="3872484" y="0"/>
                </a:lnTo>
                <a:lnTo>
                  <a:pt x="3872484" y="9144"/>
                </a:lnTo>
                <a:lnTo>
                  <a:pt x="3900678" y="9144"/>
                </a:lnTo>
                <a:lnTo>
                  <a:pt x="3900678" y="0"/>
                </a:lnTo>
                <a:close/>
              </a:path>
              <a:path w="7035800" h="1301115">
                <a:moveTo>
                  <a:pt x="3931158" y="1275588"/>
                </a:moveTo>
                <a:lnTo>
                  <a:pt x="3854958" y="1275588"/>
                </a:lnTo>
                <a:lnTo>
                  <a:pt x="3854958" y="1300734"/>
                </a:lnTo>
                <a:lnTo>
                  <a:pt x="3931158" y="1300734"/>
                </a:lnTo>
                <a:lnTo>
                  <a:pt x="3931158" y="1275588"/>
                </a:lnTo>
                <a:close/>
              </a:path>
              <a:path w="7035800" h="1301115">
                <a:moveTo>
                  <a:pt x="3938778" y="0"/>
                </a:moveTo>
                <a:lnTo>
                  <a:pt x="3910584" y="0"/>
                </a:lnTo>
                <a:lnTo>
                  <a:pt x="3910584" y="9144"/>
                </a:lnTo>
                <a:lnTo>
                  <a:pt x="3938778" y="9144"/>
                </a:lnTo>
                <a:lnTo>
                  <a:pt x="3938778" y="0"/>
                </a:lnTo>
                <a:close/>
              </a:path>
              <a:path w="7035800" h="1301115">
                <a:moveTo>
                  <a:pt x="3976878" y="0"/>
                </a:moveTo>
                <a:lnTo>
                  <a:pt x="3948684" y="0"/>
                </a:lnTo>
                <a:lnTo>
                  <a:pt x="3948684" y="9144"/>
                </a:lnTo>
                <a:lnTo>
                  <a:pt x="3976878" y="9144"/>
                </a:lnTo>
                <a:lnTo>
                  <a:pt x="3976878" y="0"/>
                </a:lnTo>
                <a:close/>
              </a:path>
              <a:path w="7035800" h="1301115">
                <a:moveTo>
                  <a:pt x="4014978" y="0"/>
                </a:moveTo>
                <a:lnTo>
                  <a:pt x="3986784" y="0"/>
                </a:lnTo>
                <a:lnTo>
                  <a:pt x="3986784" y="9144"/>
                </a:lnTo>
                <a:lnTo>
                  <a:pt x="4014978" y="9144"/>
                </a:lnTo>
                <a:lnTo>
                  <a:pt x="4014978" y="0"/>
                </a:lnTo>
                <a:close/>
              </a:path>
              <a:path w="7035800" h="1301115">
                <a:moveTo>
                  <a:pt x="4032504" y="1275588"/>
                </a:moveTo>
                <a:lnTo>
                  <a:pt x="3956304" y="1275588"/>
                </a:lnTo>
                <a:lnTo>
                  <a:pt x="3956304" y="1300734"/>
                </a:lnTo>
                <a:lnTo>
                  <a:pt x="4032504" y="1300734"/>
                </a:lnTo>
                <a:lnTo>
                  <a:pt x="4032504" y="1275588"/>
                </a:lnTo>
                <a:close/>
              </a:path>
              <a:path w="7035800" h="1301115">
                <a:moveTo>
                  <a:pt x="4053078" y="0"/>
                </a:moveTo>
                <a:lnTo>
                  <a:pt x="4024884" y="0"/>
                </a:lnTo>
                <a:lnTo>
                  <a:pt x="4024884" y="9144"/>
                </a:lnTo>
                <a:lnTo>
                  <a:pt x="4053078" y="9144"/>
                </a:lnTo>
                <a:lnTo>
                  <a:pt x="4053078" y="0"/>
                </a:lnTo>
                <a:close/>
              </a:path>
              <a:path w="7035800" h="1301115">
                <a:moveTo>
                  <a:pt x="4066032" y="361188"/>
                </a:moveTo>
                <a:lnTo>
                  <a:pt x="3989832" y="361188"/>
                </a:lnTo>
                <a:lnTo>
                  <a:pt x="3989832" y="368808"/>
                </a:lnTo>
                <a:lnTo>
                  <a:pt x="3963924" y="368808"/>
                </a:lnTo>
                <a:lnTo>
                  <a:pt x="3963924" y="361188"/>
                </a:lnTo>
                <a:lnTo>
                  <a:pt x="3887724" y="361188"/>
                </a:lnTo>
                <a:lnTo>
                  <a:pt x="3887724" y="368808"/>
                </a:lnTo>
                <a:lnTo>
                  <a:pt x="3884676" y="368808"/>
                </a:lnTo>
                <a:lnTo>
                  <a:pt x="3884676" y="378714"/>
                </a:lnTo>
                <a:lnTo>
                  <a:pt x="3887724" y="378714"/>
                </a:lnTo>
                <a:lnTo>
                  <a:pt x="3887724" y="386334"/>
                </a:lnTo>
                <a:lnTo>
                  <a:pt x="3963924" y="386334"/>
                </a:lnTo>
                <a:lnTo>
                  <a:pt x="3963924" y="378714"/>
                </a:lnTo>
                <a:lnTo>
                  <a:pt x="3989832" y="378714"/>
                </a:lnTo>
                <a:lnTo>
                  <a:pt x="3989832" y="386334"/>
                </a:lnTo>
                <a:lnTo>
                  <a:pt x="4066032" y="386334"/>
                </a:lnTo>
                <a:lnTo>
                  <a:pt x="4066032" y="378714"/>
                </a:lnTo>
                <a:lnTo>
                  <a:pt x="4066032" y="368808"/>
                </a:lnTo>
                <a:lnTo>
                  <a:pt x="4066032" y="361188"/>
                </a:lnTo>
                <a:close/>
              </a:path>
              <a:path w="7035800" h="1301115">
                <a:moveTo>
                  <a:pt x="4091178" y="0"/>
                </a:moveTo>
                <a:lnTo>
                  <a:pt x="4062984" y="0"/>
                </a:lnTo>
                <a:lnTo>
                  <a:pt x="4062984" y="9144"/>
                </a:lnTo>
                <a:lnTo>
                  <a:pt x="4091178" y="9144"/>
                </a:lnTo>
                <a:lnTo>
                  <a:pt x="4091178" y="0"/>
                </a:lnTo>
                <a:close/>
              </a:path>
              <a:path w="7035800" h="1301115">
                <a:moveTo>
                  <a:pt x="4129278" y="0"/>
                </a:moveTo>
                <a:lnTo>
                  <a:pt x="4101084" y="0"/>
                </a:lnTo>
                <a:lnTo>
                  <a:pt x="4101084" y="9144"/>
                </a:lnTo>
                <a:lnTo>
                  <a:pt x="4129278" y="9144"/>
                </a:lnTo>
                <a:lnTo>
                  <a:pt x="4129278" y="0"/>
                </a:lnTo>
                <a:close/>
              </a:path>
              <a:path w="7035800" h="1301115">
                <a:moveTo>
                  <a:pt x="4134612" y="1275588"/>
                </a:moveTo>
                <a:lnTo>
                  <a:pt x="4058412" y="1275588"/>
                </a:lnTo>
                <a:lnTo>
                  <a:pt x="4058412" y="1300734"/>
                </a:lnTo>
                <a:lnTo>
                  <a:pt x="4134612" y="1300734"/>
                </a:lnTo>
                <a:lnTo>
                  <a:pt x="4134612" y="1275588"/>
                </a:lnTo>
                <a:close/>
              </a:path>
              <a:path w="7035800" h="1301115">
                <a:moveTo>
                  <a:pt x="4167378" y="0"/>
                </a:moveTo>
                <a:lnTo>
                  <a:pt x="4139184" y="0"/>
                </a:lnTo>
                <a:lnTo>
                  <a:pt x="4139184" y="9144"/>
                </a:lnTo>
                <a:lnTo>
                  <a:pt x="4167378" y="9144"/>
                </a:lnTo>
                <a:lnTo>
                  <a:pt x="4167378" y="0"/>
                </a:lnTo>
                <a:close/>
              </a:path>
              <a:path w="7035800" h="1301115">
                <a:moveTo>
                  <a:pt x="4180332" y="368808"/>
                </a:moveTo>
                <a:lnTo>
                  <a:pt x="4167378" y="368808"/>
                </a:lnTo>
                <a:lnTo>
                  <a:pt x="4167378" y="361188"/>
                </a:lnTo>
                <a:lnTo>
                  <a:pt x="4091178" y="361188"/>
                </a:lnTo>
                <a:lnTo>
                  <a:pt x="4091178" y="368808"/>
                </a:lnTo>
                <a:lnTo>
                  <a:pt x="4075176" y="368808"/>
                </a:lnTo>
                <a:lnTo>
                  <a:pt x="4075176" y="378714"/>
                </a:lnTo>
                <a:lnTo>
                  <a:pt x="4091178" y="378714"/>
                </a:lnTo>
                <a:lnTo>
                  <a:pt x="4091178" y="386334"/>
                </a:lnTo>
                <a:lnTo>
                  <a:pt x="4167378" y="386334"/>
                </a:lnTo>
                <a:lnTo>
                  <a:pt x="4167378" y="378714"/>
                </a:lnTo>
                <a:lnTo>
                  <a:pt x="4180332" y="378714"/>
                </a:lnTo>
                <a:lnTo>
                  <a:pt x="4180332" y="368808"/>
                </a:lnTo>
                <a:close/>
              </a:path>
              <a:path w="7035800" h="1301115">
                <a:moveTo>
                  <a:pt x="4205478" y="0"/>
                </a:moveTo>
                <a:lnTo>
                  <a:pt x="4177284" y="0"/>
                </a:lnTo>
                <a:lnTo>
                  <a:pt x="4177284" y="9144"/>
                </a:lnTo>
                <a:lnTo>
                  <a:pt x="4205478" y="9144"/>
                </a:lnTo>
                <a:lnTo>
                  <a:pt x="4205478" y="0"/>
                </a:lnTo>
                <a:close/>
              </a:path>
              <a:path w="7035800" h="1301115">
                <a:moveTo>
                  <a:pt x="4235958" y="1275588"/>
                </a:moveTo>
                <a:lnTo>
                  <a:pt x="4159758" y="1275588"/>
                </a:lnTo>
                <a:lnTo>
                  <a:pt x="4159758" y="1300734"/>
                </a:lnTo>
                <a:lnTo>
                  <a:pt x="4235958" y="1300734"/>
                </a:lnTo>
                <a:lnTo>
                  <a:pt x="4235958" y="1275588"/>
                </a:lnTo>
                <a:close/>
              </a:path>
              <a:path w="7035800" h="1301115">
                <a:moveTo>
                  <a:pt x="4243578" y="0"/>
                </a:moveTo>
                <a:lnTo>
                  <a:pt x="4215384" y="0"/>
                </a:lnTo>
                <a:lnTo>
                  <a:pt x="4215384" y="9144"/>
                </a:lnTo>
                <a:lnTo>
                  <a:pt x="4243578" y="9144"/>
                </a:lnTo>
                <a:lnTo>
                  <a:pt x="4243578" y="0"/>
                </a:lnTo>
                <a:close/>
              </a:path>
              <a:path w="7035800" h="1301115">
                <a:moveTo>
                  <a:pt x="4281678" y="0"/>
                </a:moveTo>
                <a:lnTo>
                  <a:pt x="4253484" y="0"/>
                </a:lnTo>
                <a:lnTo>
                  <a:pt x="4253484" y="9144"/>
                </a:lnTo>
                <a:lnTo>
                  <a:pt x="4281678" y="9144"/>
                </a:lnTo>
                <a:lnTo>
                  <a:pt x="4281678" y="0"/>
                </a:lnTo>
                <a:close/>
              </a:path>
              <a:path w="7035800" h="1301115">
                <a:moveTo>
                  <a:pt x="4319778" y="0"/>
                </a:moveTo>
                <a:lnTo>
                  <a:pt x="4291584" y="0"/>
                </a:lnTo>
                <a:lnTo>
                  <a:pt x="4291584" y="9144"/>
                </a:lnTo>
                <a:lnTo>
                  <a:pt x="4319778" y="9144"/>
                </a:lnTo>
                <a:lnTo>
                  <a:pt x="4319778" y="0"/>
                </a:lnTo>
                <a:close/>
              </a:path>
              <a:path w="7035800" h="1301115">
                <a:moveTo>
                  <a:pt x="4337304" y="1275588"/>
                </a:moveTo>
                <a:lnTo>
                  <a:pt x="4261104" y="1275588"/>
                </a:lnTo>
                <a:lnTo>
                  <a:pt x="4261104" y="1300734"/>
                </a:lnTo>
                <a:lnTo>
                  <a:pt x="4337304" y="1300734"/>
                </a:lnTo>
                <a:lnTo>
                  <a:pt x="4337304" y="1275588"/>
                </a:lnTo>
                <a:close/>
              </a:path>
              <a:path w="7035800" h="1301115">
                <a:moveTo>
                  <a:pt x="4357878" y="0"/>
                </a:moveTo>
                <a:lnTo>
                  <a:pt x="4329684" y="0"/>
                </a:lnTo>
                <a:lnTo>
                  <a:pt x="4329684" y="9144"/>
                </a:lnTo>
                <a:lnTo>
                  <a:pt x="4357878" y="9144"/>
                </a:lnTo>
                <a:lnTo>
                  <a:pt x="4357878" y="0"/>
                </a:lnTo>
                <a:close/>
              </a:path>
              <a:path w="7035800" h="1301115">
                <a:moveTo>
                  <a:pt x="4370832" y="361188"/>
                </a:moveTo>
                <a:lnTo>
                  <a:pt x="4294632" y="361188"/>
                </a:lnTo>
                <a:lnTo>
                  <a:pt x="4294632" y="368808"/>
                </a:lnTo>
                <a:lnTo>
                  <a:pt x="4268724" y="368808"/>
                </a:lnTo>
                <a:lnTo>
                  <a:pt x="4268724" y="361188"/>
                </a:lnTo>
                <a:lnTo>
                  <a:pt x="4192524" y="361188"/>
                </a:lnTo>
                <a:lnTo>
                  <a:pt x="4192524" y="368808"/>
                </a:lnTo>
                <a:lnTo>
                  <a:pt x="4189476" y="368808"/>
                </a:lnTo>
                <a:lnTo>
                  <a:pt x="4189476" y="378714"/>
                </a:lnTo>
                <a:lnTo>
                  <a:pt x="4192524" y="378714"/>
                </a:lnTo>
                <a:lnTo>
                  <a:pt x="4192524" y="386334"/>
                </a:lnTo>
                <a:lnTo>
                  <a:pt x="4268724" y="386334"/>
                </a:lnTo>
                <a:lnTo>
                  <a:pt x="4268724" y="378714"/>
                </a:lnTo>
                <a:lnTo>
                  <a:pt x="4294632" y="378714"/>
                </a:lnTo>
                <a:lnTo>
                  <a:pt x="4294632" y="386334"/>
                </a:lnTo>
                <a:lnTo>
                  <a:pt x="4370832" y="386334"/>
                </a:lnTo>
                <a:lnTo>
                  <a:pt x="4370832" y="378714"/>
                </a:lnTo>
                <a:lnTo>
                  <a:pt x="4370832" y="368808"/>
                </a:lnTo>
                <a:lnTo>
                  <a:pt x="4370832" y="361188"/>
                </a:lnTo>
                <a:close/>
              </a:path>
              <a:path w="7035800" h="1301115">
                <a:moveTo>
                  <a:pt x="4395978" y="0"/>
                </a:moveTo>
                <a:lnTo>
                  <a:pt x="4367784" y="0"/>
                </a:lnTo>
                <a:lnTo>
                  <a:pt x="4367784" y="9144"/>
                </a:lnTo>
                <a:lnTo>
                  <a:pt x="4395978" y="9144"/>
                </a:lnTo>
                <a:lnTo>
                  <a:pt x="4395978" y="0"/>
                </a:lnTo>
                <a:close/>
              </a:path>
              <a:path w="7035800" h="1301115">
                <a:moveTo>
                  <a:pt x="4434078" y="0"/>
                </a:moveTo>
                <a:lnTo>
                  <a:pt x="4405884" y="0"/>
                </a:lnTo>
                <a:lnTo>
                  <a:pt x="4405884" y="9144"/>
                </a:lnTo>
                <a:lnTo>
                  <a:pt x="4434078" y="9144"/>
                </a:lnTo>
                <a:lnTo>
                  <a:pt x="4434078" y="0"/>
                </a:lnTo>
                <a:close/>
              </a:path>
              <a:path w="7035800" h="1301115">
                <a:moveTo>
                  <a:pt x="4439412" y="1275588"/>
                </a:moveTo>
                <a:lnTo>
                  <a:pt x="4363212" y="1275588"/>
                </a:lnTo>
                <a:lnTo>
                  <a:pt x="4363212" y="1300734"/>
                </a:lnTo>
                <a:lnTo>
                  <a:pt x="4439412" y="1300734"/>
                </a:lnTo>
                <a:lnTo>
                  <a:pt x="4439412" y="1275588"/>
                </a:lnTo>
                <a:close/>
              </a:path>
              <a:path w="7035800" h="1301115">
                <a:moveTo>
                  <a:pt x="4472178" y="0"/>
                </a:moveTo>
                <a:lnTo>
                  <a:pt x="4443984" y="0"/>
                </a:lnTo>
                <a:lnTo>
                  <a:pt x="4443984" y="9144"/>
                </a:lnTo>
                <a:lnTo>
                  <a:pt x="4472178" y="9144"/>
                </a:lnTo>
                <a:lnTo>
                  <a:pt x="4472178" y="0"/>
                </a:lnTo>
                <a:close/>
              </a:path>
              <a:path w="7035800" h="1301115">
                <a:moveTo>
                  <a:pt x="4485132" y="368808"/>
                </a:moveTo>
                <a:lnTo>
                  <a:pt x="4472178" y="368808"/>
                </a:lnTo>
                <a:lnTo>
                  <a:pt x="4472178" y="361188"/>
                </a:lnTo>
                <a:lnTo>
                  <a:pt x="4395978" y="361188"/>
                </a:lnTo>
                <a:lnTo>
                  <a:pt x="4395978" y="368808"/>
                </a:lnTo>
                <a:lnTo>
                  <a:pt x="4379976" y="368808"/>
                </a:lnTo>
                <a:lnTo>
                  <a:pt x="4379976" y="378714"/>
                </a:lnTo>
                <a:lnTo>
                  <a:pt x="4395978" y="378714"/>
                </a:lnTo>
                <a:lnTo>
                  <a:pt x="4395978" y="386334"/>
                </a:lnTo>
                <a:lnTo>
                  <a:pt x="4472178" y="386334"/>
                </a:lnTo>
                <a:lnTo>
                  <a:pt x="4472178" y="378714"/>
                </a:lnTo>
                <a:lnTo>
                  <a:pt x="4485132" y="378714"/>
                </a:lnTo>
                <a:lnTo>
                  <a:pt x="4485132" y="368808"/>
                </a:lnTo>
                <a:close/>
              </a:path>
              <a:path w="7035800" h="1301115">
                <a:moveTo>
                  <a:pt x="4510278" y="0"/>
                </a:moveTo>
                <a:lnTo>
                  <a:pt x="4482084" y="0"/>
                </a:lnTo>
                <a:lnTo>
                  <a:pt x="4482084" y="9144"/>
                </a:lnTo>
                <a:lnTo>
                  <a:pt x="4510278" y="9144"/>
                </a:lnTo>
                <a:lnTo>
                  <a:pt x="4510278" y="0"/>
                </a:lnTo>
                <a:close/>
              </a:path>
              <a:path w="7035800" h="1301115">
                <a:moveTo>
                  <a:pt x="4540758" y="1275588"/>
                </a:moveTo>
                <a:lnTo>
                  <a:pt x="4464558" y="1275588"/>
                </a:lnTo>
                <a:lnTo>
                  <a:pt x="4464558" y="1300734"/>
                </a:lnTo>
                <a:lnTo>
                  <a:pt x="4540758" y="1300734"/>
                </a:lnTo>
                <a:lnTo>
                  <a:pt x="4540758" y="1275588"/>
                </a:lnTo>
                <a:close/>
              </a:path>
              <a:path w="7035800" h="1301115">
                <a:moveTo>
                  <a:pt x="4548378" y="0"/>
                </a:moveTo>
                <a:lnTo>
                  <a:pt x="4520184" y="0"/>
                </a:lnTo>
                <a:lnTo>
                  <a:pt x="4520184" y="9144"/>
                </a:lnTo>
                <a:lnTo>
                  <a:pt x="4548378" y="9144"/>
                </a:lnTo>
                <a:lnTo>
                  <a:pt x="4548378" y="0"/>
                </a:lnTo>
                <a:close/>
              </a:path>
              <a:path w="7035800" h="1301115">
                <a:moveTo>
                  <a:pt x="4586478" y="0"/>
                </a:moveTo>
                <a:lnTo>
                  <a:pt x="4558284" y="0"/>
                </a:lnTo>
                <a:lnTo>
                  <a:pt x="4558284" y="9144"/>
                </a:lnTo>
                <a:lnTo>
                  <a:pt x="4586478" y="9144"/>
                </a:lnTo>
                <a:lnTo>
                  <a:pt x="4586478" y="0"/>
                </a:lnTo>
                <a:close/>
              </a:path>
              <a:path w="7035800" h="1301115">
                <a:moveTo>
                  <a:pt x="4624578" y="0"/>
                </a:moveTo>
                <a:lnTo>
                  <a:pt x="4596384" y="0"/>
                </a:lnTo>
                <a:lnTo>
                  <a:pt x="4596384" y="9144"/>
                </a:lnTo>
                <a:lnTo>
                  <a:pt x="4624578" y="9144"/>
                </a:lnTo>
                <a:lnTo>
                  <a:pt x="4624578" y="0"/>
                </a:lnTo>
                <a:close/>
              </a:path>
              <a:path w="7035800" h="1301115">
                <a:moveTo>
                  <a:pt x="4642104" y="1275588"/>
                </a:moveTo>
                <a:lnTo>
                  <a:pt x="4565904" y="1275588"/>
                </a:lnTo>
                <a:lnTo>
                  <a:pt x="4565904" y="1300734"/>
                </a:lnTo>
                <a:lnTo>
                  <a:pt x="4642104" y="1300734"/>
                </a:lnTo>
                <a:lnTo>
                  <a:pt x="4642104" y="1275588"/>
                </a:lnTo>
                <a:close/>
              </a:path>
              <a:path w="7035800" h="1301115">
                <a:moveTo>
                  <a:pt x="4662678" y="0"/>
                </a:moveTo>
                <a:lnTo>
                  <a:pt x="4634484" y="0"/>
                </a:lnTo>
                <a:lnTo>
                  <a:pt x="4634484" y="9144"/>
                </a:lnTo>
                <a:lnTo>
                  <a:pt x="4662678" y="9144"/>
                </a:lnTo>
                <a:lnTo>
                  <a:pt x="4662678" y="0"/>
                </a:lnTo>
                <a:close/>
              </a:path>
              <a:path w="7035800" h="1301115">
                <a:moveTo>
                  <a:pt x="4675632" y="361188"/>
                </a:moveTo>
                <a:lnTo>
                  <a:pt x="4599432" y="361188"/>
                </a:lnTo>
                <a:lnTo>
                  <a:pt x="4599432" y="368808"/>
                </a:lnTo>
                <a:lnTo>
                  <a:pt x="4573524" y="368808"/>
                </a:lnTo>
                <a:lnTo>
                  <a:pt x="4573524" y="361188"/>
                </a:lnTo>
                <a:lnTo>
                  <a:pt x="4497324" y="361188"/>
                </a:lnTo>
                <a:lnTo>
                  <a:pt x="4497324" y="368808"/>
                </a:lnTo>
                <a:lnTo>
                  <a:pt x="4494276" y="368808"/>
                </a:lnTo>
                <a:lnTo>
                  <a:pt x="4494276" y="378714"/>
                </a:lnTo>
                <a:lnTo>
                  <a:pt x="4497324" y="378714"/>
                </a:lnTo>
                <a:lnTo>
                  <a:pt x="4497324" y="386334"/>
                </a:lnTo>
                <a:lnTo>
                  <a:pt x="4573524" y="386334"/>
                </a:lnTo>
                <a:lnTo>
                  <a:pt x="4573524" y="378714"/>
                </a:lnTo>
                <a:lnTo>
                  <a:pt x="4599432" y="378714"/>
                </a:lnTo>
                <a:lnTo>
                  <a:pt x="4599432" y="386334"/>
                </a:lnTo>
                <a:lnTo>
                  <a:pt x="4675632" y="386334"/>
                </a:lnTo>
                <a:lnTo>
                  <a:pt x="4675632" y="378714"/>
                </a:lnTo>
                <a:lnTo>
                  <a:pt x="4675632" y="368808"/>
                </a:lnTo>
                <a:lnTo>
                  <a:pt x="4675632" y="361188"/>
                </a:lnTo>
                <a:close/>
              </a:path>
              <a:path w="7035800" h="1301115">
                <a:moveTo>
                  <a:pt x="4700778" y="0"/>
                </a:moveTo>
                <a:lnTo>
                  <a:pt x="4672584" y="0"/>
                </a:lnTo>
                <a:lnTo>
                  <a:pt x="4672584" y="9144"/>
                </a:lnTo>
                <a:lnTo>
                  <a:pt x="4700778" y="9144"/>
                </a:lnTo>
                <a:lnTo>
                  <a:pt x="4700778" y="0"/>
                </a:lnTo>
                <a:close/>
              </a:path>
              <a:path w="7035800" h="1301115">
                <a:moveTo>
                  <a:pt x="4738878" y="0"/>
                </a:moveTo>
                <a:lnTo>
                  <a:pt x="4710684" y="0"/>
                </a:lnTo>
                <a:lnTo>
                  <a:pt x="4710684" y="9144"/>
                </a:lnTo>
                <a:lnTo>
                  <a:pt x="4738878" y="9144"/>
                </a:lnTo>
                <a:lnTo>
                  <a:pt x="4738878" y="0"/>
                </a:lnTo>
                <a:close/>
              </a:path>
              <a:path w="7035800" h="1301115">
                <a:moveTo>
                  <a:pt x="4744212" y="1275588"/>
                </a:moveTo>
                <a:lnTo>
                  <a:pt x="4668012" y="1275588"/>
                </a:lnTo>
                <a:lnTo>
                  <a:pt x="4668012" y="1300734"/>
                </a:lnTo>
                <a:lnTo>
                  <a:pt x="4744212" y="1300734"/>
                </a:lnTo>
                <a:lnTo>
                  <a:pt x="4744212" y="1275588"/>
                </a:lnTo>
                <a:close/>
              </a:path>
              <a:path w="7035800" h="1301115">
                <a:moveTo>
                  <a:pt x="4776978" y="0"/>
                </a:moveTo>
                <a:lnTo>
                  <a:pt x="4748784" y="0"/>
                </a:lnTo>
                <a:lnTo>
                  <a:pt x="4748784" y="9144"/>
                </a:lnTo>
                <a:lnTo>
                  <a:pt x="4776978" y="9144"/>
                </a:lnTo>
                <a:lnTo>
                  <a:pt x="4776978" y="0"/>
                </a:lnTo>
                <a:close/>
              </a:path>
              <a:path w="7035800" h="1301115">
                <a:moveTo>
                  <a:pt x="4789932" y="368808"/>
                </a:moveTo>
                <a:lnTo>
                  <a:pt x="4776978" y="368808"/>
                </a:lnTo>
                <a:lnTo>
                  <a:pt x="4776978" y="361188"/>
                </a:lnTo>
                <a:lnTo>
                  <a:pt x="4700778" y="361188"/>
                </a:lnTo>
                <a:lnTo>
                  <a:pt x="4700778" y="368808"/>
                </a:lnTo>
                <a:lnTo>
                  <a:pt x="4684776" y="368808"/>
                </a:lnTo>
                <a:lnTo>
                  <a:pt x="4684776" y="378714"/>
                </a:lnTo>
                <a:lnTo>
                  <a:pt x="4700778" y="378714"/>
                </a:lnTo>
                <a:lnTo>
                  <a:pt x="4700778" y="386334"/>
                </a:lnTo>
                <a:lnTo>
                  <a:pt x="4776978" y="386334"/>
                </a:lnTo>
                <a:lnTo>
                  <a:pt x="4776978" y="378714"/>
                </a:lnTo>
                <a:lnTo>
                  <a:pt x="4789932" y="378714"/>
                </a:lnTo>
                <a:lnTo>
                  <a:pt x="4789932" y="368808"/>
                </a:lnTo>
                <a:close/>
              </a:path>
              <a:path w="7035800" h="1301115">
                <a:moveTo>
                  <a:pt x="4815078" y="0"/>
                </a:moveTo>
                <a:lnTo>
                  <a:pt x="4786884" y="0"/>
                </a:lnTo>
                <a:lnTo>
                  <a:pt x="4786884" y="9144"/>
                </a:lnTo>
                <a:lnTo>
                  <a:pt x="4815078" y="9144"/>
                </a:lnTo>
                <a:lnTo>
                  <a:pt x="4815078" y="0"/>
                </a:lnTo>
                <a:close/>
              </a:path>
              <a:path w="7035800" h="1301115">
                <a:moveTo>
                  <a:pt x="4845558" y="1275588"/>
                </a:moveTo>
                <a:lnTo>
                  <a:pt x="4769358" y="1275588"/>
                </a:lnTo>
                <a:lnTo>
                  <a:pt x="4769358" y="1300734"/>
                </a:lnTo>
                <a:lnTo>
                  <a:pt x="4845558" y="1300734"/>
                </a:lnTo>
                <a:lnTo>
                  <a:pt x="4845558" y="1275588"/>
                </a:lnTo>
                <a:close/>
              </a:path>
              <a:path w="7035800" h="1301115">
                <a:moveTo>
                  <a:pt x="4853178" y="0"/>
                </a:moveTo>
                <a:lnTo>
                  <a:pt x="4824984" y="0"/>
                </a:lnTo>
                <a:lnTo>
                  <a:pt x="4824984" y="9144"/>
                </a:lnTo>
                <a:lnTo>
                  <a:pt x="4853178" y="9144"/>
                </a:lnTo>
                <a:lnTo>
                  <a:pt x="4853178" y="0"/>
                </a:lnTo>
                <a:close/>
              </a:path>
              <a:path w="7035800" h="1301115">
                <a:moveTo>
                  <a:pt x="4891278" y="0"/>
                </a:moveTo>
                <a:lnTo>
                  <a:pt x="4863084" y="0"/>
                </a:lnTo>
                <a:lnTo>
                  <a:pt x="4863084" y="9144"/>
                </a:lnTo>
                <a:lnTo>
                  <a:pt x="4891278" y="9144"/>
                </a:lnTo>
                <a:lnTo>
                  <a:pt x="4891278" y="0"/>
                </a:lnTo>
                <a:close/>
              </a:path>
              <a:path w="7035800" h="1301115">
                <a:moveTo>
                  <a:pt x="4929365" y="0"/>
                </a:moveTo>
                <a:lnTo>
                  <a:pt x="4901184" y="0"/>
                </a:lnTo>
                <a:lnTo>
                  <a:pt x="4901184" y="9144"/>
                </a:lnTo>
                <a:lnTo>
                  <a:pt x="4929365" y="9144"/>
                </a:lnTo>
                <a:lnTo>
                  <a:pt x="4929365" y="0"/>
                </a:lnTo>
                <a:close/>
              </a:path>
              <a:path w="7035800" h="1301115">
                <a:moveTo>
                  <a:pt x="4946904" y="1275588"/>
                </a:moveTo>
                <a:lnTo>
                  <a:pt x="4870704" y="1275588"/>
                </a:lnTo>
                <a:lnTo>
                  <a:pt x="4870704" y="1300734"/>
                </a:lnTo>
                <a:lnTo>
                  <a:pt x="4946904" y="1300734"/>
                </a:lnTo>
                <a:lnTo>
                  <a:pt x="4946904" y="1275588"/>
                </a:lnTo>
                <a:close/>
              </a:path>
              <a:path w="7035800" h="1301115">
                <a:moveTo>
                  <a:pt x="4967478" y="0"/>
                </a:moveTo>
                <a:lnTo>
                  <a:pt x="4939284" y="0"/>
                </a:lnTo>
                <a:lnTo>
                  <a:pt x="4939284" y="9144"/>
                </a:lnTo>
                <a:lnTo>
                  <a:pt x="4967478" y="9144"/>
                </a:lnTo>
                <a:lnTo>
                  <a:pt x="4967478" y="0"/>
                </a:lnTo>
                <a:close/>
              </a:path>
              <a:path w="7035800" h="1301115">
                <a:moveTo>
                  <a:pt x="4980432" y="361188"/>
                </a:moveTo>
                <a:lnTo>
                  <a:pt x="4904232" y="361188"/>
                </a:lnTo>
                <a:lnTo>
                  <a:pt x="4904232" y="368808"/>
                </a:lnTo>
                <a:lnTo>
                  <a:pt x="4878324" y="368808"/>
                </a:lnTo>
                <a:lnTo>
                  <a:pt x="4878324" y="361188"/>
                </a:lnTo>
                <a:lnTo>
                  <a:pt x="4802124" y="361188"/>
                </a:lnTo>
                <a:lnTo>
                  <a:pt x="4802124" y="368808"/>
                </a:lnTo>
                <a:lnTo>
                  <a:pt x="4799076" y="368808"/>
                </a:lnTo>
                <a:lnTo>
                  <a:pt x="4799076" y="378714"/>
                </a:lnTo>
                <a:lnTo>
                  <a:pt x="4802124" y="378714"/>
                </a:lnTo>
                <a:lnTo>
                  <a:pt x="4802124" y="386334"/>
                </a:lnTo>
                <a:lnTo>
                  <a:pt x="4878324" y="386334"/>
                </a:lnTo>
                <a:lnTo>
                  <a:pt x="4878324" y="378714"/>
                </a:lnTo>
                <a:lnTo>
                  <a:pt x="4904232" y="378714"/>
                </a:lnTo>
                <a:lnTo>
                  <a:pt x="4904232" y="386334"/>
                </a:lnTo>
                <a:lnTo>
                  <a:pt x="4980432" y="386334"/>
                </a:lnTo>
                <a:lnTo>
                  <a:pt x="4980432" y="378714"/>
                </a:lnTo>
                <a:lnTo>
                  <a:pt x="4980432" y="368808"/>
                </a:lnTo>
                <a:lnTo>
                  <a:pt x="4980432" y="361188"/>
                </a:lnTo>
                <a:close/>
              </a:path>
              <a:path w="7035800" h="1301115">
                <a:moveTo>
                  <a:pt x="5005578" y="0"/>
                </a:moveTo>
                <a:lnTo>
                  <a:pt x="4977384" y="0"/>
                </a:lnTo>
                <a:lnTo>
                  <a:pt x="4977384" y="9144"/>
                </a:lnTo>
                <a:lnTo>
                  <a:pt x="5005578" y="9144"/>
                </a:lnTo>
                <a:lnTo>
                  <a:pt x="5005578" y="0"/>
                </a:lnTo>
                <a:close/>
              </a:path>
              <a:path w="7035800" h="1301115">
                <a:moveTo>
                  <a:pt x="5043678" y="0"/>
                </a:moveTo>
                <a:lnTo>
                  <a:pt x="5015484" y="0"/>
                </a:lnTo>
                <a:lnTo>
                  <a:pt x="5015484" y="9144"/>
                </a:lnTo>
                <a:lnTo>
                  <a:pt x="5043678" y="9144"/>
                </a:lnTo>
                <a:lnTo>
                  <a:pt x="5043678" y="0"/>
                </a:lnTo>
                <a:close/>
              </a:path>
              <a:path w="7035800" h="1301115">
                <a:moveTo>
                  <a:pt x="5049012" y="1275588"/>
                </a:moveTo>
                <a:lnTo>
                  <a:pt x="4972812" y="1275588"/>
                </a:lnTo>
                <a:lnTo>
                  <a:pt x="4972812" y="1300734"/>
                </a:lnTo>
                <a:lnTo>
                  <a:pt x="5049012" y="1300734"/>
                </a:lnTo>
                <a:lnTo>
                  <a:pt x="5049012" y="1275588"/>
                </a:lnTo>
                <a:close/>
              </a:path>
              <a:path w="7035800" h="1301115">
                <a:moveTo>
                  <a:pt x="5081778" y="0"/>
                </a:moveTo>
                <a:lnTo>
                  <a:pt x="5053584" y="0"/>
                </a:lnTo>
                <a:lnTo>
                  <a:pt x="5053584" y="9144"/>
                </a:lnTo>
                <a:lnTo>
                  <a:pt x="5081778" y="9144"/>
                </a:lnTo>
                <a:lnTo>
                  <a:pt x="5081778" y="0"/>
                </a:lnTo>
                <a:close/>
              </a:path>
              <a:path w="7035800" h="1301115">
                <a:moveTo>
                  <a:pt x="5094732" y="368808"/>
                </a:moveTo>
                <a:lnTo>
                  <a:pt x="5081778" y="368808"/>
                </a:lnTo>
                <a:lnTo>
                  <a:pt x="5081778" y="361188"/>
                </a:lnTo>
                <a:lnTo>
                  <a:pt x="5005565" y="361188"/>
                </a:lnTo>
                <a:lnTo>
                  <a:pt x="5005565" y="368808"/>
                </a:lnTo>
                <a:lnTo>
                  <a:pt x="4989576" y="368808"/>
                </a:lnTo>
                <a:lnTo>
                  <a:pt x="4989576" y="378714"/>
                </a:lnTo>
                <a:lnTo>
                  <a:pt x="5005565" y="378714"/>
                </a:lnTo>
                <a:lnTo>
                  <a:pt x="5005565" y="386334"/>
                </a:lnTo>
                <a:lnTo>
                  <a:pt x="5081778" y="386334"/>
                </a:lnTo>
                <a:lnTo>
                  <a:pt x="5081778" y="378714"/>
                </a:lnTo>
                <a:lnTo>
                  <a:pt x="5094732" y="378714"/>
                </a:lnTo>
                <a:lnTo>
                  <a:pt x="5094732" y="368808"/>
                </a:lnTo>
                <a:close/>
              </a:path>
              <a:path w="7035800" h="1301115">
                <a:moveTo>
                  <a:pt x="5119878" y="0"/>
                </a:moveTo>
                <a:lnTo>
                  <a:pt x="5091684" y="0"/>
                </a:lnTo>
                <a:lnTo>
                  <a:pt x="5091684" y="9144"/>
                </a:lnTo>
                <a:lnTo>
                  <a:pt x="5119878" y="9144"/>
                </a:lnTo>
                <a:lnTo>
                  <a:pt x="5119878" y="0"/>
                </a:lnTo>
                <a:close/>
              </a:path>
              <a:path w="7035800" h="1301115">
                <a:moveTo>
                  <a:pt x="5150358" y="1275588"/>
                </a:moveTo>
                <a:lnTo>
                  <a:pt x="5074158" y="1275588"/>
                </a:lnTo>
                <a:lnTo>
                  <a:pt x="5074158" y="1300734"/>
                </a:lnTo>
                <a:lnTo>
                  <a:pt x="5150358" y="1300734"/>
                </a:lnTo>
                <a:lnTo>
                  <a:pt x="5150358" y="1275588"/>
                </a:lnTo>
                <a:close/>
              </a:path>
              <a:path w="7035800" h="1301115">
                <a:moveTo>
                  <a:pt x="5157978" y="0"/>
                </a:moveTo>
                <a:lnTo>
                  <a:pt x="5129784" y="0"/>
                </a:lnTo>
                <a:lnTo>
                  <a:pt x="5129784" y="9144"/>
                </a:lnTo>
                <a:lnTo>
                  <a:pt x="5157978" y="9144"/>
                </a:lnTo>
                <a:lnTo>
                  <a:pt x="5157978" y="0"/>
                </a:lnTo>
                <a:close/>
              </a:path>
              <a:path w="7035800" h="1301115">
                <a:moveTo>
                  <a:pt x="5196078" y="0"/>
                </a:moveTo>
                <a:lnTo>
                  <a:pt x="5167884" y="0"/>
                </a:lnTo>
                <a:lnTo>
                  <a:pt x="5167884" y="9144"/>
                </a:lnTo>
                <a:lnTo>
                  <a:pt x="5196078" y="9144"/>
                </a:lnTo>
                <a:lnTo>
                  <a:pt x="5196078" y="0"/>
                </a:lnTo>
                <a:close/>
              </a:path>
              <a:path w="7035800" h="1301115">
                <a:moveTo>
                  <a:pt x="5234178" y="0"/>
                </a:moveTo>
                <a:lnTo>
                  <a:pt x="5205984" y="0"/>
                </a:lnTo>
                <a:lnTo>
                  <a:pt x="5205984" y="9144"/>
                </a:lnTo>
                <a:lnTo>
                  <a:pt x="5234178" y="9144"/>
                </a:lnTo>
                <a:lnTo>
                  <a:pt x="5234178" y="0"/>
                </a:lnTo>
                <a:close/>
              </a:path>
              <a:path w="7035800" h="1301115">
                <a:moveTo>
                  <a:pt x="5251704" y="1275588"/>
                </a:moveTo>
                <a:lnTo>
                  <a:pt x="5175504" y="1275588"/>
                </a:lnTo>
                <a:lnTo>
                  <a:pt x="5175504" y="1300734"/>
                </a:lnTo>
                <a:lnTo>
                  <a:pt x="5251704" y="1300734"/>
                </a:lnTo>
                <a:lnTo>
                  <a:pt x="5251704" y="1275588"/>
                </a:lnTo>
                <a:close/>
              </a:path>
              <a:path w="7035800" h="1301115">
                <a:moveTo>
                  <a:pt x="5272278" y="0"/>
                </a:moveTo>
                <a:lnTo>
                  <a:pt x="5244084" y="0"/>
                </a:lnTo>
                <a:lnTo>
                  <a:pt x="5244084" y="9144"/>
                </a:lnTo>
                <a:lnTo>
                  <a:pt x="5272278" y="9144"/>
                </a:lnTo>
                <a:lnTo>
                  <a:pt x="5272278" y="0"/>
                </a:lnTo>
                <a:close/>
              </a:path>
              <a:path w="7035800" h="1301115">
                <a:moveTo>
                  <a:pt x="5285232" y="361188"/>
                </a:moveTo>
                <a:lnTo>
                  <a:pt x="5209032" y="361188"/>
                </a:lnTo>
                <a:lnTo>
                  <a:pt x="5209032" y="368808"/>
                </a:lnTo>
                <a:lnTo>
                  <a:pt x="5183124" y="368808"/>
                </a:lnTo>
                <a:lnTo>
                  <a:pt x="5183124" y="361188"/>
                </a:lnTo>
                <a:lnTo>
                  <a:pt x="5106924" y="361188"/>
                </a:lnTo>
                <a:lnTo>
                  <a:pt x="5106924" y="368808"/>
                </a:lnTo>
                <a:lnTo>
                  <a:pt x="5103876" y="368808"/>
                </a:lnTo>
                <a:lnTo>
                  <a:pt x="5103876" y="378714"/>
                </a:lnTo>
                <a:lnTo>
                  <a:pt x="5106924" y="378714"/>
                </a:lnTo>
                <a:lnTo>
                  <a:pt x="5106924" y="386334"/>
                </a:lnTo>
                <a:lnTo>
                  <a:pt x="5183124" y="386334"/>
                </a:lnTo>
                <a:lnTo>
                  <a:pt x="5183124" y="378714"/>
                </a:lnTo>
                <a:lnTo>
                  <a:pt x="5209032" y="378714"/>
                </a:lnTo>
                <a:lnTo>
                  <a:pt x="5209032" y="386334"/>
                </a:lnTo>
                <a:lnTo>
                  <a:pt x="5285232" y="386334"/>
                </a:lnTo>
                <a:lnTo>
                  <a:pt x="5285232" y="378714"/>
                </a:lnTo>
                <a:lnTo>
                  <a:pt x="5285232" y="368808"/>
                </a:lnTo>
                <a:lnTo>
                  <a:pt x="5285232" y="361188"/>
                </a:lnTo>
                <a:close/>
              </a:path>
              <a:path w="7035800" h="1301115">
                <a:moveTo>
                  <a:pt x="5310378" y="0"/>
                </a:moveTo>
                <a:lnTo>
                  <a:pt x="5282184" y="0"/>
                </a:lnTo>
                <a:lnTo>
                  <a:pt x="5282184" y="9144"/>
                </a:lnTo>
                <a:lnTo>
                  <a:pt x="5310378" y="9144"/>
                </a:lnTo>
                <a:lnTo>
                  <a:pt x="5310378" y="0"/>
                </a:lnTo>
                <a:close/>
              </a:path>
              <a:path w="7035800" h="1301115">
                <a:moveTo>
                  <a:pt x="5348478" y="0"/>
                </a:moveTo>
                <a:lnTo>
                  <a:pt x="5320284" y="0"/>
                </a:lnTo>
                <a:lnTo>
                  <a:pt x="5320284" y="9144"/>
                </a:lnTo>
                <a:lnTo>
                  <a:pt x="5348478" y="9144"/>
                </a:lnTo>
                <a:lnTo>
                  <a:pt x="5348478" y="0"/>
                </a:lnTo>
                <a:close/>
              </a:path>
              <a:path w="7035800" h="1301115">
                <a:moveTo>
                  <a:pt x="5353812" y="1275588"/>
                </a:moveTo>
                <a:lnTo>
                  <a:pt x="5277612" y="1275588"/>
                </a:lnTo>
                <a:lnTo>
                  <a:pt x="5277612" y="1300734"/>
                </a:lnTo>
                <a:lnTo>
                  <a:pt x="5353812" y="1300734"/>
                </a:lnTo>
                <a:lnTo>
                  <a:pt x="5353812" y="1275588"/>
                </a:lnTo>
                <a:close/>
              </a:path>
              <a:path w="7035800" h="1301115">
                <a:moveTo>
                  <a:pt x="5386578" y="0"/>
                </a:moveTo>
                <a:lnTo>
                  <a:pt x="5358384" y="0"/>
                </a:lnTo>
                <a:lnTo>
                  <a:pt x="5358384" y="9144"/>
                </a:lnTo>
                <a:lnTo>
                  <a:pt x="5386578" y="9144"/>
                </a:lnTo>
                <a:lnTo>
                  <a:pt x="5386578" y="0"/>
                </a:lnTo>
                <a:close/>
              </a:path>
              <a:path w="7035800" h="1301115">
                <a:moveTo>
                  <a:pt x="5399532" y="368808"/>
                </a:moveTo>
                <a:lnTo>
                  <a:pt x="5386578" y="368808"/>
                </a:lnTo>
                <a:lnTo>
                  <a:pt x="5386578" y="361188"/>
                </a:lnTo>
                <a:lnTo>
                  <a:pt x="5310378" y="361188"/>
                </a:lnTo>
                <a:lnTo>
                  <a:pt x="5310378" y="368808"/>
                </a:lnTo>
                <a:lnTo>
                  <a:pt x="5294376" y="368808"/>
                </a:lnTo>
                <a:lnTo>
                  <a:pt x="5294376" y="378714"/>
                </a:lnTo>
                <a:lnTo>
                  <a:pt x="5310378" y="378714"/>
                </a:lnTo>
                <a:lnTo>
                  <a:pt x="5310378" y="386334"/>
                </a:lnTo>
                <a:lnTo>
                  <a:pt x="5386578" y="386334"/>
                </a:lnTo>
                <a:lnTo>
                  <a:pt x="5386578" y="378714"/>
                </a:lnTo>
                <a:lnTo>
                  <a:pt x="5399532" y="378714"/>
                </a:lnTo>
                <a:lnTo>
                  <a:pt x="5399532" y="368808"/>
                </a:lnTo>
                <a:close/>
              </a:path>
              <a:path w="7035800" h="1301115">
                <a:moveTo>
                  <a:pt x="5424678" y="0"/>
                </a:moveTo>
                <a:lnTo>
                  <a:pt x="5396484" y="0"/>
                </a:lnTo>
                <a:lnTo>
                  <a:pt x="5396484" y="9144"/>
                </a:lnTo>
                <a:lnTo>
                  <a:pt x="5424678" y="9144"/>
                </a:lnTo>
                <a:lnTo>
                  <a:pt x="5424678" y="0"/>
                </a:lnTo>
                <a:close/>
              </a:path>
              <a:path w="7035800" h="1301115">
                <a:moveTo>
                  <a:pt x="5455158" y="1275588"/>
                </a:moveTo>
                <a:lnTo>
                  <a:pt x="5378958" y="1275588"/>
                </a:lnTo>
                <a:lnTo>
                  <a:pt x="5378958" y="1300734"/>
                </a:lnTo>
                <a:lnTo>
                  <a:pt x="5455158" y="1300734"/>
                </a:lnTo>
                <a:lnTo>
                  <a:pt x="5455158" y="1275588"/>
                </a:lnTo>
                <a:close/>
              </a:path>
              <a:path w="7035800" h="1301115">
                <a:moveTo>
                  <a:pt x="5462778" y="0"/>
                </a:moveTo>
                <a:lnTo>
                  <a:pt x="5434584" y="0"/>
                </a:lnTo>
                <a:lnTo>
                  <a:pt x="5434584" y="9144"/>
                </a:lnTo>
                <a:lnTo>
                  <a:pt x="5462778" y="9144"/>
                </a:lnTo>
                <a:lnTo>
                  <a:pt x="5462778" y="0"/>
                </a:lnTo>
                <a:close/>
              </a:path>
              <a:path w="7035800" h="1301115">
                <a:moveTo>
                  <a:pt x="5500878" y="0"/>
                </a:moveTo>
                <a:lnTo>
                  <a:pt x="5472684" y="0"/>
                </a:lnTo>
                <a:lnTo>
                  <a:pt x="5472684" y="9144"/>
                </a:lnTo>
                <a:lnTo>
                  <a:pt x="5500878" y="9144"/>
                </a:lnTo>
                <a:lnTo>
                  <a:pt x="5500878" y="0"/>
                </a:lnTo>
                <a:close/>
              </a:path>
              <a:path w="7035800" h="1301115">
                <a:moveTo>
                  <a:pt x="5538978" y="0"/>
                </a:moveTo>
                <a:lnTo>
                  <a:pt x="5510784" y="0"/>
                </a:lnTo>
                <a:lnTo>
                  <a:pt x="5510784" y="9144"/>
                </a:lnTo>
                <a:lnTo>
                  <a:pt x="5538978" y="9144"/>
                </a:lnTo>
                <a:lnTo>
                  <a:pt x="5538978" y="0"/>
                </a:lnTo>
                <a:close/>
              </a:path>
              <a:path w="7035800" h="1301115">
                <a:moveTo>
                  <a:pt x="5556504" y="1275588"/>
                </a:moveTo>
                <a:lnTo>
                  <a:pt x="5480304" y="1275588"/>
                </a:lnTo>
                <a:lnTo>
                  <a:pt x="5480304" y="1300734"/>
                </a:lnTo>
                <a:lnTo>
                  <a:pt x="5556504" y="1300734"/>
                </a:lnTo>
                <a:lnTo>
                  <a:pt x="5556504" y="1275588"/>
                </a:lnTo>
                <a:close/>
              </a:path>
              <a:path w="7035800" h="1301115">
                <a:moveTo>
                  <a:pt x="5577078" y="0"/>
                </a:moveTo>
                <a:lnTo>
                  <a:pt x="5548884" y="0"/>
                </a:lnTo>
                <a:lnTo>
                  <a:pt x="5548884" y="9144"/>
                </a:lnTo>
                <a:lnTo>
                  <a:pt x="5577078" y="9144"/>
                </a:lnTo>
                <a:lnTo>
                  <a:pt x="5577078" y="0"/>
                </a:lnTo>
                <a:close/>
              </a:path>
              <a:path w="7035800" h="1301115">
                <a:moveTo>
                  <a:pt x="5590032" y="361188"/>
                </a:moveTo>
                <a:lnTo>
                  <a:pt x="5513832" y="361188"/>
                </a:lnTo>
                <a:lnTo>
                  <a:pt x="5513832" y="368808"/>
                </a:lnTo>
                <a:lnTo>
                  <a:pt x="5487924" y="368808"/>
                </a:lnTo>
                <a:lnTo>
                  <a:pt x="5487924" y="361188"/>
                </a:lnTo>
                <a:lnTo>
                  <a:pt x="5411724" y="361188"/>
                </a:lnTo>
                <a:lnTo>
                  <a:pt x="5411724" y="368808"/>
                </a:lnTo>
                <a:lnTo>
                  <a:pt x="5408676" y="368808"/>
                </a:lnTo>
                <a:lnTo>
                  <a:pt x="5408676" y="378714"/>
                </a:lnTo>
                <a:lnTo>
                  <a:pt x="5411724" y="378714"/>
                </a:lnTo>
                <a:lnTo>
                  <a:pt x="5411724" y="386334"/>
                </a:lnTo>
                <a:lnTo>
                  <a:pt x="5487924" y="386334"/>
                </a:lnTo>
                <a:lnTo>
                  <a:pt x="5487924" y="378714"/>
                </a:lnTo>
                <a:lnTo>
                  <a:pt x="5513832" y="378714"/>
                </a:lnTo>
                <a:lnTo>
                  <a:pt x="5513832" y="386334"/>
                </a:lnTo>
                <a:lnTo>
                  <a:pt x="5590032" y="386334"/>
                </a:lnTo>
                <a:lnTo>
                  <a:pt x="5590032" y="378714"/>
                </a:lnTo>
                <a:lnTo>
                  <a:pt x="5590032" y="368808"/>
                </a:lnTo>
                <a:lnTo>
                  <a:pt x="5590032" y="361188"/>
                </a:lnTo>
                <a:close/>
              </a:path>
              <a:path w="7035800" h="1301115">
                <a:moveTo>
                  <a:pt x="5615178" y="0"/>
                </a:moveTo>
                <a:lnTo>
                  <a:pt x="5586984" y="0"/>
                </a:lnTo>
                <a:lnTo>
                  <a:pt x="5586984" y="9144"/>
                </a:lnTo>
                <a:lnTo>
                  <a:pt x="5615178" y="9144"/>
                </a:lnTo>
                <a:lnTo>
                  <a:pt x="5615178" y="0"/>
                </a:lnTo>
                <a:close/>
              </a:path>
              <a:path w="7035800" h="1301115">
                <a:moveTo>
                  <a:pt x="5653278" y="0"/>
                </a:moveTo>
                <a:lnTo>
                  <a:pt x="5625084" y="0"/>
                </a:lnTo>
                <a:lnTo>
                  <a:pt x="5625084" y="9144"/>
                </a:lnTo>
                <a:lnTo>
                  <a:pt x="5653278" y="9144"/>
                </a:lnTo>
                <a:lnTo>
                  <a:pt x="5653278" y="0"/>
                </a:lnTo>
                <a:close/>
              </a:path>
              <a:path w="7035800" h="1301115">
                <a:moveTo>
                  <a:pt x="5658612" y="1275588"/>
                </a:moveTo>
                <a:lnTo>
                  <a:pt x="5582412" y="1275588"/>
                </a:lnTo>
                <a:lnTo>
                  <a:pt x="5582412" y="1300734"/>
                </a:lnTo>
                <a:lnTo>
                  <a:pt x="5658612" y="1300734"/>
                </a:lnTo>
                <a:lnTo>
                  <a:pt x="5658612" y="1275588"/>
                </a:lnTo>
                <a:close/>
              </a:path>
              <a:path w="7035800" h="1301115">
                <a:moveTo>
                  <a:pt x="5691378" y="0"/>
                </a:moveTo>
                <a:lnTo>
                  <a:pt x="5663184" y="0"/>
                </a:lnTo>
                <a:lnTo>
                  <a:pt x="5663184" y="9144"/>
                </a:lnTo>
                <a:lnTo>
                  <a:pt x="5691378" y="9144"/>
                </a:lnTo>
                <a:lnTo>
                  <a:pt x="5691378" y="0"/>
                </a:lnTo>
                <a:close/>
              </a:path>
              <a:path w="7035800" h="1301115">
                <a:moveTo>
                  <a:pt x="5704332" y="368808"/>
                </a:moveTo>
                <a:lnTo>
                  <a:pt x="5691378" y="368808"/>
                </a:lnTo>
                <a:lnTo>
                  <a:pt x="5691378" y="361188"/>
                </a:lnTo>
                <a:lnTo>
                  <a:pt x="5615178" y="361188"/>
                </a:lnTo>
                <a:lnTo>
                  <a:pt x="5615178" y="368808"/>
                </a:lnTo>
                <a:lnTo>
                  <a:pt x="5599176" y="368808"/>
                </a:lnTo>
                <a:lnTo>
                  <a:pt x="5599176" y="378714"/>
                </a:lnTo>
                <a:lnTo>
                  <a:pt x="5615178" y="378714"/>
                </a:lnTo>
                <a:lnTo>
                  <a:pt x="5615178" y="386334"/>
                </a:lnTo>
                <a:lnTo>
                  <a:pt x="5691378" y="386334"/>
                </a:lnTo>
                <a:lnTo>
                  <a:pt x="5691378" y="378714"/>
                </a:lnTo>
                <a:lnTo>
                  <a:pt x="5704332" y="378714"/>
                </a:lnTo>
                <a:lnTo>
                  <a:pt x="5704332" y="368808"/>
                </a:lnTo>
                <a:close/>
              </a:path>
              <a:path w="7035800" h="1301115">
                <a:moveTo>
                  <a:pt x="5729478" y="0"/>
                </a:moveTo>
                <a:lnTo>
                  <a:pt x="5701284" y="0"/>
                </a:lnTo>
                <a:lnTo>
                  <a:pt x="5701284" y="9144"/>
                </a:lnTo>
                <a:lnTo>
                  <a:pt x="5729478" y="9144"/>
                </a:lnTo>
                <a:lnTo>
                  <a:pt x="5729478" y="0"/>
                </a:lnTo>
                <a:close/>
              </a:path>
              <a:path w="7035800" h="1301115">
                <a:moveTo>
                  <a:pt x="5759958" y="1275588"/>
                </a:moveTo>
                <a:lnTo>
                  <a:pt x="5683758" y="1275588"/>
                </a:lnTo>
                <a:lnTo>
                  <a:pt x="5683758" y="1300734"/>
                </a:lnTo>
                <a:lnTo>
                  <a:pt x="5759958" y="1300734"/>
                </a:lnTo>
                <a:lnTo>
                  <a:pt x="5759958" y="1275588"/>
                </a:lnTo>
                <a:close/>
              </a:path>
              <a:path w="7035800" h="1301115">
                <a:moveTo>
                  <a:pt x="5767578" y="0"/>
                </a:moveTo>
                <a:lnTo>
                  <a:pt x="5739384" y="0"/>
                </a:lnTo>
                <a:lnTo>
                  <a:pt x="5739384" y="9144"/>
                </a:lnTo>
                <a:lnTo>
                  <a:pt x="5767578" y="9144"/>
                </a:lnTo>
                <a:lnTo>
                  <a:pt x="5767578" y="0"/>
                </a:lnTo>
                <a:close/>
              </a:path>
              <a:path w="7035800" h="1301115">
                <a:moveTo>
                  <a:pt x="5805678" y="0"/>
                </a:moveTo>
                <a:lnTo>
                  <a:pt x="5777484" y="0"/>
                </a:lnTo>
                <a:lnTo>
                  <a:pt x="5777484" y="9144"/>
                </a:lnTo>
                <a:lnTo>
                  <a:pt x="5805678" y="9144"/>
                </a:lnTo>
                <a:lnTo>
                  <a:pt x="5805678" y="0"/>
                </a:lnTo>
                <a:close/>
              </a:path>
              <a:path w="7035800" h="1301115">
                <a:moveTo>
                  <a:pt x="5843778" y="0"/>
                </a:moveTo>
                <a:lnTo>
                  <a:pt x="5815584" y="0"/>
                </a:lnTo>
                <a:lnTo>
                  <a:pt x="5815584" y="9144"/>
                </a:lnTo>
                <a:lnTo>
                  <a:pt x="5843778" y="9144"/>
                </a:lnTo>
                <a:lnTo>
                  <a:pt x="5843778" y="0"/>
                </a:lnTo>
                <a:close/>
              </a:path>
              <a:path w="7035800" h="1301115">
                <a:moveTo>
                  <a:pt x="5861304" y="1275588"/>
                </a:moveTo>
                <a:lnTo>
                  <a:pt x="5785104" y="1275588"/>
                </a:lnTo>
                <a:lnTo>
                  <a:pt x="5785104" y="1300734"/>
                </a:lnTo>
                <a:lnTo>
                  <a:pt x="5861304" y="1300734"/>
                </a:lnTo>
                <a:lnTo>
                  <a:pt x="5861304" y="1275588"/>
                </a:lnTo>
                <a:close/>
              </a:path>
              <a:path w="7035800" h="1301115">
                <a:moveTo>
                  <a:pt x="5881878" y="0"/>
                </a:moveTo>
                <a:lnTo>
                  <a:pt x="5853684" y="0"/>
                </a:lnTo>
                <a:lnTo>
                  <a:pt x="5853684" y="9144"/>
                </a:lnTo>
                <a:lnTo>
                  <a:pt x="5881878" y="9144"/>
                </a:lnTo>
                <a:lnTo>
                  <a:pt x="5881878" y="0"/>
                </a:lnTo>
                <a:close/>
              </a:path>
              <a:path w="7035800" h="1301115">
                <a:moveTo>
                  <a:pt x="5894832" y="361188"/>
                </a:moveTo>
                <a:lnTo>
                  <a:pt x="5818632" y="361188"/>
                </a:lnTo>
                <a:lnTo>
                  <a:pt x="5818632" y="368808"/>
                </a:lnTo>
                <a:lnTo>
                  <a:pt x="5792724" y="368808"/>
                </a:lnTo>
                <a:lnTo>
                  <a:pt x="5792724" y="361188"/>
                </a:lnTo>
                <a:lnTo>
                  <a:pt x="5716524" y="361188"/>
                </a:lnTo>
                <a:lnTo>
                  <a:pt x="5716524" y="368808"/>
                </a:lnTo>
                <a:lnTo>
                  <a:pt x="5713476" y="368808"/>
                </a:lnTo>
                <a:lnTo>
                  <a:pt x="5713476" y="378714"/>
                </a:lnTo>
                <a:lnTo>
                  <a:pt x="5716524" y="378714"/>
                </a:lnTo>
                <a:lnTo>
                  <a:pt x="5716524" y="386334"/>
                </a:lnTo>
                <a:lnTo>
                  <a:pt x="5792724" y="386334"/>
                </a:lnTo>
                <a:lnTo>
                  <a:pt x="5792724" y="378714"/>
                </a:lnTo>
                <a:lnTo>
                  <a:pt x="5818632" y="378714"/>
                </a:lnTo>
                <a:lnTo>
                  <a:pt x="5818632" y="386334"/>
                </a:lnTo>
                <a:lnTo>
                  <a:pt x="5894832" y="386334"/>
                </a:lnTo>
                <a:lnTo>
                  <a:pt x="5894832" y="378714"/>
                </a:lnTo>
                <a:lnTo>
                  <a:pt x="5894832" y="368808"/>
                </a:lnTo>
                <a:lnTo>
                  <a:pt x="5894832" y="361188"/>
                </a:lnTo>
                <a:close/>
              </a:path>
              <a:path w="7035800" h="1301115">
                <a:moveTo>
                  <a:pt x="5919978" y="0"/>
                </a:moveTo>
                <a:lnTo>
                  <a:pt x="5891784" y="0"/>
                </a:lnTo>
                <a:lnTo>
                  <a:pt x="5891784" y="9144"/>
                </a:lnTo>
                <a:lnTo>
                  <a:pt x="5919978" y="9144"/>
                </a:lnTo>
                <a:lnTo>
                  <a:pt x="5919978" y="0"/>
                </a:lnTo>
                <a:close/>
              </a:path>
              <a:path w="7035800" h="1301115">
                <a:moveTo>
                  <a:pt x="5958078" y="0"/>
                </a:moveTo>
                <a:lnTo>
                  <a:pt x="5929884" y="0"/>
                </a:lnTo>
                <a:lnTo>
                  <a:pt x="5929884" y="9144"/>
                </a:lnTo>
                <a:lnTo>
                  <a:pt x="5958078" y="9144"/>
                </a:lnTo>
                <a:lnTo>
                  <a:pt x="5958078" y="0"/>
                </a:lnTo>
                <a:close/>
              </a:path>
              <a:path w="7035800" h="1301115">
                <a:moveTo>
                  <a:pt x="5963412" y="1275588"/>
                </a:moveTo>
                <a:lnTo>
                  <a:pt x="5887212" y="1275588"/>
                </a:lnTo>
                <a:lnTo>
                  <a:pt x="5887212" y="1300734"/>
                </a:lnTo>
                <a:lnTo>
                  <a:pt x="5963412" y="1300734"/>
                </a:lnTo>
                <a:lnTo>
                  <a:pt x="5963412" y="1275588"/>
                </a:lnTo>
                <a:close/>
              </a:path>
              <a:path w="7035800" h="1301115">
                <a:moveTo>
                  <a:pt x="5996178" y="0"/>
                </a:moveTo>
                <a:lnTo>
                  <a:pt x="5967984" y="0"/>
                </a:lnTo>
                <a:lnTo>
                  <a:pt x="5967984" y="9144"/>
                </a:lnTo>
                <a:lnTo>
                  <a:pt x="5996178" y="9144"/>
                </a:lnTo>
                <a:lnTo>
                  <a:pt x="5996178" y="0"/>
                </a:lnTo>
                <a:close/>
              </a:path>
              <a:path w="7035800" h="1301115">
                <a:moveTo>
                  <a:pt x="6009132" y="368808"/>
                </a:moveTo>
                <a:lnTo>
                  <a:pt x="5996178" y="368808"/>
                </a:lnTo>
                <a:lnTo>
                  <a:pt x="5996178" y="361188"/>
                </a:lnTo>
                <a:lnTo>
                  <a:pt x="5919978" y="361188"/>
                </a:lnTo>
                <a:lnTo>
                  <a:pt x="5919978" y="368808"/>
                </a:lnTo>
                <a:lnTo>
                  <a:pt x="5903976" y="368808"/>
                </a:lnTo>
                <a:lnTo>
                  <a:pt x="5903976" y="378714"/>
                </a:lnTo>
                <a:lnTo>
                  <a:pt x="5919978" y="378714"/>
                </a:lnTo>
                <a:lnTo>
                  <a:pt x="5919978" y="386334"/>
                </a:lnTo>
                <a:lnTo>
                  <a:pt x="5996178" y="386334"/>
                </a:lnTo>
                <a:lnTo>
                  <a:pt x="5996178" y="378714"/>
                </a:lnTo>
                <a:lnTo>
                  <a:pt x="6009132" y="378714"/>
                </a:lnTo>
                <a:lnTo>
                  <a:pt x="6009132" y="368808"/>
                </a:lnTo>
                <a:close/>
              </a:path>
              <a:path w="7035800" h="1301115">
                <a:moveTo>
                  <a:pt x="6034278" y="0"/>
                </a:moveTo>
                <a:lnTo>
                  <a:pt x="6006084" y="0"/>
                </a:lnTo>
                <a:lnTo>
                  <a:pt x="6006084" y="9144"/>
                </a:lnTo>
                <a:lnTo>
                  <a:pt x="6034278" y="9144"/>
                </a:lnTo>
                <a:lnTo>
                  <a:pt x="6034278" y="0"/>
                </a:lnTo>
                <a:close/>
              </a:path>
              <a:path w="7035800" h="1301115">
                <a:moveTo>
                  <a:pt x="6064758" y="1275588"/>
                </a:moveTo>
                <a:lnTo>
                  <a:pt x="5988558" y="1275588"/>
                </a:lnTo>
                <a:lnTo>
                  <a:pt x="5988558" y="1300734"/>
                </a:lnTo>
                <a:lnTo>
                  <a:pt x="6064758" y="1300734"/>
                </a:lnTo>
                <a:lnTo>
                  <a:pt x="6064758" y="1275588"/>
                </a:lnTo>
                <a:close/>
              </a:path>
              <a:path w="7035800" h="1301115">
                <a:moveTo>
                  <a:pt x="6072378" y="0"/>
                </a:moveTo>
                <a:lnTo>
                  <a:pt x="6044184" y="0"/>
                </a:lnTo>
                <a:lnTo>
                  <a:pt x="6044184" y="9144"/>
                </a:lnTo>
                <a:lnTo>
                  <a:pt x="6072378" y="9144"/>
                </a:lnTo>
                <a:lnTo>
                  <a:pt x="6072378" y="0"/>
                </a:lnTo>
                <a:close/>
              </a:path>
              <a:path w="7035800" h="1301115">
                <a:moveTo>
                  <a:pt x="6110478" y="0"/>
                </a:moveTo>
                <a:lnTo>
                  <a:pt x="6082284" y="0"/>
                </a:lnTo>
                <a:lnTo>
                  <a:pt x="6082284" y="9144"/>
                </a:lnTo>
                <a:lnTo>
                  <a:pt x="6110478" y="9144"/>
                </a:lnTo>
                <a:lnTo>
                  <a:pt x="6110478" y="0"/>
                </a:lnTo>
                <a:close/>
              </a:path>
              <a:path w="7035800" h="1301115">
                <a:moveTo>
                  <a:pt x="6148578" y="0"/>
                </a:moveTo>
                <a:lnTo>
                  <a:pt x="6120384" y="0"/>
                </a:lnTo>
                <a:lnTo>
                  <a:pt x="6120384" y="9144"/>
                </a:lnTo>
                <a:lnTo>
                  <a:pt x="6148578" y="9144"/>
                </a:lnTo>
                <a:lnTo>
                  <a:pt x="6148578" y="0"/>
                </a:lnTo>
                <a:close/>
              </a:path>
              <a:path w="7035800" h="1301115">
                <a:moveTo>
                  <a:pt x="6166104" y="1275588"/>
                </a:moveTo>
                <a:lnTo>
                  <a:pt x="6089904" y="1275588"/>
                </a:lnTo>
                <a:lnTo>
                  <a:pt x="6089904" y="1300734"/>
                </a:lnTo>
                <a:lnTo>
                  <a:pt x="6166104" y="1300734"/>
                </a:lnTo>
                <a:lnTo>
                  <a:pt x="6166104" y="1275588"/>
                </a:lnTo>
                <a:close/>
              </a:path>
              <a:path w="7035800" h="1301115">
                <a:moveTo>
                  <a:pt x="6186678" y="0"/>
                </a:moveTo>
                <a:lnTo>
                  <a:pt x="6158484" y="0"/>
                </a:lnTo>
                <a:lnTo>
                  <a:pt x="6158484" y="9144"/>
                </a:lnTo>
                <a:lnTo>
                  <a:pt x="6186678" y="9144"/>
                </a:lnTo>
                <a:lnTo>
                  <a:pt x="6186678" y="0"/>
                </a:lnTo>
                <a:close/>
              </a:path>
              <a:path w="7035800" h="1301115">
                <a:moveTo>
                  <a:pt x="6199632" y="361188"/>
                </a:moveTo>
                <a:lnTo>
                  <a:pt x="6123432" y="361188"/>
                </a:lnTo>
                <a:lnTo>
                  <a:pt x="6123432" y="368808"/>
                </a:lnTo>
                <a:lnTo>
                  <a:pt x="6097524" y="368808"/>
                </a:lnTo>
                <a:lnTo>
                  <a:pt x="6097524" y="361188"/>
                </a:lnTo>
                <a:lnTo>
                  <a:pt x="6021324" y="361188"/>
                </a:lnTo>
                <a:lnTo>
                  <a:pt x="6021324" y="368808"/>
                </a:lnTo>
                <a:lnTo>
                  <a:pt x="6018276" y="368808"/>
                </a:lnTo>
                <a:lnTo>
                  <a:pt x="6018276" y="378714"/>
                </a:lnTo>
                <a:lnTo>
                  <a:pt x="6021324" y="378714"/>
                </a:lnTo>
                <a:lnTo>
                  <a:pt x="6021324" y="386334"/>
                </a:lnTo>
                <a:lnTo>
                  <a:pt x="6097524" y="386334"/>
                </a:lnTo>
                <a:lnTo>
                  <a:pt x="6097524" y="378714"/>
                </a:lnTo>
                <a:lnTo>
                  <a:pt x="6123432" y="378714"/>
                </a:lnTo>
                <a:lnTo>
                  <a:pt x="6123432" y="386334"/>
                </a:lnTo>
                <a:lnTo>
                  <a:pt x="6199632" y="386334"/>
                </a:lnTo>
                <a:lnTo>
                  <a:pt x="6199632" y="378714"/>
                </a:lnTo>
                <a:lnTo>
                  <a:pt x="6199632" y="368808"/>
                </a:lnTo>
                <a:lnTo>
                  <a:pt x="6199632" y="361188"/>
                </a:lnTo>
                <a:close/>
              </a:path>
              <a:path w="7035800" h="1301115">
                <a:moveTo>
                  <a:pt x="6224778" y="0"/>
                </a:moveTo>
                <a:lnTo>
                  <a:pt x="6196584" y="0"/>
                </a:lnTo>
                <a:lnTo>
                  <a:pt x="6196584" y="9144"/>
                </a:lnTo>
                <a:lnTo>
                  <a:pt x="6224778" y="9144"/>
                </a:lnTo>
                <a:lnTo>
                  <a:pt x="6224778" y="0"/>
                </a:lnTo>
                <a:close/>
              </a:path>
              <a:path w="7035800" h="1301115">
                <a:moveTo>
                  <a:pt x="6262878" y="0"/>
                </a:moveTo>
                <a:lnTo>
                  <a:pt x="6234684" y="0"/>
                </a:lnTo>
                <a:lnTo>
                  <a:pt x="6234684" y="9144"/>
                </a:lnTo>
                <a:lnTo>
                  <a:pt x="6262878" y="9144"/>
                </a:lnTo>
                <a:lnTo>
                  <a:pt x="6262878" y="0"/>
                </a:lnTo>
                <a:close/>
              </a:path>
              <a:path w="7035800" h="1301115">
                <a:moveTo>
                  <a:pt x="6268212" y="1275588"/>
                </a:moveTo>
                <a:lnTo>
                  <a:pt x="6192012" y="1275588"/>
                </a:lnTo>
                <a:lnTo>
                  <a:pt x="6192012" y="1300734"/>
                </a:lnTo>
                <a:lnTo>
                  <a:pt x="6268212" y="1300734"/>
                </a:lnTo>
                <a:lnTo>
                  <a:pt x="6268212" y="1275588"/>
                </a:lnTo>
                <a:close/>
              </a:path>
              <a:path w="7035800" h="1301115">
                <a:moveTo>
                  <a:pt x="6300978" y="0"/>
                </a:moveTo>
                <a:lnTo>
                  <a:pt x="6272784" y="0"/>
                </a:lnTo>
                <a:lnTo>
                  <a:pt x="6272784" y="9144"/>
                </a:lnTo>
                <a:lnTo>
                  <a:pt x="6300978" y="9144"/>
                </a:lnTo>
                <a:lnTo>
                  <a:pt x="6300978" y="0"/>
                </a:lnTo>
                <a:close/>
              </a:path>
              <a:path w="7035800" h="1301115">
                <a:moveTo>
                  <a:pt x="6313932" y="368808"/>
                </a:moveTo>
                <a:lnTo>
                  <a:pt x="6300978" y="368808"/>
                </a:lnTo>
                <a:lnTo>
                  <a:pt x="6300978" y="361188"/>
                </a:lnTo>
                <a:lnTo>
                  <a:pt x="6224778" y="361188"/>
                </a:lnTo>
                <a:lnTo>
                  <a:pt x="6224778" y="368808"/>
                </a:lnTo>
                <a:lnTo>
                  <a:pt x="6208776" y="368808"/>
                </a:lnTo>
                <a:lnTo>
                  <a:pt x="6208776" y="378714"/>
                </a:lnTo>
                <a:lnTo>
                  <a:pt x="6224778" y="378714"/>
                </a:lnTo>
                <a:lnTo>
                  <a:pt x="6224778" y="386334"/>
                </a:lnTo>
                <a:lnTo>
                  <a:pt x="6300978" y="386334"/>
                </a:lnTo>
                <a:lnTo>
                  <a:pt x="6300978" y="378714"/>
                </a:lnTo>
                <a:lnTo>
                  <a:pt x="6313932" y="378714"/>
                </a:lnTo>
                <a:lnTo>
                  <a:pt x="6313932" y="368808"/>
                </a:lnTo>
                <a:close/>
              </a:path>
              <a:path w="7035800" h="1301115">
                <a:moveTo>
                  <a:pt x="6339078" y="0"/>
                </a:moveTo>
                <a:lnTo>
                  <a:pt x="6310884" y="0"/>
                </a:lnTo>
                <a:lnTo>
                  <a:pt x="6310884" y="9144"/>
                </a:lnTo>
                <a:lnTo>
                  <a:pt x="6339078" y="9144"/>
                </a:lnTo>
                <a:lnTo>
                  <a:pt x="6339078" y="0"/>
                </a:lnTo>
                <a:close/>
              </a:path>
              <a:path w="7035800" h="1301115">
                <a:moveTo>
                  <a:pt x="6369558" y="1275588"/>
                </a:moveTo>
                <a:lnTo>
                  <a:pt x="6293358" y="1275588"/>
                </a:lnTo>
                <a:lnTo>
                  <a:pt x="6293358" y="1300734"/>
                </a:lnTo>
                <a:lnTo>
                  <a:pt x="6369558" y="1300734"/>
                </a:lnTo>
                <a:lnTo>
                  <a:pt x="6369558" y="1275588"/>
                </a:lnTo>
                <a:close/>
              </a:path>
              <a:path w="7035800" h="1301115">
                <a:moveTo>
                  <a:pt x="6377178" y="0"/>
                </a:moveTo>
                <a:lnTo>
                  <a:pt x="6348984" y="0"/>
                </a:lnTo>
                <a:lnTo>
                  <a:pt x="6348984" y="9144"/>
                </a:lnTo>
                <a:lnTo>
                  <a:pt x="6377178" y="9144"/>
                </a:lnTo>
                <a:lnTo>
                  <a:pt x="6377178" y="0"/>
                </a:lnTo>
                <a:close/>
              </a:path>
              <a:path w="7035800" h="1301115">
                <a:moveTo>
                  <a:pt x="6415278" y="0"/>
                </a:moveTo>
                <a:lnTo>
                  <a:pt x="6387084" y="0"/>
                </a:lnTo>
                <a:lnTo>
                  <a:pt x="6387084" y="9144"/>
                </a:lnTo>
                <a:lnTo>
                  <a:pt x="6415278" y="9144"/>
                </a:lnTo>
                <a:lnTo>
                  <a:pt x="6415278" y="0"/>
                </a:lnTo>
                <a:close/>
              </a:path>
              <a:path w="7035800" h="1301115">
                <a:moveTo>
                  <a:pt x="6453378" y="0"/>
                </a:moveTo>
                <a:lnTo>
                  <a:pt x="6425184" y="0"/>
                </a:lnTo>
                <a:lnTo>
                  <a:pt x="6425184" y="9144"/>
                </a:lnTo>
                <a:lnTo>
                  <a:pt x="6453378" y="9144"/>
                </a:lnTo>
                <a:lnTo>
                  <a:pt x="6453378" y="0"/>
                </a:lnTo>
                <a:close/>
              </a:path>
              <a:path w="7035800" h="1301115">
                <a:moveTo>
                  <a:pt x="6470904" y="1275588"/>
                </a:moveTo>
                <a:lnTo>
                  <a:pt x="6394704" y="1275588"/>
                </a:lnTo>
                <a:lnTo>
                  <a:pt x="6394704" y="1300734"/>
                </a:lnTo>
                <a:lnTo>
                  <a:pt x="6470904" y="1300734"/>
                </a:lnTo>
                <a:lnTo>
                  <a:pt x="6470904" y="1275588"/>
                </a:lnTo>
                <a:close/>
              </a:path>
              <a:path w="7035800" h="1301115">
                <a:moveTo>
                  <a:pt x="6491478" y="0"/>
                </a:moveTo>
                <a:lnTo>
                  <a:pt x="6463284" y="0"/>
                </a:lnTo>
                <a:lnTo>
                  <a:pt x="6463284" y="9144"/>
                </a:lnTo>
                <a:lnTo>
                  <a:pt x="6491478" y="9144"/>
                </a:lnTo>
                <a:lnTo>
                  <a:pt x="6491478" y="0"/>
                </a:lnTo>
                <a:close/>
              </a:path>
              <a:path w="7035800" h="1301115">
                <a:moveTo>
                  <a:pt x="6504432" y="361188"/>
                </a:moveTo>
                <a:lnTo>
                  <a:pt x="6428232" y="361188"/>
                </a:lnTo>
                <a:lnTo>
                  <a:pt x="6428232" y="368808"/>
                </a:lnTo>
                <a:lnTo>
                  <a:pt x="6402324" y="368808"/>
                </a:lnTo>
                <a:lnTo>
                  <a:pt x="6402324" y="361188"/>
                </a:lnTo>
                <a:lnTo>
                  <a:pt x="6326124" y="361188"/>
                </a:lnTo>
                <a:lnTo>
                  <a:pt x="6326124" y="368808"/>
                </a:lnTo>
                <a:lnTo>
                  <a:pt x="6323076" y="368808"/>
                </a:lnTo>
                <a:lnTo>
                  <a:pt x="6323076" y="378714"/>
                </a:lnTo>
                <a:lnTo>
                  <a:pt x="6326124" y="378714"/>
                </a:lnTo>
                <a:lnTo>
                  <a:pt x="6326124" y="386334"/>
                </a:lnTo>
                <a:lnTo>
                  <a:pt x="6402324" y="386334"/>
                </a:lnTo>
                <a:lnTo>
                  <a:pt x="6402324" y="378714"/>
                </a:lnTo>
                <a:lnTo>
                  <a:pt x="6428232" y="378714"/>
                </a:lnTo>
                <a:lnTo>
                  <a:pt x="6428232" y="386334"/>
                </a:lnTo>
                <a:lnTo>
                  <a:pt x="6504432" y="386334"/>
                </a:lnTo>
                <a:lnTo>
                  <a:pt x="6504432" y="378714"/>
                </a:lnTo>
                <a:lnTo>
                  <a:pt x="6504432" y="368808"/>
                </a:lnTo>
                <a:lnTo>
                  <a:pt x="6504432" y="361188"/>
                </a:lnTo>
                <a:close/>
              </a:path>
              <a:path w="7035800" h="1301115">
                <a:moveTo>
                  <a:pt x="6529578" y="0"/>
                </a:moveTo>
                <a:lnTo>
                  <a:pt x="6501384" y="0"/>
                </a:lnTo>
                <a:lnTo>
                  <a:pt x="6501384" y="9144"/>
                </a:lnTo>
                <a:lnTo>
                  <a:pt x="6529578" y="9144"/>
                </a:lnTo>
                <a:lnTo>
                  <a:pt x="6529578" y="0"/>
                </a:lnTo>
                <a:close/>
              </a:path>
              <a:path w="7035800" h="1301115">
                <a:moveTo>
                  <a:pt x="6567678" y="0"/>
                </a:moveTo>
                <a:lnTo>
                  <a:pt x="6539484" y="0"/>
                </a:lnTo>
                <a:lnTo>
                  <a:pt x="6539484" y="9144"/>
                </a:lnTo>
                <a:lnTo>
                  <a:pt x="6567678" y="9144"/>
                </a:lnTo>
                <a:lnTo>
                  <a:pt x="6567678" y="0"/>
                </a:lnTo>
                <a:close/>
              </a:path>
              <a:path w="7035800" h="1301115">
                <a:moveTo>
                  <a:pt x="6573012" y="1275588"/>
                </a:moveTo>
                <a:lnTo>
                  <a:pt x="6496812" y="1275588"/>
                </a:lnTo>
                <a:lnTo>
                  <a:pt x="6496812" y="1300734"/>
                </a:lnTo>
                <a:lnTo>
                  <a:pt x="6573012" y="1300734"/>
                </a:lnTo>
                <a:lnTo>
                  <a:pt x="6573012" y="1275588"/>
                </a:lnTo>
                <a:close/>
              </a:path>
              <a:path w="7035800" h="1301115">
                <a:moveTo>
                  <a:pt x="6605778" y="0"/>
                </a:moveTo>
                <a:lnTo>
                  <a:pt x="6577584" y="0"/>
                </a:lnTo>
                <a:lnTo>
                  <a:pt x="6577584" y="9144"/>
                </a:lnTo>
                <a:lnTo>
                  <a:pt x="6605778" y="9144"/>
                </a:lnTo>
                <a:lnTo>
                  <a:pt x="6605778" y="0"/>
                </a:lnTo>
                <a:close/>
              </a:path>
              <a:path w="7035800" h="1301115">
                <a:moveTo>
                  <a:pt x="6618732" y="368808"/>
                </a:moveTo>
                <a:lnTo>
                  <a:pt x="6605778" y="368808"/>
                </a:lnTo>
                <a:lnTo>
                  <a:pt x="6605778" y="361188"/>
                </a:lnTo>
                <a:lnTo>
                  <a:pt x="6529578" y="361188"/>
                </a:lnTo>
                <a:lnTo>
                  <a:pt x="6529578" y="368808"/>
                </a:lnTo>
                <a:lnTo>
                  <a:pt x="6513576" y="368808"/>
                </a:lnTo>
                <a:lnTo>
                  <a:pt x="6513576" y="378714"/>
                </a:lnTo>
                <a:lnTo>
                  <a:pt x="6529578" y="378714"/>
                </a:lnTo>
                <a:lnTo>
                  <a:pt x="6529578" y="386334"/>
                </a:lnTo>
                <a:lnTo>
                  <a:pt x="6605778" y="386334"/>
                </a:lnTo>
                <a:lnTo>
                  <a:pt x="6605778" y="378714"/>
                </a:lnTo>
                <a:lnTo>
                  <a:pt x="6618732" y="378714"/>
                </a:lnTo>
                <a:lnTo>
                  <a:pt x="6618732" y="368808"/>
                </a:lnTo>
                <a:close/>
              </a:path>
              <a:path w="7035800" h="1301115">
                <a:moveTo>
                  <a:pt x="6643878" y="0"/>
                </a:moveTo>
                <a:lnTo>
                  <a:pt x="6615684" y="0"/>
                </a:lnTo>
                <a:lnTo>
                  <a:pt x="6615684" y="9144"/>
                </a:lnTo>
                <a:lnTo>
                  <a:pt x="6643878" y="9144"/>
                </a:lnTo>
                <a:lnTo>
                  <a:pt x="6643878" y="0"/>
                </a:lnTo>
                <a:close/>
              </a:path>
              <a:path w="7035800" h="1301115">
                <a:moveTo>
                  <a:pt x="6674358" y="1275588"/>
                </a:moveTo>
                <a:lnTo>
                  <a:pt x="6598158" y="1275588"/>
                </a:lnTo>
                <a:lnTo>
                  <a:pt x="6598158" y="1300734"/>
                </a:lnTo>
                <a:lnTo>
                  <a:pt x="6674358" y="1300734"/>
                </a:lnTo>
                <a:lnTo>
                  <a:pt x="6674358" y="1275588"/>
                </a:lnTo>
                <a:close/>
              </a:path>
              <a:path w="7035800" h="1301115">
                <a:moveTo>
                  <a:pt x="6681978" y="0"/>
                </a:moveTo>
                <a:lnTo>
                  <a:pt x="6653784" y="0"/>
                </a:lnTo>
                <a:lnTo>
                  <a:pt x="6653784" y="9144"/>
                </a:lnTo>
                <a:lnTo>
                  <a:pt x="6681978" y="9144"/>
                </a:lnTo>
                <a:lnTo>
                  <a:pt x="6681978" y="0"/>
                </a:lnTo>
                <a:close/>
              </a:path>
              <a:path w="7035800" h="1301115">
                <a:moveTo>
                  <a:pt x="6720078" y="0"/>
                </a:moveTo>
                <a:lnTo>
                  <a:pt x="6691884" y="0"/>
                </a:lnTo>
                <a:lnTo>
                  <a:pt x="6691884" y="9144"/>
                </a:lnTo>
                <a:lnTo>
                  <a:pt x="6720078" y="9144"/>
                </a:lnTo>
                <a:lnTo>
                  <a:pt x="6720078" y="0"/>
                </a:lnTo>
                <a:close/>
              </a:path>
              <a:path w="7035800" h="1301115">
                <a:moveTo>
                  <a:pt x="6758178" y="0"/>
                </a:moveTo>
                <a:lnTo>
                  <a:pt x="6729984" y="0"/>
                </a:lnTo>
                <a:lnTo>
                  <a:pt x="6729984" y="9144"/>
                </a:lnTo>
                <a:lnTo>
                  <a:pt x="6758178" y="9144"/>
                </a:lnTo>
                <a:lnTo>
                  <a:pt x="6758178" y="0"/>
                </a:lnTo>
                <a:close/>
              </a:path>
              <a:path w="7035800" h="1301115">
                <a:moveTo>
                  <a:pt x="6775704" y="1275588"/>
                </a:moveTo>
                <a:lnTo>
                  <a:pt x="6699504" y="1275588"/>
                </a:lnTo>
                <a:lnTo>
                  <a:pt x="6699504" y="1300734"/>
                </a:lnTo>
                <a:lnTo>
                  <a:pt x="6775704" y="1300734"/>
                </a:lnTo>
                <a:lnTo>
                  <a:pt x="6775704" y="1275588"/>
                </a:lnTo>
                <a:close/>
              </a:path>
              <a:path w="7035800" h="1301115">
                <a:moveTo>
                  <a:pt x="6796278" y="0"/>
                </a:moveTo>
                <a:lnTo>
                  <a:pt x="6768084" y="0"/>
                </a:lnTo>
                <a:lnTo>
                  <a:pt x="6768084" y="9144"/>
                </a:lnTo>
                <a:lnTo>
                  <a:pt x="6796278" y="9144"/>
                </a:lnTo>
                <a:lnTo>
                  <a:pt x="6796278" y="0"/>
                </a:lnTo>
                <a:close/>
              </a:path>
              <a:path w="7035800" h="1301115">
                <a:moveTo>
                  <a:pt x="6809232" y="361188"/>
                </a:moveTo>
                <a:lnTo>
                  <a:pt x="6733032" y="361188"/>
                </a:lnTo>
                <a:lnTo>
                  <a:pt x="6733032" y="368808"/>
                </a:lnTo>
                <a:lnTo>
                  <a:pt x="6707124" y="368808"/>
                </a:lnTo>
                <a:lnTo>
                  <a:pt x="6707124" y="361188"/>
                </a:lnTo>
                <a:lnTo>
                  <a:pt x="6630924" y="361188"/>
                </a:lnTo>
                <a:lnTo>
                  <a:pt x="6630924" y="368808"/>
                </a:lnTo>
                <a:lnTo>
                  <a:pt x="6627876" y="368808"/>
                </a:lnTo>
                <a:lnTo>
                  <a:pt x="6627876" y="378714"/>
                </a:lnTo>
                <a:lnTo>
                  <a:pt x="6630924" y="378714"/>
                </a:lnTo>
                <a:lnTo>
                  <a:pt x="6630924" y="386334"/>
                </a:lnTo>
                <a:lnTo>
                  <a:pt x="6707124" y="386334"/>
                </a:lnTo>
                <a:lnTo>
                  <a:pt x="6707124" y="378714"/>
                </a:lnTo>
                <a:lnTo>
                  <a:pt x="6733032" y="378714"/>
                </a:lnTo>
                <a:lnTo>
                  <a:pt x="6733032" y="386334"/>
                </a:lnTo>
                <a:lnTo>
                  <a:pt x="6809232" y="386334"/>
                </a:lnTo>
                <a:lnTo>
                  <a:pt x="6809232" y="378714"/>
                </a:lnTo>
                <a:lnTo>
                  <a:pt x="6809232" y="368808"/>
                </a:lnTo>
                <a:lnTo>
                  <a:pt x="6809232" y="361188"/>
                </a:lnTo>
                <a:close/>
              </a:path>
              <a:path w="7035800" h="1301115">
                <a:moveTo>
                  <a:pt x="6834378" y="0"/>
                </a:moveTo>
                <a:lnTo>
                  <a:pt x="6806184" y="0"/>
                </a:lnTo>
                <a:lnTo>
                  <a:pt x="6806184" y="9144"/>
                </a:lnTo>
                <a:lnTo>
                  <a:pt x="6834378" y="9144"/>
                </a:lnTo>
                <a:lnTo>
                  <a:pt x="6834378" y="0"/>
                </a:lnTo>
                <a:close/>
              </a:path>
              <a:path w="7035800" h="1301115">
                <a:moveTo>
                  <a:pt x="6872478" y="0"/>
                </a:moveTo>
                <a:lnTo>
                  <a:pt x="6844284" y="0"/>
                </a:lnTo>
                <a:lnTo>
                  <a:pt x="6844284" y="9144"/>
                </a:lnTo>
                <a:lnTo>
                  <a:pt x="6872478" y="9144"/>
                </a:lnTo>
                <a:lnTo>
                  <a:pt x="6872478" y="0"/>
                </a:lnTo>
                <a:close/>
              </a:path>
              <a:path w="7035800" h="1301115">
                <a:moveTo>
                  <a:pt x="6877812" y="1300734"/>
                </a:moveTo>
                <a:lnTo>
                  <a:pt x="6877050" y="1275588"/>
                </a:lnTo>
                <a:lnTo>
                  <a:pt x="6801612" y="1275588"/>
                </a:lnTo>
                <a:lnTo>
                  <a:pt x="6801612" y="1300734"/>
                </a:lnTo>
                <a:lnTo>
                  <a:pt x="6877812" y="1300734"/>
                </a:lnTo>
                <a:close/>
              </a:path>
              <a:path w="7035800" h="1301115">
                <a:moveTo>
                  <a:pt x="6910578" y="0"/>
                </a:moveTo>
                <a:lnTo>
                  <a:pt x="6882384" y="0"/>
                </a:lnTo>
                <a:lnTo>
                  <a:pt x="6882384" y="9144"/>
                </a:lnTo>
                <a:lnTo>
                  <a:pt x="6910578" y="9144"/>
                </a:lnTo>
                <a:lnTo>
                  <a:pt x="6910578" y="0"/>
                </a:lnTo>
                <a:close/>
              </a:path>
              <a:path w="7035800" h="1301115">
                <a:moveTo>
                  <a:pt x="6923532" y="368808"/>
                </a:moveTo>
                <a:lnTo>
                  <a:pt x="6912978" y="368808"/>
                </a:lnTo>
                <a:lnTo>
                  <a:pt x="6913626" y="366522"/>
                </a:lnTo>
                <a:lnTo>
                  <a:pt x="6911340" y="366522"/>
                </a:lnTo>
                <a:lnTo>
                  <a:pt x="6901904" y="363880"/>
                </a:lnTo>
                <a:lnTo>
                  <a:pt x="6891071" y="362216"/>
                </a:lnTo>
                <a:lnTo>
                  <a:pt x="6880085" y="361378"/>
                </a:lnTo>
                <a:lnTo>
                  <a:pt x="6870192" y="361188"/>
                </a:lnTo>
                <a:lnTo>
                  <a:pt x="6834378" y="361188"/>
                </a:lnTo>
                <a:lnTo>
                  <a:pt x="6834378" y="368808"/>
                </a:lnTo>
                <a:lnTo>
                  <a:pt x="6818376" y="368808"/>
                </a:lnTo>
                <a:lnTo>
                  <a:pt x="6818376" y="378714"/>
                </a:lnTo>
                <a:lnTo>
                  <a:pt x="6834378" y="378714"/>
                </a:lnTo>
                <a:lnTo>
                  <a:pt x="6834378" y="386334"/>
                </a:lnTo>
                <a:lnTo>
                  <a:pt x="6879247" y="386448"/>
                </a:lnTo>
                <a:lnTo>
                  <a:pt x="6888239" y="387362"/>
                </a:lnTo>
                <a:lnTo>
                  <a:pt x="6897167" y="388899"/>
                </a:lnTo>
                <a:lnTo>
                  <a:pt x="6906006" y="390906"/>
                </a:lnTo>
                <a:lnTo>
                  <a:pt x="6906768" y="390906"/>
                </a:lnTo>
                <a:lnTo>
                  <a:pt x="6910197" y="378714"/>
                </a:lnTo>
                <a:lnTo>
                  <a:pt x="6923532" y="378714"/>
                </a:lnTo>
                <a:lnTo>
                  <a:pt x="6923532" y="368808"/>
                </a:lnTo>
                <a:close/>
              </a:path>
              <a:path w="7035800" h="1301115">
                <a:moveTo>
                  <a:pt x="6948678" y="0"/>
                </a:moveTo>
                <a:lnTo>
                  <a:pt x="6920484" y="0"/>
                </a:lnTo>
                <a:lnTo>
                  <a:pt x="6920484" y="9144"/>
                </a:lnTo>
                <a:lnTo>
                  <a:pt x="6948678" y="9144"/>
                </a:lnTo>
                <a:lnTo>
                  <a:pt x="6948678" y="0"/>
                </a:lnTo>
                <a:close/>
              </a:path>
              <a:path w="7035800" h="1301115">
                <a:moveTo>
                  <a:pt x="6978396" y="1260348"/>
                </a:moveTo>
                <a:lnTo>
                  <a:pt x="6961632" y="1241298"/>
                </a:lnTo>
                <a:lnTo>
                  <a:pt x="6958584" y="1244346"/>
                </a:lnTo>
                <a:lnTo>
                  <a:pt x="6946405" y="1253185"/>
                </a:lnTo>
                <a:lnTo>
                  <a:pt x="6933412" y="1260767"/>
                </a:lnTo>
                <a:lnTo>
                  <a:pt x="6919658" y="1266825"/>
                </a:lnTo>
                <a:lnTo>
                  <a:pt x="6905244" y="1271016"/>
                </a:lnTo>
                <a:lnTo>
                  <a:pt x="6899910" y="1272540"/>
                </a:lnTo>
                <a:lnTo>
                  <a:pt x="6905244" y="1296924"/>
                </a:lnTo>
                <a:lnTo>
                  <a:pt x="6946011" y="1282852"/>
                </a:lnTo>
                <a:lnTo>
                  <a:pt x="6976110" y="1262634"/>
                </a:lnTo>
                <a:lnTo>
                  <a:pt x="6978396" y="1260348"/>
                </a:lnTo>
                <a:close/>
              </a:path>
              <a:path w="7035800" h="1301115">
                <a:moveTo>
                  <a:pt x="6986778" y="0"/>
                </a:moveTo>
                <a:lnTo>
                  <a:pt x="6958584" y="0"/>
                </a:lnTo>
                <a:lnTo>
                  <a:pt x="6958584" y="9144"/>
                </a:lnTo>
                <a:lnTo>
                  <a:pt x="6986778" y="9144"/>
                </a:lnTo>
                <a:lnTo>
                  <a:pt x="6986778" y="0"/>
                </a:lnTo>
                <a:close/>
              </a:path>
              <a:path w="7035800" h="1301115">
                <a:moveTo>
                  <a:pt x="6999732" y="368808"/>
                </a:moveTo>
                <a:lnTo>
                  <a:pt x="6970776" y="368808"/>
                </a:lnTo>
                <a:lnTo>
                  <a:pt x="6970776" y="378714"/>
                </a:lnTo>
                <a:lnTo>
                  <a:pt x="6999732" y="378714"/>
                </a:lnTo>
                <a:lnTo>
                  <a:pt x="6999732" y="368808"/>
                </a:lnTo>
                <a:close/>
              </a:path>
              <a:path w="7035800" h="1301115">
                <a:moveTo>
                  <a:pt x="7002780" y="427482"/>
                </a:moveTo>
                <a:lnTo>
                  <a:pt x="6971881" y="395986"/>
                </a:lnTo>
                <a:lnTo>
                  <a:pt x="6944550" y="378714"/>
                </a:lnTo>
                <a:lnTo>
                  <a:pt x="6961632" y="378714"/>
                </a:lnTo>
                <a:lnTo>
                  <a:pt x="6961632" y="368808"/>
                </a:lnTo>
                <a:lnTo>
                  <a:pt x="6932676" y="368808"/>
                </a:lnTo>
                <a:lnTo>
                  <a:pt x="6932676" y="378714"/>
                </a:lnTo>
                <a:lnTo>
                  <a:pt x="6938150" y="378714"/>
                </a:lnTo>
                <a:lnTo>
                  <a:pt x="6928866" y="399288"/>
                </a:lnTo>
                <a:lnTo>
                  <a:pt x="6969557" y="427202"/>
                </a:lnTo>
                <a:lnTo>
                  <a:pt x="6982206" y="442722"/>
                </a:lnTo>
                <a:lnTo>
                  <a:pt x="7002780" y="427482"/>
                </a:lnTo>
                <a:close/>
              </a:path>
              <a:path w="7035800" h="1301115">
                <a:moveTo>
                  <a:pt x="7027926" y="358902"/>
                </a:moveTo>
                <a:lnTo>
                  <a:pt x="7018020" y="358902"/>
                </a:lnTo>
                <a:lnTo>
                  <a:pt x="7018020" y="368808"/>
                </a:lnTo>
                <a:lnTo>
                  <a:pt x="7008876" y="368808"/>
                </a:lnTo>
                <a:lnTo>
                  <a:pt x="7008876" y="378714"/>
                </a:lnTo>
                <a:lnTo>
                  <a:pt x="7018020" y="378714"/>
                </a:lnTo>
                <a:lnTo>
                  <a:pt x="7022592" y="378714"/>
                </a:lnTo>
                <a:lnTo>
                  <a:pt x="7025640" y="378714"/>
                </a:lnTo>
                <a:lnTo>
                  <a:pt x="7027926" y="376428"/>
                </a:lnTo>
                <a:lnTo>
                  <a:pt x="7027926" y="358902"/>
                </a:lnTo>
                <a:close/>
              </a:path>
              <a:path w="7035800" h="1301115">
                <a:moveTo>
                  <a:pt x="7027926" y="320802"/>
                </a:moveTo>
                <a:lnTo>
                  <a:pt x="7018020" y="320802"/>
                </a:lnTo>
                <a:lnTo>
                  <a:pt x="7018020" y="349758"/>
                </a:lnTo>
                <a:lnTo>
                  <a:pt x="7027926" y="349758"/>
                </a:lnTo>
                <a:lnTo>
                  <a:pt x="7027926" y="320802"/>
                </a:lnTo>
                <a:close/>
              </a:path>
              <a:path w="7035800" h="1301115">
                <a:moveTo>
                  <a:pt x="7027926" y="282702"/>
                </a:moveTo>
                <a:lnTo>
                  <a:pt x="7018020" y="282702"/>
                </a:lnTo>
                <a:lnTo>
                  <a:pt x="7018020" y="311658"/>
                </a:lnTo>
                <a:lnTo>
                  <a:pt x="7027926" y="311658"/>
                </a:lnTo>
                <a:lnTo>
                  <a:pt x="7027926" y="282702"/>
                </a:lnTo>
                <a:close/>
              </a:path>
              <a:path w="7035800" h="1301115">
                <a:moveTo>
                  <a:pt x="7027926" y="244602"/>
                </a:moveTo>
                <a:lnTo>
                  <a:pt x="7018020" y="244602"/>
                </a:lnTo>
                <a:lnTo>
                  <a:pt x="7018020" y="273558"/>
                </a:lnTo>
                <a:lnTo>
                  <a:pt x="7027926" y="273558"/>
                </a:lnTo>
                <a:lnTo>
                  <a:pt x="7027926" y="244602"/>
                </a:lnTo>
                <a:close/>
              </a:path>
              <a:path w="7035800" h="1301115">
                <a:moveTo>
                  <a:pt x="7027926" y="206502"/>
                </a:moveTo>
                <a:lnTo>
                  <a:pt x="7018020" y="206502"/>
                </a:lnTo>
                <a:lnTo>
                  <a:pt x="7018020" y="235458"/>
                </a:lnTo>
                <a:lnTo>
                  <a:pt x="7027926" y="235458"/>
                </a:lnTo>
                <a:lnTo>
                  <a:pt x="7027926" y="206502"/>
                </a:lnTo>
                <a:close/>
              </a:path>
              <a:path w="7035800" h="1301115">
                <a:moveTo>
                  <a:pt x="7027926" y="168402"/>
                </a:moveTo>
                <a:lnTo>
                  <a:pt x="7018020" y="168402"/>
                </a:lnTo>
                <a:lnTo>
                  <a:pt x="7018020" y="197358"/>
                </a:lnTo>
                <a:lnTo>
                  <a:pt x="7027926" y="197358"/>
                </a:lnTo>
                <a:lnTo>
                  <a:pt x="7027926" y="168402"/>
                </a:lnTo>
                <a:close/>
              </a:path>
              <a:path w="7035800" h="1301115">
                <a:moveTo>
                  <a:pt x="7027926" y="130302"/>
                </a:moveTo>
                <a:lnTo>
                  <a:pt x="7018020" y="130302"/>
                </a:lnTo>
                <a:lnTo>
                  <a:pt x="7018020" y="159258"/>
                </a:lnTo>
                <a:lnTo>
                  <a:pt x="7027926" y="159258"/>
                </a:lnTo>
                <a:lnTo>
                  <a:pt x="7027926" y="130302"/>
                </a:lnTo>
                <a:close/>
              </a:path>
              <a:path w="7035800" h="1301115">
                <a:moveTo>
                  <a:pt x="7027926" y="92202"/>
                </a:moveTo>
                <a:lnTo>
                  <a:pt x="7018020" y="92202"/>
                </a:lnTo>
                <a:lnTo>
                  <a:pt x="7018020" y="121158"/>
                </a:lnTo>
                <a:lnTo>
                  <a:pt x="7027926" y="121158"/>
                </a:lnTo>
                <a:lnTo>
                  <a:pt x="7027926" y="92202"/>
                </a:lnTo>
                <a:close/>
              </a:path>
              <a:path w="7035800" h="1301115">
                <a:moveTo>
                  <a:pt x="7027926" y="54102"/>
                </a:moveTo>
                <a:lnTo>
                  <a:pt x="7018020" y="54102"/>
                </a:lnTo>
                <a:lnTo>
                  <a:pt x="7018020" y="83058"/>
                </a:lnTo>
                <a:lnTo>
                  <a:pt x="7027926" y="83058"/>
                </a:lnTo>
                <a:lnTo>
                  <a:pt x="7027926" y="54102"/>
                </a:lnTo>
                <a:close/>
              </a:path>
              <a:path w="7035800" h="1301115">
                <a:moveTo>
                  <a:pt x="7027926" y="16002"/>
                </a:moveTo>
                <a:lnTo>
                  <a:pt x="7018020" y="16002"/>
                </a:lnTo>
                <a:lnTo>
                  <a:pt x="7018020" y="44958"/>
                </a:lnTo>
                <a:lnTo>
                  <a:pt x="7027926" y="44958"/>
                </a:lnTo>
                <a:lnTo>
                  <a:pt x="7027926" y="16002"/>
                </a:lnTo>
                <a:close/>
              </a:path>
              <a:path w="7035800" h="1301115">
                <a:moveTo>
                  <a:pt x="7027926" y="1524"/>
                </a:moveTo>
                <a:lnTo>
                  <a:pt x="7025640" y="0"/>
                </a:lnTo>
                <a:lnTo>
                  <a:pt x="6996684" y="0"/>
                </a:lnTo>
                <a:lnTo>
                  <a:pt x="6996684" y="9144"/>
                </a:lnTo>
                <a:lnTo>
                  <a:pt x="7018020" y="9144"/>
                </a:lnTo>
                <a:lnTo>
                  <a:pt x="7022592" y="9144"/>
                </a:lnTo>
                <a:lnTo>
                  <a:pt x="7020293" y="6858"/>
                </a:lnTo>
                <a:lnTo>
                  <a:pt x="7027926" y="6858"/>
                </a:lnTo>
                <a:lnTo>
                  <a:pt x="7027926" y="1524"/>
                </a:lnTo>
                <a:close/>
              </a:path>
              <a:path w="7035800" h="1301115">
                <a:moveTo>
                  <a:pt x="7032498" y="1167384"/>
                </a:moveTo>
                <a:lnTo>
                  <a:pt x="7007352" y="1162812"/>
                </a:lnTo>
                <a:lnTo>
                  <a:pt x="7007352" y="1164336"/>
                </a:lnTo>
                <a:lnTo>
                  <a:pt x="7003821" y="1177429"/>
                </a:lnTo>
                <a:lnTo>
                  <a:pt x="6999313" y="1190256"/>
                </a:lnTo>
                <a:lnTo>
                  <a:pt x="6993483" y="1202499"/>
                </a:lnTo>
                <a:lnTo>
                  <a:pt x="6986016" y="1213866"/>
                </a:lnTo>
                <a:lnTo>
                  <a:pt x="6977634" y="1225296"/>
                </a:lnTo>
                <a:lnTo>
                  <a:pt x="6997446" y="1241298"/>
                </a:lnTo>
                <a:lnTo>
                  <a:pt x="7019582" y="1206703"/>
                </a:lnTo>
                <a:lnTo>
                  <a:pt x="7032498" y="1168908"/>
                </a:lnTo>
                <a:lnTo>
                  <a:pt x="7032498" y="1167384"/>
                </a:lnTo>
                <a:close/>
              </a:path>
              <a:path w="7035800" h="1301115">
                <a:moveTo>
                  <a:pt x="7035546" y="1063752"/>
                </a:moveTo>
                <a:lnTo>
                  <a:pt x="7010400" y="1063752"/>
                </a:lnTo>
                <a:lnTo>
                  <a:pt x="7010400" y="1139190"/>
                </a:lnTo>
                <a:lnTo>
                  <a:pt x="7035546" y="1139952"/>
                </a:lnTo>
                <a:lnTo>
                  <a:pt x="7035546" y="1063752"/>
                </a:lnTo>
                <a:close/>
              </a:path>
              <a:path w="7035800" h="1301115">
                <a:moveTo>
                  <a:pt x="7035546" y="961644"/>
                </a:moveTo>
                <a:lnTo>
                  <a:pt x="7010400" y="961644"/>
                </a:lnTo>
                <a:lnTo>
                  <a:pt x="7010400" y="1037844"/>
                </a:lnTo>
                <a:lnTo>
                  <a:pt x="7035546" y="1037844"/>
                </a:lnTo>
                <a:lnTo>
                  <a:pt x="7035546" y="961644"/>
                </a:lnTo>
                <a:close/>
              </a:path>
              <a:path w="7035800" h="1301115">
                <a:moveTo>
                  <a:pt x="7035546" y="860298"/>
                </a:moveTo>
                <a:lnTo>
                  <a:pt x="7010400" y="860298"/>
                </a:lnTo>
                <a:lnTo>
                  <a:pt x="7010400" y="936498"/>
                </a:lnTo>
                <a:lnTo>
                  <a:pt x="7035546" y="936498"/>
                </a:lnTo>
                <a:lnTo>
                  <a:pt x="7035546" y="860298"/>
                </a:lnTo>
                <a:close/>
              </a:path>
              <a:path w="7035800" h="1301115">
                <a:moveTo>
                  <a:pt x="7035546" y="758952"/>
                </a:moveTo>
                <a:lnTo>
                  <a:pt x="7010400" y="758952"/>
                </a:lnTo>
                <a:lnTo>
                  <a:pt x="7010400" y="835152"/>
                </a:lnTo>
                <a:lnTo>
                  <a:pt x="7035546" y="835152"/>
                </a:lnTo>
                <a:lnTo>
                  <a:pt x="7035546" y="758952"/>
                </a:lnTo>
                <a:close/>
              </a:path>
              <a:path w="7035800" h="1301115">
                <a:moveTo>
                  <a:pt x="7035546" y="656844"/>
                </a:moveTo>
                <a:lnTo>
                  <a:pt x="7010400" y="656844"/>
                </a:lnTo>
                <a:lnTo>
                  <a:pt x="7010400" y="733044"/>
                </a:lnTo>
                <a:lnTo>
                  <a:pt x="7035546" y="733044"/>
                </a:lnTo>
                <a:lnTo>
                  <a:pt x="7035546" y="656844"/>
                </a:lnTo>
                <a:close/>
              </a:path>
              <a:path w="7035800" h="1301115">
                <a:moveTo>
                  <a:pt x="7035546" y="555498"/>
                </a:moveTo>
                <a:lnTo>
                  <a:pt x="7010400" y="555498"/>
                </a:lnTo>
                <a:lnTo>
                  <a:pt x="7010400" y="631698"/>
                </a:lnTo>
                <a:lnTo>
                  <a:pt x="7035546" y="631698"/>
                </a:lnTo>
                <a:lnTo>
                  <a:pt x="7035546" y="555498"/>
                </a:lnTo>
                <a:close/>
              </a:path>
              <a:path w="7035800" h="1301115">
                <a:moveTo>
                  <a:pt x="7035546" y="525780"/>
                </a:moveTo>
                <a:lnTo>
                  <a:pt x="7026326" y="471779"/>
                </a:lnTo>
                <a:lnTo>
                  <a:pt x="7017258" y="450342"/>
                </a:lnTo>
                <a:lnTo>
                  <a:pt x="6995160" y="462534"/>
                </a:lnTo>
                <a:lnTo>
                  <a:pt x="6996684" y="465582"/>
                </a:lnTo>
                <a:lnTo>
                  <a:pt x="7002589" y="480161"/>
                </a:lnTo>
                <a:lnTo>
                  <a:pt x="7006895" y="495312"/>
                </a:lnTo>
                <a:lnTo>
                  <a:pt x="7009511" y="510844"/>
                </a:lnTo>
                <a:lnTo>
                  <a:pt x="7010400" y="526542"/>
                </a:lnTo>
                <a:lnTo>
                  <a:pt x="7010400" y="530352"/>
                </a:lnTo>
                <a:lnTo>
                  <a:pt x="7035546" y="530352"/>
                </a:lnTo>
                <a:lnTo>
                  <a:pt x="7035546" y="52578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50364" y="4826759"/>
            <a:ext cx="7075170" cy="196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marR="519430" indent="-28575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78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Means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rapidly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dynamically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satisfying</a:t>
            </a:r>
            <a:r>
              <a:rPr sz="2000" spc="-6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application fluctuating</a:t>
            </a:r>
            <a:r>
              <a:rPr sz="2000" spc="-8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resource</a:t>
            </a:r>
            <a:r>
              <a:rPr sz="20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needs</a:t>
            </a:r>
            <a:endParaRPr sz="200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700"/>
              </a:spcBef>
            </a:pPr>
            <a:r>
              <a:rPr sz="1800" b="1" i="1" dirty="0">
                <a:latin typeface="Arial"/>
                <a:cs typeface="Arial"/>
              </a:rPr>
              <a:t>Enabled</a:t>
            </a:r>
            <a:r>
              <a:rPr sz="1800" b="1" i="1" spc="-3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by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Programming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Models</a:t>
            </a:r>
            <a:r>
              <a:rPr sz="1800" b="1" i="1" spc="-3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and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Distributed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File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  <a:p>
            <a:pPr marL="297815" marR="41910" indent="-285750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29781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Means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for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servers</a:t>
            </a:r>
            <a:r>
              <a:rPr sz="2000" spc="-5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quickly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reliably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access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shared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persistent</a:t>
            </a:r>
            <a:r>
              <a:rPr sz="2000" spc="-1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395"/>
              </a:spcBef>
              <a:buFont typeface="Wingdings"/>
              <a:buChar char=""/>
              <a:tabLst>
                <a:tab pos="697865" algn="l"/>
              </a:tabLst>
            </a:pP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too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large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copy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during</a:t>
            </a: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provisioning</a:t>
            </a:r>
            <a:r>
              <a:rPr sz="16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process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2575</TotalTime>
  <Words>867</Words>
  <Application>Microsoft Office PowerPoint</Application>
  <PresentationFormat>Custom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MT</vt:lpstr>
      <vt:lpstr>Calibri</vt:lpstr>
      <vt:lpstr>Calibri Light</vt:lpstr>
      <vt:lpstr>Wingdings</vt:lpstr>
      <vt:lpstr>Office Theme</vt:lpstr>
      <vt:lpstr>Lecture 7</vt:lpstr>
      <vt:lpstr>What is a Server?</vt:lpstr>
      <vt:lpstr>Compact Servers</vt:lpstr>
      <vt:lpstr>Racks</vt:lpstr>
      <vt:lpstr>Blades and Blade Enclosures</vt:lpstr>
      <vt:lpstr>What is a Data Center?</vt:lpstr>
      <vt:lpstr>Data Center Components</vt:lpstr>
      <vt:lpstr>The Network of a Modern Data Center</vt:lpstr>
      <vt:lpstr>Communication In Data Centers</vt:lpstr>
      <vt:lpstr>Communication Latency</vt:lpstr>
      <vt:lpstr>Elasticity and Performance</vt:lpstr>
      <vt:lpstr>Power in Data Centers</vt:lpstr>
      <vt:lpstr>Utilization In Data Centers</vt:lpstr>
      <vt:lpstr>What About?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CS15-319: Cloud Computing</dc:title>
  <cp:lastModifiedBy>Muhammad Tehmeed Ebaduddin</cp:lastModifiedBy>
  <cp:revision>6</cp:revision>
  <dcterms:created xsi:type="dcterms:W3CDTF">2025-03-17T07:03:55Z</dcterms:created>
  <dcterms:modified xsi:type="dcterms:W3CDTF">2025-04-25T05:48:42Z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2025-03-17T00:00:00Z</vt:filetime>
  </property>
  <property fmtid="{D5CDD505-2E9C-101B-9397-08002B2CF9AE}" pid="5" name="Producer">
    <vt:lpwstr>Acrobat Distiller 9.0.0 (Windows)</vt:lpwstr>
  </property>
</Properties>
</file>