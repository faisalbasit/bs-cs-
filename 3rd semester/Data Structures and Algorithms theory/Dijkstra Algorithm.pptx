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br>
              <a:rPr lang="en-US"/>
            </a:br>
            <a:r>
              <a:rPr lang="en-US"/>
              <a:t>Dijkstra Algorithm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>
                <a:sym typeface="+mn-ea"/>
              </a:rPr>
            </a:br>
            <a:r>
              <a:rPr lang="en-US">
                <a:sym typeface="+mn-ea"/>
              </a:rPr>
              <a:t>Dijkstra Algorithm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Dijkstra Algorithm is a very famous greedy algorithm.</a:t>
            </a:r>
            <a:endParaRPr lang="en-US"/>
          </a:p>
          <a:p>
            <a:r>
              <a:rPr lang="en-US"/>
              <a:t>It is used for solving the single source shortest path problem.</a:t>
            </a:r>
            <a:endParaRPr lang="en-US"/>
          </a:p>
          <a:p>
            <a:r>
              <a:rPr lang="en-US"/>
              <a:t>It computes the shortest path from one particular source node to all other remaining nodes of the graph.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Conditions-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/>
              <a:t>It is important to note the following points regarding Dijkstra Algorithm-</a:t>
            </a:r>
            <a:endParaRPr lang="en-US"/>
          </a:p>
          <a:p>
            <a:pPr marL="0" indent="0">
              <a:buNone/>
            </a:pPr>
            <a:r>
              <a:rPr lang="en-US"/>
              <a:t>Dijkstra algorithm works only for connected graphs.</a:t>
            </a:r>
            <a:endParaRPr lang="en-US"/>
          </a:p>
          <a:p>
            <a:pPr marL="0" indent="0">
              <a:buNone/>
            </a:pPr>
            <a:r>
              <a:rPr lang="en-US"/>
              <a:t>Dijkstra algorithm works only for those graphs that do not contain any negative weight edge.</a:t>
            </a:r>
            <a:endParaRPr lang="en-US"/>
          </a:p>
          <a:p>
            <a:pPr marL="0" indent="0">
              <a:buNone/>
            </a:pPr>
            <a:r>
              <a:rPr lang="en-US"/>
              <a:t>Dijkstra algorithm works for directed as well as undirected graphs.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Implementation-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/>
              <a:t>Step-01:</a:t>
            </a:r>
            <a:endParaRPr lang="en-US"/>
          </a:p>
          <a:p>
            <a:pPr marL="0" indent="0">
              <a:buNone/>
            </a:pPr>
            <a:r>
              <a:rPr lang="en-US"/>
              <a:t>In the first step. two sets are defined-</a:t>
            </a:r>
            <a:endParaRPr lang="en-US"/>
          </a:p>
          <a:p>
            <a:r>
              <a:rPr lang="en-US"/>
              <a:t>One set contains all those vertices which have been included in the shortest path tree.</a:t>
            </a:r>
            <a:endParaRPr lang="en-US"/>
          </a:p>
          <a:p>
            <a:r>
              <a:rPr lang="en-US"/>
              <a:t>In the beginning, this set is empty.</a:t>
            </a:r>
            <a:endParaRPr lang="en-US"/>
          </a:p>
          <a:p>
            <a:r>
              <a:rPr lang="en-US"/>
              <a:t>Other set contains all those vertices which are still left to be included in the shortest path tree.</a:t>
            </a:r>
            <a:endParaRPr lang="en-US"/>
          </a:p>
          <a:p>
            <a:r>
              <a:rPr lang="en-US"/>
              <a:t>In the beginning, this set contains all the vertices of the given graph.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Step-02:</a:t>
            </a:r>
            <a:endParaRPr lang="en-US"/>
          </a:p>
          <a:p>
            <a:pPr marL="0" indent="0">
              <a:buNone/>
            </a:pPr>
            <a:r>
              <a:rPr lang="en-US"/>
              <a:t>For each vertex of the given graph, two variables are defined as-</a:t>
            </a:r>
            <a:endParaRPr lang="en-US"/>
          </a:p>
          <a:p>
            <a:endParaRPr lang="en-US"/>
          </a:p>
          <a:p>
            <a:r>
              <a:rPr lang="en-US"/>
              <a:t>Π[v] which denotes the predecessor of vertex ‘v’</a:t>
            </a:r>
            <a:endParaRPr lang="en-US"/>
          </a:p>
          <a:p>
            <a:r>
              <a:rPr lang="en-US"/>
              <a:t>d[v] which denotes the shortest path estimate of vertex ‘v’ from the source vertex.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Initially, the value of these variables is set as-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The value of variable ‘Π’ for each vertex is set to NIL i.e. Π[v] = NIL</a:t>
            </a:r>
            <a:endParaRPr lang="en-US"/>
          </a:p>
          <a:p>
            <a:r>
              <a:rPr lang="en-US"/>
              <a:t>The value of variable ‘d’ for source vertex is set to 0 i.e. d[S] = 0</a:t>
            </a:r>
            <a:endParaRPr lang="en-US"/>
          </a:p>
          <a:p>
            <a:r>
              <a:rPr lang="en-US"/>
              <a:t>The value of variable ‘d’ for remaining vertices is set to ∞ i.e. d[v] = ∞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/>
              <a:t>Step-03</a:t>
            </a:r>
            <a:endParaRPr lang="en-US"/>
          </a:p>
          <a:p>
            <a:pPr marL="0" indent="0">
              <a:buNone/>
            </a:pPr>
            <a:r>
              <a:rPr lang="en-US"/>
              <a:t>The following procedure is repeated until all the vertices of the graph are processed-</a:t>
            </a:r>
            <a:endParaRPr lang="en-US"/>
          </a:p>
          <a:p>
            <a:endParaRPr lang="en-US"/>
          </a:p>
          <a:p>
            <a:r>
              <a:rPr lang="en-US"/>
              <a:t>Among unprocessed  vertices, a vertex with minimum value of variable ‘d’ is chosen.</a:t>
            </a:r>
            <a:endParaRPr lang="en-US"/>
          </a:p>
          <a:p>
            <a:r>
              <a:rPr lang="en-US"/>
              <a:t>Its outgoing edges are relaxed.</a:t>
            </a:r>
            <a:endParaRPr lang="en-US"/>
          </a:p>
          <a:p>
            <a:r>
              <a:rPr lang="en-US"/>
              <a:t>After relaxing the edges for that vertex, the sets created in step-01 are updated.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Edge Relaxation?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978390" cy="4351655"/>
          </a:xfrm>
        </p:spPr>
        <p:txBody>
          <a:bodyPr/>
          <a:p>
            <a:r>
              <a:rPr lang="en-US"/>
              <a:t>Consider the edge (a,b) in the following graph-</a:t>
            </a:r>
            <a:endParaRPr lang="en-US"/>
          </a:p>
          <a:p>
            <a:endParaRPr lang="en-US"/>
          </a:p>
        </p:txBody>
      </p:sp>
      <p:pic>
        <p:nvPicPr>
          <p:cNvPr id="4" name="Content Placeholder 3" descr="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954020" y="2468245"/>
            <a:ext cx="4126230" cy="3879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/>
              <a:t>Here, d[a] and d[b] denotes the shortest path estimate for vertices a and b respectively from the source vertex ‘S’.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Now,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        If d[a] + w &lt; d[b]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then d[b] = d[a] + w and Π[b] = a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This is called as edge relaxation.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PRACTICE PROBLEM BASED ON DIJKSTRA ALGORITHM-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921240" cy="4351655"/>
          </a:xfrm>
        </p:spPr>
        <p:txBody>
          <a:bodyPr/>
          <a:p>
            <a:r>
              <a:rPr lang="en-US"/>
              <a:t>Using Dijkstra’s Algorithm, find the shortest distance from source vertex ‘S’ to remaining vertices in the following graph.Also, write the order in which the vertices are visited.</a:t>
            </a:r>
            <a:endParaRPr lang="en-US"/>
          </a:p>
          <a:p>
            <a:endParaRPr lang="en-US"/>
          </a:p>
        </p:txBody>
      </p:sp>
      <p:pic>
        <p:nvPicPr>
          <p:cNvPr id="4" name="Content Placeholder 3" descr="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450975" y="3100070"/>
            <a:ext cx="8897620" cy="34328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/>
              <a:t>Step-01:</a:t>
            </a:r>
            <a:endParaRPr lang="en-US"/>
          </a:p>
          <a:p>
            <a:pPr marL="0" indent="0">
              <a:buNone/>
            </a:pPr>
            <a:r>
              <a:rPr lang="en-US"/>
              <a:t> The following two sets are created-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Unvisited set : {S , a , b , c , d , e}</a:t>
            </a:r>
            <a:endParaRPr lang="en-US"/>
          </a:p>
          <a:p>
            <a:r>
              <a:rPr lang="en-US"/>
              <a:t>Visited set     : { }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Step-02: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  <a:p>
            <a:pPr marL="0" indent="0">
              <a:buNone/>
            </a:pPr>
            <a:r>
              <a:rPr lang="en-US"/>
              <a:t>The two variables  Π and d are created for each vertex and initialized as-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Π[S] = Π[a] = Π[b] = Π[c] = Π[d] = Π[e] = NIL</a:t>
            </a:r>
            <a:endParaRPr lang="en-US"/>
          </a:p>
          <a:p>
            <a:r>
              <a:rPr lang="en-US"/>
              <a:t>d[S] = 0</a:t>
            </a:r>
            <a:endParaRPr lang="en-US"/>
          </a:p>
          <a:p>
            <a:r>
              <a:rPr lang="en-US"/>
              <a:t>d[a] = d[b] = d[c] = d[d] = d[e] = ∞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Step-03:</a:t>
            </a:r>
            <a:endParaRPr lang="en-US"/>
          </a:p>
          <a:p>
            <a:endParaRPr lang="en-US"/>
          </a:p>
          <a:p>
            <a:r>
              <a:rPr lang="en-US"/>
              <a:t>Vertex ‘S’ is chosen.</a:t>
            </a:r>
            <a:endParaRPr lang="en-US"/>
          </a:p>
          <a:p>
            <a:r>
              <a:rPr lang="en-US"/>
              <a:t>This is because shortest path estimate for vertex ‘S’ is least.</a:t>
            </a:r>
            <a:endParaRPr lang="en-US"/>
          </a:p>
          <a:p>
            <a:r>
              <a:rPr lang="en-US"/>
              <a:t>The outgoing edges of vertex ‘S’ are relaxed.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/>
              <a:t>Before Edge Relaxation-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Now,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d[S] + 1 = 0 + 1 = 1 &lt; ∞</a:t>
            </a:r>
            <a:endParaRPr lang="en-US"/>
          </a:p>
          <a:p>
            <a:pPr marL="0" indent="0">
              <a:buNone/>
            </a:pPr>
            <a:r>
              <a:rPr lang="en-US"/>
              <a:t>∴ d[a] = 1 and Π[a] = 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d[S] + 5 = 0 + 5 = 5 &lt; ∞</a:t>
            </a:r>
            <a:endParaRPr lang="en-US"/>
          </a:p>
          <a:p>
            <a:pPr marL="0" indent="0">
              <a:buNone/>
            </a:pPr>
            <a:r>
              <a:rPr lang="en-US"/>
              <a:t>∴ d[b] = 5 and Π[b] = 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Content Placeholder 3" descr="6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019800" y="2017395"/>
            <a:ext cx="3809365" cy="4365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After edge relaxation, our shortest path tree is-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Now, the sets are updated as-</a:t>
            </a:r>
            <a:endParaRPr lang="en-US"/>
          </a:p>
          <a:p>
            <a:endParaRPr lang="en-US"/>
          </a:p>
          <a:p>
            <a:r>
              <a:rPr lang="en-US"/>
              <a:t>Unvisited set : {a , b , c , d , e}</a:t>
            </a:r>
            <a:endParaRPr lang="en-US"/>
          </a:p>
          <a:p>
            <a:r>
              <a:rPr lang="en-US"/>
              <a:t>Visited set : {S}</a:t>
            </a:r>
            <a:endParaRPr lang="en-US"/>
          </a:p>
        </p:txBody>
      </p:sp>
      <p:pic>
        <p:nvPicPr>
          <p:cNvPr id="5" name="Content Placeholder 4" descr="7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557645" y="1825625"/>
            <a:ext cx="3347720" cy="39700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Step-04:</a:t>
            </a:r>
            <a:endParaRPr lang="en-US"/>
          </a:p>
          <a:p>
            <a:endParaRPr lang="en-US"/>
          </a:p>
          <a:p>
            <a:r>
              <a:rPr lang="en-US"/>
              <a:t>Vertex ‘a’ is chosen.</a:t>
            </a:r>
            <a:endParaRPr lang="en-US"/>
          </a:p>
          <a:p>
            <a:r>
              <a:rPr lang="en-US"/>
              <a:t>This is because shortest path estimate for vertex ‘a’ is least.</a:t>
            </a:r>
            <a:endParaRPr lang="en-US"/>
          </a:p>
          <a:p>
            <a:r>
              <a:rPr lang="en-US"/>
              <a:t>The outgoing edges of vertex ‘a’ are relaxed.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/>
              <a:t>Before Edge Relaxation-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8475" y="2534285"/>
            <a:ext cx="4171315" cy="34372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/>
              <a:t>Now,</a:t>
            </a:r>
            <a:endParaRPr lang="en-US"/>
          </a:p>
          <a:p>
            <a:r>
              <a:rPr lang="en-US"/>
              <a:t>d[a] + 2 = 1 + 2 = 3 &lt; ∞</a:t>
            </a:r>
            <a:endParaRPr lang="en-US"/>
          </a:p>
          <a:p>
            <a:r>
              <a:rPr lang="en-US"/>
              <a:t>∴ d[c] = 3 and Π[c] = a</a:t>
            </a:r>
            <a:endParaRPr lang="en-US"/>
          </a:p>
          <a:p>
            <a:endParaRPr lang="en-US"/>
          </a:p>
          <a:p>
            <a:r>
              <a:rPr lang="en-US"/>
              <a:t>d[a] + 1 = 1 + 1 = 2 &lt; ∞</a:t>
            </a:r>
            <a:endParaRPr lang="en-US"/>
          </a:p>
          <a:p>
            <a:r>
              <a:rPr lang="en-US"/>
              <a:t>∴ d[d] = 2 and Π[d] = a</a:t>
            </a:r>
            <a:endParaRPr lang="en-US"/>
          </a:p>
          <a:p>
            <a:endParaRPr lang="en-US"/>
          </a:p>
          <a:p>
            <a:r>
              <a:rPr lang="en-US"/>
              <a:t>d[b] + 2 = 1 + 2 = 3 &lt; 5</a:t>
            </a:r>
            <a:endParaRPr lang="en-US"/>
          </a:p>
          <a:p>
            <a:r>
              <a:rPr lang="en-US"/>
              <a:t>∴ d[b] = 3 and Π[b] = a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/>
              <a:t>After edge relaxation, our shortest path tree is-</a:t>
            </a:r>
            <a:endParaRPr lang="en-US"/>
          </a:p>
          <a:p>
            <a:endParaRPr lang="en-US"/>
          </a:p>
        </p:txBody>
      </p:sp>
      <p:pic>
        <p:nvPicPr>
          <p:cNvPr id="5" name="Picture 4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837815"/>
            <a:ext cx="4845050" cy="35896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Now, the sets are updated as-</a:t>
            </a:r>
            <a:endParaRPr lang="en-US"/>
          </a:p>
          <a:p>
            <a:endParaRPr lang="en-US"/>
          </a:p>
          <a:p>
            <a:r>
              <a:rPr lang="en-US"/>
              <a:t>Unvisited set : {b , c , d , e}</a:t>
            </a:r>
            <a:endParaRPr lang="en-US"/>
          </a:p>
          <a:p>
            <a:r>
              <a:rPr lang="en-US"/>
              <a:t>Visited set : {S , a}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Step-05: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Vertex ‘d’ is chosen.</a:t>
            </a:r>
            <a:endParaRPr lang="en-US"/>
          </a:p>
          <a:p>
            <a:r>
              <a:rPr lang="en-US"/>
              <a:t>This is because shortest path estimate for vertex ‘d’ is least.</a:t>
            </a:r>
            <a:endParaRPr lang="en-US"/>
          </a:p>
          <a:p>
            <a:r>
              <a:rPr lang="en-US"/>
              <a:t>The outgoing edges of vertex ‘d’ are relaxed.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Before Edge Relaxation-</a:t>
            </a:r>
            <a:endParaRPr lang="en-US"/>
          </a:p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/>
              <a:t>Now,</a:t>
            </a:r>
            <a:endParaRPr lang="en-US"/>
          </a:p>
          <a:p>
            <a:endParaRPr lang="en-US"/>
          </a:p>
          <a:p>
            <a:r>
              <a:rPr lang="en-US"/>
              <a:t>d[d] + 2 = 2 + 2 = 4 &lt; ∞</a:t>
            </a:r>
            <a:endParaRPr lang="en-US"/>
          </a:p>
          <a:p>
            <a:r>
              <a:rPr lang="en-US"/>
              <a:t>∴ d[e] = 4 and Π[e] = d</a:t>
            </a:r>
            <a:endParaRPr lang="en-US"/>
          </a:p>
        </p:txBody>
      </p:sp>
      <p:pic>
        <p:nvPicPr>
          <p:cNvPr id="6" name="Picture 5" descr="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395" y="2920365"/>
            <a:ext cx="2577465" cy="2910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After edge relaxation, our shortest path tree is-</a:t>
            </a:r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/>
              <a:t>Now, the sets are updated as-</a:t>
            </a:r>
            <a:endParaRPr lang="en-US"/>
          </a:p>
          <a:p>
            <a:endParaRPr lang="en-US"/>
          </a:p>
          <a:p>
            <a:r>
              <a:rPr lang="en-US"/>
              <a:t>Unvisited set : {b , c , e}</a:t>
            </a:r>
            <a:endParaRPr lang="en-US"/>
          </a:p>
          <a:p>
            <a:r>
              <a:rPr lang="en-US"/>
              <a:t>Visited set : {S , a , d}</a:t>
            </a:r>
            <a:endParaRPr lang="en-US"/>
          </a:p>
        </p:txBody>
      </p:sp>
      <p:pic>
        <p:nvPicPr>
          <p:cNvPr id="5" name="Picture 4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596515"/>
            <a:ext cx="5448300" cy="35807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/>
              <a:t>Step-06:</a:t>
            </a:r>
            <a:endParaRPr lang="en-US"/>
          </a:p>
          <a:p>
            <a:endParaRPr lang="en-US"/>
          </a:p>
          <a:p>
            <a:r>
              <a:rPr lang="en-US"/>
              <a:t>Vertex ‘b’ is chosen.</a:t>
            </a:r>
            <a:endParaRPr lang="en-US"/>
          </a:p>
          <a:p>
            <a:r>
              <a:rPr lang="en-US"/>
              <a:t>This is because shortest path estimate for vertex ‘b’ is least.</a:t>
            </a:r>
            <a:endParaRPr lang="en-US"/>
          </a:p>
          <a:p>
            <a:r>
              <a:rPr lang="en-US"/>
              <a:t>Vertex ‘c’ may also be chosen since for both the vertices, shortest path estimate is least.</a:t>
            </a:r>
            <a:endParaRPr lang="en-US"/>
          </a:p>
          <a:p>
            <a:r>
              <a:rPr lang="en-US"/>
              <a:t>The outgoing edges of vertex ‘b’ are relaxed.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/>
              <a:t>Before Edge Relaxation-</a:t>
            </a:r>
            <a:endParaRPr lang="en-US"/>
          </a:p>
          <a:p>
            <a:endParaRPr lang="en-US"/>
          </a:p>
        </p:txBody>
      </p:sp>
      <p:pic>
        <p:nvPicPr>
          <p:cNvPr id="5" name="Picture 4" descr="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25" y="3529965"/>
            <a:ext cx="373761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Now,</a:t>
            </a:r>
            <a:endParaRPr lang="en-US"/>
          </a:p>
          <a:p>
            <a:endParaRPr lang="en-US"/>
          </a:p>
          <a:p>
            <a:r>
              <a:rPr lang="en-US"/>
              <a:t>d[b] + 2 = 3 + 2 = 5 &gt; 2</a:t>
            </a:r>
            <a:endParaRPr lang="en-US"/>
          </a:p>
          <a:p>
            <a:pPr marL="0" indent="0">
              <a:buNone/>
            </a:pPr>
            <a:r>
              <a:rPr lang="en-US"/>
              <a:t>∴ No change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/>
              <a:t>After edge relaxation, our shortest path tree remains the same as in Step-05.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Now, the sets are updated as-</a:t>
            </a:r>
            <a:endParaRPr lang="en-US"/>
          </a:p>
          <a:p>
            <a:endParaRPr lang="en-US"/>
          </a:p>
          <a:p>
            <a:r>
              <a:rPr lang="en-US"/>
              <a:t>Unvisited set : {c , e}</a:t>
            </a:r>
            <a:endParaRPr lang="en-US"/>
          </a:p>
          <a:p>
            <a:r>
              <a:rPr lang="en-US"/>
              <a:t>Visited set     : {S , a , d , b}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Step-07:</a:t>
            </a:r>
            <a:endParaRPr lang="en-US"/>
          </a:p>
          <a:p>
            <a:endParaRPr lang="en-US"/>
          </a:p>
          <a:p>
            <a:r>
              <a:rPr lang="en-US"/>
              <a:t>Vertex ‘c’ is chosen.</a:t>
            </a:r>
            <a:endParaRPr lang="en-US"/>
          </a:p>
          <a:p>
            <a:r>
              <a:rPr lang="en-US"/>
              <a:t>This is because shortest path estimate for vertex ‘c’ is least.</a:t>
            </a:r>
            <a:endParaRPr lang="en-US"/>
          </a:p>
          <a:p>
            <a:r>
              <a:rPr lang="en-US"/>
              <a:t>The outgoing edges of vertex ‘c’ are relaxed.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/>
              <a:t>Before Edge Relaxation-</a:t>
            </a:r>
            <a:endParaRPr lang="en-US"/>
          </a:p>
          <a:p>
            <a:endParaRPr lang="en-US"/>
          </a:p>
        </p:txBody>
      </p:sp>
      <p:pic>
        <p:nvPicPr>
          <p:cNvPr id="5" name="Picture 4" descr="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2530" y="2502535"/>
            <a:ext cx="2828290" cy="36747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Now,</a:t>
            </a:r>
            <a:endParaRPr lang="en-US"/>
          </a:p>
          <a:p>
            <a:endParaRPr lang="en-US"/>
          </a:p>
          <a:p>
            <a:r>
              <a:rPr lang="en-US"/>
              <a:t>d[c] + 1 = 3 + 1 = 4 = 4</a:t>
            </a:r>
            <a:endParaRPr lang="en-US"/>
          </a:p>
          <a:p>
            <a:pPr marL="0" indent="0">
              <a:buNone/>
            </a:pPr>
            <a:r>
              <a:rPr lang="en-US"/>
              <a:t>∴ No change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/>
              <a:t>After edge relaxation, our shortest path tree remains the same as in Step-05.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Now, the sets are updated as-</a:t>
            </a:r>
            <a:endParaRPr lang="en-US"/>
          </a:p>
          <a:p>
            <a:endParaRPr lang="en-US"/>
          </a:p>
          <a:p>
            <a:r>
              <a:rPr lang="en-US"/>
              <a:t>Unvisited set : {e}</a:t>
            </a:r>
            <a:endParaRPr lang="en-US"/>
          </a:p>
          <a:p>
            <a:r>
              <a:rPr lang="en-US"/>
              <a:t>Visited set : {S , a , d , b , c}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/>
              <a:t>Step-08: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  <a:p>
            <a:r>
              <a:rPr lang="en-US"/>
              <a:t>Vertex ‘e’ is chosen.</a:t>
            </a:r>
            <a:endParaRPr lang="en-US"/>
          </a:p>
          <a:p>
            <a:r>
              <a:rPr lang="en-US"/>
              <a:t>This is because shortest path estimate for vertex ‘e’ is least.</a:t>
            </a:r>
            <a:endParaRPr lang="en-US"/>
          </a:p>
          <a:p>
            <a:r>
              <a:rPr lang="en-US"/>
              <a:t>The outgoing edges of vertex ‘e’ are relaxed.</a:t>
            </a:r>
            <a:endParaRPr lang="en-US"/>
          </a:p>
          <a:p>
            <a:r>
              <a:rPr lang="en-US"/>
              <a:t>There are no outgoing edges for vertex ‘e’.</a:t>
            </a:r>
            <a:endParaRPr lang="en-US"/>
          </a:p>
          <a:p>
            <a:r>
              <a:rPr lang="en-US"/>
              <a:t>So, our shortest path tree remains the same as in Step-05.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/>
              <a:t>Now, the sets are updated as-</a:t>
            </a:r>
            <a:endParaRPr lang="en-US"/>
          </a:p>
          <a:p>
            <a:endParaRPr lang="en-US"/>
          </a:p>
          <a:p>
            <a:r>
              <a:rPr lang="en-US"/>
              <a:t>Unvisited set : { }</a:t>
            </a:r>
            <a:endParaRPr lang="en-US"/>
          </a:p>
          <a:p>
            <a:r>
              <a:rPr lang="en-US"/>
              <a:t>Visited set : {S , a , d , b , c , e}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Now,</a:t>
            </a:r>
            <a:endParaRPr lang="en-US"/>
          </a:p>
          <a:p>
            <a:endParaRPr lang="en-US"/>
          </a:p>
          <a:p>
            <a:r>
              <a:rPr lang="en-US"/>
              <a:t>All vertices of the graph are processed.</a:t>
            </a:r>
            <a:endParaRPr lang="en-US"/>
          </a:p>
          <a:p>
            <a:r>
              <a:rPr lang="en-US"/>
              <a:t>Our final shortest path tree is as shown below.</a:t>
            </a:r>
            <a:endParaRPr lang="en-US"/>
          </a:p>
          <a:p>
            <a:r>
              <a:rPr lang="en-US"/>
              <a:t>It represents the shortest path from source vertex ‘S’ to all other remaining vertices.</a:t>
            </a:r>
            <a:endParaRPr lang="en-US"/>
          </a:p>
        </p:txBody>
      </p:sp>
      <p:pic>
        <p:nvPicPr>
          <p:cNvPr id="5" name="Content Placeholder 4" descr="1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172200" y="1825625"/>
            <a:ext cx="5579110" cy="40798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The order in which all the vertices are processed is :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      S , a , d , b , c , e.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5010</Words>
  <Application>WPS Presentation</Application>
  <PresentationFormat>Widescreen</PresentationFormat>
  <Paragraphs>219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_x000B_Dijkstra Algorithm</dc:title>
  <dc:creator>Syed Muhammad Hassan</dc:creator>
  <cp:lastModifiedBy>Syed Muhammad Hassan</cp:lastModifiedBy>
  <cp:revision>1</cp:revision>
  <dcterms:created xsi:type="dcterms:W3CDTF">2023-12-24T06:14:59Z</dcterms:created>
  <dcterms:modified xsi:type="dcterms:W3CDTF">2023-12-24T06:14:59Z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736F07ABB76F4B7FA8D43E3A38355D37_11</vt:lpwstr>
  </property>
  <property fmtid="{D5CDD505-2E9C-101B-9397-08002B2CF9AE}" pid="3" name="KSOProductBuildVer">
    <vt:lpwstr>1033-12.2.0.13359</vt:lpwstr>
  </property>
</Properties>
</file>