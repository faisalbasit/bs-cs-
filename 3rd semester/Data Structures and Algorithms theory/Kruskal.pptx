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Kruskal’s Algorithm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Kruskal’s Algorithm-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Kruskal’s Algorithm is a famous greedy algorithm.</a:t>
            </a:r>
            <a:endParaRPr lang="en-US"/>
          </a:p>
          <a:p>
            <a:r>
              <a:rPr lang="en-US"/>
              <a:t>It is used for finding the Minimum Spanning Tree (MST) of a given graph.</a:t>
            </a:r>
            <a:endParaRPr lang="en-US"/>
          </a:p>
          <a:p>
            <a:r>
              <a:rPr lang="en-US"/>
              <a:t>To apply Kruskal’s algorithm, the given graph must be weighted, connected and undirected.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Kruskal’s Algorithm Implementation-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The implementation of Kruskal’s Algorithm is explained in the following steps-</a:t>
            </a:r>
            <a:endParaRPr lang="en-US"/>
          </a:p>
          <a:p>
            <a:pPr marL="0" indent="0">
              <a:buNone/>
            </a:pPr>
            <a:r>
              <a:rPr lang="en-US"/>
              <a:t>Step-01:</a:t>
            </a:r>
            <a:endParaRPr lang="en-US"/>
          </a:p>
          <a:p>
            <a:r>
              <a:rPr lang="en-US"/>
              <a:t>Sort all the edges from low weight to high weight.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Step-02:</a:t>
            </a:r>
            <a:endParaRPr lang="en-US"/>
          </a:p>
          <a:p>
            <a:endParaRPr lang="en-US"/>
          </a:p>
          <a:p>
            <a:r>
              <a:rPr lang="en-US"/>
              <a:t>Take the edge with the lowest weight and use it to connect the vertices of graph.</a:t>
            </a:r>
            <a:endParaRPr lang="en-US"/>
          </a:p>
          <a:p>
            <a:r>
              <a:rPr lang="en-US"/>
              <a:t>If adding an edge creates a cycle, then reject that edge and go for the next least weight edge.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Step-03:</a:t>
            </a:r>
            <a:endParaRPr lang="en-US"/>
          </a:p>
          <a:p>
            <a:endParaRPr lang="en-US"/>
          </a:p>
          <a:p>
            <a:r>
              <a:rPr lang="en-US"/>
              <a:t>Keep adding edges until all the vertices are connected and a Minimum Spanning Tree (MST) is obtained.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PRACTICE PROBLEMS BASED ON KRUSKAL’S ALGORITHM-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9987280" cy="4351655"/>
          </a:xfrm>
        </p:spPr>
        <p:txBody>
          <a:bodyPr/>
          <a:p>
            <a:r>
              <a:rPr lang="en-US"/>
              <a:t>Construct the minimum spanning tree (MST) for the given graph using Kruskal’s Algorithm-</a:t>
            </a:r>
            <a:endParaRPr lang="en-US"/>
          </a:p>
        </p:txBody>
      </p:sp>
      <p:pic>
        <p:nvPicPr>
          <p:cNvPr id="4" name="Content Placeholder 3" descr="22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2527935" y="2896235"/>
            <a:ext cx="7124700" cy="35026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748645" cy="4351655"/>
          </a:xfrm>
        </p:spPr>
        <p:txBody>
          <a:bodyPr/>
          <a:p>
            <a:pPr marL="0" indent="0">
              <a:buNone/>
            </a:pPr>
            <a:r>
              <a:rPr lang="en-US"/>
              <a:t>To construct MST using Kruskal’s Algorithm,</a:t>
            </a:r>
            <a:endParaRPr lang="en-US"/>
          </a:p>
          <a:p>
            <a:endParaRPr lang="en-US"/>
          </a:p>
          <a:p>
            <a:r>
              <a:rPr lang="en-US"/>
              <a:t>Simply draw all the vertices on the paper.</a:t>
            </a:r>
            <a:endParaRPr lang="en-US"/>
          </a:p>
          <a:p>
            <a:r>
              <a:rPr lang="en-US"/>
              <a:t>Connect these vertices using edges with minimum weights such that no cycle gets formed.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Step-01:</a:t>
            </a:r>
            <a:endParaRPr lang="en-US"/>
          </a:p>
        </p:txBody>
      </p:sp>
      <p:pic>
        <p:nvPicPr>
          <p:cNvPr id="5" name="Content Placeholder 4" descr="23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3153410" y="2339975"/>
            <a:ext cx="6685915" cy="39846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Step-02:</a:t>
            </a:r>
            <a:endParaRPr lang="en-US"/>
          </a:p>
        </p:txBody>
      </p:sp>
      <p:pic>
        <p:nvPicPr>
          <p:cNvPr id="5" name="Content Placeholder 4" descr="24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2243455" y="2643505"/>
            <a:ext cx="8809990" cy="3718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Step-03:</a:t>
            </a:r>
            <a:endParaRPr lang="en-US"/>
          </a:p>
          <a:p>
            <a:endParaRPr lang="en-US"/>
          </a:p>
        </p:txBody>
      </p:sp>
      <p:pic>
        <p:nvPicPr>
          <p:cNvPr id="5" name="Content Placeholder 4" descr="25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2613660" y="2581910"/>
            <a:ext cx="8525510" cy="35953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Step-04:</a:t>
            </a:r>
            <a:endParaRPr lang="en-US"/>
          </a:p>
        </p:txBody>
      </p:sp>
      <p:pic>
        <p:nvPicPr>
          <p:cNvPr id="5" name="Content Placeholder 4" descr="28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2642235" y="2691130"/>
            <a:ext cx="8354060" cy="36626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Step-05:</a:t>
            </a:r>
            <a:endParaRPr lang="en-US"/>
          </a:p>
        </p:txBody>
      </p:sp>
      <p:pic>
        <p:nvPicPr>
          <p:cNvPr id="5" name="Content Placeholder 4" descr="29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593850" y="2538730"/>
            <a:ext cx="9559290" cy="37579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Step-06:</a:t>
            </a:r>
            <a:endParaRPr lang="en-US"/>
          </a:p>
        </p:txBody>
      </p:sp>
      <p:pic>
        <p:nvPicPr>
          <p:cNvPr id="5" name="Content Placeholder 4" descr="30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172210" y="2591435"/>
            <a:ext cx="9890760" cy="39757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Step-07:</a:t>
            </a:r>
            <a:endParaRPr lang="en-US"/>
          </a:p>
        </p:txBody>
      </p:sp>
      <p:pic>
        <p:nvPicPr>
          <p:cNvPr id="5" name="Content Placeholder 4" descr="31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840865" y="2658110"/>
            <a:ext cx="9140825" cy="367093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6235" cy="4351655"/>
          </a:xfrm>
        </p:spPr>
        <p:txBody>
          <a:bodyPr>
            <a:normAutofit fontScale="90000"/>
          </a:bodyPr>
          <a:p>
            <a:pPr marL="0" indent="0">
              <a:buNone/>
            </a:pPr>
            <a:r>
              <a:rPr lang="en-US"/>
              <a:t>Since all the vertices have been connected / included in the MST, so we stop.</a:t>
            </a:r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/>
              <a:t>Weight of the  MST</a:t>
            </a:r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/>
              <a:t>= Sum of all edge weights</a:t>
            </a:r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/>
              <a:t>= 10 + 25 + 22 + 12 + 16 + 14</a:t>
            </a:r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/>
              <a:t>= 99 units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1235</Words>
  <Application>WPS Presentation</Application>
  <PresentationFormat>Widescreen</PresentationFormat>
  <Paragraphs>58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Kruskal’s Algorithm</dc:title>
  <dc:creator>Syed Muhammad Hassan</dc:creator>
  <cp:lastModifiedBy>Syed Muhammad Hassan</cp:lastModifiedBy>
  <cp:revision>2</cp:revision>
  <dcterms:created xsi:type="dcterms:W3CDTF">2023-12-24T07:05:39Z</dcterms:created>
  <dcterms:modified xsi:type="dcterms:W3CDTF">2023-12-24T07:07:18Z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F27CAAC1F813488EBAD57CC96095FC4D_11</vt:lpwstr>
  </property>
  <property fmtid="{D5CDD505-2E9C-101B-9397-08002B2CF9AE}" pid="3" name="KSOProductBuildVer">
    <vt:lpwstr>1033-12.2.0.13359</vt:lpwstr>
  </property>
</Properties>
</file>