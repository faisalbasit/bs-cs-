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8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9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9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8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0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1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9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F6534-786A-4F66-90FC-D32CF6F5CE71}" type="datetimeFigureOut">
              <a:rPr lang="en-US" smtClean="0"/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E1C29-7422-45E3-A907-EAE904753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Linked List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0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linked list</a:t>
            </a:r>
            <a:r>
              <a:rPr lang="en-US" dirty="0"/>
              <a:t> is a dynamic data structure where each element (called a node) is made up of two items - the data and a reference (or pointer) which points to the next node. A </a:t>
            </a:r>
            <a:r>
              <a:rPr lang="en-US" b="1" dirty="0"/>
              <a:t>linked list</a:t>
            </a:r>
            <a:r>
              <a:rPr lang="en-US" dirty="0"/>
              <a:t> is a collection of nodes where each node is connected to the next node through a pointer.</a:t>
            </a:r>
          </a:p>
        </p:txBody>
      </p:sp>
    </p:spTree>
    <p:extLst>
      <p:ext uri="{BB962C8B-B14F-4D97-AF65-F5344CB8AC3E}">
        <p14:creationId xmlns:p14="http://schemas.microsoft.com/office/powerpoint/2010/main" val="151798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12" y="1825625"/>
            <a:ext cx="10335376" cy="4351338"/>
          </a:xfrm>
        </p:spPr>
      </p:pic>
    </p:spTree>
    <p:extLst>
      <p:ext uri="{BB962C8B-B14F-4D97-AF65-F5344CB8AC3E}">
        <p14:creationId xmlns:p14="http://schemas.microsoft.com/office/powerpoint/2010/main" val="112540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end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2599"/>
            <a:ext cx="10515600" cy="4337389"/>
          </a:xfrm>
        </p:spPr>
      </p:pic>
    </p:spTree>
    <p:extLst>
      <p:ext uri="{BB962C8B-B14F-4D97-AF65-F5344CB8AC3E}">
        <p14:creationId xmlns:p14="http://schemas.microsoft.com/office/powerpoint/2010/main" val="342069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</a:t>
            </a:r>
            <a:r>
              <a:rPr lang="en-US" dirty="0" err="1" smtClean="0"/>
              <a:t>begining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07" y="1825625"/>
            <a:ext cx="10256186" cy="4351338"/>
          </a:xfrm>
        </p:spPr>
      </p:pic>
    </p:spTree>
    <p:extLst>
      <p:ext uri="{BB962C8B-B14F-4D97-AF65-F5344CB8AC3E}">
        <p14:creationId xmlns:p14="http://schemas.microsoft.com/office/powerpoint/2010/main" val="334502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</a:t>
            </a:r>
            <a:r>
              <a:rPr lang="en-US" dirty="0" err="1" smtClean="0"/>
              <a:t>begining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90" y="1825625"/>
            <a:ext cx="10250819" cy="4351338"/>
          </a:xfrm>
        </p:spPr>
      </p:pic>
    </p:spTree>
    <p:extLst>
      <p:ext uri="{BB962C8B-B14F-4D97-AF65-F5344CB8AC3E}">
        <p14:creationId xmlns:p14="http://schemas.microsoft.com/office/powerpoint/2010/main" val="46745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94" y="3086766"/>
            <a:ext cx="7783011" cy="1829055"/>
          </a:xfrm>
        </p:spPr>
      </p:pic>
    </p:spTree>
    <p:extLst>
      <p:ext uri="{BB962C8B-B14F-4D97-AF65-F5344CB8AC3E}">
        <p14:creationId xmlns:p14="http://schemas.microsoft.com/office/powerpoint/2010/main" val="1623317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284" y="3062950"/>
            <a:ext cx="7935432" cy="1876687"/>
          </a:xfrm>
        </p:spPr>
      </p:pic>
    </p:spTree>
    <p:extLst>
      <p:ext uri="{BB962C8B-B14F-4D97-AF65-F5344CB8AC3E}">
        <p14:creationId xmlns:p14="http://schemas.microsoft.com/office/powerpoint/2010/main" val="111673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54" y="1825625"/>
            <a:ext cx="10385091" cy="4351338"/>
          </a:xfrm>
        </p:spPr>
      </p:pic>
    </p:spTree>
    <p:extLst>
      <p:ext uri="{BB962C8B-B14F-4D97-AF65-F5344CB8AC3E}">
        <p14:creationId xmlns:p14="http://schemas.microsoft.com/office/powerpoint/2010/main" val="176939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09" y="1825625"/>
            <a:ext cx="10327782" cy="4351338"/>
          </a:xfrm>
        </p:spPr>
      </p:pic>
    </p:spTree>
    <p:extLst>
      <p:ext uri="{BB962C8B-B14F-4D97-AF65-F5344CB8AC3E}">
        <p14:creationId xmlns:p14="http://schemas.microsoft.com/office/powerpoint/2010/main" val="324494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2224633"/>
            <a:ext cx="6096851" cy="3553321"/>
          </a:xfrm>
        </p:spPr>
      </p:pic>
    </p:spTree>
    <p:extLst>
      <p:ext uri="{BB962C8B-B14F-4D97-AF65-F5344CB8AC3E}">
        <p14:creationId xmlns:p14="http://schemas.microsoft.com/office/powerpoint/2010/main" val="176052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2224633"/>
            <a:ext cx="6096851" cy="3553321"/>
          </a:xfrm>
        </p:spPr>
      </p:pic>
    </p:spTree>
    <p:extLst>
      <p:ext uri="{BB962C8B-B14F-4D97-AF65-F5344CB8AC3E}">
        <p14:creationId xmlns:p14="http://schemas.microsoft.com/office/powerpoint/2010/main" val="1586397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Insertion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2043633"/>
            <a:ext cx="6096851" cy="3915321"/>
          </a:xfrm>
        </p:spPr>
      </p:pic>
    </p:spTree>
    <p:extLst>
      <p:ext uri="{BB962C8B-B14F-4D97-AF65-F5344CB8AC3E}">
        <p14:creationId xmlns:p14="http://schemas.microsoft.com/office/powerpoint/2010/main" val="10489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9265"/>
            <a:ext cx="10515600" cy="2884058"/>
          </a:xfrm>
        </p:spPr>
      </p:pic>
    </p:spTree>
    <p:extLst>
      <p:ext uri="{BB962C8B-B14F-4D97-AF65-F5344CB8AC3E}">
        <p14:creationId xmlns:p14="http://schemas.microsoft.com/office/powerpoint/2010/main" val="1033637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8746"/>
            <a:ext cx="10515600" cy="4345095"/>
          </a:xfrm>
        </p:spPr>
      </p:pic>
    </p:spTree>
    <p:extLst>
      <p:ext uri="{BB962C8B-B14F-4D97-AF65-F5344CB8AC3E}">
        <p14:creationId xmlns:p14="http://schemas.microsoft.com/office/powerpoint/2010/main" val="1465041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74" y="1825625"/>
            <a:ext cx="10451051" cy="4351338"/>
          </a:xfrm>
        </p:spPr>
      </p:pic>
    </p:spTree>
    <p:extLst>
      <p:ext uri="{BB962C8B-B14F-4D97-AF65-F5344CB8AC3E}">
        <p14:creationId xmlns:p14="http://schemas.microsoft.com/office/powerpoint/2010/main" val="2956773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0184"/>
            <a:ext cx="10515600" cy="4322220"/>
          </a:xfrm>
        </p:spPr>
      </p:pic>
    </p:spTree>
    <p:extLst>
      <p:ext uri="{BB962C8B-B14F-4D97-AF65-F5344CB8AC3E}">
        <p14:creationId xmlns:p14="http://schemas.microsoft.com/office/powerpoint/2010/main" val="266092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856"/>
            <a:ext cx="10515600" cy="3886876"/>
          </a:xfrm>
        </p:spPr>
      </p:pic>
    </p:spTree>
    <p:extLst>
      <p:ext uri="{BB962C8B-B14F-4D97-AF65-F5344CB8AC3E}">
        <p14:creationId xmlns:p14="http://schemas.microsoft.com/office/powerpoint/2010/main" val="1730429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: Deletion at nth 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0945"/>
            <a:ext cx="10515600" cy="3900698"/>
          </a:xfrm>
        </p:spPr>
      </p:pic>
    </p:spTree>
    <p:extLst>
      <p:ext uri="{BB962C8B-B14F-4D97-AF65-F5344CB8AC3E}">
        <p14:creationId xmlns:p14="http://schemas.microsoft.com/office/powerpoint/2010/main" val="58172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116</Words>
  <Application>Microsoft Office PowerPoint</Application>
  <PresentationFormat>Widescreen</PresentationFormat>
  <Paragraphs>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Linked List</vt:lpstr>
      <vt:lpstr>Linked List</vt:lpstr>
      <vt:lpstr>Linked List</vt:lpstr>
      <vt:lpstr>Linked List : Insertion at end</vt:lpstr>
      <vt:lpstr>Linked List : Insertion at begining</vt:lpstr>
      <vt:lpstr>Linked List : Insertion at begining</vt:lpstr>
      <vt:lpstr>Linked List : Insertion at nth position</vt:lpstr>
      <vt:lpstr>Linked List : Insertion at nth position</vt:lpstr>
      <vt:lpstr>Linked List : Insertion at nth position</vt:lpstr>
      <vt:lpstr>Linked List : Insertion at nth position</vt:lpstr>
      <vt:lpstr>Linked List : Insertion at nth position</vt:lpstr>
      <vt:lpstr>Linked List : Insertion at nth position</vt:lpstr>
      <vt:lpstr>Linked List : Insertion at nth position</vt:lpstr>
      <vt:lpstr>Linked List : Deletion at nth position</vt:lpstr>
      <vt:lpstr>Linked List : Deletion at nth position</vt:lpstr>
      <vt:lpstr>Linked List : Deletion at nth position</vt:lpstr>
      <vt:lpstr>Linked List : Deletion at nth position</vt:lpstr>
      <vt:lpstr>Linked List : Deletion at nth position</vt:lpstr>
      <vt:lpstr>Linked List : Deletion at nth position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</dc:title>
  <dc:creator>Hamaila Saeed</dc:creator>
  <cp:lastModifiedBy>Hamaila Saeed</cp:lastModifiedBy>
  <cp:revision>2</cp:revision>
  <dcterms:created xsi:type="dcterms:W3CDTF">2019-12-23T01:12:27Z</dcterms:created>
  <dcterms:modified xsi:type="dcterms:W3CDTF">2019-12-23T01:23:40Z</dcterms:modified>
</cp:coreProperties>
</file>