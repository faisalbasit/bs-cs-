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Prim’s Algorithm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Prim’s Algorithm-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Prim’s Algorithm is a famous greedy algorithm.</a:t>
            </a:r>
            <a:endParaRPr lang="en-US"/>
          </a:p>
          <a:p>
            <a:r>
              <a:rPr lang="en-US"/>
              <a:t>It is used for finding the Minimum Spanning Tree (MST) of a given graph.</a:t>
            </a:r>
            <a:endParaRPr lang="en-US"/>
          </a:p>
          <a:p>
            <a:r>
              <a:rPr lang="en-US"/>
              <a:t>To apply Prim’s algorithm, the given graph must be weighted, connected and undirected.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Prim’s Algorithm Implementation-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Step-01:</a:t>
            </a:r>
            <a:endParaRPr lang="en-US"/>
          </a:p>
          <a:p>
            <a:endParaRPr lang="en-US"/>
          </a:p>
          <a:p>
            <a:r>
              <a:rPr lang="en-US"/>
              <a:t>Randomly choose any vertex.</a:t>
            </a:r>
            <a:endParaRPr lang="en-US"/>
          </a:p>
          <a:p>
            <a:r>
              <a:rPr lang="en-US"/>
              <a:t>The vertex connecting to the edge having least weight is usually selected.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Step-02: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Find all the edges that connect the tree to new vertices.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Find the least weight edge among those edges and include it in the existing tree.</a:t>
            </a:r>
            <a:endParaRPr lang="en-US"/>
          </a:p>
          <a:p>
            <a:r>
              <a:rPr lang="en-US"/>
              <a:t>If including that edge creates a cycle, then reject that edge and look for the next least weight edge.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Step-03: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Keep repeating step-02 until all the vertices are included and Minimum Spanning Tree (MST) is obtained.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PRACTICE PROBLEMS BASED ON PRIM’S ALGORITHM-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876790" cy="4351655"/>
          </a:xfrm>
        </p:spPr>
        <p:txBody>
          <a:bodyPr/>
          <a:p>
            <a:r>
              <a:rPr lang="en-US"/>
              <a:t>Construct the minimum spanning tree (MST) for the given graph using Prim’s Algorithm-</a:t>
            </a:r>
            <a:endParaRPr lang="en-US"/>
          </a:p>
        </p:txBody>
      </p:sp>
      <p:pic>
        <p:nvPicPr>
          <p:cNvPr id="4" name="Content Placeholder 3" descr="1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391285" y="3131820"/>
            <a:ext cx="8211820" cy="39744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953115" cy="4351655"/>
          </a:xfrm>
        </p:spPr>
        <p:txBody>
          <a:bodyPr/>
          <a:p>
            <a:pPr marL="0" indent="0">
              <a:buNone/>
            </a:pPr>
            <a:r>
              <a:rPr lang="en-US"/>
              <a:t>The above discussed steps are followed to find the minimum cost spanning tree using Prim’s Algorithm-</a:t>
            </a:r>
            <a:endParaRPr lang="en-US"/>
          </a:p>
          <a:p>
            <a:pPr marL="0" indent="0">
              <a:buNone/>
            </a:pPr>
            <a:r>
              <a:rPr lang="en-US"/>
              <a:t>Step-01:</a:t>
            </a:r>
            <a:endParaRPr lang="en-US"/>
          </a:p>
          <a:p>
            <a:pPr marL="0" indent="0">
              <a:buNone/>
            </a:pPr>
            <a:r>
              <a:rPr lang="en-US"/>
              <a:t> 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Content Placeholder 3" descr="16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424045" y="3035300"/>
            <a:ext cx="2823210" cy="284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Step-02:</a:t>
            </a:r>
            <a:endParaRPr lang="en-US"/>
          </a:p>
        </p:txBody>
      </p:sp>
      <p:pic>
        <p:nvPicPr>
          <p:cNvPr id="5" name="Content Placeholder 4" descr="17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020820" y="2167890"/>
            <a:ext cx="4150360" cy="41624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Step-03:</a:t>
            </a:r>
            <a:endParaRPr lang="en-US"/>
          </a:p>
        </p:txBody>
      </p:sp>
      <p:pic>
        <p:nvPicPr>
          <p:cNvPr id="7" name="Content Placeholder 6" descr="18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732405" y="2795905"/>
            <a:ext cx="7299325" cy="35293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Step-04:</a:t>
            </a:r>
            <a:endParaRPr lang="en-US"/>
          </a:p>
        </p:txBody>
      </p:sp>
      <p:pic>
        <p:nvPicPr>
          <p:cNvPr id="5" name="Content Placeholder 4" descr="19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938655" y="2856865"/>
            <a:ext cx="6404610" cy="33204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Step-05:</a:t>
            </a:r>
            <a:endParaRPr lang="en-US"/>
          </a:p>
        </p:txBody>
      </p:sp>
      <p:pic>
        <p:nvPicPr>
          <p:cNvPr id="5" name="Content Placeholder 4" descr="20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824990" y="2567305"/>
            <a:ext cx="6877050" cy="38715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Step-06:</a:t>
            </a:r>
            <a:endParaRPr lang="en-US"/>
          </a:p>
        </p:txBody>
      </p:sp>
      <p:pic>
        <p:nvPicPr>
          <p:cNvPr id="5" name="Content Placeholder 4" descr="21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911350" y="2833370"/>
            <a:ext cx="8128000" cy="35299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6235" cy="435165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/>
              <a:t>Since all the vertices have been included in the MST, so we stop.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Now, Cost of Minimum Spanning Tree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= Sum of all edge weights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= 10 + 25 + 22 + 12 + 16 + 14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= 99 units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1179</Words>
  <Application>WPS Presentation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Prim’s Algorithm</vt:lpstr>
      <vt:lpstr>Prim’s Algorithm-</vt:lpstr>
      <vt:lpstr>Prim’s Algorithm Implementation-</vt:lpstr>
      <vt:lpstr>PowerPoint 演示文稿</vt:lpstr>
      <vt:lpstr>PowerPoint 演示文稿</vt:lpstr>
      <vt:lpstr>PRACTICE PROBLEMS BASED ON PRIM’S ALGORITHM-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Prim’s Algorithm</dc:title>
  <dc:creator>Syed Muhammad Hassan</dc:creator>
  <cp:lastModifiedBy>Syed Muhammad Hassan</cp:lastModifiedBy>
  <cp:revision>2</cp:revision>
  <dcterms:created xsi:type="dcterms:W3CDTF">2023-12-24T06:50:00Z</dcterms:created>
  <dcterms:modified xsi:type="dcterms:W3CDTF">2023-12-24T06:51:23Z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7A1CEC0CE1F540AC909CE6929D4C3257_11</vt:lpwstr>
  </property>
  <property fmtid="{D5CDD505-2E9C-101B-9397-08002B2CF9AE}" pid="3" name="KSOProductBuildVer">
    <vt:lpwstr>1033-12.2.0.13359</vt:lpwstr>
  </property>
</Properties>
</file>