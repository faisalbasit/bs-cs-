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Knapsack Problem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Knapsack Problem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You are given the following-</a:t>
            </a:r>
            <a:endParaRPr lang="en-US"/>
          </a:p>
          <a:p>
            <a:endParaRPr lang="en-US"/>
          </a:p>
          <a:p>
            <a:r>
              <a:rPr lang="en-US"/>
              <a:t>A knapsack (kind of shoulder bag) with limited weight capacity.</a:t>
            </a:r>
            <a:endParaRPr lang="en-US"/>
          </a:p>
          <a:p>
            <a:r>
              <a:rPr lang="en-US"/>
              <a:t>Few items each having some weight and value.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The problem states-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Which items should be placed into the knapsack such that-</a:t>
            </a:r>
            <a:endParaRPr lang="en-US"/>
          </a:p>
          <a:p>
            <a:endParaRPr lang="en-US"/>
          </a:p>
          <a:p>
            <a:r>
              <a:rPr lang="en-US"/>
              <a:t>The value or profit obtained by putting the items into the knapsack is maximum.</a:t>
            </a:r>
            <a:endParaRPr lang="en-US"/>
          </a:p>
          <a:p>
            <a:r>
              <a:rPr lang="en-US"/>
              <a:t>And the weight limit of the knapsack does not exceed.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Fractional Knapsack Problem-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In Fractional Knapsack Problem,</a:t>
            </a:r>
            <a:endParaRPr lang="en-US"/>
          </a:p>
          <a:p>
            <a:r>
              <a:rPr lang="en-US"/>
              <a:t>As the name suggests, items are divisible here.</a:t>
            </a:r>
            <a:endParaRPr lang="en-US"/>
          </a:p>
          <a:p>
            <a:r>
              <a:rPr lang="en-US"/>
              <a:t>We can even put the fraction of any item into the knapsack if taking the complete item is not possible.</a:t>
            </a:r>
            <a:endParaRPr lang="en-US"/>
          </a:p>
          <a:p>
            <a:r>
              <a:rPr lang="en-US"/>
              <a:t>It is solved using Greedy Method.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Fractional Knapsack Problem Using Greedy Method-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Fractional knapsack problem is solved using greedy method in the following steps-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Step-01: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For each item, compute its value / weight ratio.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Fractional Knapsack Problem (Cont..)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Step-02: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Arrange all the items in decreasing order of their value / weight ratio.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Step-03: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Start putting the items into the knapsack beginning from the item with the highest ratio. Put as many items as you can into the knapsack.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PRACTICE PROBLEM</a:t>
            </a:r>
            <a:endParaRPr lang="en-US"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/>
              <a:t>For the given set of items and knapsack capacity = 60 kg, find the optimal solution for the fractional knapsack problem making use of greedy approach.</a:t>
            </a:r>
            <a:endParaRPr lang="en-US"/>
          </a:p>
          <a:p>
            <a:endParaRPr lang="en-US"/>
          </a:p>
        </p:txBody>
      </p:sp>
      <p:pic>
        <p:nvPicPr>
          <p:cNvPr id="4" name="Content Placeholder 3" descr="1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5915660" y="1691005"/>
            <a:ext cx="5437505" cy="44119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Practice Problem (Cont..)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Step-01:</a:t>
            </a:r>
            <a:endParaRPr lang="en-US"/>
          </a:p>
          <a:p>
            <a:pPr marL="0" indent="0">
              <a:buNone/>
            </a:pPr>
            <a:r>
              <a:rPr lang="en-US"/>
              <a:t> Compute the value / weight ratio for each item-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Content Placeholder 3" descr="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268085" y="1690370"/>
            <a:ext cx="5111750" cy="47351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Practice Problem (Cont..)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/>
              <a:t>Step-02:</a:t>
            </a: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Sort all the items in decreasing order of their value / weight ratio-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  <a:p>
            <a:pPr marL="0" indent="0">
              <a:buNone/>
            </a:pPr>
            <a:r>
              <a:rPr lang="en-US"/>
              <a:t>I1          I2          I5          I4          I3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(6)       (4)        (3.6)      (3.5)       (3)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Practice Problem (Cont..)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/>
              <a:t>Step-03: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Start filling the knapsack by putting the items into it one by one.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  <p:pic>
        <p:nvPicPr>
          <p:cNvPr id="4" name="Content Placeholder 3" descr="3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019800" y="1552575"/>
            <a:ext cx="5885815" cy="52539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Practice Problem (Cont..)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/>
              <a:t>Now,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Knapsack weight left to be filled is 20 kg but item-4 has a weight of 22 kg.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Since in fractional knapsack problem, even the fraction of any item can be taken.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So, knapsack will contain the following items-</a:t>
            </a:r>
            <a:endParaRPr lang="en-US"/>
          </a:p>
          <a:p>
            <a:pPr marL="0" indent="0">
              <a:buNone/>
            </a:pPr>
            <a:r>
              <a:rPr lang="en-US"/>
              <a:t>&lt; I1 , I2 , I5 , (20/22) I4 &gt;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>
                <a:sym typeface="+mn-ea"/>
              </a:rPr>
              <a:t>Practice Problem (Cont..)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0" indent="0">
              <a:buNone/>
            </a:pPr>
            <a:r>
              <a:rPr lang="en-US"/>
              <a:t>Total cost of the knapsack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= 160 + (20/27) x 77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= 160 + 70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= 230 units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1968</Words>
  <Application>WPS Presentation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Fractional Knapsack Problem </vt:lpstr>
      <vt:lpstr>Knapsack Problem</vt:lpstr>
      <vt:lpstr>The problem states-</vt:lpstr>
      <vt:lpstr>Fractional Knapsack Problem-</vt:lpstr>
      <vt:lpstr>Fractional Knapsack Problem Using Greedy Method-</vt:lpstr>
      <vt:lpstr>Fractional Knapsack Problem (Cont..)</vt:lpstr>
      <vt:lpstr>PRACTICE PROBLEM</vt:lpstr>
      <vt:lpstr>Practice Problem (Cont..)</vt:lpstr>
      <vt:lpstr>Practice Problem (Cont..)</vt:lpstr>
      <vt:lpstr>Practice Problem (Cont..)</vt:lpstr>
      <vt:lpstr>Practice Problem (Cont..)</vt:lpstr>
      <vt:lpstr>Practice Problem (Cont..)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Fractional Knapsack Problem </dc:title>
  <dc:creator>Syed Muhammad Hassan</dc:creator>
  <cp:lastModifiedBy>Syed Muhammad Hassan</cp:lastModifiedBy>
  <cp:revision>2</cp:revision>
  <dcterms:created xsi:type="dcterms:W3CDTF">2023-12-24T04:49:00Z</dcterms:created>
  <dcterms:modified xsi:type="dcterms:W3CDTF">2023-12-24T04:51:23Z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930E92D8105C49CDB870B7247C9F9BCE_11</vt:lpwstr>
  </property>
  <property fmtid="{D5CDD505-2E9C-101B-9397-08002B2CF9AE}" pid="3" name="KSOProductBuildVer">
    <vt:lpwstr>1033-12.2.0.13359</vt:lpwstr>
  </property>
</Properties>
</file>