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19" r:id="rId2"/>
    <p:sldId id="320" r:id="rId3"/>
    <p:sldId id="321" r:id="rId4"/>
    <p:sldId id="324" r:id="rId5"/>
    <p:sldId id="325" r:id="rId6"/>
    <p:sldId id="326" r:id="rId7"/>
    <p:sldId id="346" r:id="rId8"/>
    <p:sldId id="347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18" r:id="rId21"/>
    <p:sldId id="33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029" autoAdjust="0"/>
    <p:restoredTop sz="94660"/>
  </p:normalViewPr>
  <p:slideViewPr>
    <p:cSldViewPr snapToGrid="0">
      <p:cViewPr varScale="1">
        <p:scale>
          <a:sx n="59" d="100"/>
          <a:sy n="59" d="100"/>
        </p:scale>
        <p:origin x="-78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F716-7C45-4D0D-B6CC-3B53A1A02CE1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ADA7C-EF30-4892-902F-17F594BDB2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080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74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099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0337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0785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6841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164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313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696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693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4242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182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2965-5440-4DA8-ACA3-8B4B6E7515E2}" type="datetimeFigureOut">
              <a:rPr lang="en-US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E5EFE-4B40-4D4D-9AFD-A389108B3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22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668" y="103031"/>
            <a:ext cx="11465266" cy="6568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28594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68"/>
            <a:ext cx="121443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747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088"/>
            <a:ext cx="1225867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941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366712"/>
            <a:ext cx="1220152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628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471487"/>
            <a:ext cx="1218247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2235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231216"/>
            <a:ext cx="122205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385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247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219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" y="519112"/>
            <a:ext cx="1222057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6563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433387"/>
            <a:ext cx="122015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78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423862"/>
            <a:ext cx="1218247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935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233362"/>
            <a:ext cx="1220152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63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385762"/>
            <a:ext cx="120300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442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588" y="376237"/>
            <a:ext cx="12449175" cy="6105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742" y="3428999"/>
            <a:ext cx="4056845" cy="28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476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863" y="461962"/>
            <a:ext cx="122777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873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338137"/>
            <a:ext cx="1223962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255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366712"/>
            <a:ext cx="1220152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937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347662"/>
            <a:ext cx="121824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2713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388" y="538162"/>
            <a:ext cx="1229677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895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13" y="376237"/>
            <a:ext cx="1231582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62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985837"/>
            <a:ext cx="120491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4314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13" y="414337"/>
            <a:ext cx="123920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358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3165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snhasany@outlook.com</dc:creator>
  <cp:lastModifiedBy>SHAKIR KARIM BUKSH</cp:lastModifiedBy>
  <cp:revision>163</cp:revision>
  <dcterms:created xsi:type="dcterms:W3CDTF">2021-02-14T07:14:57Z</dcterms:created>
  <dcterms:modified xsi:type="dcterms:W3CDTF">2023-11-26T18:09:56Z</dcterms:modified>
</cp:coreProperties>
</file>