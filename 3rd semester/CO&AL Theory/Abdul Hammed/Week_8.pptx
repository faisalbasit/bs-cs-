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70" r:id="rId3"/>
    <p:sldId id="27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58" r:id="rId13"/>
    <p:sldId id="259" r:id="rId14"/>
    <p:sldId id="260" r:id="rId15"/>
    <p:sldId id="261" r:id="rId16"/>
    <p:sldId id="282" r:id="rId17"/>
    <p:sldId id="286" r:id="rId18"/>
    <p:sldId id="283" r:id="rId19"/>
    <p:sldId id="284" r:id="rId20"/>
    <p:sldId id="285" r:id="rId21"/>
    <p:sldId id="287" r:id="rId22"/>
    <p:sldId id="295" r:id="rId23"/>
    <p:sldId id="288" r:id="rId24"/>
    <p:sldId id="289" r:id="rId25"/>
    <p:sldId id="291" r:id="rId26"/>
    <p:sldId id="293" r:id="rId27"/>
    <p:sldId id="294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1E109A-38E4-4D41-9D2B-DA90F9DF2D9D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5A9FAA-F984-444B-8BA7-6F42E18237DE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Sequential access</a:t>
          </a:r>
          <a:endParaRPr lang="en-US" dirty="0"/>
        </a:p>
      </dgm:t>
    </dgm:pt>
    <dgm:pt modelId="{701CB208-7D27-BF42-8900-EF0CB3D9F6A6}" type="parTrans" cxnId="{E9A4B155-1DD3-B046-BA8F-27FA9ECD306F}">
      <dgm:prSet/>
      <dgm:spPr/>
      <dgm:t>
        <a:bodyPr/>
        <a:lstStyle/>
        <a:p>
          <a:endParaRPr lang="en-US"/>
        </a:p>
      </dgm:t>
    </dgm:pt>
    <dgm:pt modelId="{9EC8D73D-6532-3D4F-8298-19218992382F}" type="sibTrans" cxnId="{E9A4B155-1DD3-B046-BA8F-27FA9ECD306F}">
      <dgm:prSet/>
      <dgm:spPr/>
      <dgm:t>
        <a:bodyPr/>
        <a:lstStyle/>
        <a:p>
          <a:endParaRPr lang="en-US"/>
        </a:p>
      </dgm:t>
    </dgm:pt>
    <dgm:pt modelId="{249E975A-6248-F040-B0EC-0D217BA5812D}">
      <dgm:prSet/>
      <dgm:spPr/>
      <dgm:t>
        <a:bodyPr/>
        <a:lstStyle/>
        <a:p>
          <a:pPr rtl="0"/>
          <a:r>
            <a:rPr lang="en-US" dirty="0" smtClean="0"/>
            <a:t>Memory is organized into units of data called records</a:t>
          </a:r>
          <a:endParaRPr lang="en-US" dirty="0"/>
        </a:p>
      </dgm:t>
    </dgm:pt>
    <dgm:pt modelId="{D7B695A4-8C81-7145-A1F9-297813E20ADC}" type="parTrans" cxnId="{CACBB24F-BA96-6E47-B781-6175DC476ECF}">
      <dgm:prSet/>
      <dgm:spPr/>
      <dgm:t>
        <a:bodyPr/>
        <a:lstStyle/>
        <a:p>
          <a:endParaRPr lang="en-US" dirty="0"/>
        </a:p>
      </dgm:t>
    </dgm:pt>
    <dgm:pt modelId="{B21CA502-2196-FC49-B024-49C7EF69C567}" type="sibTrans" cxnId="{CACBB24F-BA96-6E47-B781-6175DC476ECF}">
      <dgm:prSet/>
      <dgm:spPr/>
      <dgm:t>
        <a:bodyPr/>
        <a:lstStyle/>
        <a:p>
          <a:endParaRPr lang="en-US"/>
        </a:p>
      </dgm:t>
    </dgm:pt>
    <dgm:pt modelId="{D8989F21-0B24-DD47-AF8B-351C1027F72B}">
      <dgm:prSet/>
      <dgm:spPr/>
      <dgm:t>
        <a:bodyPr/>
        <a:lstStyle/>
        <a:p>
          <a:pPr rtl="0"/>
          <a:r>
            <a:rPr lang="en-US" dirty="0" smtClean="0"/>
            <a:t>Access must be made in a specific linear sequence</a:t>
          </a:r>
          <a:endParaRPr lang="en-US" dirty="0"/>
        </a:p>
      </dgm:t>
    </dgm:pt>
    <dgm:pt modelId="{CB0A248A-E086-8F4B-A63C-250EFB5A7DBB}" type="parTrans" cxnId="{CBECFDA5-18C8-9943-8859-DD62EBDF7B7F}">
      <dgm:prSet/>
      <dgm:spPr/>
      <dgm:t>
        <a:bodyPr/>
        <a:lstStyle/>
        <a:p>
          <a:endParaRPr lang="en-US" dirty="0"/>
        </a:p>
      </dgm:t>
    </dgm:pt>
    <dgm:pt modelId="{FE09924D-9CFE-CA42-B634-EB596A8838BE}" type="sibTrans" cxnId="{CBECFDA5-18C8-9943-8859-DD62EBDF7B7F}">
      <dgm:prSet/>
      <dgm:spPr/>
      <dgm:t>
        <a:bodyPr/>
        <a:lstStyle/>
        <a:p>
          <a:endParaRPr lang="en-US"/>
        </a:p>
      </dgm:t>
    </dgm:pt>
    <dgm:pt modelId="{730A44F1-D164-9041-B049-621F523080BF}">
      <dgm:prSet/>
      <dgm:spPr/>
      <dgm:t>
        <a:bodyPr/>
        <a:lstStyle/>
        <a:p>
          <a:pPr rtl="0"/>
          <a:r>
            <a:rPr lang="en-US" dirty="0" smtClean="0"/>
            <a:t>Access time is variable</a:t>
          </a:r>
          <a:endParaRPr lang="en-US" dirty="0"/>
        </a:p>
      </dgm:t>
    </dgm:pt>
    <dgm:pt modelId="{7F091602-B494-2A49-A04D-FD0AC9D0086B}" type="parTrans" cxnId="{2B175F00-84E5-4D45-981D-B4AE67E1E7F4}">
      <dgm:prSet/>
      <dgm:spPr/>
      <dgm:t>
        <a:bodyPr/>
        <a:lstStyle/>
        <a:p>
          <a:endParaRPr lang="en-US" dirty="0"/>
        </a:p>
      </dgm:t>
    </dgm:pt>
    <dgm:pt modelId="{D9080A72-DA8D-1F4A-9B0A-737131935B49}" type="sibTrans" cxnId="{2B175F00-84E5-4D45-981D-B4AE67E1E7F4}">
      <dgm:prSet/>
      <dgm:spPr/>
      <dgm:t>
        <a:bodyPr/>
        <a:lstStyle/>
        <a:p>
          <a:endParaRPr lang="en-US"/>
        </a:p>
      </dgm:t>
    </dgm:pt>
    <dgm:pt modelId="{262243F6-C188-F24D-AB99-C967D9D9E10A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Direct access</a:t>
          </a:r>
          <a:endParaRPr lang="en-US" dirty="0"/>
        </a:p>
      </dgm:t>
    </dgm:pt>
    <dgm:pt modelId="{ED03BC8E-07B6-6543-B0D2-36E92AC82D5A}" type="parTrans" cxnId="{297B302E-6F9F-EB4F-9A92-0AA9EBEB1ABC}">
      <dgm:prSet/>
      <dgm:spPr/>
      <dgm:t>
        <a:bodyPr/>
        <a:lstStyle/>
        <a:p>
          <a:endParaRPr lang="en-US"/>
        </a:p>
      </dgm:t>
    </dgm:pt>
    <dgm:pt modelId="{F118ACA0-1276-4741-A2FD-9E27BEFCD4DB}" type="sibTrans" cxnId="{297B302E-6F9F-EB4F-9A92-0AA9EBEB1ABC}">
      <dgm:prSet/>
      <dgm:spPr/>
      <dgm:t>
        <a:bodyPr/>
        <a:lstStyle/>
        <a:p>
          <a:endParaRPr lang="en-US"/>
        </a:p>
      </dgm:t>
    </dgm:pt>
    <dgm:pt modelId="{AD977A24-11DC-C742-9D49-A6C33F1F91B6}">
      <dgm:prSet/>
      <dgm:spPr/>
      <dgm:t>
        <a:bodyPr/>
        <a:lstStyle/>
        <a:p>
          <a:pPr rtl="0"/>
          <a:r>
            <a:rPr lang="en-US" dirty="0" smtClean="0"/>
            <a:t>Involves a shared read-write mechanism</a:t>
          </a:r>
          <a:endParaRPr lang="en-US" dirty="0"/>
        </a:p>
      </dgm:t>
    </dgm:pt>
    <dgm:pt modelId="{5ADB2149-FAF2-FD41-9564-36A9AA224EBD}" type="parTrans" cxnId="{794FA295-6434-C24B-89F9-681DD87A4FB7}">
      <dgm:prSet/>
      <dgm:spPr/>
      <dgm:t>
        <a:bodyPr/>
        <a:lstStyle/>
        <a:p>
          <a:endParaRPr lang="en-US" dirty="0"/>
        </a:p>
      </dgm:t>
    </dgm:pt>
    <dgm:pt modelId="{75DCBC6C-838A-A242-AF2C-FFA40016B3C6}" type="sibTrans" cxnId="{794FA295-6434-C24B-89F9-681DD87A4FB7}">
      <dgm:prSet/>
      <dgm:spPr/>
      <dgm:t>
        <a:bodyPr/>
        <a:lstStyle/>
        <a:p>
          <a:endParaRPr lang="en-US"/>
        </a:p>
      </dgm:t>
    </dgm:pt>
    <dgm:pt modelId="{DE8EFFD2-9C3E-E142-B5BE-3003F9ECCF56}">
      <dgm:prSet/>
      <dgm:spPr/>
      <dgm:t>
        <a:bodyPr/>
        <a:lstStyle/>
        <a:p>
          <a:pPr rtl="0"/>
          <a:r>
            <a:rPr lang="en-US" dirty="0" smtClean="0"/>
            <a:t>Individual blocks or records have a unique address based on physical location</a:t>
          </a:r>
          <a:endParaRPr lang="en-US" dirty="0"/>
        </a:p>
      </dgm:t>
    </dgm:pt>
    <dgm:pt modelId="{0B65D78F-D56C-BD40-A9B0-59F402830A7C}" type="parTrans" cxnId="{28F4AB10-5324-3C4A-9297-8947DEB91F3C}">
      <dgm:prSet/>
      <dgm:spPr/>
      <dgm:t>
        <a:bodyPr/>
        <a:lstStyle/>
        <a:p>
          <a:endParaRPr lang="en-US" dirty="0"/>
        </a:p>
      </dgm:t>
    </dgm:pt>
    <dgm:pt modelId="{32C610E4-C72E-124F-B694-8DE0CE7D00DE}" type="sibTrans" cxnId="{28F4AB10-5324-3C4A-9297-8947DEB91F3C}">
      <dgm:prSet/>
      <dgm:spPr/>
      <dgm:t>
        <a:bodyPr/>
        <a:lstStyle/>
        <a:p>
          <a:endParaRPr lang="en-US"/>
        </a:p>
      </dgm:t>
    </dgm:pt>
    <dgm:pt modelId="{4EE020A8-A35E-F943-8D39-B335825AE9FF}">
      <dgm:prSet/>
      <dgm:spPr/>
      <dgm:t>
        <a:bodyPr/>
        <a:lstStyle/>
        <a:p>
          <a:pPr rtl="0"/>
          <a:r>
            <a:rPr lang="en-US" dirty="0" smtClean="0"/>
            <a:t>Access time is variable</a:t>
          </a:r>
          <a:endParaRPr lang="en-US" dirty="0"/>
        </a:p>
      </dgm:t>
    </dgm:pt>
    <dgm:pt modelId="{2C6FA2B9-6188-7041-8EEB-DFFE828A61C2}" type="parTrans" cxnId="{16B95E9E-B55C-6649-A4FA-D7DDFC3CA278}">
      <dgm:prSet/>
      <dgm:spPr/>
      <dgm:t>
        <a:bodyPr/>
        <a:lstStyle/>
        <a:p>
          <a:endParaRPr lang="en-US" dirty="0"/>
        </a:p>
      </dgm:t>
    </dgm:pt>
    <dgm:pt modelId="{5A49EC81-E953-1442-9FED-4A0A4FA31D72}" type="sibTrans" cxnId="{16B95E9E-B55C-6649-A4FA-D7DDFC3CA278}">
      <dgm:prSet/>
      <dgm:spPr/>
      <dgm:t>
        <a:bodyPr/>
        <a:lstStyle/>
        <a:p>
          <a:endParaRPr lang="en-US"/>
        </a:p>
      </dgm:t>
    </dgm:pt>
    <dgm:pt modelId="{C820C997-5775-1D4D-B615-942335D8F154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Random access</a:t>
          </a:r>
          <a:endParaRPr lang="en-US" dirty="0"/>
        </a:p>
      </dgm:t>
    </dgm:pt>
    <dgm:pt modelId="{A583C24D-C0BD-2746-95CF-79BD54700144}" type="parTrans" cxnId="{5B04F1DA-AD92-DA4F-A9A8-D06CF9C0F20A}">
      <dgm:prSet/>
      <dgm:spPr/>
      <dgm:t>
        <a:bodyPr/>
        <a:lstStyle/>
        <a:p>
          <a:endParaRPr lang="en-US"/>
        </a:p>
      </dgm:t>
    </dgm:pt>
    <dgm:pt modelId="{1A2C764F-A4B0-064A-A259-79172E032F1A}" type="sibTrans" cxnId="{5B04F1DA-AD92-DA4F-A9A8-D06CF9C0F20A}">
      <dgm:prSet/>
      <dgm:spPr/>
      <dgm:t>
        <a:bodyPr/>
        <a:lstStyle/>
        <a:p>
          <a:endParaRPr lang="en-US"/>
        </a:p>
      </dgm:t>
    </dgm:pt>
    <dgm:pt modelId="{FAEA5CBB-AE04-B549-AC53-D0181C8E8A08}">
      <dgm:prSet/>
      <dgm:spPr/>
      <dgm:t>
        <a:bodyPr/>
        <a:lstStyle/>
        <a:p>
          <a:pPr rtl="0"/>
          <a:r>
            <a:rPr lang="en-US" dirty="0" smtClean="0"/>
            <a:t>Each addressable location in memory has a unique, physically wired-in addressing mechanism</a:t>
          </a:r>
          <a:endParaRPr lang="en-US" dirty="0"/>
        </a:p>
      </dgm:t>
    </dgm:pt>
    <dgm:pt modelId="{9FA2F442-938D-5944-9371-4C6772DEDC8B}" type="parTrans" cxnId="{87D43DF5-D96F-3747-BA2E-B0C77F59B3E0}">
      <dgm:prSet/>
      <dgm:spPr/>
      <dgm:t>
        <a:bodyPr/>
        <a:lstStyle/>
        <a:p>
          <a:endParaRPr lang="en-US" dirty="0"/>
        </a:p>
      </dgm:t>
    </dgm:pt>
    <dgm:pt modelId="{CEC13FC5-968C-3B44-8BA2-0F6AFB7FD97B}" type="sibTrans" cxnId="{87D43DF5-D96F-3747-BA2E-B0C77F59B3E0}">
      <dgm:prSet/>
      <dgm:spPr/>
      <dgm:t>
        <a:bodyPr/>
        <a:lstStyle/>
        <a:p>
          <a:endParaRPr lang="en-US"/>
        </a:p>
      </dgm:t>
    </dgm:pt>
    <dgm:pt modelId="{84F3437F-B600-A644-99F4-6E1DF8387B12}">
      <dgm:prSet/>
      <dgm:spPr/>
      <dgm:t>
        <a:bodyPr/>
        <a:lstStyle/>
        <a:p>
          <a:pPr rtl="0"/>
          <a:r>
            <a:rPr lang="en-US" dirty="0" smtClean="0"/>
            <a:t>The time to access a given location is independent of the sequence of prior accesses and is constant</a:t>
          </a:r>
          <a:endParaRPr lang="en-US" dirty="0"/>
        </a:p>
      </dgm:t>
    </dgm:pt>
    <dgm:pt modelId="{2548E3A4-CB27-114A-89EA-C80B13E8BB9F}" type="parTrans" cxnId="{C8607F48-060A-764F-84DA-45D6F1C538F9}">
      <dgm:prSet/>
      <dgm:spPr/>
      <dgm:t>
        <a:bodyPr/>
        <a:lstStyle/>
        <a:p>
          <a:endParaRPr lang="en-US" dirty="0"/>
        </a:p>
      </dgm:t>
    </dgm:pt>
    <dgm:pt modelId="{FA46A5F8-BBDC-664B-9AD6-2E1735900F55}" type="sibTrans" cxnId="{C8607F48-060A-764F-84DA-45D6F1C538F9}">
      <dgm:prSet/>
      <dgm:spPr/>
      <dgm:t>
        <a:bodyPr/>
        <a:lstStyle/>
        <a:p>
          <a:endParaRPr lang="en-US"/>
        </a:p>
      </dgm:t>
    </dgm:pt>
    <dgm:pt modelId="{2DC69FB4-FE3C-AD43-B145-23EB77E89B08}">
      <dgm:prSet/>
      <dgm:spPr/>
      <dgm:t>
        <a:bodyPr/>
        <a:lstStyle/>
        <a:p>
          <a:pPr rtl="0"/>
          <a:r>
            <a:rPr lang="en-US" dirty="0" smtClean="0"/>
            <a:t>Any location can be selected at random and directly addressed and accessed</a:t>
          </a:r>
          <a:endParaRPr lang="en-US" dirty="0"/>
        </a:p>
      </dgm:t>
    </dgm:pt>
    <dgm:pt modelId="{E592A506-7658-4B4C-8FED-E3A5A6E38753}" type="parTrans" cxnId="{4D2632F8-6FE0-8F46-9CF9-B331BF5CDB6D}">
      <dgm:prSet/>
      <dgm:spPr/>
      <dgm:t>
        <a:bodyPr/>
        <a:lstStyle/>
        <a:p>
          <a:endParaRPr lang="en-US" dirty="0"/>
        </a:p>
      </dgm:t>
    </dgm:pt>
    <dgm:pt modelId="{F8BBE253-0172-B84A-83BB-383ED67C14CE}" type="sibTrans" cxnId="{4D2632F8-6FE0-8F46-9CF9-B331BF5CDB6D}">
      <dgm:prSet/>
      <dgm:spPr/>
      <dgm:t>
        <a:bodyPr/>
        <a:lstStyle/>
        <a:p>
          <a:endParaRPr lang="en-US"/>
        </a:p>
      </dgm:t>
    </dgm:pt>
    <dgm:pt modelId="{29337C8D-4C22-5949-A112-C600430A6B55}">
      <dgm:prSet/>
      <dgm:spPr/>
      <dgm:t>
        <a:bodyPr/>
        <a:lstStyle/>
        <a:p>
          <a:pPr rtl="0"/>
          <a:r>
            <a:rPr lang="en-US" dirty="0" smtClean="0"/>
            <a:t>Main memory and some cache systems are random access</a:t>
          </a:r>
          <a:endParaRPr lang="en-US" dirty="0"/>
        </a:p>
      </dgm:t>
    </dgm:pt>
    <dgm:pt modelId="{4F65C890-6967-5D41-856B-1BAADEDB4B58}" type="parTrans" cxnId="{2DA9E234-B320-204F-B637-507BB9161C22}">
      <dgm:prSet/>
      <dgm:spPr/>
      <dgm:t>
        <a:bodyPr/>
        <a:lstStyle/>
        <a:p>
          <a:endParaRPr lang="en-US" dirty="0"/>
        </a:p>
      </dgm:t>
    </dgm:pt>
    <dgm:pt modelId="{DB232A88-B0FC-5B4D-9FFC-B80C06AA875C}" type="sibTrans" cxnId="{2DA9E234-B320-204F-B637-507BB9161C22}">
      <dgm:prSet/>
      <dgm:spPr/>
      <dgm:t>
        <a:bodyPr/>
        <a:lstStyle/>
        <a:p>
          <a:endParaRPr lang="en-US"/>
        </a:p>
      </dgm:t>
    </dgm:pt>
    <dgm:pt modelId="{FA6A981E-3070-A34F-947A-EB7ABA68EE11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GB" dirty="0" smtClean="0"/>
            <a:t>Associative</a:t>
          </a:r>
          <a:endParaRPr lang="en-GB" dirty="0"/>
        </a:p>
      </dgm:t>
    </dgm:pt>
    <dgm:pt modelId="{5F7AF8B1-9982-594E-8029-EC2EEDBC8594}" type="parTrans" cxnId="{66CD094A-B89D-044A-96E7-BEEAD96544CE}">
      <dgm:prSet/>
      <dgm:spPr/>
      <dgm:t>
        <a:bodyPr/>
        <a:lstStyle/>
        <a:p>
          <a:endParaRPr lang="en-US"/>
        </a:p>
      </dgm:t>
    </dgm:pt>
    <dgm:pt modelId="{7E71C80E-E9E3-F749-9498-B99251E355D5}" type="sibTrans" cxnId="{66CD094A-B89D-044A-96E7-BEEAD96544CE}">
      <dgm:prSet/>
      <dgm:spPr/>
      <dgm:t>
        <a:bodyPr/>
        <a:lstStyle/>
        <a:p>
          <a:endParaRPr lang="en-US"/>
        </a:p>
      </dgm:t>
    </dgm:pt>
    <dgm:pt modelId="{51FEB92C-5C00-4148-B4CE-600BD1896178}">
      <dgm:prSet/>
      <dgm:spPr/>
      <dgm:t>
        <a:bodyPr/>
        <a:lstStyle/>
        <a:p>
          <a:pPr rtl="0"/>
          <a:r>
            <a:rPr lang="en-US" dirty="0" smtClean="0"/>
            <a:t>A word is retrieved based on a portion of its contents rather than its address</a:t>
          </a:r>
          <a:endParaRPr lang="en-US" dirty="0"/>
        </a:p>
      </dgm:t>
    </dgm:pt>
    <dgm:pt modelId="{F9FEA76A-0448-B543-A07D-BFF42E9992EB}" type="parTrans" cxnId="{B03E3F1A-CB33-DD40-8573-6D80E8765A71}">
      <dgm:prSet/>
      <dgm:spPr/>
      <dgm:t>
        <a:bodyPr/>
        <a:lstStyle/>
        <a:p>
          <a:endParaRPr lang="en-US" dirty="0"/>
        </a:p>
      </dgm:t>
    </dgm:pt>
    <dgm:pt modelId="{FFF0B65F-CD9A-6648-BBD9-4405952DABF1}" type="sibTrans" cxnId="{B03E3F1A-CB33-DD40-8573-6D80E8765A71}">
      <dgm:prSet/>
      <dgm:spPr/>
      <dgm:t>
        <a:bodyPr/>
        <a:lstStyle/>
        <a:p>
          <a:endParaRPr lang="en-US"/>
        </a:p>
      </dgm:t>
    </dgm:pt>
    <dgm:pt modelId="{9BD8975B-F43D-194D-9595-9DCB15FE0012}">
      <dgm:prSet/>
      <dgm:spPr/>
      <dgm:t>
        <a:bodyPr/>
        <a:lstStyle/>
        <a:p>
          <a:pPr rtl="0"/>
          <a:r>
            <a:rPr lang="en-US" dirty="0" smtClean="0"/>
            <a:t>Each location has its own addressing mechanism and retrieval time is constant independent of location or prior access patterns</a:t>
          </a:r>
          <a:endParaRPr lang="en-US" dirty="0"/>
        </a:p>
      </dgm:t>
    </dgm:pt>
    <dgm:pt modelId="{DC0B03C6-28CF-5A4D-B3F8-BB2309151689}" type="parTrans" cxnId="{6B703F2C-3A56-074B-9030-D139F7046D96}">
      <dgm:prSet/>
      <dgm:spPr/>
      <dgm:t>
        <a:bodyPr/>
        <a:lstStyle/>
        <a:p>
          <a:endParaRPr lang="en-US" dirty="0"/>
        </a:p>
      </dgm:t>
    </dgm:pt>
    <dgm:pt modelId="{4044DD32-0884-5642-A684-DDBF3DACF352}" type="sibTrans" cxnId="{6B703F2C-3A56-074B-9030-D139F7046D96}">
      <dgm:prSet/>
      <dgm:spPr/>
      <dgm:t>
        <a:bodyPr/>
        <a:lstStyle/>
        <a:p>
          <a:endParaRPr lang="en-US"/>
        </a:p>
      </dgm:t>
    </dgm:pt>
    <dgm:pt modelId="{49C10939-F231-2D4D-AC73-F6AEA469EE20}">
      <dgm:prSet/>
      <dgm:spPr/>
      <dgm:t>
        <a:bodyPr/>
        <a:lstStyle/>
        <a:p>
          <a:pPr rtl="0"/>
          <a:r>
            <a:rPr lang="en-US" dirty="0" smtClean="0"/>
            <a:t>Cache memories may employ associative access</a:t>
          </a:r>
          <a:endParaRPr lang="en-US" dirty="0"/>
        </a:p>
      </dgm:t>
    </dgm:pt>
    <dgm:pt modelId="{AE02444B-5E83-5F41-9956-4BF44137F418}" type="parTrans" cxnId="{4C3CBE3D-0571-354C-B481-A34B1862DBC3}">
      <dgm:prSet/>
      <dgm:spPr/>
      <dgm:t>
        <a:bodyPr/>
        <a:lstStyle/>
        <a:p>
          <a:endParaRPr lang="en-US" dirty="0"/>
        </a:p>
      </dgm:t>
    </dgm:pt>
    <dgm:pt modelId="{4A25220D-608E-804F-BC8A-1E008ED485B3}" type="sibTrans" cxnId="{4C3CBE3D-0571-354C-B481-A34B1862DBC3}">
      <dgm:prSet/>
      <dgm:spPr/>
      <dgm:t>
        <a:bodyPr/>
        <a:lstStyle/>
        <a:p>
          <a:endParaRPr lang="en-US"/>
        </a:p>
      </dgm:t>
    </dgm:pt>
    <dgm:pt modelId="{1311F7BE-D404-D349-BB42-D06F815CB3A0}" type="pres">
      <dgm:prSet presAssocID="{A01E109A-38E4-4D41-9D2B-DA90F9DF2D9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5B303EF-CF3A-0A47-BD65-066E7387980C}" type="pres">
      <dgm:prSet presAssocID="{8A5A9FAA-F984-444B-8BA7-6F42E18237DE}" presName="root" presStyleCnt="0"/>
      <dgm:spPr/>
    </dgm:pt>
    <dgm:pt modelId="{C88AF388-E42F-5E49-89BA-17D87E548B2F}" type="pres">
      <dgm:prSet presAssocID="{8A5A9FAA-F984-444B-8BA7-6F42E18237DE}" presName="rootComposite" presStyleCnt="0"/>
      <dgm:spPr/>
    </dgm:pt>
    <dgm:pt modelId="{A31D7AAC-FC8E-004F-B865-F0253AEE1155}" type="pres">
      <dgm:prSet presAssocID="{8A5A9FAA-F984-444B-8BA7-6F42E18237DE}" presName="rootText" presStyleLbl="node1" presStyleIdx="0" presStyleCnt="4"/>
      <dgm:spPr/>
      <dgm:t>
        <a:bodyPr/>
        <a:lstStyle/>
        <a:p>
          <a:endParaRPr lang="en-US"/>
        </a:p>
      </dgm:t>
    </dgm:pt>
    <dgm:pt modelId="{E831056C-9A48-964E-B68D-5061B30A0B2E}" type="pres">
      <dgm:prSet presAssocID="{8A5A9FAA-F984-444B-8BA7-6F42E18237DE}" presName="rootConnector" presStyleLbl="node1" presStyleIdx="0" presStyleCnt="4"/>
      <dgm:spPr/>
      <dgm:t>
        <a:bodyPr/>
        <a:lstStyle/>
        <a:p>
          <a:endParaRPr lang="en-US"/>
        </a:p>
      </dgm:t>
    </dgm:pt>
    <dgm:pt modelId="{B6BE7F2D-0741-DC4A-883B-CE2C4C1343A1}" type="pres">
      <dgm:prSet presAssocID="{8A5A9FAA-F984-444B-8BA7-6F42E18237DE}" presName="childShape" presStyleCnt="0"/>
      <dgm:spPr/>
    </dgm:pt>
    <dgm:pt modelId="{D506F360-FBE7-A546-AC58-035A01472293}" type="pres">
      <dgm:prSet presAssocID="{D7B695A4-8C81-7145-A1F9-297813E20ADC}" presName="Name13" presStyleLbl="parChTrans1D2" presStyleIdx="0" presStyleCnt="13"/>
      <dgm:spPr/>
      <dgm:t>
        <a:bodyPr/>
        <a:lstStyle/>
        <a:p>
          <a:endParaRPr lang="en-US"/>
        </a:p>
      </dgm:t>
    </dgm:pt>
    <dgm:pt modelId="{195F2E14-05C7-644B-B6BE-707563606306}" type="pres">
      <dgm:prSet presAssocID="{249E975A-6248-F040-B0EC-0D217BA5812D}" presName="childText" presStyleLbl="bgAcc1" presStyleIdx="0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6FC7EB-80AA-AC4F-92E0-0E78041CDE6D}" type="pres">
      <dgm:prSet presAssocID="{CB0A248A-E086-8F4B-A63C-250EFB5A7DBB}" presName="Name13" presStyleLbl="parChTrans1D2" presStyleIdx="1" presStyleCnt="13"/>
      <dgm:spPr/>
      <dgm:t>
        <a:bodyPr/>
        <a:lstStyle/>
        <a:p>
          <a:endParaRPr lang="en-US"/>
        </a:p>
      </dgm:t>
    </dgm:pt>
    <dgm:pt modelId="{5F4B137F-2E04-C242-AEBD-63382F5DADFC}" type="pres">
      <dgm:prSet presAssocID="{D8989F21-0B24-DD47-AF8B-351C1027F72B}" presName="childText" presStyleLbl="bgAcc1" presStyleIdx="1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0BEB0E-6B5B-BE40-A3A9-EE69F83027B8}" type="pres">
      <dgm:prSet presAssocID="{7F091602-B494-2A49-A04D-FD0AC9D0086B}" presName="Name13" presStyleLbl="parChTrans1D2" presStyleIdx="2" presStyleCnt="13"/>
      <dgm:spPr/>
      <dgm:t>
        <a:bodyPr/>
        <a:lstStyle/>
        <a:p>
          <a:endParaRPr lang="en-US"/>
        </a:p>
      </dgm:t>
    </dgm:pt>
    <dgm:pt modelId="{3D110699-3DBB-5146-A1DC-9DF4CC366F5C}" type="pres">
      <dgm:prSet presAssocID="{730A44F1-D164-9041-B049-621F523080BF}" presName="childText" presStyleLbl="bgAcc1" presStyleIdx="2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872E52-54F5-1A43-85FC-DCE645AB9B6F}" type="pres">
      <dgm:prSet presAssocID="{262243F6-C188-F24D-AB99-C967D9D9E10A}" presName="root" presStyleCnt="0"/>
      <dgm:spPr/>
    </dgm:pt>
    <dgm:pt modelId="{294828B9-5D8A-374C-B55B-597E28DCB701}" type="pres">
      <dgm:prSet presAssocID="{262243F6-C188-F24D-AB99-C967D9D9E10A}" presName="rootComposite" presStyleCnt="0"/>
      <dgm:spPr/>
    </dgm:pt>
    <dgm:pt modelId="{9797C1B8-553B-7B41-931F-7E110BE99EAA}" type="pres">
      <dgm:prSet presAssocID="{262243F6-C188-F24D-AB99-C967D9D9E10A}" presName="rootText" presStyleLbl="node1" presStyleIdx="1" presStyleCnt="4"/>
      <dgm:spPr/>
      <dgm:t>
        <a:bodyPr/>
        <a:lstStyle/>
        <a:p>
          <a:endParaRPr lang="en-US"/>
        </a:p>
      </dgm:t>
    </dgm:pt>
    <dgm:pt modelId="{A22B84D8-03AB-CA45-90C5-01047C820E69}" type="pres">
      <dgm:prSet presAssocID="{262243F6-C188-F24D-AB99-C967D9D9E10A}" presName="rootConnector" presStyleLbl="node1" presStyleIdx="1" presStyleCnt="4"/>
      <dgm:spPr/>
      <dgm:t>
        <a:bodyPr/>
        <a:lstStyle/>
        <a:p>
          <a:endParaRPr lang="en-US"/>
        </a:p>
      </dgm:t>
    </dgm:pt>
    <dgm:pt modelId="{A005FEA5-2DB2-F643-8FB0-5B8DF56790A3}" type="pres">
      <dgm:prSet presAssocID="{262243F6-C188-F24D-AB99-C967D9D9E10A}" presName="childShape" presStyleCnt="0"/>
      <dgm:spPr/>
    </dgm:pt>
    <dgm:pt modelId="{A69E1617-86CE-4B49-A4F8-B02490186F30}" type="pres">
      <dgm:prSet presAssocID="{5ADB2149-FAF2-FD41-9564-36A9AA224EBD}" presName="Name13" presStyleLbl="parChTrans1D2" presStyleIdx="3" presStyleCnt="13"/>
      <dgm:spPr/>
      <dgm:t>
        <a:bodyPr/>
        <a:lstStyle/>
        <a:p>
          <a:endParaRPr lang="en-US"/>
        </a:p>
      </dgm:t>
    </dgm:pt>
    <dgm:pt modelId="{EB5CB965-FFE0-B148-AF27-9EABE58F81E7}" type="pres">
      <dgm:prSet presAssocID="{AD977A24-11DC-C742-9D49-A6C33F1F91B6}" presName="childText" presStyleLbl="bgAcc1" presStyleIdx="3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F6E76E-68BB-264D-826E-AEBB39267524}" type="pres">
      <dgm:prSet presAssocID="{0B65D78F-D56C-BD40-A9B0-59F402830A7C}" presName="Name13" presStyleLbl="parChTrans1D2" presStyleIdx="4" presStyleCnt="13"/>
      <dgm:spPr/>
      <dgm:t>
        <a:bodyPr/>
        <a:lstStyle/>
        <a:p>
          <a:endParaRPr lang="en-US"/>
        </a:p>
      </dgm:t>
    </dgm:pt>
    <dgm:pt modelId="{11F567F9-0295-3F48-9CFB-A29A07F8ED60}" type="pres">
      <dgm:prSet presAssocID="{DE8EFFD2-9C3E-E142-B5BE-3003F9ECCF56}" presName="childText" presStyleLbl="bgAcc1" presStyleIdx="4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59D61-C26A-AA40-8EA4-D9F10DB3FA4C}" type="pres">
      <dgm:prSet presAssocID="{2C6FA2B9-6188-7041-8EEB-DFFE828A61C2}" presName="Name13" presStyleLbl="parChTrans1D2" presStyleIdx="5" presStyleCnt="13"/>
      <dgm:spPr/>
      <dgm:t>
        <a:bodyPr/>
        <a:lstStyle/>
        <a:p>
          <a:endParaRPr lang="en-US"/>
        </a:p>
      </dgm:t>
    </dgm:pt>
    <dgm:pt modelId="{B9A2AEBA-8DB5-A741-9AFA-831FB972D460}" type="pres">
      <dgm:prSet presAssocID="{4EE020A8-A35E-F943-8D39-B335825AE9FF}" presName="childText" presStyleLbl="bgAcc1" presStyleIdx="5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0FBB09-7455-AD4B-A250-A227E5BE8914}" type="pres">
      <dgm:prSet presAssocID="{C820C997-5775-1D4D-B615-942335D8F154}" presName="root" presStyleCnt="0"/>
      <dgm:spPr/>
    </dgm:pt>
    <dgm:pt modelId="{D4B22C91-84BC-B14D-B12A-35306AE4CA8C}" type="pres">
      <dgm:prSet presAssocID="{C820C997-5775-1D4D-B615-942335D8F154}" presName="rootComposite" presStyleCnt="0"/>
      <dgm:spPr/>
    </dgm:pt>
    <dgm:pt modelId="{6FDB1C52-66B8-EF4F-9FB7-A5C8D3D6C37F}" type="pres">
      <dgm:prSet presAssocID="{C820C997-5775-1D4D-B615-942335D8F154}" presName="rootText" presStyleLbl="node1" presStyleIdx="2" presStyleCnt="4"/>
      <dgm:spPr/>
      <dgm:t>
        <a:bodyPr/>
        <a:lstStyle/>
        <a:p>
          <a:endParaRPr lang="en-US"/>
        </a:p>
      </dgm:t>
    </dgm:pt>
    <dgm:pt modelId="{97A63C3D-DF05-2E49-ADF2-60951A1D1420}" type="pres">
      <dgm:prSet presAssocID="{C820C997-5775-1D4D-B615-942335D8F154}" presName="rootConnector" presStyleLbl="node1" presStyleIdx="2" presStyleCnt="4"/>
      <dgm:spPr/>
      <dgm:t>
        <a:bodyPr/>
        <a:lstStyle/>
        <a:p>
          <a:endParaRPr lang="en-US"/>
        </a:p>
      </dgm:t>
    </dgm:pt>
    <dgm:pt modelId="{8B7CDE3C-846A-BB46-9BB0-FBE85B4B4746}" type="pres">
      <dgm:prSet presAssocID="{C820C997-5775-1D4D-B615-942335D8F154}" presName="childShape" presStyleCnt="0"/>
      <dgm:spPr/>
    </dgm:pt>
    <dgm:pt modelId="{F1386D75-35EA-5D42-9968-3F87FE7AA2CE}" type="pres">
      <dgm:prSet presAssocID="{9FA2F442-938D-5944-9371-4C6772DEDC8B}" presName="Name13" presStyleLbl="parChTrans1D2" presStyleIdx="6" presStyleCnt="13"/>
      <dgm:spPr/>
      <dgm:t>
        <a:bodyPr/>
        <a:lstStyle/>
        <a:p>
          <a:endParaRPr lang="en-US"/>
        </a:p>
      </dgm:t>
    </dgm:pt>
    <dgm:pt modelId="{CDF79683-4896-AE46-8C7E-1E26F3144B7F}" type="pres">
      <dgm:prSet presAssocID="{FAEA5CBB-AE04-B549-AC53-D0181C8E8A08}" presName="childText" presStyleLbl="bgAcc1" presStyleIdx="6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BDA43B-DDAC-6B48-B529-9D41B158BFE5}" type="pres">
      <dgm:prSet presAssocID="{2548E3A4-CB27-114A-89EA-C80B13E8BB9F}" presName="Name13" presStyleLbl="parChTrans1D2" presStyleIdx="7" presStyleCnt="13"/>
      <dgm:spPr/>
      <dgm:t>
        <a:bodyPr/>
        <a:lstStyle/>
        <a:p>
          <a:endParaRPr lang="en-US"/>
        </a:p>
      </dgm:t>
    </dgm:pt>
    <dgm:pt modelId="{86D2BFCF-6137-6040-B4D7-654F73B11185}" type="pres">
      <dgm:prSet presAssocID="{84F3437F-B600-A644-99F4-6E1DF8387B12}" presName="childText" presStyleLbl="bgAcc1" presStyleIdx="7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CE01BA-866C-8B4C-8971-A9BDF35383BD}" type="pres">
      <dgm:prSet presAssocID="{E592A506-7658-4B4C-8FED-E3A5A6E38753}" presName="Name13" presStyleLbl="parChTrans1D2" presStyleIdx="8" presStyleCnt="13"/>
      <dgm:spPr/>
      <dgm:t>
        <a:bodyPr/>
        <a:lstStyle/>
        <a:p>
          <a:endParaRPr lang="en-US"/>
        </a:p>
      </dgm:t>
    </dgm:pt>
    <dgm:pt modelId="{69BFFA3F-0AD9-9441-82BC-335A44ED0150}" type="pres">
      <dgm:prSet presAssocID="{2DC69FB4-FE3C-AD43-B145-23EB77E89B08}" presName="childText" presStyleLbl="bgAcc1" presStyleIdx="8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2A1DD4-116B-C64D-AB7C-4E334146ACC9}" type="pres">
      <dgm:prSet presAssocID="{4F65C890-6967-5D41-856B-1BAADEDB4B58}" presName="Name13" presStyleLbl="parChTrans1D2" presStyleIdx="9" presStyleCnt="13"/>
      <dgm:spPr/>
      <dgm:t>
        <a:bodyPr/>
        <a:lstStyle/>
        <a:p>
          <a:endParaRPr lang="en-US"/>
        </a:p>
      </dgm:t>
    </dgm:pt>
    <dgm:pt modelId="{F0161445-FBCA-154C-A578-ACEB2B139284}" type="pres">
      <dgm:prSet presAssocID="{29337C8D-4C22-5949-A112-C600430A6B55}" presName="childText" presStyleLbl="bgAcc1" presStyleIdx="9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F5BBD8-11DF-9646-80C0-53EB1F187006}" type="pres">
      <dgm:prSet presAssocID="{FA6A981E-3070-A34F-947A-EB7ABA68EE11}" presName="root" presStyleCnt="0"/>
      <dgm:spPr/>
    </dgm:pt>
    <dgm:pt modelId="{5C2FD415-52B4-3149-8FE7-A15013E2F92D}" type="pres">
      <dgm:prSet presAssocID="{FA6A981E-3070-A34F-947A-EB7ABA68EE11}" presName="rootComposite" presStyleCnt="0"/>
      <dgm:spPr/>
    </dgm:pt>
    <dgm:pt modelId="{2331A22A-7C8D-C642-BBF8-C12A6CD27989}" type="pres">
      <dgm:prSet presAssocID="{FA6A981E-3070-A34F-947A-EB7ABA68EE11}" presName="rootText" presStyleLbl="node1" presStyleIdx="3" presStyleCnt="4"/>
      <dgm:spPr/>
      <dgm:t>
        <a:bodyPr/>
        <a:lstStyle/>
        <a:p>
          <a:endParaRPr lang="en-US"/>
        </a:p>
      </dgm:t>
    </dgm:pt>
    <dgm:pt modelId="{C6E62521-4D12-004A-A502-A60826E7EBAA}" type="pres">
      <dgm:prSet presAssocID="{FA6A981E-3070-A34F-947A-EB7ABA68EE11}" presName="rootConnector" presStyleLbl="node1" presStyleIdx="3" presStyleCnt="4"/>
      <dgm:spPr/>
      <dgm:t>
        <a:bodyPr/>
        <a:lstStyle/>
        <a:p>
          <a:endParaRPr lang="en-US"/>
        </a:p>
      </dgm:t>
    </dgm:pt>
    <dgm:pt modelId="{CD78D6BF-30BC-7142-9725-B9D1BF666E7B}" type="pres">
      <dgm:prSet presAssocID="{FA6A981E-3070-A34F-947A-EB7ABA68EE11}" presName="childShape" presStyleCnt="0"/>
      <dgm:spPr/>
    </dgm:pt>
    <dgm:pt modelId="{1AC9A5BA-BC67-294C-AC33-A22F6DB38F56}" type="pres">
      <dgm:prSet presAssocID="{F9FEA76A-0448-B543-A07D-BFF42E9992EB}" presName="Name13" presStyleLbl="parChTrans1D2" presStyleIdx="10" presStyleCnt="13"/>
      <dgm:spPr/>
      <dgm:t>
        <a:bodyPr/>
        <a:lstStyle/>
        <a:p>
          <a:endParaRPr lang="en-US"/>
        </a:p>
      </dgm:t>
    </dgm:pt>
    <dgm:pt modelId="{DCB2FCDB-E6D6-904E-A580-4ADB3BF065A6}" type="pres">
      <dgm:prSet presAssocID="{51FEB92C-5C00-4148-B4CE-600BD1896178}" presName="childText" presStyleLbl="bgAcc1" presStyleIdx="10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B0DAF1-60E4-9045-B9E4-B96C5D869AFD}" type="pres">
      <dgm:prSet presAssocID="{DC0B03C6-28CF-5A4D-B3F8-BB2309151689}" presName="Name13" presStyleLbl="parChTrans1D2" presStyleIdx="11" presStyleCnt="13"/>
      <dgm:spPr/>
      <dgm:t>
        <a:bodyPr/>
        <a:lstStyle/>
        <a:p>
          <a:endParaRPr lang="en-US"/>
        </a:p>
      </dgm:t>
    </dgm:pt>
    <dgm:pt modelId="{366DBA70-8BB4-F34F-8B9B-A2766771CED6}" type="pres">
      <dgm:prSet presAssocID="{9BD8975B-F43D-194D-9595-9DCB15FE0012}" presName="childText" presStyleLbl="bgAcc1" presStyleIdx="11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F7C217-EAF9-1940-A3AC-6B582F32A3FA}" type="pres">
      <dgm:prSet presAssocID="{AE02444B-5E83-5F41-9956-4BF44137F418}" presName="Name13" presStyleLbl="parChTrans1D2" presStyleIdx="12" presStyleCnt="13"/>
      <dgm:spPr/>
      <dgm:t>
        <a:bodyPr/>
        <a:lstStyle/>
        <a:p>
          <a:endParaRPr lang="en-US"/>
        </a:p>
      </dgm:t>
    </dgm:pt>
    <dgm:pt modelId="{5AF0E7B9-E263-D64F-82B7-2123FE05D917}" type="pres">
      <dgm:prSet presAssocID="{49C10939-F231-2D4D-AC73-F6AEA469EE20}" presName="childText" presStyleLbl="bgAcc1" presStyleIdx="12" presStyleCnt="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4BC89E1-E7F4-374D-B94C-68F2BD26FFAD}" type="presOf" srcId="{9FA2F442-938D-5944-9371-4C6772DEDC8B}" destId="{F1386D75-35EA-5D42-9968-3F87FE7AA2CE}" srcOrd="0" destOrd="0" presId="urn:microsoft.com/office/officeart/2005/8/layout/hierarchy3"/>
    <dgm:cxn modelId="{5B04F1DA-AD92-DA4F-A9A8-D06CF9C0F20A}" srcId="{A01E109A-38E4-4D41-9D2B-DA90F9DF2D9D}" destId="{C820C997-5775-1D4D-B615-942335D8F154}" srcOrd="2" destOrd="0" parTransId="{A583C24D-C0BD-2746-95CF-79BD54700144}" sibTransId="{1A2C764F-A4B0-064A-A259-79172E032F1A}"/>
    <dgm:cxn modelId="{CBECFDA5-18C8-9943-8859-DD62EBDF7B7F}" srcId="{8A5A9FAA-F984-444B-8BA7-6F42E18237DE}" destId="{D8989F21-0B24-DD47-AF8B-351C1027F72B}" srcOrd="1" destOrd="0" parTransId="{CB0A248A-E086-8F4B-A63C-250EFB5A7DBB}" sibTransId="{FE09924D-9CFE-CA42-B634-EB596A8838BE}"/>
    <dgm:cxn modelId="{ED72D179-00B3-DC43-845E-CEF7562AF714}" type="presOf" srcId="{FA6A981E-3070-A34F-947A-EB7ABA68EE11}" destId="{C6E62521-4D12-004A-A502-A60826E7EBAA}" srcOrd="1" destOrd="0" presId="urn:microsoft.com/office/officeart/2005/8/layout/hierarchy3"/>
    <dgm:cxn modelId="{5A88B560-DB4E-5246-AF8C-01DB0C83F26B}" type="presOf" srcId="{262243F6-C188-F24D-AB99-C967D9D9E10A}" destId="{9797C1B8-553B-7B41-931F-7E110BE99EAA}" srcOrd="0" destOrd="0" presId="urn:microsoft.com/office/officeart/2005/8/layout/hierarchy3"/>
    <dgm:cxn modelId="{E3004402-9654-2C48-85C9-9172CECE1A8A}" type="presOf" srcId="{51FEB92C-5C00-4148-B4CE-600BD1896178}" destId="{DCB2FCDB-E6D6-904E-A580-4ADB3BF065A6}" srcOrd="0" destOrd="0" presId="urn:microsoft.com/office/officeart/2005/8/layout/hierarchy3"/>
    <dgm:cxn modelId="{4D2632F8-6FE0-8F46-9CF9-B331BF5CDB6D}" srcId="{C820C997-5775-1D4D-B615-942335D8F154}" destId="{2DC69FB4-FE3C-AD43-B145-23EB77E89B08}" srcOrd="2" destOrd="0" parTransId="{E592A506-7658-4B4C-8FED-E3A5A6E38753}" sibTransId="{F8BBE253-0172-B84A-83BB-383ED67C14CE}"/>
    <dgm:cxn modelId="{09F36EE2-F466-2542-8DCA-3ADD5E166BE9}" type="presOf" srcId="{5ADB2149-FAF2-FD41-9564-36A9AA224EBD}" destId="{A69E1617-86CE-4B49-A4F8-B02490186F30}" srcOrd="0" destOrd="0" presId="urn:microsoft.com/office/officeart/2005/8/layout/hierarchy3"/>
    <dgm:cxn modelId="{CC37A9E7-2DC1-5A4A-AE04-F1D4CB9BFA82}" type="presOf" srcId="{7F091602-B494-2A49-A04D-FD0AC9D0086B}" destId="{790BEB0E-6B5B-BE40-A3A9-EE69F83027B8}" srcOrd="0" destOrd="0" presId="urn:microsoft.com/office/officeart/2005/8/layout/hierarchy3"/>
    <dgm:cxn modelId="{794FA295-6434-C24B-89F9-681DD87A4FB7}" srcId="{262243F6-C188-F24D-AB99-C967D9D9E10A}" destId="{AD977A24-11DC-C742-9D49-A6C33F1F91B6}" srcOrd="0" destOrd="0" parTransId="{5ADB2149-FAF2-FD41-9564-36A9AA224EBD}" sibTransId="{75DCBC6C-838A-A242-AF2C-FFA40016B3C6}"/>
    <dgm:cxn modelId="{2B175F00-84E5-4D45-981D-B4AE67E1E7F4}" srcId="{8A5A9FAA-F984-444B-8BA7-6F42E18237DE}" destId="{730A44F1-D164-9041-B049-621F523080BF}" srcOrd="2" destOrd="0" parTransId="{7F091602-B494-2A49-A04D-FD0AC9D0086B}" sibTransId="{D9080A72-DA8D-1F4A-9B0A-737131935B49}"/>
    <dgm:cxn modelId="{5335185B-5ECA-3146-86FD-D91FB578345B}" type="presOf" srcId="{730A44F1-D164-9041-B049-621F523080BF}" destId="{3D110699-3DBB-5146-A1DC-9DF4CC366F5C}" srcOrd="0" destOrd="0" presId="urn:microsoft.com/office/officeart/2005/8/layout/hierarchy3"/>
    <dgm:cxn modelId="{D8E3A9B4-85B5-3245-9B47-89139C2F414D}" type="presOf" srcId="{F9FEA76A-0448-B543-A07D-BFF42E9992EB}" destId="{1AC9A5BA-BC67-294C-AC33-A22F6DB38F56}" srcOrd="0" destOrd="0" presId="urn:microsoft.com/office/officeart/2005/8/layout/hierarchy3"/>
    <dgm:cxn modelId="{8F40FCFC-C2AD-2941-A184-2841F64D5B69}" type="presOf" srcId="{D7B695A4-8C81-7145-A1F9-297813E20ADC}" destId="{D506F360-FBE7-A546-AC58-035A01472293}" srcOrd="0" destOrd="0" presId="urn:microsoft.com/office/officeart/2005/8/layout/hierarchy3"/>
    <dgm:cxn modelId="{E40F42F0-3170-A04E-B56D-19CBCE560B0D}" type="presOf" srcId="{49C10939-F231-2D4D-AC73-F6AEA469EE20}" destId="{5AF0E7B9-E263-D64F-82B7-2123FE05D917}" srcOrd="0" destOrd="0" presId="urn:microsoft.com/office/officeart/2005/8/layout/hierarchy3"/>
    <dgm:cxn modelId="{55F4957E-74FE-EA43-AB54-BA206FCF0C1B}" type="presOf" srcId="{FAEA5CBB-AE04-B549-AC53-D0181C8E8A08}" destId="{CDF79683-4896-AE46-8C7E-1E26F3144B7F}" srcOrd="0" destOrd="0" presId="urn:microsoft.com/office/officeart/2005/8/layout/hierarchy3"/>
    <dgm:cxn modelId="{7350C190-74A2-144C-B9A6-D5E10387C400}" type="presOf" srcId="{4EE020A8-A35E-F943-8D39-B335825AE9FF}" destId="{B9A2AEBA-8DB5-A741-9AFA-831FB972D460}" srcOrd="0" destOrd="0" presId="urn:microsoft.com/office/officeart/2005/8/layout/hierarchy3"/>
    <dgm:cxn modelId="{E4B6982D-E2DD-1C47-9835-705BF5BD40AB}" type="presOf" srcId="{249E975A-6248-F040-B0EC-0D217BA5812D}" destId="{195F2E14-05C7-644B-B6BE-707563606306}" srcOrd="0" destOrd="0" presId="urn:microsoft.com/office/officeart/2005/8/layout/hierarchy3"/>
    <dgm:cxn modelId="{28F4AB10-5324-3C4A-9297-8947DEB91F3C}" srcId="{262243F6-C188-F24D-AB99-C967D9D9E10A}" destId="{DE8EFFD2-9C3E-E142-B5BE-3003F9ECCF56}" srcOrd="1" destOrd="0" parTransId="{0B65D78F-D56C-BD40-A9B0-59F402830A7C}" sibTransId="{32C610E4-C72E-124F-B694-8DE0CE7D00DE}"/>
    <dgm:cxn modelId="{CACBB24F-BA96-6E47-B781-6175DC476ECF}" srcId="{8A5A9FAA-F984-444B-8BA7-6F42E18237DE}" destId="{249E975A-6248-F040-B0EC-0D217BA5812D}" srcOrd="0" destOrd="0" parTransId="{D7B695A4-8C81-7145-A1F9-297813E20ADC}" sibTransId="{B21CA502-2196-FC49-B024-49C7EF69C567}"/>
    <dgm:cxn modelId="{16B95E9E-B55C-6649-A4FA-D7DDFC3CA278}" srcId="{262243F6-C188-F24D-AB99-C967D9D9E10A}" destId="{4EE020A8-A35E-F943-8D39-B335825AE9FF}" srcOrd="2" destOrd="0" parTransId="{2C6FA2B9-6188-7041-8EEB-DFFE828A61C2}" sibTransId="{5A49EC81-E953-1442-9FED-4A0A4FA31D72}"/>
    <dgm:cxn modelId="{496CF2C5-FFEA-C646-B06D-A62E4CE8B4B8}" type="presOf" srcId="{CB0A248A-E086-8F4B-A63C-250EFB5A7DBB}" destId="{0E6FC7EB-80AA-AC4F-92E0-0E78041CDE6D}" srcOrd="0" destOrd="0" presId="urn:microsoft.com/office/officeart/2005/8/layout/hierarchy3"/>
    <dgm:cxn modelId="{7F2C4258-B909-FE4E-AEA3-C27C912FAA46}" type="presOf" srcId="{FA6A981E-3070-A34F-947A-EB7ABA68EE11}" destId="{2331A22A-7C8D-C642-BBF8-C12A6CD27989}" srcOrd="0" destOrd="0" presId="urn:microsoft.com/office/officeart/2005/8/layout/hierarchy3"/>
    <dgm:cxn modelId="{60026084-DFE2-9745-8BFE-9A72269C3CB1}" type="presOf" srcId="{262243F6-C188-F24D-AB99-C967D9D9E10A}" destId="{A22B84D8-03AB-CA45-90C5-01047C820E69}" srcOrd="1" destOrd="0" presId="urn:microsoft.com/office/officeart/2005/8/layout/hierarchy3"/>
    <dgm:cxn modelId="{CDA58620-49BE-0D4D-AF1D-9C657B392456}" type="presOf" srcId="{E592A506-7658-4B4C-8FED-E3A5A6E38753}" destId="{FECE01BA-866C-8B4C-8971-A9BDF35383BD}" srcOrd="0" destOrd="0" presId="urn:microsoft.com/office/officeart/2005/8/layout/hierarchy3"/>
    <dgm:cxn modelId="{22071553-C3A1-FE4E-B419-13C85BB0DEC0}" type="presOf" srcId="{29337C8D-4C22-5949-A112-C600430A6B55}" destId="{F0161445-FBCA-154C-A578-ACEB2B139284}" srcOrd="0" destOrd="0" presId="urn:microsoft.com/office/officeart/2005/8/layout/hierarchy3"/>
    <dgm:cxn modelId="{FA8AD48E-B222-7C42-A108-2A1E12234662}" type="presOf" srcId="{AD977A24-11DC-C742-9D49-A6C33F1F91B6}" destId="{EB5CB965-FFE0-B148-AF27-9EABE58F81E7}" srcOrd="0" destOrd="0" presId="urn:microsoft.com/office/officeart/2005/8/layout/hierarchy3"/>
    <dgm:cxn modelId="{B40E5301-9BA8-FF47-AD4D-AD1404AD6B9D}" type="presOf" srcId="{2C6FA2B9-6188-7041-8EEB-DFFE828A61C2}" destId="{29C59D61-C26A-AA40-8EA4-D9F10DB3FA4C}" srcOrd="0" destOrd="0" presId="urn:microsoft.com/office/officeart/2005/8/layout/hierarchy3"/>
    <dgm:cxn modelId="{C8607F48-060A-764F-84DA-45D6F1C538F9}" srcId="{C820C997-5775-1D4D-B615-942335D8F154}" destId="{84F3437F-B600-A644-99F4-6E1DF8387B12}" srcOrd="1" destOrd="0" parTransId="{2548E3A4-CB27-114A-89EA-C80B13E8BB9F}" sibTransId="{FA46A5F8-BBDC-664B-9AD6-2E1735900F55}"/>
    <dgm:cxn modelId="{B03E3F1A-CB33-DD40-8573-6D80E8765A71}" srcId="{FA6A981E-3070-A34F-947A-EB7ABA68EE11}" destId="{51FEB92C-5C00-4148-B4CE-600BD1896178}" srcOrd="0" destOrd="0" parTransId="{F9FEA76A-0448-B543-A07D-BFF42E9992EB}" sibTransId="{FFF0B65F-CD9A-6648-BBD9-4405952DABF1}"/>
    <dgm:cxn modelId="{59EFDA7D-2793-1F4C-8888-439DB55D01B5}" type="presOf" srcId="{2548E3A4-CB27-114A-89EA-C80B13E8BB9F}" destId="{22BDA43B-DDAC-6B48-B529-9D41B158BFE5}" srcOrd="0" destOrd="0" presId="urn:microsoft.com/office/officeart/2005/8/layout/hierarchy3"/>
    <dgm:cxn modelId="{56A2CFEB-7A36-1144-A4B2-B986781C3238}" type="presOf" srcId="{C820C997-5775-1D4D-B615-942335D8F154}" destId="{6FDB1C52-66B8-EF4F-9FB7-A5C8D3D6C37F}" srcOrd="0" destOrd="0" presId="urn:microsoft.com/office/officeart/2005/8/layout/hierarchy3"/>
    <dgm:cxn modelId="{C6509B97-1744-8B45-80BA-74097A215472}" type="presOf" srcId="{AE02444B-5E83-5F41-9956-4BF44137F418}" destId="{46F7C217-EAF9-1940-A3AC-6B582F32A3FA}" srcOrd="0" destOrd="0" presId="urn:microsoft.com/office/officeart/2005/8/layout/hierarchy3"/>
    <dgm:cxn modelId="{4C3CBE3D-0571-354C-B481-A34B1862DBC3}" srcId="{FA6A981E-3070-A34F-947A-EB7ABA68EE11}" destId="{49C10939-F231-2D4D-AC73-F6AEA469EE20}" srcOrd="2" destOrd="0" parTransId="{AE02444B-5E83-5F41-9956-4BF44137F418}" sibTransId="{4A25220D-608E-804F-BC8A-1E008ED485B3}"/>
    <dgm:cxn modelId="{627BDE90-E896-184A-8E74-1050505247DC}" type="presOf" srcId="{DC0B03C6-28CF-5A4D-B3F8-BB2309151689}" destId="{83B0DAF1-60E4-9045-B9E4-B96C5D869AFD}" srcOrd="0" destOrd="0" presId="urn:microsoft.com/office/officeart/2005/8/layout/hierarchy3"/>
    <dgm:cxn modelId="{6B703F2C-3A56-074B-9030-D139F7046D96}" srcId="{FA6A981E-3070-A34F-947A-EB7ABA68EE11}" destId="{9BD8975B-F43D-194D-9595-9DCB15FE0012}" srcOrd="1" destOrd="0" parTransId="{DC0B03C6-28CF-5A4D-B3F8-BB2309151689}" sibTransId="{4044DD32-0884-5642-A684-DDBF3DACF352}"/>
    <dgm:cxn modelId="{57BF55B1-F63D-2043-82B7-915B75760267}" type="presOf" srcId="{2DC69FB4-FE3C-AD43-B145-23EB77E89B08}" destId="{69BFFA3F-0AD9-9441-82BC-335A44ED0150}" srcOrd="0" destOrd="0" presId="urn:microsoft.com/office/officeart/2005/8/layout/hierarchy3"/>
    <dgm:cxn modelId="{88BEBD12-1940-2144-9F28-DE35917B5CD7}" type="presOf" srcId="{84F3437F-B600-A644-99F4-6E1DF8387B12}" destId="{86D2BFCF-6137-6040-B4D7-654F73B11185}" srcOrd="0" destOrd="0" presId="urn:microsoft.com/office/officeart/2005/8/layout/hierarchy3"/>
    <dgm:cxn modelId="{D2A93954-A25A-0447-8637-37532864A64C}" type="presOf" srcId="{D8989F21-0B24-DD47-AF8B-351C1027F72B}" destId="{5F4B137F-2E04-C242-AEBD-63382F5DADFC}" srcOrd="0" destOrd="0" presId="urn:microsoft.com/office/officeart/2005/8/layout/hierarchy3"/>
    <dgm:cxn modelId="{83624726-8043-BF45-8AC4-BDA498110BC4}" type="presOf" srcId="{9BD8975B-F43D-194D-9595-9DCB15FE0012}" destId="{366DBA70-8BB4-F34F-8B9B-A2766771CED6}" srcOrd="0" destOrd="0" presId="urn:microsoft.com/office/officeart/2005/8/layout/hierarchy3"/>
    <dgm:cxn modelId="{052E6DA5-E4C5-7841-94F6-8437BB3D697C}" type="presOf" srcId="{4F65C890-6967-5D41-856B-1BAADEDB4B58}" destId="{1B2A1DD4-116B-C64D-AB7C-4E334146ACC9}" srcOrd="0" destOrd="0" presId="urn:microsoft.com/office/officeart/2005/8/layout/hierarchy3"/>
    <dgm:cxn modelId="{786B7B78-C154-1442-8D88-039D335632A4}" type="presOf" srcId="{8A5A9FAA-F984-444B-8BA7-6F42E18237DE}" destId="{E831056C-9A48-964E-B68D-5061B30A0B2E}" srcOrd="1" destOrd="0" presId="urn:microsoft.com/office/officeart/2005/8/layout/hierarchy3"/>
    <dgm:cxn modelId="{87D43DF5-D96F-3747-BA2E-B0C77F59B3E0}" srcId="{C820C997-5775-1D4D-B615-942335D8F154}" destId="{FAEA5CBB-AE04-B549-AC53-D0181C8E8A08}" srcOrd="0" destOrd="0" parTransId="{9FA2F442-938D-5944-9371-4C6772DEDC8B}" sibTransId="{CEC13FC5-968C-3B44-8BA2-0F6AFB7FD97B}"/>
    <dgm:cxn modelId="{E9A4B155-1DD3-B046-BA8F-27FA9ECD306F}" srcId="{A01E109A-38E4-4D41-9D2B-DA90F9DF2D9D}" destId="{8A5A9FAA-F984-444B-8BA7-6F42E18237DE}" srcOrd="0" destOrd="0" parTransId="{701CB208-7D27-BF42-8900-EF0CB3D9F6A6}" sibTransId="{9EC8D73D-6532-3D4F-8298-19218992382F}"/>
    <dgm:cxn modelId="{66CD094A-B89D-044A-96E7-BEEAD96544CE}" srcId="{A01E109A-38E4-4D41-9D2B-DA90F9DF2D9D}" destId="{FA6A981E-3070-A34F-947A-EB7ABA68EE11}" srcOrd="3" destOrd="0" parTransId="{5F7AF8B1-9982-594E-8029-EC2EEDBC8594}" sibTransId="{7E71C80E-E9E3-F749-9498-B99251E355D5}"/>
    <dgm:cxn modelId="{D093AF0F-B3C7-3341-840E-9F4C0D0DAE1D}" type="presOf" srcId="{0B65D78F-D56C-BD40-A9B0-59F402830A7C}" destId="{8AF6E76E-68BB-264D-826E-AEBB39267524}" srcOrd="0" destOrd="0" presId="urn:microsoft.com/office/officeart/2005/8/layout/hierarchy3"/>
    <dgm:cxn modelId="{2DA9E234-B320-204F-B637-507BB9161C22}" srcId="{C820C997-5775-1D4D-B615-942335D8F154}" destId="{29337C8D-4C22-5949-A112-C600430A6B55}" srcOrd="3" destOrd="0" parTransId="{4F65C890-6967-5D41-856B-1BAADEDB4B58}" sibTransId="{DB232A88-B0FC-5B4D-9FFC-B80C06AA875C}"/>
    <dgm:cxn modelId="{07CC2A24-EE94-0B44-9D25-AEB149A7C34D}" type="presOf" srcId="{C820C997-5775-1D4D-B615-942335D8F154}" destId="{97A63C3D-DF05-2E49-ADF2-60951A1D1420}" srcOrd="1" destOrd="0" presId="urn:microsoft.com/office/officeart/2005/8/layout/hierarchy3"/>
    <dgm:cxn modelId="{297B302E-6F9F-EB4F-9A92-0AA9EBEB1ABC}" srcId="{A01E109A-38E4-4D41-9D2B-DA90F9DF2D9D}" destId="{262243F6-C188-F24D-AB99-C967D9D9E10A}" srcOrd="1" destOrd="0" parTransId="{ED03BC8E-07B6-6543-B0D2-36E92AC82D5A}" sibTransId="{F118ACA0-1276-4741-A2FD-9E27BEFCD4DB}"/>
    <dgm:cxn modelId="{1D028558-4F65-C748-BD53-11A49DC135E9}" type="presOf" srcId="{DE8EFFD2-9C3E-E142-B5BE-3003F9ECCF56}" destId="{11F567F9-0295-3F48-9CFB-A29A07F8ED60}" srcOrd="0" destOrd="0" presId="urn:microsoft.com/office/officeart/2005/8/layout/hierarchy3"/>
    <dgm:cxn modelId="{70EFB3A1-1BB5-6C4B-8AB4-20E379A1653E}" type="presOf" srcId="{8A5A9FAA-F984-444B-8BA7-6F42E18237DE}" destId="{A31D7AAC-FC8E-004F-B865-F0253AEE1155}" srcOrd="0" destOrd="0" presId="urn:microsoft.com/office/officeart/2005/8/layout/hierarchy3"/>
    <dgm:cxn modelId="{23130026-2F15-BE43-98CD-CC30D4600946}" type="presOf" srcId="{A01E109A-38E4-4D41-9D2B-DA90F9DF2D9D}" destId="{1311F7BE-D404-D349-BB42-D06F815CB3A0}" srcOrd="0" destOrd="0" presId="urn:microsoft.com/office/officeart/2005/8/layout/hierarchy3"/>
    <dgm:cxn modelId="{A244E13B-DE56-A142-9D4C-26B7A109DE9B}" type="presParOf" srcId="{1311F7BE-D404-D349-BB42-D06F815CB3A0}" destId="{65B303EF-CF3A-0A47-BD65-066E7387980C}" srcOrd="0" destOrd="0" presId="urn:microsoft.com/office/officeart/2005/8/layout/hierarchy3"/>
    <dgm:cxn modelId="{C1F3BBE0-CB67-F445-ADCC-115FF8B924C0}" type="presParOf" srcId="{65B303EF-CF3A-0A47-BD65-066E7387980C}" destId="{C88AF388-E42F-5E49-89BA-17D87E548B2F}" srcOrd="0" destOrd="0" presId="urn:microsoft.com/office/officeart/2005/8/layout/hierarchy3"/>
    <dgm:cxn modelId="{3AD2E9E0-35FE-E44F-9AF8-D0AF647C8F4A}" type="presParOf" srcId="{C88AF388-E42F-5E49-89BA-17D87E548B2F}" destId="{A31D7AAC-FC8E-004F-B865-F0253AEE1155}" srcOrd="0" destOrd="0" presId="urn:microsoft.com/office/officeart/2005/8/layout/hierarchy3"/>
    <dgm:cxn modelId="{CEA288F4-9ACD-6346-A5CF-43AF371FA7D1}" type="presParOf" srcId="{C88AF388-E42F-5E49-89BA-17D87E548B2F}" destId="{E831056C-9A48-964E-B68D-5061B30A0B2E}" srcOrd="1" destOrd="0" presId="urn:microsoft.com/office/officeart/2005/8/layout/hierarchy3"/>
    <dgm:cxn modelId="{38468A20-95E0-9F49-8440-C91878320ACF}" type="presParOf" srcId="{65B303EF-CF3A-0A47-BD65-066E7387980C}" destId="{B6BE7F2D-0741-DC4A-883B-CE2C4C1343A1}" srcOrd="1" destOrd="0" presId="urn:microsoft.com/office/officeart/2005/8/layout/hierarchy3"/>
    <dgm:cxn modelId="{4D9DCF9A-18BF-F040-8A62-C6746D0094D8}" type="presParOf" srcId="{B6BE7F2D-0741-DC4A-883B-CE2C4C1343A1}" destId="{D506F360-FBE7-A546-AC58-035A01472293}" srcOrd="0" destOrd="0" presId="urn:microsoft.com/office/officeart/2005/8/layout/hierarchy3"/>
    <dgm:cxn modelId="{B9BC3E22-1E66-B843-BA48-480A3630743D}" type="presParOf" srcId="{B6BE7F2D-0741-DC4A-883B-CE2C4C1343A1}" destId="{195F2E14-05C7-644B-B6BE-707563606306}" srcOrd="1" destOrd="0" presId="urn:microsoft.com/office/officeart/2005/8/layout/hierarchy3"/>
    <dgm:cxn modelId="{A24284CF-42AE-0B49-B5D2-389A70424B2D}" type="presParOf" srcId="{B6BE7F2D-0741-DC4A-883B-CE2C4C1343A1}" destId="{0E6FC7EB-80AA-AC4F-92E0-0E78041CDE6D}" srcOrd="2" destOrd="0" presId="urn:microsoft.com/office/officeart/2005/8/layout/hierarchy3"/>
    <dgm:cxn modelId="{13B82D19-85A0-2A4C-A1DB-D4867AD301A0}" type="presParOf" srcId="{B6BE7F2D-0741-DC4A-883B-CE2C4C1343A1}" destId="{5F4B137F-2E04-C242-AEBD-63382F5DADFC}" srcOrd="3" destOrd="0" presId="urn:microsoft.com/office/officeart/2005/8/layout/hierarchy3"/>
    <dgm:cxn modelId="{56E07565-0F92-7745-9B90-1C082B8C7484}" type="presParOf" srcId="{B6BE7F2D-0741-DC4A-883B-CE2C4C1343A1}" destId="{790BEB0E-6B5B-BE40-A3A9-EE69F83027B8}" srcOrd="4" destOrd="0" presId="urn:microsoft.com/office/officeart/2005/8/layout/hierarchy3"/>
    <dgm:cxn modelId="{53BBDFA3-54E6-9D40-A9E4-5750A89772D0}" type="presParOf" srcId="{B6BE7F2D-0741-DC4A-883B-CE2C4C1343A1}" destId="{3D110699-3DBB-5146-A1DC-9DF4CC366F5C}" srcOrd="5" destOrd="0" presId="urn:microsoft.com/office/officeart/2005/8/layout/hierarchy3"/>
    <dgm:cxn modelId="{C4312315-27E1-8849-B0F5-AA00688B255F}" type="presParOf" srcId="{1311F7BE-D404-D349-BB42-D06F815CB3A0}" destId="{4A872E52-54F5-1A43-85FC-DCE645AB9B6F}" srcOrd="1" destOrd="0" presId="urn:microsoft.com/office/officeart/2005/8/layout/hierarchy3"/>
    <dgm:cxn modelId="{E3EC5CB7-9CB2-E547-8439-9465CD42B513}" type="presParOf" srcId="{4A872E52-54F5-1A43-85FC-DCE645AB9B6F}" destId="{294828B9-5D8A-374C-B55B-597E28DCB701}" srcOrd="0" destOrd="0" presId="urn:microsoft.com/office/officeart/2005/8/layout/hierarchy3"/>
    <dgm:cxn modelId="{0A53D5C3-2E73-E342-A58E-2BB0DA8BE16B}" type="presParOf" srcId="{294828B9-5D8A-374C-B55B-597E28DCB701}" destId="{9797C1B8-553B-7B41-931F-7E110BE99EAA}" srcOrd="0" destOrd="0" presId="urn:microsoft.com/office/officeart/2005/8/layout/hierarchy3"/>
    <dgm:cxn modelId="{3B3204D0-73EA-0A40-A2B0-1CFF7A5CBF48}" type="presParOf" srcId="{294828B9-5D8A-374C-B55B-597E28DCB701}" destId="{A22B84D8-03AB-CA45-90C5-01047C820E69}" srcOrd="1" destOrd="0" presId="urn:microsoft.com/office/officeart/2005/8/layout/hierarchy3"/>
    <dgm:cxn modelId="{CCF4E23A-B1A1-9844-8249-FE707521B391}" type="presParOf" srcId="{4A872E52-54F5-1A43-85FC-DCE645AB9B6F}" destId="{A005FEA5-2DB2-F643-8FB0-5B8DF56790A3}" srcOrd="1" destOrd="0" presId="urn:microsoft.com/office/officeart/2005/8/layout/hierarchy3"/>
    <dgm:cxn modelId="{0E487DC7-CACD-FC4F-8AB0-E1ADFF0A53D3}" type="presParOf" srcId="{A005FEA5-2DB2-F643-8FB0-5B8DF56790A3}" destId="{A69E1617-86CE-4B49-A4F8-B02490186F30}" srcOrd="0" destOrd="0" presId="urn:microsoft.com/office/officeart/2005/8/layout/hierarchy3"/>
    <dgm:cxn modelId="{F890B6A6-F4CE-814B-958A-CE969A1A34F9}" type="presParOf" srcId="{A005FEA5-2DB2-F643-8FB0-5B8DF56790A3}" destId="{EB5CB965-FFE0-B148-AF27-9EABE58F81E7}" srcOrd="1" destOrd="0" presId="urn:microsoft.com/office/officeart/2005/8/layout/hierarchy3"/>
    <dgm:cxn modelId="{A2D34FD3-5E82-6A4E-8208-9A0480AAAA5B}" type="presParOf" srcId="{A005FEA5-2DB2-F643-8FB0-5B8DF56790A3}" destId="{8AF6E76E-68BB-264D-826E-AEBB39267524}" srcOrd="2" destOrd="0" presId="urn:microsoft.com/office/officeart/2005/8/layout/hierarchy3"/>
    <dgm:cxn modelId="{37DD2730-64AE-1243-AE2E-DA0A03BBC616}" type="presParOf" srcId="{A005FEA5-2DB2-F643-8FB0-5B8DF56790A3}" destId="{11F567F9-0295-3F48-9CFB-A29A07F8ED60}" srcOrd="3" destOrd="0" presId="urn:microsoft.com/office/officeart/2005/8/layout/hierarchy3"/>
    <dgm:cxn modelId="{E3EBAE07-335E-E248-840B-BD1063D7F847}" type="presParOf" srcId="{A005FEA5-2DB2-F643-8FB0-5B8DF56790A3}" destId="{29C59D61-C26A-AA40-8EA4-D9F10DB3FA4C}" srcOrd="4" destOrd="0" presId="urn:microsoft.com/office/officeart/2005/8/layout/hierarchy3"/>
    <dgm:cxn modelId="{FBF45FAA-D31A-7147-93BF-28B9FE7F293A}" type="presParOf" srcId="{A005FEA5-2DB2-F643-8FB0-5B8DF56790A3}" destId="{B9A2AEBA-8DB5-A741-9AFA-831FB972D460}" srcOrd="5" destOrd="0" presId="urn:microsoft.com/office/officeart/2005/8/layout/hierarchy3"/>
    <dgm:cxn modelId="{3B059441-52F1-7F4E-A9A3-69AD2A3AD535}" type="presParOf" srcId="{1311F7BE-D404-D349-BB42-D06F815CB3A0}" destId="{4C0FBB09-7455-AD4B-A250-A227E5BE8914}" srcOrd="2" destOrd="0" presId="urn:microsoft.com/office/officeart/2005/8/layout/hierarchy3"/>
    <dgm:cxn modelId="{D0B50406-09B4-8C43-AA6C-DDCCBB3A1301}" type="presParOf" srcId="{4C0FBB09-7455-AD4B-A250-A227E5BE8914}" destId="{D4B22C91-84BC-B14D-B12A-35306AE4CA8C}" srcOrd="0" destOrd="0" presId="urn:microsoft.com/office/officeart/2005/8/layout/hierarchy3"/>
    <dgm:cxn modelId="{1B5F4E87-9E90-AA41-89F8-A81F81885C20}" type="presParOf" srcId="{D4B22C91-84BC-B14D-B12A-35306AE4CA8C}" destId="{6FDB1C52-66B8-EF4F-9FB7-A5C8D3D6C37F}" srcOrd="0" destOrd="0" presId="urn:microsoft.com/office/officeart/2005/8/layout/hierarchy3"/>
    <dgm:cxn modelId="{7DED7964-2FD1-0E45-B8E4-879FFE79A341}" type="presParOf" srcId="{D4B22C91-84BC-B14D-B12A-35306AE4CA8C}" destId="{97A63C3D-DF05-2E49-ADF2-60951A1D1420}" srcOrd="1" destOrd="0" presId="urn:microsoft.com/office/officeart/2005/8/layout/hierarchy3"/>
    <dgm:cxn modelId="{B37354F3-352A-344E-A639-172A417FB449}" type="presParOf" srcId="{4C0FBB09-7455-AD4B-A250-A227E5BE8914}" destId="{8B7CDE3C-846A-BB46-9BB0-FBE85B4B4746}" srcOrd="1" destOrd="0" presId="urn:microsoft.com/office/officeart/2005/8/layout/hierarchy3"/>
    <dgm:cxn modelId="{6E1D7436-2657-4C46-94FA-8A7B8279D30C}" type="presParOf" srcId="{8B7CDE3C-846A-BB46-9BB0-FBE85B4B4746}" destId="{F1386D75-35EA-5D42-9968-3F87FE7AA2CE}" srcOrd="0" destOrd="0" presId="urn:microsoft.com/office/officeart/2005/8/layout/hierarchy3"/>
    <dgm:cxn modelId="{02558F8B-F288-234B-B269-92F31FC9721F}" type="presParOf" srcId="{8B7CDE3C-846A-BB46-9BB0-FBE85B4B4746}" destId="{CDF79683-4896-AE46-8C7E-1E26F3144B7F}" srcOrd="1" destOrd="0" presId="urn:microsoft.com/office/officeart/2005/8/layout/hierarchy3"/>
    <dgm:cxn modelId="{37B300CD-0F03-1146-9E23-3F21D25F70CA}" type="presParOf" srcId="{8B7CDE3C-846A-BB46-9BB0-FBE85B4B4746}" destId="{22BDA43B-DDAC-6B48-B529-9D41B158BFE5}" srcOrd="2" destOrd="0" presId="urn:microsoft.com/office/officeart/2005/8/layout/hierarchy3"/>
    <dgm:cxn modelId="{2C7F7FB9-1CB3-4047-BAFE-8E05D20FA0F9}" type="presParOf" srcId="{8B7CDE3C-846A-BB46-9BB0-FBE85B4B4746}" destId="{86D2BFCF-6137-6040-B4D7-654F73B11185}" srcOrd="3" destOrd="0" presId="urn:microsoft.com/office/officeart/2005/8/layout/hierarchy3"/>
    <dgm:cxn modelId="{CE8A7936-B535-8540-A7F1-AAB743D1CD4E}" type="presParOf" srcId="{8B7CDE3C-846A-BB46-9BB0-FBE85B4B4746}" destId="{FECE01BA-866C-8B4C-8971-A9BDF35383BD}" srcOrd="4" destOrd="0" presId="urn:microsoft.com/office/officeart/2005/8/layout/hierarchy3"/>
    <dgm:cxn modelId="{BC7EF1E6-4E7B-2C4D-ADC4-8DCD36593925}" type="presParOf" srcId="{8B7CDE3C-846A-BB46-9BB0-FBE85B4B4746}" destId="{69BFFA3F-0AD9-9441-82BC-335A44ED0150}" srcOrd="5" destOrd="0" presId="urn:microsoft.com/office/officeart/2005/8/layout/hierarchy3"/>
    <dgm:cxn modelId="{8BB4C528-9F06-D54F-A9C4-1C8917AE33D0}" type="presParOf" srcId="{8B7CDE3C-846A-BB46-9BB0-FBE85B4B4746}" destId="{1B2A1DD4-116B-C64D-AB7C-4E334146ACC9}" srcOrd="6" destOrd="0" presId="urn:microsoft.com/office/officeart/2005/8/layout/hierarchy3"/>
    <dgm:cxn modelId="{378E466B-9C09-B746-B956-00C334190E20}" type="presParOf" srcId="{8B7CDE3C-846A-BB46-9BB0-FBE85B4B4746}" destId="{F0161445-FBCA-154C-A578-ACEB2B139284}" srcOrd="7" destOrd="0" presId="urn:microsoft.com/office/officeart/2005/8/layout/hierarchy3"/>
    <dgm:cxn modelId="{59ED2C2E-3CD0-C144-97D1-1FB83F4F797C}" type="presParOf" srcId="{1311F7BE-D404-D349-BB42-D06F815CB3A0}" destId="{72F5BBD8-11DF-9646-80C0-53EB1F187006}" srcOrd="3" destOrd="0" presId="urn:microsoft.com/office/officeart/2005/8/layout/hierarchy3"/>
    <dgm:cxn modelId="{633758A3-FA1B-7347-9C03-FB08998322F7}" type="presParOf" srcId="{72F5BBD8-11DF-9646-80C0-53EB1F187006}" destId="{5C2FD415-52B4-3149-8FE7-A15013E2F92D}" srcOrd="0" destOrd="0" presId="urn:microsoft.com/office/officeart/2005/8/layout/hierarchy3"/>
    <dgm:cxn modelId="{F1B1703F-0E0E-2741-A6E7-57879A27A7EF}" type="presParOf" srcId="{5C2FD415-52B4-3149-8FE7-A15013E2F92D}" destId="{2331A22A-7C8D-C642-BBF8-C12A6CD27989}" srcOrd="0" destOrd="0" presId="urn:microsoft.com/office/officeart/2005/8/layout/hierarchy3"/>
    <dgm:cxn modelId="{96077E9E-DD1D-514D-8541-8E6AF623BA26}" type="presParOf" srcId="{5C2FD415-52B4-3149-8FE7-A15013E2F92D}" destId="{C6E62521-4D12-004A-A502-A60826E7EBAA}" srcOrd="1" destOrd="0" presId="urn:microsoft.com/office/officeart/2005/8/layout/hierarchy3"/>
    <dgm:cxn modelId="{42220094-0109-B940-A5F3-83039E05B6BC}" type="presParOf" srcId="{72F5BBD8-11DF-9646-80C0-53EB1F187006}" destId="{CD78D6BF-30BC-7142-9725-B9D1BF666E7B}" srcOrd="1" destOrd="0" presId="urn:microsoft.com/office/officeart/2005/8/layout/hierarchy3"/>
    <dgm:cxn modelId="{300488FE-0A96-8247-901D-B652255C48B6}" type="presParOf" srcId="{CD78D6BF-30BC-7142-9725-B9D1BF666E7B}" destId="{1AC9A5BA-BC67-294C-AC33-A22F6DB38F56}" srcOrd="0" destOrd="0" presId="urn:microsoft.com/office/officeart/2005/8/layout/hierarchy3"/>
    <dgm:cxn modelId="{1180D178-81C2-A745-89C2-7B5C52C83758}" type="presParOf" srcId="{CD78D6BF-30BC-7142-9725-B9D1BF666E7B}" destId="{DCB2FCDB-E6D6-904E-A580-4ADB3BF065A6}" srcOrd="1" destOrd="0" presId="urn:microsoft.com/office/officeart/2005/8/layout/hierarchy3"/>
    <dgm:cxn modelId="{23E3772F-335C-E348-B6FA-23F6272CC2FE}" type="presParOf" srcId="{CD78D6BF-30BC-7142-9725-B9D1BF666E7B}" destId="{83B0DAF1-60E4-9045-B9E4-B96C5D869AFD}" srcOrd="2" destOrd="0" presId="urn:microsoft.com/office/officeart/2005/8/layout/hierarchy3"/>
    <dgm:cxn modelId="{1BA70815-90DE-4A48-B8D4-8C2EAE80D34F}" type="presParOf" srcId="{CD78D6BF-30BC-7142-9725-B9D1BF666E7B}" destId="{366DBA70-8BB4-F34F-8B9B-A2766771CED6}" srcOrd="3" destOrd="0" presId="urn:microsoft.com/office/officeart/2005/8/layout/hierarchy3"/>
    <dgm:cxn modelId="{43BD1723-A3C0-6D44-9BE9-70651310650B}" type="presParOf" srcId="{CD78D6BF-30BC-7142-9725-B9D1BF666E7B}" destId="{46F7C217-EAF9-1940-A3AC-6B582F32A3FA}" srcOrd="4" destOrd="0" presId="urn:microsoft.com/office/officeart/2005/8/layout/hierarchy3"/>
    <dgm:cxn modelId="{9B2CB2E1-B5B4-3045-AE3A-89B69030B120}" type="presParOf" srcId="{CD78D6BF-30BC-7142-9725-B9D1BF666E7B}" destId="{5AF0E7B9-E263-D64F-82B7-2123FE05D917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345D47-8D5E-EF4F-9ED8-936890EC94B5}" type="doc">
      <dgm:prSet loTypeId="urn:microsoft.com/office/officeart/2005/8/layout/target2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1D35A3-B306-0247-9C90-FE2FD338F566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The two most important characteristics of memory</a:t>
          </a:r>
          <a:endParaRPr lang="en-US" dirty="0"/>
        </a:p>
      </dgm:t>
    </dgm:pt>
    <dgm:pt modelId="{D1BE60B8-0963-4F46-B025-69563C2B04F0}" type="parTrans" cxnId="{67D9566B-B9BA-8649-AB7A-40E6060CBA2C}">
      <dgm:prSet/>
      <dgm:spPr/>
      <dgm:t>
        <a:bodyPr/>
        <a:lstStyle/>
        <a:p>
          <a:endParaRPr lang="en-US"/>
        </a:p>
      </dgm:t>
    </dgm:pt>
    <dgm:pt modelId="{4D21CA9D-B342-C145-9903-36C13BD31C9E}" type="sibTrans" cxnId="{67D9566B-B9BA-8649-AB7A-40E6060CBA2C}">
      <dgm:prSet/>
      <dgm:spPr/>
      <dgm:t>
        <a:bodyPr/>
        <a:lstStyle/>
        <a:p>
          <a:endParaRPr lang="en-US"/>
        </a:p>
      </dgm:t>
    </dgm:pt>
    <dgm:pt modelId="{86657987-5D7D-9145-9B7A-F752208AD897}">
      <dgm:prSet custT="1"/>
      <dgm:spPr/>
      <dgm:t>
        <a:bodyPr/>
        <a:lstStyle/>
        <a:p>
          <a:pPr rtl="0"/>
          <a:endParaRPr lang="en-US" sz="2000" dirty="0" smtClean="0"/>
        </a:p>
        <a:p>
          <a:pPr rtl="0"/>
          <a:r>
            <a:rPr lang="en-US" sz="3000" dirty="0" smtClean="0"/>
            <a:t>Three performance parameters are used:</a:t>
          </a:r>
          <a:endParaRPr lang="en-US" sz="3000" dirty="0"/>
        </a:p>
      </dgm:t>
    </dgm:pt>
    <dgm:pt modelId="{602B3695-5FF0-9C4A-B946-F15B2FB28D16}" type="parTrans" cxnId="{EFE69842-B030-B54C-A174-D400E1F6B7B1}">
      <dgm:prSet/>
      <dgm:spPr/>
      <dgm:t>
        <a:bodyPr/>
        <a:lstStyle/>
        <a:p>
          <a:endParaRPr lang="en-US"/>
        </a:p>
      </dgm:t>
    </dgm:pt>
    <dgm:pt modelId="{5ED105F6-1A94-EE4F-911E-E0F216E124A5}" type="sibTrans" cxnId="{EFE69842-B030-B54C-A174-D400E1F6B7B1}">
      <dgm:prSet/>
      <dgm:spPr/>
      <dgm:t>
        <a:bodyPr/>
        <a:lstStyle/>
        <a:p>
          <a:endParaRPr lang="en-US"/>
        </a:p>
      </dgm:t>
    </dgm:pt>
    <dgm:pt modelId="{CF384916-2EBE-C047-B176-DAD9E34690A4}">
      <dgm:prSet custT="1"/>
      <dgm:spPr/>
      <dgm:t>
        <a:bodyPr/>
        <a:lstStyle/>
        <a:p>
          <a:pPr rtl="0"/>
          <a:r>
            <a:rPr lang="en-GB" sz="2000" dirty="0" smtClean="0"/>
            <a:t>Access time (latency)</a:t>
          </a:r>
          <a:endParaRPr lang="en-GB" sz="2000" dirty="0"/>
        </a:p>
      </dgm:t>
    </dgm:pt>
    <dgm:pt modelId="{4691FD66-CC92-AF49-9FA8-89E7ADDE426E}" type="parTrans" cxnId="{1EFD4954-79F2-5A41-ABFB-49CAF963DDCF}">
      <dgm:prSet/>
      <dgm:spPr/>
      <dgm:t>
        <a:bodyPr/>
        <a:lstStyle/>
        <a:p>
          <a:endParaRPr lang="en-US"/>
        </a:p>
      </dgm:t>
    </dgm:pt>
    <dgm:pt modelId="{6C69B0F2-86D0-BE49-B377-295A6A39A971}" type="sibTrans" cxnId="{1EFD4954-79F2-5A41-ABFB-49CAF963DDCF}">
      <dgm:prSet/>
      <dgm:spPr/>
      <dgm:t>
        <a:bodyPr/>
        <a:lstStyle/>
        <a:p>
          <a:endParaRPr lang="en-US"/>
        </a:p>
      </dgm:t>
    </dgm:pt>
    <dgm:pt modelId="{317CB85F-1C30-8E43-8C90-8E62399E8176}">
      <dgm:prSet custT="1"/>
      <dgm:spPr/>
      <dgm:t>
        <a:bodyPr/>
        <a:lstStyle/>
        <a:p>
          <a:pPr rtl="0"/>
          <a:r>
            <a:rPr lang="en-US" sz="1600" dirty="0" smtClean="0"/>
            <a:t>For random-access memory it is the time it takes to perform a read or write operation</a:t>
          </a:r>
          <a:endParaRPr lang="en-US" sz="1600" dirty="0"/>
        </a:p>
      </dgm:t>
    </dgm:pt>
    <dgm:pt modelId="{EE8EDB02-BC91-964C-A351-6CEF0F3A0FB9}" type="parTrans" cxnId="{E624E411-7403-6F4A-8733-5F67BF7E579E}">
      <dgm:prSet/>
      <dgm:spPr/>
      <dgm:t>
        <a:bodyPr/>
        <a:lstStyle/>
        <a:p>
          <a:endParaRPr lang="en-US"/>
        </a:p>
      </dgm:t>
    </dgm:pt>
    <dgm:pt modelId="{7841D5F3-1D0E-3249-9335-D18CCF73B93D}" type="sibTrans" cxnId="{E624E411-7403-6F4A-8733-5F67BF7E579E}">
      <dgm:prSet/>
      <dgm:spPr/>
      <dgm:t>
        <a:bodyPr/>
        <a:lstStyle/>
        <a:p>
          <a:endParaRPr lang="en-US"/>
        </a:p>
      </dgm:t>
    </dgm:pt>
    <dgm:pt modelId="{7408E672-E96F-5941-8BBA-E8B5E346BAA1}">
      <dgm:prSet custT="1"/>
      <dgm:spPr/>
      <dgm:t>
        <a:bodyPr/>
        <a:lstStyle/>
        <a:p>
          <a:pPr rtl="0"/>
          <a:r>
            <a:rPr lang="en-US" sz="1600" dirty="0" smtClean="0"/>
            <a:t>For non-random-access memory it is the time it takes to position the read-write mechanism at the desired location</a:t>
          </a:r>
          <a:endParaRPr lang="en-US" sz="1600" dirty="0"/>
        </a:p>
      </dgm:t>
    </dgm:pt>
    <dgm:pt modelId="{B89F4393-BF34-0040-A33A-9871583F5B3F}" type="parTrans" cxnId="{C0830C1F-53BF-0342-82F9-6DF09C874BF1}">
      <dgm:prSet/>
      <dgm:spPr/>
      <dgm:t>
        <a:bodyPr/>
        <a:lstStyle/>
        <a:p>
          <a:endParaRPr lang="en-US"/>
        </a:p>
      </dgm:t>
    </dgm:pt>
    <dgm:pt modelId="{A797B638-1219-7E40-B797-3853F4F7CF99}" type="sibTrans" cxnId="{C0830C1F-53BF-0342-82F9-6DF09C874BF1}">
      <dgm:prSet/>
      <dgm:spPr/>
      <dgm:t>
        <a:bodyPr/>
        <a:lstStyle/>
        <a:p>
          <a:endParaRPr lang="en-US"/>
        </a:p>
      </dgm:t>
    </dgm:pt>
    <dgm:pt modelId="{6F299D02-4724-A74A-AA67-D410C5ECB300}">
      <dgm:prSet/>
      <dgm:spPr/>
      <dgm:t>
        <a:bodyPr/>
        <a:lstStyle/>
        <a:p>
          <a:pPr rtl="0"/>
          <a:r>
            <a:rPr lang="en-US" dirty="0" smtClean="0"/>
            <a:t>Transfer rate</a:t>
          </a:r>
          <a:endParaRPr lang="en-US" dirty="0"/>
        </a:p>
      </dgm:t>
    </dgm:pt>
    <dgm:pt modelId="{126EB937-125C-3645-A822-00222F561300}" type="parTrans" cxnId="{0190996B-7D1A-0642-9595-9C104F6DAD68}">
      <dgm:prSet/>
      <dgm:spPr/>
      <dgm:t>
        <a:bodyPr/>
        <a:lstStyle/>
        <a:p>
          <a:endParaRPr lang="en-US"/>
        </a:p>
      </dgm:t>
    </dgm:pt>
    <dgm:pt modelId="{0CB6D00F-8917-7D41-93CF-8AB361ABE8CC}" type="sibTrans" cxnId="{0190996B-7D1A-0642-9595-9C104F6DAD68}">
      <dgm:prSet/>
      <dgm:spPr/>
      <dgm:t>
        <a:bodyPr/>
        <a:lstStyle/>
        <a:p>
          <a:endParaRPr lang="en-US"/>
        </a:p>
      </dgm:t>
    </dgm:pt>
    <dgm:pt modelId="{E762937F-2561-A44B-8C95-94BA8C9C4617}">
      <dgm:prSet/>
      <dgm:spPr/>
      <dgm:t>
        <a:bodyPr/>
        <a:lstStyle/>
        <a:p>
          <a:pPr rtl="0"/>
          <a:r>
            <a:rPr lang="en-US" dirty="0" smtClean="0"/>
            <a:t>The rate at which data can be transferred into or out of a memory unit</a:t>
          </a:r>
          <a:endParaRPr lang="en-US" dirty="0"/>
        </a:p>
      </dgm:t>
    </dgm:pt>
    <dgm:pt modelId="{341C858B-B1A1-9C4F-A648-D1C7100925DC}" type="parTrans" cxnId="{249E08D8-A514-CD4F-B569-5825518BE2CA}">
      <dgm:prSet/>
      <dgm:spPr/>
      <dgm:t>
        <a:bodyPr/>
        <a:lstStyle/>
        <a:p>
          <a:endParaRPr lang="en-US"/>
        </a:p>
      </dgm:t>
    </dgm:pt>
    <dgm:pt modelId="{89B4B04F-DAD4-9747-908B-925408933E39}" type="sibTrans" cxnId="{249E08D8-A514-CD4F-B569-5825518BE2CA}">
      <dgm:prSet/>
      <dgm:spPr/>
      <dgm:t>
        <a:bodyPr/>
        <a:lstStyle/>
        <a:p>
          <a:endParaRPr lang="en-US"/>
        </a:p>
      </dgm:t>
    </dgm:pt>
    <dgm:pt modelId="{A6F1DB38-E56A-BA4B-B780-FA6EDBD930C8}">
      <dgm:prSet/>
      <dgm:spPr/>
      <dgm:t>
        <a:bodyPr/>
        <a:lstStyle/>
        <a:p>
          <a:pPr rtl="0"/>
          <a:r>
            <a:rPr lang="en-US" dirty="0" smtClean="0"/>
            <a:t>For random-access memory it is equal to 1/(cycle time)</a:t>
          </a:r>
          <a:endParaRPr lang="en-US" dirty="0"/>
        </a:p>
      </dgm:t>
    </dgm:pt>
    <dgm:pt modelId="{B09454DD-B16C-EA4E-98F7-131AA262A6FB}" type="parTrans" cxnId="{B26D4589-7F37-3648-A3E1-183DF5637DB3}">
      <dgm:prSet/>
      <dgm:spPr/>
      <dgm:t>
        <a:bodyPr/>
        <a:lstStyle/>
        <a:p>
          <a:endParaRPr lang="en-US"/>
        </a:p>
      </dgm:t>
    </dgm:pt>
    <dgm:pt modelId="{C04873EF-9610-C44F-BC9D-6C3FAB7D6212}" type="sibTrans" cxnId="{B26D4589-7F37-3648-A3E1-183DF5637DB3}">
      <dgm:prSet/>
      <dgm:spPr/>
      <dgm:t>
        <a:bodyPr/>
        <a:lstStyle/>
        <a:p>
          <a:endParaRPr lang="en-US"/>
        </a:p>
      </dgm:t>
    </dgm:pt>
    <dgm:pt modelId="{4BB96DB0-F8CB-0D43-B5F2-EE804536328D}">
      <dgm:prSet custT="1"/>
      <dgm:spPr/>
      <dgm:t>
        <a:bodyPr/>
        <a:lstStyle/>
        <a:p>
          <a:pPr rtl="0"/>
          <a:r>
            <a:rPr lang="en-US" sz="2000" dirty="0" smtClean="0"/>
            <a:t>Memory cycle time</a:t>
          </a:r>
          <a:endParaRPr lang="en-US" sz="2000" dirty="0"/>
        </a:p>
      </dgm:t>
    </dgm:pt>
    <dgm:pt modelId="{A6CFE9F4-7A7B-2C44-8271-BE68A2567E01}" type="sibTrans" cxnId="{F7FB9BBA-CCBB-DF45-9564-D777DFD59F03}">
      <dgm:prSet/>
      <dgm:spPr/>
      <dgm:t>
        <a:bodyPr/>
        <a:lstStyle/>
        <a:p>
          <a:endParaRPr lang="en-US"/>
        </a:p>
      </dgm:t>
    </dgm:pt>
    <dgm:pt modelId="{DA145010-1BC5-4A47-8C0F-5A2A26315F5D}" type="parTrans" cxnId="{F7FB9BBA-CCBB-DF45-9564-D777DFD59F03}">
      <dgm:prSet/>
      <dgm:spPr/>
      <dgm:t>
        <a:bodyPr/>
        <a:lstStyle/>
        <a:p>
          <a:endParaRPr lang="en-US"/>
        </a:p>
      </dgm:t>
    </dgm:pt>
    <dgm:pt modelId="{D60B39AF-5EB9-C047-98BC-FC39BA3364E4}">
      <dgm:prSet custT="1"/>
      <dgm:spPr/>
      <dgm:t>
        <a:bodyPr/>
        <a:lstStyle/>
        <a:p>
          <a:pPr rtl="0"/>
          <a:r>
            <a:rPr lang="en-US" sz="1600" dirty="0" smtClean="0"/>
            <a:t>Access time plus any additional time required before second access can commence</a:t>
          </a:r>
          <a:endParaRPr lang="en-US" sz="1600" dirty="0"/>
        </a:p>
      </dgm:t>
    </dgm:pt>
    <dgm:pt modelId="{3E176711-D759-2242-93D1-C0B062B3A17C}" type="sibTrans" cxnId="{024C89BA-7E9F-174A-BBC7-3186A108E4E6}">
      <dgm:prSet/>
      <dgm:spPr/>
      <dgm:t>
        <a:bodyPr/>
        <a:lstStyle/>
        <a:p>
          <a:endParaRPr lang="en-US"/>
        </a:p>
      </dgm:t>
    </dgm:pt>
    <dgm:pt modelId="{5E97EA38-D1A0-1B43-8B27-53638AEBE5C5}" type="parTrans" cxnId="{024C89BA-7E9F-174A-BBC7-3186A108E4E6}">
      <dgm:prSet/>
      <dgm:spPr/>
      <dgm:t>
        <a:bodyPr/>
        <a:lstStyle/>
        <a:p>
          <a:endParaRPr lang="en-US"/>
        </a:p>
      </dgm:t>
    </dgm:pt>
    <dgm:pt modelId="{9498714A-5D09-AE4D-81B2-F8F2997E0A84}">
      <dgm:prSet custT="1"/>
      <dgm:spPr/>
      <dgm:t>
        <a:bodyPr/>
        <a:lstStyle/>
        <a:p>
          <a:pPr rtl="0"/>
          <a:r>
            <a:rPr lang="en-US" sz="1600" dirty="0" smtClean="0"/>
            <a:t>Additional time may be required for transients to die out on signal lines or to regenerate data if they are read destructively</a:t>
          </a:r>
          <a:endParaRPr lang="en-US" sz="1600" dirty="0"/>
        </a:p>
      </dgm:t>
    </dgm:pt>
    <dgm:pt modelId="{647066E6-D48E-7540-80CC-0AC22D7E35BC}" type="sibTrans" cxnId="{582BB5E4-E826-2E4C-8F7E-3AF94691565F}">
      <dgm:prSet/>
      <dgm:spPr/>
      <dgm:t>
        <a:bodyPr/>
        <a:lstStyle/>
        <a:p>
          <a:endParaRPr lang="en-US"/>
        </a:p>
      </dgm:t>
    </dgm:pt>
    <dgm:pt modelId="{51AEF564-2A4F-774E-A6BF-9C5BB7C7BA51}" type="parTrans" cxnId="{582BB5E4-E826-2E4C-8F7E-3AF94691565F}">
      <dgm:prSet/>
      <dgm:spPr/>
      <dgm:t>
        <a:bodyPr/>
        <a:lstStyle/>
        <a:p>
          <a:endParaRPr lang="en-US"/>
        </a:p>
      </dgm:t>
    </dgm:pt>
    <dgm:pt modelId="{17DFE561-8622-9F49-AD32-92661BDD5157}">
      <dgm:prSet custT="1"/>
      <dgm:spPr/>
      <dgm:t>
        <a:bodyPr/>
        <a:lstStyle/>
        <a:p>
          <a:pPr rtl="0"/>
          <a:r>
            <a:rPr lang="en-US" sz="1600" dirty="0" smtClean="0"/>
            <a:t>Concerned with the system bus, not the processor</a:t>
          </a:r>
          <a:endParaRPr lang="en-US" sz="1600" dirty="0"/>
        </a:p>
      </dgm:t>
    </dgm:pt>
    <dgm:pt modelId="{00068B92-6255-9847-84BD-929767462738}" type="sibTrans" cxnId="{19FBFDAF-CE6E-0E4D-A368-CE236325F355}">
      <dgm:prSet/>
      <dgm:spPr/>
      <dgm:t>
        <a:bodyPr/>
        <a:lstStyle/>
        <a:p>
          <a:endParaRPr lang="en-US"/>
        </a:p>
      </dgm:t>
    </dgm:pt>
    <dgm:pt modelId="{2917BF63-F96B-4646-A238-694B5CE16ADB}" type="parTrans" cxnId="{19FBFDAF-CE6E-0E4D-A368-CE236325F355}">
      <dgm:prSet/>
      <dgm:spPr/>
      <dgm:t>
        <a:bodyPr/>
        <a:lstStyle/>
        <a:p>
          <a:endParaRPr lang="en-US"/>
        </a:p>
      </dgm:t>
    </dgm:pt>
    <dgm:pt modelId="{8DC7E3E3-3F49-9048-9468-3382299E881D}" type="pres">
      <dgm:prSet presAssocID="{63345D47-8D5E-EF4F-9ED8-936890EC94B5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1C62E5A-EAEF-CE4A-8117-2DB3BEFFE3F4}" type="pres">
      <dgm:prSet presAssocID="{63345D47-8D5E-EF4F-9ED8-936890EC94B5}" presName="outerBox" presStyleCnt="0"/>
      <dgm:spPr/>
    </dgm:pt>
    <dgm:pt modelId="{13077C67-B24F-6A49-8EF8-E21AE295BA78}" type="pres">
      <dgm:prSet presAssocID="{63345D47-8D5E-EF4F-9ED8-936890EC94B5}" presName="outerBoxParent" presStyleLbl="node1" presStyleIdx="0" presStyleCnt="2"/>
      <dgm:spPr/>
      <dgm:t>
        <a:bodyPr/>
        <a:lstStyle/>
        <a:p>
          <a:endParaRPr lang="en-US"/>
        </a:p>
      </dgm:t>
    </dgm:pt>
    <dgm:pt modelId="{B733473D-D397-8C49-8CDA-15216272C145}" type="pres">
      <dgm:prSet presAssocID="{63345D47-8D5E-EF4F-9ED8-936890EC94B5}" presName="outerBoxChildren" presStyleCnt="0"/>
      <dgm:spPr/>
    </dgm:pt>
    <dgm:pt modelId="{D95F7024-0289-E042-84D4-642341566593}" type="pres">
      <dgm:prSet presAssocID="{63345D47-8D5E-EF4F-9ED8-936890EC94B5}" presName="middleBox" presStyleCnt="0"/>
      <dgm:spPr/>
    </dgm:pt>
    <dgm:pt modelId="{8A95A152-734B-A745-AAE7-3D32D8C60BCF}" type="pres">
      <dgm:prSet presAssocID="{63345D47-8D5E-EF4F-9ED8-936890EC94B5}" presName="middleBoxParent" presStyleLbl="node1" presStyleIdx="1" presStyleCnt="2" custLinFactNeighborX="1067" custLinFactNeighborY="-3296"/>
      <dgm:spPr/>
      <dgm:t>
        <a:bodyPr/>
        <a:lstStyle/>
        <a:p>
          <a:endParaRPr lang="en-US"/>
        </a:p>
      </dgm:t>
    </dgm:pt>
    <dgm:pt modelId="{1F5364B3-A8EB-4B44-A950-38E11751855D}" type="pres">
      <dgm:prSet presAssocID="{63345D47-8D5E-EF4F-9ED8-936890EC94B5}" presName="middleBoxChildren" presStyleCnt="0"/>
      <dgm:spPr/>
    </dgm:pt>
    <dgm:pt modelId="{4DC5D986-59BC-1740-AC0E-735CF97CB45C}" type="pres">
      <dgm:prSet presAssocID="{CF384916-2EBE-C047-B176-DAD9E34690A4}" presName="mChild" presStyleLbl="fgAcc1" presStyleIdx="0" presStyleCnt="3" custScaleX="133203" custScaleY="1411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B0377C-E376-2541-BAA2-7EE7D8DF01DB}" type="pres">
      <dgm:prSet presAssocID="{6C69B0F2-86D0-BE49-B377-295A6A39A971}" presName="middleSibTrans" presStyleCnt="0"/>
      <dgm:spPr/>
    </dgm:pt>
    <dgm:pt modelId="{DCA2CBFE-8F07-BB4E-8414-CF97B200D168}" type="pres">
      <dgm:prSet presAssocID="{4BB96DB0-F8CB-0D43-B5F2-EE804536328D}" presName="mChild" presStyleLbl="fgAcc1" presStyleIdx="1" presStyleCnt="3" custScaleX="130116" custScaleY="174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A02842-43F0-EE40-BD4B-3A0DC53468D2}" type="pres">
      <dgm:prSet presAssocID="{A6CFE9F4-7A7B-2C44-8271-BE68A2567E01}" presName="middleSibTrans" presStyleCnt="0"/>
      <dgm:spPr/>
    </dgm:pt>
    <dgm:pt modelId="{8D7CAF80-BCAD-AF40-83EC-CA9E025213FC}" type="pres">
      <dgm:prSet presAssocID="{6F299D02-4724-A74A-AA67-D410C5ECB300}" presName="mChild" presStyleLbl="fgAcc1" presStyleIdx="2" presStyleCnt="3" custScaleX="109180" custScaleY="102042" custLinFactX="8118" custLinFactNeighborX="100000" custLinFactNeighborY="-8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FBFDAF-CE6E-0E4D-A368-CE236325F355}" srcId="{4BB96DB0-F8CB-0D43-B5F2-EE804536328D}" destId="{17DFE561-8622-9F49-AD32-92661BDD5157}" srcOrd="2" destOrd="0" parTransId="{2917BF63-F96B-4646-A238-694B5CE16ADB}" sibTransId="{00068B92-6255-9847-84BD-929767462738}"/>
    <dgm:cxn modelId="{B26D4589-7F37-3648-A3E1-183DF5637DB3}" srcId="{6F299D02-4724-A74A-AA67-D410C5ECB300}" destId="{A6F1DB38-E56A-BA4B-B780-FA6EDBD930C8}" srcOrd="1" destOrd="0" parTransId="{B09454DD-B16C-EA4E-98F7-131AA262A6FB}" sibTransId="{C04873EF-9610-C44F-BC9D-6C3FAB7D6212}"/>
    <dgm:cxn modelId="{90BAB2A2-87A0-CB41-BD6A-D3A4F8845299}" type="presOf" srcId="{E762937F-2561-A44B-8C95-94BA8C9C4617}" destId="{8D7CAF80-BCAD-AF40-83EC-CA9E025213FC}" srcOrd="0" destOrd="1" presId="urn:microsoft.com/office/officeart/2005/8/layout/target2"/>
    <dgm:cxn modelId="{005208CC-7AE0-FF40-8E69-0FF12B49EF88}" type="presOf" srcId="{A41D35A3-B306-0247-9C90-FE2FD338F566}" destId="{13077C67-B24F-6A49-8EF8-E21AE295BA78}" srcOrd="0" destOrd="0" presId="urn:microsoft.com/office/officeart/2005/8/layout/target2"/>
    <dgm:cxn modelId="{CD6B9E43-2142-4448-A638-A4EC90323A3B}" type="presOf" srcId="{86657987-5D7D-9145-9B7A-F752208AD897}" destId="{8A95A152-734B-A745-AAE7-3D32D8C60BCF}" srcOrd="0" destOrd="0" presId="urn:microsoft.com/office/officeart/2005/8/layout/target2"/>
    <dgm:cxn modelId="{DB86298D-11E2-CC4B-AA34-86BEC492E8CA}" type="presOf" srcId="{17DFE561-8622-9F49-AD32-92661BDD5157}" destId="{DCA2CBFE-8F07-BB4E-8414-CF97B200D168}" srcOrd="0" destOrd="3" presId="urn:microsoft.com/office/officeart/2005/8/layout/target2"/>
    <dgm:cxn modelId="{844D594B-3BC1-214C-AB42-1A0306C17EB8}" type="presOf" srcId="{A6F1DB38-E56A-BA4B-B780-FA6EDBD930C8}" destId="{8D7CAF80-BCAD-AF40-83EC-CA9E025213FC}" srcOrd="0" destOrd="2" presId="urn:microsoft.com/office/officeart/2005/8/layout/target2"/>
    <dgm:cxn modelId="{6A0FBFC1-D4D1-6940-B898-859096250CF0}" type="presOf" srcId="{9498714A-5D09-AE4D-81B2-F8F2997E0A84}" destId="{DCA2CBFE-8F07-BB4E-8414-CF97B200D168}" srcOrd="0" destOrd="2" presId="urn:microsoft.com/office/officeart/2005/8/layout/target2"/>
    <dgm:cxn modelId="{E624E411-7403-6F4A-8733-5F67BF7E579E}" srcId="{CF384916-2EBE-C047-B176-DAD9E34690A4}" destId="{317CB85F-1C30-8E43-8C90-8E62399E8176}" srcOrd="0" destOrd="0" parTransId="{EE8EDB02-BC91-964C-A351-6CEF0F3A0FB9}" sibTransId="{7841D5F3-1D0E-3249-9335-D18CCF73B93D}"/>
    <dgm:cxn modelId="{EFE69842-B030-B54C-A174-D400E1F6B7B1}" srcId="{63345D47-8D5E-EF4F-9ED8-936890EC94B5}" destId="{86657987-5D7D-9145-9B7A-F752208AD897}" srcOrd="1" destOrd="0" parTransId="{602B3695-5FF0-9C4A-B946-F15B2FB28D16}" sibTransId="{5ED105F6-1A94-EE4F-911E-E0F216E124A5}"/>
    <dgm:cxn modelId="{47B6ED1F-66E1-E54C-93D5-141A1C5D63B3}" type="presOf" srcId="{317CB85F-1C30-8E43-8C90-8E62399E8176}" destId="{4DC5D986-59BC-1740-AC0E-735CF97CB45C}" srcOrd="0" destOrd="1" presId="urn:microsoft.com/office/officeart/2005/8/layout/target2"/>
    <dgm:cxn modelId="{BFB0EA41-0C58-0343-BF85-B827F232F3DF}" type="presOf" srcId="{63345D47-8D5E-EF4F-9ED8-936890EC94B5}" destId="{8DC7E3E3-3F49-9048-9468-3382299E881D}" srcOrd="0" destOrd="0" presId="urn:microsoft.com/office/officeart/2005/8/layout/target2"/>
    <dgm:cxn modelId="{FE0AF508-0746-304A-8066-DA7DB54E7139}" type="presOf" srcId="{D60B39AF-5EB9-C047-98BC-FC39BA3364E4}" destId="{DCA2CBFE-8F07-BB4E-8414-CF97B200D168}" srcOrd="0" destOrd="1" presId="urn:microsoft.com/office/officeart/2005/8/layout/target2"/>
    <dgm:cxn modelId="{1EFD4954-79F2-5A41-ABFB-49CAF963DDCF}" srcId="{86657987-5D7D-9145-9B7A-F752208AD897}" destId="{CF384916-2EBE-C047-B176-DAD9E34690A4}" srcOrd="0" destOrd="0" parTransId="{4691FD66-CC92-AF49-9FA8-89E7ADDE426E}" sibTransId="{6C69B0F2-86D0-BE49-B377-295A6A39A971}"/>
    <dgm:cxn modelId="{F7FB9BBA-CCBB-DF45-9564-D777DFD59F03}" srcId="{86657987-5D7D-9145-9B7A-F752208AD897}" destId="{4BB96DB0-F8CB-0D43-B5F2-EE804536328D}" srcOrd="1" destOrd="0" parTransId="{DA145010-1BC5-4A47-8C0F-5A2A26315F5D}" sibTransId="{A6CFE9F4-7A7B-2C44-8271-BE68A2567E01}"/>
    <dgm:cxn modelId="{67D9566B-B9BA-8649-AB7A-40E6060CBA2C}" srcId="{63345D47-8D5E-EF4F-9ED8-936890EC94B5}" destId="{A41D35A3-B306-0247-9C90-FE2FD338F566}" srcOrd="0" destOrd="0" parTransId="{D1BE60B8-0963-4F46-B025-69563C2B04F0}" sibTransId="{4D21CA9D-B342-C145-9903-36C13BD31C9E}"/>
    <dgm:cxn modelId="{DF701110-9429-9E48-9431-75C18C99FFCF}" type="presOf" srcId="{4BB96DB0-F8CB-0D43-B5F2-EE804536328D}" destId="{DCA2CBFE-8F07-BB4E-8414-CF97B200D168}" srcOrd="0" destOrd="0" presId="urn:microsoft.com/office/officeart/2005/8/layout/target2"/>
    <dgm:cxn modelId="{582BB5E4-E826-2E4C-8F7E-3AF94691565F}" srcId="{4BB96DB0-F8CB-0D43-B5F2-EE804536328D}" destId="{9498714A-5D09-AE4D-81B2-F8F2997E0A84}" srcOrd="1" destOrd="0" parTransId="{51AEF564-2A4F-774E-A6BF-9C5BB7C7BA51}" sibTransId="{647066E6-D48E-7540-80CC-0AC22D7E35BC}"/>
    <dgm:cxn modelId="{0190996B-7D1A-0642-9595-9C104F6DAD68}" srcId="{86657987-5D7D-9145-9B7A-F752208AD897}" destId="{6F299D02-4724-A74A-AA67-D410C5ECB300}" srcOrd="2" destOrd="0" parTransId="{126EB937-125C-3645-A822-00222F561300}" sibTransId="{0CB6D00F-8917-7D41-93CF-8AB361ABE8CC}"/>
    <dgm:cxn modelId="{C0830C1F-53BF-0342-82F9-6DF09C874BF1}" srcId="{CF384916-2EBE-C047-B176-DAD9E34690A4}" destId="{7408E672-E96F-5941-8BBA-E8B5E346BAA1}" srcOrd="1" destOrd="0" parTransId="{B89F4393-BF34-0040-A33A-9871583F5B3F}" sibTransId="{A797B638-1219-7E40-B797-3853F4F7CF99}"/>
    <dgm:cxn modelId="{249E08D8-A514-CD4F-B569-5825518BE2CA}" srcId="{6F299D02-4724-A74A-AA67-D410C5ECB300}" destId="{E762937F-2561-A44B-8C95-94BA8C9C4617}" srcOrd="0" destOrd="0" parTransId="{341C858B-B1A1-9C4F-A648-D1C7100925DC}" sibTransId="{89B4B04F-DAD4-9747-908B-925408933E39}"/>
    <dgm:cxn modelId="{024C89BA-7E9F-174A-BBC7-3186A108E4E6}" srcId="{4BB96DB0-F8CB-0D43-B5F2-EE804536328D}" destId="{D60B39AF-5EB9-C047-98BC-FC39BA3364E4}" srcOrd="0" destOrd="0" parTransId="{5E97EA38-D1A0-1B43-8B27-53638AEBE5C5}" sibTransId="{3E176711-D759-2242-93D1-C0B062B3A17C}"/>
    <dgm:cxn modelId="{FA106109-1866-874D-92B2-8C2DD984F321}" type="presOf" srcId="{6F299D02-4724-A74A-AA67-D410C5ECB300}" destId="{8D7CAF80-BCAD-AF40-83EC-CA9E025213FC}" srcOrd="0" destOrd="0" presId="urn:microsoft.com/office/officeart/2005/8/layout/target2"/>
    <dgm:cxn modelId="{26A531A5-09AB-9248-BBF6-9A7E62D3909F}" type="presOf" srcId="{7408E672-E96F-5941-8BBA-E8B5E346BAA1}" destId="{4DC5D986-59BC-1740-AC0E-735CF97CB45C}" srcOrd="0" destOrd="2" presId="urn:microsoft.com/office/officeart/2005/8/layout/target2"/>
    <dgm:cxn modelId="{CB4EC598-FE95-CE49-A7B0-06DA26786786}" type="presOf" srcId="{CF384916-2EBE-C047-B176-DAD9E34690A4}" destId="{4DC5D986-59BC-1740-AC0E-735CF97CB45C}" srcOrd="0" destOrd="0" presId="urn:microsoft.com/office/officeart/2005/8/layout/target2"/>
    <dgm:cxn modelId="{C1C33FF7-3E93-4546-A4CA-C6EC787BFBDF}" type="presParOf" srcId="{8DC7E3E3-3F49-9048-9468-3382299E881D}" destId="{C1C62E5A-EAEF-CE4A-8117-2DB3BEFFE3F4}" srcOrd="0" destOrd="0" presId="urn:microsoft.com/office/officeart/2005/8/layout/target2"/>
    <dgm:cxn modelId="{A9EBFF45-9345-274B-B696-0CBC9A105A36}" type="presParOf" srcId="{C1C62E5A-EAEF-CE4A-8117-2DB3BEFFE3F4}" destId="{13077C67-B24F-6A49-8EF8-E21AE295BA78}" srcOrd="0" destOrd="0" presId="urn:microsoft.com/office/officeart/2005/8/layout/target2"/>
    <dgm:cxn modelId="{499F04AF-6757-454D-B515-BB4E3A3B5AB4}" type="presParOf" srcId="{C1C62E5A-EAEF-CE4A-8117-2DB3BEFFE3F4}" destId="{B733473D-D397-8C49-8CDA-15216272C145}" srcOrd="1" destOrd="0" presId="urn:microsoft.com/office/officeart/2005/8/layout/target2"/>
    <dgm:cxn modelId="{FD00CA0C-1CAB-8840-9955-8AEB26A89454}" type="presParOf" srcId="{8DC7E3E3-3F49-9048-9468-3382299E881D}" destId="{D95F7024-0289-E042-84D4-642341566593}" srcOrd="1" destOrd="0" presId="urn:microsoft.com/office/officeart/2005/8/layout/target2"/>
    <dgm:cxn modelId="{4FA13E04-FC2D-AE4C-A648-B35F1031D82D}" type="presParOf" srcId="{D95F7024-0289-E042-84D4-642341566593}" destId="{8A95A152-734B-A745-AAE7-3D32D8C60BCF}" srcOrd="0" destOrd="0" presId="urn:microsoft.com/office/officeart/2005/8/layout/target2"/>
    <dgm:cxn modelId="{C01A4472-B456-AC49-868E-BAAC2971148F}" type="presParOf" srcId="{D95F7024-0289-E042-84D4-642341566593}" destId="{1F5364B3-A8EB-4B44-A950-38E11751855D}" srcOrd="1" destOrd="0" presId="urn:microsoft.com/office/officeart/2005/8/layout/target2"/>
    <dgm:cxn modelId="{DEEAC88A-0D3D-314D-BEC6-7F014CCC0252}" type="presParOf" srcId="{1F5364B3-A8EB-4B44-A950-38E11751855D}" destId="{4DC5D986-59BC-1740-AC0E-735CF97CB45C}" srcOrd="0" destOrd="0" presId="urn:microsoft.com/office/officeart/2005/8/layout/target2"/>
    <dgm:cxn modelId="{267017FA-7B20-3A49-A3F2-BC6A6B231443}" type="presParOf" srcId="{1F5364B3-A8EB-4B44-A950-38E11751855D}" destId="{37B0377C-E376-2541-BAA2-7EE7D8DF01DB}" srcOrd="1" destOrd="0" presId="urn:microsoft.com/office/officeart/2005/8/layout/target2"/>
    <dgm:cxn modelId="{A757FC87-DF2C-F24A-BC30-AED59BD631C3}" type="presParOf" srcId="{1F5364B3-A8EB-4B44-A950-38E11751855D}" destId="{DCA2CBFE-8F07-BB4E-8414-CF97B200D168}" srcOrd="2" destOrd="0" presId="urn:microsoft.com/office/officeart/2005/8/layout/target2"/>
    <dgm:cxn modelId="{6EDC7388-2DF5-2A42-8FED-E88B072A825B}" type="presParOf" srcId="{1F5364B3-A8EB-4B44-A950-38E11751855D}" destId="{C8A02842-43F0-EE40-BD4B-3A0DC53468D2}" srcOrd="3" destOrd="0" presId="urn:microsoft.com/office/officeart/2005/8/layout/target2"/>
    <dgm:cxn modelId="{94CA9281-DC6D-4E40-98C0-CAFAD357664E}" type="presParOf" srcId="{1F5364B3-A8EB-4B44-A950-38E11751855D}" destId="{8D7CAF80-BCAD-AF40-83EC-CA9E025213FC}" srcOrd="4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6-03T15:02:39.1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24606 1836 0,'0'-25'47,"0"0"15,0 0-46,0 0 31,0 1-32,0-1 17,0 0-17,0 0 1,0 0-1,0 0 1,0 1 0,-25-26 15,25 25 0,-24 25-15,24-49-1,-25 49 1,25-25 15,0 0-15,0 0 0,0 0-1,0 1 32,0-1-16,0 0 16,0 0-31,0 0 31,0 1-32,0-1 48,0 50 77,0-50 251,0 0-360,0 0 1,0 0-1,0-24 63,0 24 31,25 25 62,-1 0-171,1 0-1,0 0 1,25 0 0,24 0-1,-24-74-15,49 74 16,-49-25-1,24 25 1,-24 0 0,-1-25-1,1 25 1,24-25-16,-49 25 16,25 0-1,-75 0 220,25 50-220,0-25 1,-50 24-1,50 26 1,0-1-16,0-24 16,0-1-1,0 1 1,0-25 0,0 24-1,0-24 1,0 0-1,0 24 1,0 1 0,25 124-1,-25-125 1,0 1 0,25-50 249,24 0-249,-24 0-1,25 0 1,24 0 0,-49 0-1,0 0 1,24 0 0,-24 0-1,25 0 1,-25 0 15,-1 0 0,-24-50 94,0 26-109,0-1 0,0 0-1,0 0 16,0-25-31,0 26 16,0-26 0,0-24-1,0-1 1,-24 1 0,24-1-1,0 1-15,0 24 16,-25 1-1,25-26 1,-25 51 0,25-26-1,-25 25 1,50 25 203,0 0-204,0 0 1,24 0-16,26 0 16,-1 0-1,-49 0 1,0 0-1,0 0 1,-1 0 0,1 0-1,0 0 1,25 0 0,-50 25 171,0 25-171,0-26-16,0 51 15,0-26 1,0 26 0,24-1-1,1 25 1,-25-49 15,0 24-15,0-49-1,0 0 1,0 25 0,0-26-1,0 26 1,25-25-1,0-25 1,-25 25 31,0 24-31,0-24-1,49-25 266,-49-25-265,25 25 453,0 0-454,49 0 1,1 0 0,-1 0-16,-24 0 15,-1 0 1,-24 0 0,25 0 15,-25 0-16,-1 0 48,-24-24 218,0-1-250,-24-25-15,24 0 0,-50 1-1,50-26-15,0 26 16,-50-26 0,26 51-1,24-26 1,0 0-1,0 1 1,0 24 0,0-25-1,0 26-15,0-26 16,0 25 0,0 0-1,0 1-15,0-1 16,0 0-1,0 0 17,0 0-17,0 1 1,49 24 203,1 0-204,-1 0 1,1 0-16,0 0 16,-1 0-1,1 0 1,-25 0-1,-1-50 1,1 50 0,0 0-1,0 0-15,0 0 16,0 0 31,-25 25 125,24 0-172,-24-1 15,0 51 1,0-26 0,0 1-1,25-25 1,-25 49-1,0-24 1,0 24 0,0-24-1,0-25 1,0-1 0,0 26-1,0 24 1,0-49-16,0 0 15,0 0 1,0 0 0,25-1-16,-25 1 31,0 0 16,0 25-32,0-25 1,25-25 218,0 0-218,-1 0-16,1 0 16,25 0 15,-25 0 0,-1 0-15,1 0-1,0 0 1,0 0 15,49 0-15,-24-25 46,-25 25-46,-25-25 297,-50-124-298,25 99 1,0 1-16,25-1 15,0 25 1,0 1 0,-49-26-1,49 25 1,0 0 0,0 1-1,0-1 1,0-74-1,0 74 1,0-25 15,0 25 251,0 1-189,0-1-46,173 25 219,-173-25 499,-24 50-515,-1 0-218,0-1 171,0-24-63,0 0 95,25-24-204,0-1 16,-24 25-31,24-25-16,0 0 31,0 0-16,0 1 17,0-1 327,24 25-343,1 0 15,25-25-15,-25 25-1,-1 0-15,1 0 16,0 0-1,0 0 1,0 0 15,-1 0-15,1 0-16,0 0 16,0 0-1,0 0 1,-1 0 15,1 0 32,0 0-32,0 0-31,0 0 78,-1 0-47</inkml:trace>
  <inkml:trace contextRef="#ctx0" brushRef="#br0" timeOffset="4259.3633">28004 819 0,'0'24'172,"0"26"-125,0-25-16,0 0-31,0 24 16,0-24-1,0 0 1,0 0 0,0-1-1,0 1 1,25 25 15,-25-1-15,0-24 31,0 25-16,0-25 0,25 24 78,-25-24-77,0 0-17,50 24 1,-25 1 109,-25-25-94,0 24 0,0-24 126,0 0-17,0 0 532,0 0-656,0 0 31,0 24 15,24-49 923,1-25-985,0 25 15,49 0 1,-49 0-1,25-24 1,-25 24 0,24 0-16,1 0 15,-25 0 1,24 0 0,1 0-1,-25 0 1,24 0-1,-24 0 1,0 0 0,0 0-1,-1 0 17</inkml:trace>
  <inkml:trace contextRef="#ctx0" brushRef="#br0" timeOffset="10344.9002">28401 571 0,'0'-25'328,"-24"-25"-297,-1 25-31,0 0 32,0 25-17,0 0 1,1 0 46,-1 0-46,0-24 0,0 24-1,-24-25 48,24 25-48,-25 0 1,25 0 15,-24 0-15,24 0-1,0 0 1,-25 0-16,26 0 31,-26 0-15,25 0 15,0 0-15,1 0-1,-1 0 1,0 0 0,0 0-1,25 25 1,-49-1 0,24-24-1,-25 0 16,25 0 1,1 0-32,-1 0 15,0 0 1,-25 0 15,1 0-15,24 0-1,0 0 1,0 0 0,1 0-1,-26 0 17,25 0-17,0 0 16,1 0-15,-1 0 0,0 0 31,0 0 31,0 0-47,25-24 0,0-1-15,0 0 78,25 0-32,-25 0-46,25 25 31,0-24 46,0 24-46,-1 0 94,-24 24-126,0 1 17,0 0-1,0 0-15,0 0-1,-24-1 1,-1-24-1,-25 0 1,25 25 0,0 0-1,-24-25 1,24 0 0,0 0 15,0 0-16,-24 0 1,24 0 0,0 0-1,0 0 1,1 0 0,-1 0-1,-25 0 1,1 0-1,-1 0 1,50 25 0,-74 0-1,49-25 1,0 0 15,-49 0 344,24 0-375,0 0 16,-24 0-1,0 0 1,-1 0 0,50 0-1,-74 0-15,25 0 16,-1 0 0,26 0-1,-26 0 1,50 0-1,-24 0 1,-1 0 0,-49-25-1,74 25 1,-24 0 0,24 0-1,-25 0 1,25 0-1,-24 0 1,24 0 15,0 0-31,0 0 16,1 0 0,-26 0-1,0 0 32,26 0-31,-1 0-1,0 0 17,0 0-17,0 0 1,0 0 15,1 0-15,-1 0-1,0 0-15,0 0 16,0 0 0,1 0 30,-1 0-14,0 0-17,0 0 17,0 0-17,1 0 16,-1 0-15,25 25 15,-50-25-15,50 25 0,-49 24-1,24-49 1,25 25 15,-25-25-15,0 0-16,25 25 15,-25 0 32,25-1-31,-24 1-1,24 0 17,0 25-17,-25-50 17,0 0-32,25 24 15,0 1 63,0 0 0,0 74 47</inkml:trace>
  <inkml:trace contextRef="#ctx0" brushRef="#br0" timeOffset="17320.4833">27781 1860 0</inkml:trace>
  <inkml:trace contextRef="#ctx0" brushRef="#br0" timeOffset="42062.6005">1240 1637 0,'0'25'109,"0"0"-78,-25 0-15,25-1 0,-24 1-1,24 0-15,0 0 16,-25 0-1,0-1 17,0 1-17,25 0 1,0 0 15,-25-25-15,25 25-1,0-1 32,25-24 78,0 0-109,25 0-16,-26 0 16,1 0-1,25 0 1,-1 0-1,1 0 17,-50-24-17,25 24 1,-25-25 0,25 25 15,-1 0 0,-48 0 110,24-25-110,-25 25-15,0-25-1,25 0 1,0 1-16,0-1 62,-25 74 110,25-24-156,0 0-1,0 0-15,0 24 32,0-24-17,0 0 32,0 0-31,0 0-1,0-1 17,0 1 155,0 0-124,-49 0-16</inkml:trace>
  <inkml:trace contextRef="#ctx0" brushRef="#br0" timeOffset="44310.2446">521 2406 0,'25'0'203,"0"0"-188,-1 0 1,1 0 0,25 0-1,-1 0 1,-24 0-1,0 0 1,0 0 0,0 0-1,24 0 1,-24 0 0,25 0-1,-26 0 1,1 0-1,25 0 1,-25 0-16,24 0 16,-24 0-1,25 0 1,-1 0 15,1 0-15,-1 0-1,-24 0 1,25 0 0,-25 0-1,24 0 1,-24 0 0,74-25-1,-74 25 1,25-25-1,-1 25 1,-24 0 0,0 0-16,25 0 15,-26 0 1,51 0 15,-50 0-15,-1 0-1,1 0 1,0 0 0,0 0 15,0 0-31,24 0 31,-24 0-15,0 0-1,0 0 1,-1 0 0,51 0-1,-50 0 17,-1 0 14,26 25-14</inkml:trace>
  <inkml:trace contextRef="#ctx0" brushRef="#br0" timeOffset="46481.0041">595 2803 0,'0'25'94,"0"0"-63,0-1-15,0 26 15,0 0-15,0-26 0,0 1-1,0 0 48,0 0 15,0 0-16,0-1-46,0 1 93</inkml:trace>
  <inkml:trace contextRef="#ctx0" brushRef="#br0" timeOffset="47591.9439">1191 2952 0,'-25'0'93,"0"25"-77,-25 49 0,1-24-1,24-50 1,0 49 0,25-123 187</inkml:trace>
  <inkml:trace contextRef="#ctx0" brushRef="#br0" timeOffset="48966.4156">992 2927 0,'25'0'31,"0"25"31,0-25-46,-25 25 0,24-25-1,-24 24 1,25 1 0,0 0 15,0-25 0,-25 25 0,25-25 32,-25 49-32,24-49-15,1 0 31,-25 25-32,0 0 32</inkml:trace>
  <inkml:trace contextRef="#ctx0" brushRef="#br0" timeOffset="50275.6876">1488 2902 0,'0'25'94,"0"0"-79,0 0 1,0 24-16,0-24 31,0 0 0,25 0-15,-25-1 31,0 1 0,0 0 15,0 0-46,0 0 140,0-1-140,0 1-1,0 0 17</inkml:trace>
  <inkml:trace contextRef="#ctx0" brushRef="#br0" timeOffset="50320.7108">1513 3299 0</inkml:trace>
  <inkml:trace contextRef="#ctx0" brushRef="#br0" timeOffset="52088.2944">1736 3001 0,'-24'25'79,"24"0"-33,-25-25-30,25 25 15,0 0-15,0-1 0,0 26 30,0-25-14,0 24-1,25-49 0,-1 0-15,1 0 15,25 25 16,-25-25-31,24 0 15,-24 0 0,0-25-15,-25 1-16,25-1 15,-1-25 63,-24 25-78,0-24 47,0-1 16,-24 50-48,-1 0 17,0-25-17,0 25 17,25-24-17,-25 24 16,1 0-15,-1 0 15,-25 0 1,25 0-17,1 0 1,24 24-1,-25-24 1,50 0 93</inkml:trace>
  <inkml:trace contextRef="#ctx0" brushRef="#br0" timeOffset="53399.7144">1984 2753 0,'25'0'94,"0"0"-79,0 0 1,-25-24 0,25 24-1,24 0 16,-24-25 1</inkml:trace>
  <inkml:trace contextRef="#ctx0" brushRef="#br0" timeOffset="56271.6396">2505 2704 0,'-25'0'63,"1"0"-16,-1 0-16,0 0-31,0 0 47,0 0-16,1 0-15,-1 0 46,0 0-46,25-25-1,0 0 63,0 0-46,25 25 15,-25-25-1,25 25 1,-1 0 31,1 0-78,0 0 63,0 0 15,0 0 0,-1 0-31,-24 25 31,0 0-78,0 0 94,25-25-94,-25 25 47,0 0-16,0-1 16,0 1-31,0 0 46,0 0-46,0 0 31,0-1 15,-25-24 47,1 0-77,-1 0 30,25 25-46,-25-25 31,0 0 46</inkml:trace>
  <inkml:trace contextRef="#ctx0" brushRef="#br0" timeOffset="82471.5027">28401 15726 0,'25'0'110,"25"0"-79,-25 0-16,49 0 1,-24 0 0,-26 0-1,1 0 1,25 0 0,-1 0-16,1 0 31,-25 0-16,0 0 17,-1 0-17,1 0 17,25 0-1,-25 0 0,-1 0 0,1 0-15,0 0 0,0-25-1,0 25 1,0 0-1,24 0 1,-24 0 0,25 0-1,-26 0 1,26 0 0,-25 0 15,-25-24-16,49 24 1,-24 0 0,0 0 15,0 0-15,0 0 15,-1 0 0,26 0 0,-25 0-15,24 0 15,-24 0 0,0 0 1,0 0-17,24 0 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6F716-7C45-4D0D-B6CC-3B53A1A02CE1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ADA7C-EF30-4892-902F-17F594BD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0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design constraints on a computer’s memory can be summed up by three questions: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much? How fast? How expensive?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question of how much is somewhat open ended. If the capacity is there,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applications will likely be developed to use it. The question of how fast is, in a sense,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easier to answer. To achieve greatest performance, the memory must be able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keep up with the processor. That is, as the processor is executing instructions, we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would not want it to have to pause waiting for instructions or operands. The final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question must also be considered. For a practical system, the cost of memory must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reasonable in relationship to other components.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might be expected, there is a trade-off among the three key characteristics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memory: capacity, access time, and cost. A variety of technologies are used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implement memory systems, and across this spectrum of technologies, the following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relationships hold: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Faster access time, greater cost per bit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Greater capacity, smaller cost per bit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Greater capacity, slower access time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dilemma facing the designer is clear. The designer would like to use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technologies that provide for large-capacity memory, both because the capacity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needed and because the cost per bit is low. However, to meet performance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requirements, the designer needs to use expensive, relatively lower-capacity memories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short access times.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way out of this dilemma is not to rely on a single memory component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technology, but to employ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C40E98-D33D-704E-929D-27FB84CF563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376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75EE1B-C934-B74D-A270-01132EE6DE65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complex subject of computer memory is made more manageable if we classify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systems according to their key characteristics. The most important of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listed in Table 4.1.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084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1463F1-0708-834A-814B-7C2623CE7B46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term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location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Table 4.1 refers to whether memory is internal and external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computer. Internal memory is often equated with main memory. But there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other forms of internal memory. The processor requires its own local memory,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form of registers (e.g., see Figure 2.3). Further, as we shall see, the control unit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portion of the processor may also require its own internal memory. We will defer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discussion of these latter two types of internal memory to later chapters. Cache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form of internal memory. External memory consists of peripheral storage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devices, such as disk and tape, that are accessible to the processor via I/O controllers.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obvious characteristic of memory is its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capacity.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internal memory, this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 expressed in terms of bytes (1 byte = 8 bits) or words. Common word lengths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8, 16, and 32 bits. External memory capacity is typically expressed in terms of bytes.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related concept is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unit of transfer.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internal memory, the unit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transfer is equal to the number of electrical lines into and out of the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module. This may be equal to the word length, but is often larger, such as 64, 128,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256 bits. To clarify this point, consider three related concepts for internal memory: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“natural” unit of organization of memory. The size of a word is typically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equal to the number of bits used to represent an integer and to the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length. Unfortunately, there are many exceptions. For example, the CRAY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C90 (an older model CRAY supercomputer) has a 64-bit word length but uses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46-bit integer representation. The Intel x86 architecture has a wide variety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lengths, expressed as multiples of bytes, and a word size of 32 bits.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Addressable units: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systems, the addressable unit is the word. However,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systems allow addressing at the byte level. In any case, the relationship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length in bits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of an address and the number N of addressable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units is 2</a:t>
            </a:r>
            <a:r>
              <a:rPr kumimoji="1" lang="en-US" sz="1200" i="1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Unit of transfer: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main memory, this is the number of bits read out of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written into memory at a time. The unit of transfer need not equal a word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addressable unit. For external memory, data are often transferred in much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larger units than a word, and these are referred to as blocks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5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05C69E-6946-714F-9C41-EF1F2D266F6A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distinction among memory types is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method of accessing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units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data. These include the following: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Sequential access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:  Memory is organized into units of data, called records.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Access must be made in a specific linear sequence. Stored addressing information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used to separate records and assist in the retrieval process. A shared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read–write mechanism is used, and this must be moved from its current location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desired location, passing and rejecting each intermediate record.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Thus, the time to access an arbitrary record is highly variable. Tape units, discussed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Chapter 6, are sequential access.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access: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with sequential access, direct access involves a shared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read–write mechanism. However, individual blocks or records have a unique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based on physical location. Access is accomplished by direct access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reach a general vicinity plus sequential searching, counting, or waiting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reach the final location. Again, access time is variable. Disk units, discussed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Chapter 6, are direct access.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Random access: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addressable location in memory has a unique, physically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wired-in addressing mechanism. The time to access a given location is independent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sequence of prior accesses and is constant. Thus, any location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be selected at random and directly addressed and accessed. Main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some cache systems are random access.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Associative: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is a random access type of memory that enables one to make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comparison of desired bit locations within a word for a specified match,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do this for all words simultaneously. Thus, a word is retrieved based on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portion of its contents rather than its address. As with ordinary random-access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memory, each location has its own addressing mechanism, and retrieval time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constant independent of location or prior access patterns. Cache memories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employ associative access.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763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0D2345-2FE8-BC48-BCBC-7B19F47E03F2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a user’s point of view, the two most important characteristics of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capacity and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performance.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Three performance parameters are used: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Access time (latency):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random-access memory, this is the time it takes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 a read or write operation, that is, the time from the instant that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is presented to the memory to the instant that data have been stored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made available for use. For non-random-access memory, access time is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it takes to position the read–write mechanism at the desired location.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cycle time: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concept is primarily applied to random-access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consists of the access time plus any additional time required before a second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access can commence. This additional time may be required for transients to die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out on signal lines or to regenerate data if they are read destructively. Note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cycle time is concerned with the system bus, not the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 rate: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is the rate at which data can be transferred into or out of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unit. For random-access memory, it is equal to 1/(cycle time).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978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65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21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5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74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9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9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7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5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1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4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6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3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2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2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2965-5440-4DA8-ACA3-8B4B6E7515E2}" type="datetimeFigureOut">
              <a:rPr lang="en-US" smtClean="0"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571" y="272358"/>
            <a:ext cx="9144000" cy="2387600"/>
          </a:xfrm>
        </p:spPr>
        <p:txBody>
          <a:bodyPr/>
          <a:lstStyle/>
          <a:p>
            <a:r>
              <a:rPr lang="en-US" dirty="0" smtClean="0"/>
              <a:t>Computer Organization &amp; </a:t>
            </a:r>
            <a:r>
              <a:rPr lang="en-US" dirty="0" smtClean="0"/>
              <a:t>Assembly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</a:t>
            </a:r>
            <a:r>
              <a:rPr lang="en-US" dirty="0"/>
              <a:t>8</a:t>
            </a:r>
            <a:endParaRPr lang="en-US" dirty="0" smtClean="0"/>
          </a:p>
          <a:p>
            <a:r>
              <a:rPr lang="en-US" dirty="0" smtClean="0"/>
              <a:t>Memory-1</a:t>
            </a:r>
          </a:p>
          <a:p>
            <a:r>
              <a:rPr lang="en-US" dirty="0" smtClean="0"/>
              <a:t>Dr. Abdul Hameed Pitafi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1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3305"/>
            <a:ext cx="10515600" cy="1325563"/>
          </a:xfrm>
        </p:spPr>
        <p:txBody>
          <a:bodyPr/>
          <a:lstStyle/>
          <a:p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621" y="1233196"/>
            <a:ext cx="10515600" cy="4351338"/>
          </a:xfrm>
        </p:spPr>
        <p:txBody>
          <a:bodyPr/>
          <a:lstStyle/>
          <a:p>
            <a:r>
              <a:rPr lang="en-US" dirty="0" smtClean="0"/>
              <a:t>It is a physical device use for storage purpose.</a:t>
            </a:r>
          </a:p>
          <a:p>
            <a:r>
              <a:rPr lang="en-US" dirty="0" smtClean="0"/>
              <a:t>Device to store the contents of computer system.</a:t>
            </a:r>
          </a:p>
          <a:p>
            <a:endParaRPr lang="en-US" dirty="0"/>
          </a:p>
          <a:p>
            <a:r>
              <a:rPr lang="en-US" dirty="0" smtClean="0"/>
              <a:t>In computer, we do not use a single memory. We use memory hierarchy.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44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Hierarchy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468" y="1631950"/>
            <a:ext cx="1000381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Design constraints on a computer’s memory can be summed up by three questions:</a:t>
            </a:r>
          </a:p>
          <a:p>
            <a:pPr lvl="1"/>
            <a:r>
              <a:rPr lang="en-US" dirty="0" smtClean="0"/>
              <a:t>How much, how fast, how expensive</a:t>
            </a:r>
          </a:p>
          <a:p>
            <a:r>
              <a:rPr lang="en-US" dirty="0" smtClean="0"/>
              <a:t>There is a trade-off among capacity, access time, and cost</a:t>
            </a:r>
          </a:p>
          <a:p>
            <a:pPr lvl="1"/>
            <a:r>
              <a:rPr lang="en-US" dirty="0" smtClean="0"/>
              <a:t>Faster access time, greater cost per bit</a:t>
            </a:r>
          </a:p>
          <a:p>
            <a:pPr lvl="1"/>
            <a:r>
              <a:rPr lang="en-US" dirty="0" smtClean="0"/>
              <a:t>Greater capacity, smaller cost per bit</a:t>
            </a:r>
          </a:p>
          <a:p>
            <a:pPr lvl="1"/>
            <a:r>
              <a:rPr lang="en-US" dirty="0" smtClean="0"/>
              <a:t>Greater capacity, slower access time</a:t>
            </a:r>
          </a:p>
          <a:p>
            <a:r>
              <a:rPr lang="en-US" dirty="0" smtClean="0"/>
              <a:t>The way out of the memory problem is not to rely on a single memory component or technology, but to employ a </a:t>
            </a:r>
            <a:r>
              <a:rPr lang="en-US" b="1" i="1" dirty="0" smtClean="0">
                <a:solidFill>
                  <a:srgbClr val="0000CC"/>
                </a:solidFill>
              </a:rPr>
              <a:t>“memory hierarchy”</a:t>
            </a:r>
            <a:endParaRPr lang="en-US" b="1" i="1" dirty="0">
              <a:solidFill>
                <a:srgbClr val="0000C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83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61" y="298159"/>
            <a:ext cx="10871849" cy="410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5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44"/>
            <a:ext cx="1206817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9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64"/>
            <a:ext cx="11706896" cy="51699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107" y="3902299"/>
            <a:ext cx="5061397" cy="227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6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05244"/>
            <a:ext cx="1210627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2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2" y="0"/>
            <a:ext cx="11075831" cy="280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68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868"/>
          <a:stretch/>
        </p:blipFill>
        <p:spPr>
          <a:xfrm>
            <a:off x="0" y="115911"/>
            <a:ext cx="11822806" cy="627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0"/>
            <a:ext cx="1214437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1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68175" cy="574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53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69256" y="583244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Table 4.1  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3" y="933521"/>
            <a:ext cx="9787811" cy="484282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92198" y="325893"/>
            <a:ext cx="7510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Key Characteristics of Computer Memory Systems </a:t>
            </a:r>
          </a:p>
        </p:txBody>
      </p:sp>
    </p:spTree>
    <p:extLst>
      <p:ext uri="{BB962C8B-B14F-4D97-AF65-F5344CB8AC3E}">
        <p14:creationId xmlns:p14="http://schemas.microsoft.com/office/powerpoint/2010/main" val="162855205"/>
      </p:ext>
    </p:extLst>
  </p:cSld>
  <p:clrMapOvr>
    <a:masterClrMapping/>
  </p:clrMapOvr>
  <p:transition spd="med">
    <p:cover dir="r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Characteristics of Memory Systems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Location</a:t>
            </a:r>
          </a:p>
          <a:p>
            <a:pPr lvl="1"/>
            <a:r>
              <a:rPr lang="en-GB" dirty="0" smtClean="0"/>
              <a:t>Refers to whether memory is internal and external to the computer</a:t>
            </a:r>
          </a:p>
          <a:p>
            <a:pPr lvl="1"/>
            <a:r>
              <a:rPr lang="en-GB" dirty="0" smtClean="0"/>
              <a:t>Internal memory is often equated with main memory</a:t>
            </a:r>
          </a:p>
          <a:p>
            <a:pPr lvl="1"/>
            <a:r>
              <a:rPr lang="en-GB" dirty="0" smtClean="0"/>
              <a:t>Processor requires its own local memory, in the form of </a:t>
            </a:r>
            <a:r>
              <a:rPr lang="en-GB" b="1" dirty="0" smtClean="0"/>
              <a:t>registers</a:t>
            </a:r>
          </a:p>
          <a:p>
            <a:pPr lvl="1"/>
            <a:r>
              <a:rPr lang="en-GB" dirty="0" smtClean="0"/>
              <a:t>Cache is another form of internal memory</a:t>
            </a:r>
          </a:p>
          <a:p>
            <a:pPr lvl="1"/>
            <a:r>
              <a:rPr lang="en-GB" dirty="0" smtClean="0"/>
              <a:t>External memory consists of peripheral storage devices that are accessible to the processor via I/O controllers</a:t>
            </a:r>
          </a:p>
          <a:p>
            <a:r>
              <a:rPr lang="en-GB" dirty="0" smtClean="0"/>
              <a:t>Capacity</a:t>
            </a:r>
          </a:p>
          <a:p>
            <a:pPr lvl="1"/>
            <a:r>
              <a:rPr lang="en-GB" dirty="0" smtClean="0"/>
              <a:t>Memory is typically expressed in terms of bytes</a:t>
            </a:r>
          </a:p>
          <a:p>
            <a:r>
              <a:rPr lang="en-GB" dirty="0" smtClean="0"/>
              <a:t>Unit of transfer</a:t>
            </a:r>
          </a:p>
          <a:p>
            <a:pPr lvl="1"/>
            <a:r>
              <a:rPr lang="en-GB" dirty="0" smtClean="0"/>
              <a:t>For internal memory the unit of transfer is equal to the number of electrical lines into and out of the memory module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6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228600"/>
            <a:ext cx="7556500" cy="88741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of Accessing Units of Data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10242628"/>
              </p:ext>
            </p:extLst>
          </p:nvPr>
        </p:nvGraphicFramePr>
        <p:xfrm>
          <a:off x="1147591" y="794544"/>
          <a:ext cx="8918917" cy="588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178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775520" y="116632"/>
            <a:ext cx="7556500" cy="1116012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Capacity and Performance: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2" name="Content Placeholder 41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78391161"/>
              </p:ext>
            </p:extLst>
          </p:nvPr>
        </p:nvGraphicFramePr>
        <p:xfrm>
          <a:off x="1708424" y="955261"/>
          <a:ext cx="9714541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/>
              <p14:cNvContentPartPr/>
              <p14:nvPr/>
            </p14:nvContentPartPr>
            <p14:xfrm>
              <a:off x="187560" y="107280"/>
              <a:ext cx="10537200" cy="5554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8200" y="97920"/>
                <a:ext cx="10555920" cy="55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378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348343" y="1447800"/>
            <a:ext cx="11088914" cy="487375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If memory location </a:t>
            </a:r>
            <a:r>
              <a:rPr lang="en-US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X</a:t>
            </a: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is accessed at time t, 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(assuming no branch instructions)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there is a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high probability that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memory location </a:t>
            </a:r>
            <a:r>
              <a:rPr lang="en-US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X + 1</a:t>
            </a: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will also be accessed in the near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future.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This clustering of memory references into groups is an example of </a:t>
            </a:r>
          </a:p>
          <a:p>
            <a:pPr algn="ctr">
              <a:buNone/>
            </a:pPr>
            <a:r>
              <a:rPr lang="en-US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</a:t>
            </a:r>
            <a:endParaRPr lang="en-US" sz="19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9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6971" y="159657"/>
            <a:ext cx="4339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Locality of 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486" y="682877"/>
            <a:ext cx="8461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Locality = Neighborhood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= Reference of CPU to Memory (RAM)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performance of the system we use locality of reference.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45" y="2080304"/>
            <a:ext cx="116300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65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 – Types 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232229" y="1447800"/>
            <a:ext cx="11640457" cy="4873752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Temporal locality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i="1" dirty="0" smtClean="0"/>
              <a:t>Recently accessed items tend to be accessed again in the </a:t>
            </a:r>
            <a:r>
              <a:rPr lang="en-US" dirty="0" smtClean="0"/>
              <a:t>near future.</a:t>
            </a:r>
          </a:p>
          <a:p>
            <a:r>
              <a:rPr lang="en-US" b="1" i="1" dirty="0" smtClean="0"/>
              <a:t>Spatial locality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i="1" dirty="0" smtClean="0"/>
              <a:t>Accesses tend to be clustered in the address space </a:t>
            </a:r>
          </a:p>
          <a:p>
            <a:pPr>
              <a:buNone/>
            </a:pPr>
            <a:r>
              <a:rPr lang="en-US" i="1" dirty="0" smtClean="0"/>
              <a:t>	(for exam</a:t>
            </a:r>
            <a:r>
              <a:rPr lang="en-US" dirty="0" smtClean="0"/>
              <a:t>ple, as in arrays or loops).</a:t>
            </a:r>
          </a:p>
          <a:p>
            <a:r>
              <a:rPr lang="en-US" b="1" i="1" dirty="0" smtClean="0"/>
              <a:t>Sequential locality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i="1" dirty="0" smtClean="0"/>
              <a:t>Instructions tend to be accessed sequentially.</a:t>
            </a:r>
            <a:endParaRPr lang="en-US" sz="19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8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 – Benefit 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93487" y="1447800"/>
            <a:ext cx="11437256" cy="4873752"/>
          </a:xfrm>
        </p:spPr>
        <p:txBody>
          <a:bodyPr>
            <a:noAutofit/>
          </a:bodyPr>
          <a:lstStyle/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small amount of very fast memory can be used to effectively accelerate the majority of memory accesses.</a:t>
            </a:r>
          </a:p>
          <a:p>
            <a:pPr>
              <a:buNone/>
            </a:pPr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REASON: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only a small amount of the entire memory space is being accessed at any given time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values in that space are being accessed repeatedly.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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values from a slower memory can be copied to a smaller but faster memory that resides higher in the hierarchy.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3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 – Benefit 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300056" y="1527302"/>
            <a:ext cx="11205028" cy="4873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REASON: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only a small amount of the entire memory space is being accessed at any given time 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values in that space are being accessed repeatedly.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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values from a slower memory can be copied to a smaller but faster memory that resides higher in the hierarchy.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Results in a memory system that can store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large amount of information in a large, low cost memory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yet provide nearly the same access speeds that would result from using very fast but expensive memory.</a:t>
            </a:r>
          </a:p>
          <a:p>
            <a:endParaRPr lang="en-US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0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98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Cache Memory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275771" y="1374648"/>
            <a:ext cx="11078029" cy="487375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is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relatively small, fast memory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Interposed between a larger, slower memory and </a:t>
            </a:r>
          </a:p>
          <a:p>
            <a:pPr>
              <a:buNone/>
            </a:pP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	the logic that accesses the larger memory.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holds recently accessed data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designed to speed up subsequent access to the same data.</a:t>
            </a:r>
          </a:p>
          <a:p>
            <a:pPr algn="ctr">
              <a:buNone/>
            </a:pP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combines memory access time of </a:t>
            </a:r>
          </a:p>
          <a:p>
            <a:pPr algn="ctr">
              <a:buNone/>
            </a:pP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expensive,  high-speed memory with </a:t>
            </a:r>
          </a:p>
          <a:p>
            <a:pPr algn="ctr">
              <a:buNone/>
            </a:pP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the large memory size of </a:t>
            </a:r>
          </a:p>
          <a:p>
            <a:pPr algn="ctr">
              <a:buNone/>
            </a:pP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less expensive,  lower-speed memory.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1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887"/>
            <a:ext cx="1214437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52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Cache Memory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/>
          <a:srcRect t="41133" r="78971" b="15293"/>
          <a:stretch>
            <a:fillRect/>
          </a:stretch>
        </p:blipFill>
        <p:spPr bwMode="auto">
          <a:xfrm>
            <a:off x="2166416" y="2743200"/>
            <a:ext cx="164358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1"/>
          <p:cNvPicPr>
            <a:picLocks noChangeAspect="1" noChangeArrowheads="1"/>
          </p:cNvPicPr>
          <p:nvPr/>
        </p:nvPicPr>
        <p:blipFill>
          <a:blip r:embed="rId3"/>
          <a:srcRect l="65877" t="24374"/>
          <a:stretch>
            <a:fillRect/>
          </a:stretch>
        </p:blipFill>
        <p:spPr bwMode="auto">
          <a:xfrm>
            <a:off x="7315200" y="2362201"/>
            <a:ext cx="2667000" cy="171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1"/>
          <p:cNvPicPr>
            <a:picLocks noChangeAspect="1" noChangeArrowheads="1"/>
          </p:cNvPicPr>
          <p:nvPr/>
        </p:nvPicPr>
        <p:blipFill>
          <a:blip r:embed="rId3"/>
          <a:srcRect l="33703" t="31078" r="46798" b="8589"/>
          <a:stretch>
            <a:fillRect/>
          </a:stretch>
        </p:blipFill>
        <p:spPr bwMode="auto">
          <a:xfrm>
            <a:off x="4800600" y="2514600"/>
            <a:ext cx="152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66416" y="1808083"/>
            <a:ext cx="7815785" cy="227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7396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– Organization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1998272"/>
            <a:ext cx="7440666" cy="280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1726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– Read Operation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1389185"/>
            <a:ext cx="6096000" cy="481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6797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74638"/>
            <a:ext cx="80772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Elements Of Cache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653016" y="5734050"/>
            <a:ext cx="609600" cy="521208"/>
          </a:xfrm>
          <a:prstGeom prst="rect">
            <a:avLst/>
          </a:prstGeom>
        </p:spPr>
        <p:txBody>
          <a:bodyPr/>
          <a:lstStyle/>
          <a:p>
            <a:fld id="{CD11CB9A-3472-4509-B47F-F7B288954A4C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 r="49791" b="75439"/>
          <a:stretch>
            <a:fillRect/>
          </a:stretch>
        </p:blipFill>
        <p:spPr bwMode="auto">
          <a:xfrm>
            <a:off x="2101690" y="1447800"/>
            <a:ext cx="384191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 t="24561" r="49792" b="68421"/>
          <a:stretch>
            <a:fillRect/>
          </a:stretch>
        </p:blipFill>
        <p:spPr bwMode="auto">
          <a:xfrm>
            <a:off x="2101690" y="2514600"/>
            <a:ext cx="384191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 t="31579" r="49792" b="38596"/>
          <a:stretch>
            <a:fillRect/>
          </a:stretch>
        </p:blipFill>
        <p:spPr bwMode="auto">
          <a:xfrm>
            <a:off x="2101690" y="2819400"/>
            <a:ext cx="384191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 r="47800"/>
          <a:stretch>
            <a:fillRect/>
          </a:stretch>
        </p:blipFill>
        <p:spPr bwMode="auto">
          <a:xfrm>
            <a:off x="595086" y="1447800"/>
            <a:ext cx="5500914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 l="51204" b="75439"/>
          <a:stretch>
            <a:fillRect/>
          </a:stretch>
        </p:blipFill>
        <p:spPr bwMode="auto">
          <a:xfrm>
            <a:off x="6019800" y="1447800"/>
            <a:ext cx="3733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/>
          <a:srcRect l="51204" b="68421"/>
          <a:stretch>
            <a:fillRect/>
          </a:stretch>
        </p:blipFill>
        <p:spPr bwMode="auto">
          <a:xfrm>
            <a:off x="6019800" y="1447800"/>
            <a:ext cx="3733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 l="51204"/>
          <a:stretch>
            <a:fillRect/>
          </a:stretch>
        </p:blipFill>
        <p:spPr bwMode="auto">
          <a:xfrm>
            <a:off x="6019799" y="1447800"/>
            <a:ext cx="5011057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8480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69" y="151265"/>
            <a:ext cx="11237460" cy="635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81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281"/>
          <a:stretch/>
        </p:blipFill>
        <p:spPr>
          <a:xfrm>
            <a:off x="116114" y="0"/>
            <a:ext cx="11756571" cy="59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13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37"/>
            <a:ext cx="1216342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10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8722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76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0147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13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16341"/>
            <a:ext cx="1201102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60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325"/>
            <a:ext cx="12068175" cy="5095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1543" y="508000"/>
            <a:ext cx="140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68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01" y="1139598"/>
            <a:ext cx="12087225" cy="5362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270101" y="188685"/>
            <a:ext cx="143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741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630" y="174398"/>
            <a:ext cx="119157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19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26" y="0"/>
            <a:ext cx="1176337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853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30" y="0"/>
            <a:ext cx="1223962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87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548"/>
            <a:ext cx="1206817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43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33" y="263298"/>
            <a:ext cx="10819267" cy="632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29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34" y="188686"/>
            <a:ext cx="10942638" cy="65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71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104"/>
          <a:stretch/>
        </p:blipFill>
        <p:spPr>
          <a:xfrm>
            <a:off x="0" y="884301"/>
            <a:ext cx="12106275" cy="4962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5086" y="333829"/>
            <a:ext cx="187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Example-3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892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0"/>
            <a:ext cx="12163425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01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12712"/>
            <a:ext cx="1218247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739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54" y="179840"/>
            <a:ext cx="1183957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613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366569"/>
            <a:ext cx="12030075" cy="5000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925" y="257577"/>
            <a:ext cx="116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Example-4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77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3531</TotalTime>
  <Words>2272</Words>
  <Application>Microsoft Office PowerPoint</Application>
  <PresentationFormat>Widescreen</PresentationFormat>
  <Paragraphs>257</Paragraphs>
  <Slides>45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Symbol</vt:lpstr>
      <vt:lpstr>Times New Roman</vt:lpstr>
      <vt:lpstr>Verdana</vt:lpstr>
      <vt:lpstr>Office Theme</vt:lpstr>
      <vt:lpstr>Computer Organization &amp; Assembly</vt:lpstr>
      <vt:lpstr>Memory</vt:lpstr>
      <vt:lpstr>Memory Hierarchy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Characteristics of Memory Systems</vt:lpstr>
      <vt:lpstr>Method of Accessing Units of Data</vt:lpstr>
      <vt:lpstr>Capacity and Performance:</vt:lpstr>
      <vt:lpstr>Locality Of Reference</vt:lpstr>
      <vt:lpstr>PowerPoint Presentation</vt:lpstr>
      <vt:lpstr>Locality Of Reference – Types </vt:lpstr>
      <vt:lpstr>Locality Of Reference – Benefit </vt:lpstr>
      <vt:lpstr>Locality Of Reference – Benefit </vt:lpstr>
      <vt:lpstr>Cache Memory</vt:lpstr>
      <vt:lpstr>PowerPoint Presentation</vt:lpstr>
      <vt:lpstr>Cache Memory</vt:lpstr>
      <vt:lpstr>Cache Memory – Organization</vt:lpstr>
      <vt:lpstr>Cache Memory – Read Operation</vt:lpstr>
      <vt:lpstr>Elements Of Cache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snhasany@outlook.com</dc:creator>
  <cp:lastModifiedBy>HameedPitafi</cp:lastModifiedBy>
  <cp:revision>236</cp:revision>
  <dcterms:created xsi:type="dcterms:W3CDTF">2021-02-14T07:14:57Z</dcterms:created>
  <dcterms:modified xsi:type="dcterms:W3CDTF">2023-12-15T05:28:44Z</dcterms:modified>
</cp:coreProperties>
</file>