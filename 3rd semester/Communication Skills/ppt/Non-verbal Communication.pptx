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inimized">
    <p:restoredLeft sz="0" autoAdjust="0"/>
    <p:restoredTop sz="0" autoAdjust="0"/>
  </p:normalViewPr>
  <p:slideViewPr>
    <p:cSldViewPr snapToGrid="0">
      <p:cViewPr varScale="1">
        <p:scale>
          <a:sx n="19" d="100"/>
          <a:sy n="19" d="100"/>
        </p:scale>
        <p:origin x="309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65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7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00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6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8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2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3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88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52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856A120-324D-4B86-88CB-667FDCE28D5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192FB3E-2F38-42F0-9BB8-782918B9D03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28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5B95-8775-6202-F501-2BEDBAA2B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Non-verbal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D7473-BACC-58E2-39A6-7B03530051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Course Coordinator: Syeda Beena Bukhari</a:t>
            </a:r>
          </a:p>
        </p:txBody>
      </p:sp>
    </p:spTree>
    <p:extLst>
      <p:ext uri="{BB962C8B-B14F-4D97-AF65-F5344CB8AC3E}">
        <p14:creationId xmlns:p14="http://schemas.microsoft.com/office/powerpoint/2010/main" val="242614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5B65-5F7F-CC4E-8279-577A8931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Non-verbal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1115-9D2B-B80B-6E85-9C41367DE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Conveying information without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use of </a:t>
            </a:r>
            <a:r>
              <a:rPr lang="en-US" sz="2400" b="1" dirty="0"/>
              <a:t>gestures</a:t>
            </a:r>
            <a:r>
              <a:rPr lang="en-US" sz="2400" dirty="0"/>
              <a:t>, </a:t>
            </a:r>
            <a:r>
              <a:rPr lang="en-US" sz="2400" b="1" dirty="0"/>
              <a:t>tone of voice</a:t>
            </a:r>
            <a:r>
              <a:rPr lang="en-US" sz="2400" dirty="0"/>
              <a:t>, </a:t>
            </a:r>
            <a:r>
              <a:rPr lang="en-US" sz="2400" b="1" dirty="0"/>
              <a:t>facial expressions</a:t>
            </a:r>
            <a:r>
              <a:rPr lang="en-US" sz="2400" dirty="0"/>
              <a:t>, </a:t>
            </a:r>
            <a:r>
              <a:rPr lang="en-US" sz="2400" b="1" dirty="0"/>
              <a:t>body posture</a:t>
            </a:r>
            <a:r>
              <a:rPr lang="en-US" sz="2400" dirty="0"/>
              <a:t>, </a:t>
            </a:r>
            <a:r>
              <a:rPr lang="en-US" sz="2400" b="1" dirty="0"/>
              <a:t>handshakes, hairstyles</a:t>
            </a:r>
            <a:r>
              <a:rPr lang="en-US" sz="2400" dirty="0"/>
              <a:t> and another cues to send a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C00000"/>
                </a:solidFill>
              </a:rPr>
              <a:t>% impact = 4 times of verbal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80% involve actions and gestures v/s 20% involve usage of words</a:t>
            </a:r>
          </a:p>
        </p:txBody>
      </p:sp>
    </p:spTree>
    <p:extLst>
      <p:ext uri="{BB962C8B-B14F-4D97-AF65-F5344CB8AC3E}">
        <p14:creationId xmlns:p14="http://schemas.microsoft.com/office/powerpoint/2010/main" val="193403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8BFC-2637-5F7E-E0A5-9C77C91B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6201-FC11-B62A-4FA2-37EAF92DB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Facial expressions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Gestures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Paralinguistics (such as loudness, tone of voice, inflection)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Body language and Posture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Proxemics or personal space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Eye gaze</a:t>
            </a:r>
            <a:endParaRPr lang="en-US" dirty="0">
              <a:solidFill>
                <a:srgbClr val="212121"/>
              </a:solidFill>
              <a:latin typeface="Merriweather" panose="020F0502020204030204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Haptics (touch)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Appearance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20F0502020204030204" pitchFamily="2" charset="0"/>
              </a:rPr>
              <a:t>Artifacts (objects, images, uniform)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20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3881-4E5E-E62A-8CE2-7AD689B2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Power of Pauses-</a:t>
            </a:r>
            <a:br>
              <a:rPr lang="en-US" dirty="0"/>
            </a:br>
            <a:r>
              <a:rPr lang="en-US" dirty="0"/>
              <a:t>PAUSES CAN MAKE OR BREAK A CONVERSATION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BCD87-D46B-B2AB-6FA9-F4172B43D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Do’s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8FB8E5-2A96-F59F-1E94-9D5BA76C8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6616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convey ideas persuasively</a:t>
            </a:r>
          </a:p>
          <a:p>
            <a:r>
              <a:rPr lang="en-US" dirty="0"/>
              <a:t>Help audience to understand you</a:t>
            </a:r>
          </a:p>
          <a:p>
            <a:r>
              <a:rPr lang="en-US" dirty="0"/>
              <a:t>Help convey emotion</a:t>
            </a:r>
          </a:p>
          <a:p>
            <a:r>
              <a:rPr lang="en-US" dirty="0"/>
              <a:t>Control the overall pace of your talk</a:t>
            </a:r>
          </a:p>
          <a:p>
            <a:r>
              <a:rPr lang="en-US" dirty="0"/>
              <a:t>Healthy</a:t>
            </a:r>
          </a:p>
          <a:p>
            <a:r>
              <a:rPr lang="en-US" dirty="0"/>
              <a:t>Help engage your audience</a:t>
            </a:r>
          </a:p>
          <a:p>
            <a:r>
              <a:rPr lang="en-US" dirty="0"/>
              <a:t>Replace filler words</a:t>
            </a:r>
          </a:p>
          <a:p>
            <a:r>
              <a:rPr lang="en-US" dirty="0"/>
              <a:t>Let your mind catch up to your mouth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682400-C0AC-9A5A-A5E3-93316C38D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Don’ts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5B9F91-C67A-11B1-A34B-60434305A27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Audience struggles to comprehend</a:t>
            </a:r>
          </a:p>
          <a:p>
            <a:r>
              <a:rPr lang="en-US" dirty="0"/>
              <a:t>Weakens credibility</a:t>
            </a:r>
          </a:p>
          <a:p>
            <a:r>
              <a:rPr lang="en-US" dirty="0"/>
              <a:t>Don’t be too spontaneous</a:t>
            </a:r>
          </a:p>
          <a:p>
            <a:r>
              <a:rPr lang="en-US" dirty="0"/>
              <a:t>Don’t focus much on visual aids</a:t>
            </a:r>
          </a:p>
          <a:p>
            <a:r>
              <a:rPr lang="en-US" dirty="0"/>
              <a:t>Avoid fidgeting and pacing</a:t>
            </a:r>
          </a:p>
        </p:txBody>
      </p:sp>
    </p:spTree>
    <p:extLst>
      <p:ext uri="{BB962C8B-B14F-4D97-AF65-F5344CB8AC3E}">
        <p14:creationId xmlns:p14="http://schemas.microsoft.com/office/powerpoint/2010/main" val="179213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C502713-7D9D-32DE-B9B3-26C45DAA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40666768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62</TotalTime>
  <Words>171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Merriweather</vt:lpstr>
      <vt:lpstr>Tw Cen MT</vt:lpstr>
      <vt:lpstr>Tw Cen MT Condensed</vt:lpstr>
      <vt:lpstr>Wingdings 3</vt:lpstr>
      <vt:lpstr>Integral</vt:lpstr>
      <vt:lpstr>Non-verbal Communication</vt:lpstr>
      <vt:lpstr>Non-verbal Communication</vt:lpstr>
      <vt:lpstr>Elements</vt:lpstr>
      <vt:lpstr>The Power of Pauses- PAUSES CAN MAKE OR BREAK A CONVERSATION</vt:lpstr>
      <vt:lpstr>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Non-verbal Communication</dc:title>
  <dc:creator>Syeda Beena Bukhari</dc:creator>
  <cp:lastModifiedBy>Syscom</cp:lastModifiedBy>
  <cp:revision>35</cp:revision>
  <dcterms:created xsi:type="dcterms:W3CDTF">2023-10-15T04:10:00Z</dcterms:created>
  <dcterms:modified xsi:type="dcterms:W3CDTF">2023-12-06T07:51:20Z</dcterms:modified>
</cp:coreProperties>
</file>