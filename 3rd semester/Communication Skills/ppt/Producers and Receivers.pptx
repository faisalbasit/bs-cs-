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305" r:id="rId5"/>
    <p:sldId id="296" r:id="rId6"/>
    <p:sldId id="306" r:id="rId7"/>
    <p:sldId id="317" r:id="rId8"/>
    <p:sldId id="318" r:id="rId9"/>
    <p:sldId id="319" r:id="rId10"/>
    <p:sldId id="320" r:id="rId11"/>
    <p:sldId id="321" r:id="rId12"/>
    <p:sldId id="322" r:id="rId13"/>
    <p:sldId id="314" r:id="rId14"/>
    <p:sldId id="31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D7D9"/>
    <a:srgbClr val="93D3D9"/>
    <a:srgbClr val="AAD6FF"/>
    <a:srgbClr val="B2C8CD"/>
    <a:srgbClr val="CCD8D6"/>
    <a:srgbClr val="4F5945"/>
    <a:srgbClr val="73292A"/>
    <a:srgbClr val="7F867A"/>
    <a:srgbClr val="A6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879" autoAdjust="0"/>
  </p:normalViewPr>
  <p:slideViewPr>
    <p:cSldViewPr snapToGrid="0">
      <p:cViewPr varScale="1">
        <p:scale>
          <a:sx n="92" d="100"/>
          <a:sy n="92" d="100"/>
        </p:scale>
        <p:origin x="288"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2" d="100"/>
          <a:sy n="82" d="100"/>
        </p:scale>
        <p:origin x="2784"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9852A6-C536-198B-0B36-808C24FAAF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F40B29C-E84A-E4D1-8998-1A961EC23B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A5AE42-7DC1-8140-9B13-146984FDEF22}" type="datetimeFigureOut">
              <a:rPr lang="en-US" smtClean="0"/>
              <a:t>10/17/2023</a:t>
            </a:fld>
            <a:endParaRPr lang="en-US" dirty="0"/>
          </a:p>
        </p:txBody>
      </p:sp>
      <p:sp>
        <p:nvSpPr>
          <p:cNvPr id="4" name="Footer Placeholder 3">
            <a:extLst>
              <a:ext uri="{FF2B5EF4-FFF2-40B4-BE49-F238E27FC236}">
                <a16:creationId xmlns:a16="http://schemas.microsoft.com/office/drawing/2014/main" id="{FCCE4DE7-ED89-D264-F004-38F2DF4879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7E8591-FF54-5A00-A703-95ABC16B78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369B77-94AB-0344-9EBF-9DB9EE8D3ABC}" type="slidenum">
              <a:rPr lang="en-US" smtClean="0"/>
              <a:t>‹#›</a:t>
            </a:fld>
            <a:endParaRPr lang="en-US" dirty="0"/>
          </a:p>
        </p:txBody>
      </p:sp>
    </p:spTree>
    <p:extLst>
      <p:ext uri="{BB962C8B-B14F-4D97-AF65-F5344CB8AC3E}">
        <p14:creationId xmlns:p14="http://schemas.microsoft.com/office/powerpoint/2010/main" val="23985974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75F72-8950-AF4F-9381-1D26FB547EA1}" type="datetimeFigureOut">
              <a:rPr lang="en-US" smtClean="0"/>
              <a:t>10/17/2023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5476F-A808-1F46-A368-07984F6DA22E}" type="slidenum">
              <a:rPr lang="en-US" smtClean="0"/>
              <a:t>‹#›</a:t>
            </a:fld>
            <a:endParaRPr lang="en-US" dirty="0"/>
          </a:p>
        </p:txBody>
      </p:sp>
    </p:spTree>
    <p:extLst>
      <p:ext uri="{BB962C8B-B14F-4D97-AF65-F5344CB8AC3E}">
        <p14:creationId xmlns:p14="http://schemas.microsoft.com/office/powerpoint/2010/main" val="111425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75476F-A808-1F46-A368-07984F6DA22E}" type="slidenum">
              <a:rPr lang="en-US" smtClean="0"/>
              <a:t>2</a:t>
            </a:fld>
            <a:endParaRPr lang="en-US" dirty="0"/>
          </a:p>
        </p:txBody>
      </p:sp>
    </p:spTree>
    <p:extLst>
      <p:ext uri="{BB962C8B-B14F-4D97-AF65-F5344CB8AC3E}">
        <p14:creationId xmlns:p14="http://schemas.microsoft.com/office/powerpoint/2010/main" val="32702328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pic>
        <p:nvPicPr>
          <p:cNvPr id="5" name="Picture 4" descr="A picture containing text, plant&#10;&#10;Description automatically generated">
            <a:extLst>
              <a:ext uri="{FF2B5EF4-FFF2-40B4-BE49-F238E27FC236}">
                <a16:creationId xmlns:a16="http://schemas.microsoft.com/office/drawing/2014/main" id="{A26D6E84-B5BE-5F3E-8B3F-1A46C7F307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17210" y="0"/>
            <a:ext cx="8392026" cy="6858000"/>
          </a:xfrm>
          <a:prstGeom prst="rect">
            <a:avLst/>
          </a:prstGeom>
        </p:spPr>
      </p:pic>
      <p:sp>
        <p:nvSpPr>
          <p:cNvPr id="7" name="Oval 6">
            <a:extLst>
              <a:ext uri="{FF2B5EF4-FFF2-40B4-BE49-F238E27FC236}">
                <a16:creationId xmlns:a16="http://schemas.microsoft.com/office/drawing/2014/main" id="{F0A7E03F-5776-960D-3CA6-7CE62AC96693}"/>
              </a:ext>
            </a:extLst>
          </p:cNvPr>
          <p:cNvSpPr/>
          <p:nvPr userDrawn="1"/>
        </p:nvSpPr>
        <p:spPr>
          <a:xfrm>
            <a:off x="3300284" y="654912"/>
            <a:ext cx="5591432" cy="55914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A7464AF-3FD6-6193-CC95-A941ECE17B9D}"/>
              </a:ext>
            </a:extLst>
          </p:cNvPr>
          <p:cNvCxnSpPr>
            <a:cxnSpLocks/>
          </p:cNvCxnSpPr>
          <p:nvPr userDrawn="1"/>
        </p:nvCxnSpPr>
        <p:spPr>
          <a:xfrm>
            <a:off x="4359876" y="4300155"/>
            <a:ext cx="3472249"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1" name="Picture 10" descr="A picture containing text&#10;&#10;Description automatically generated">
            <a:extLst>
              <a:ext uri="{FF2B5EF4-FFF2-40B4-BE49-F238E27FC236}">
                <a16:creationId xmlns:a16="http://schemas.microsoft.com/office/drawing/2014/main" id="{E5214731-3110-8D76-56DF-6335371041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09961" y="4157464"/>
            <a:ext cx="972078" cy="285381"/>
          </a:xfrm>
          <a:prstGeom prst="rect">
            <a:avLst/>
          </a:prstGeom>
        </p:spPr>
      </p:pic>
      <p:sp>
        <p:nvSpPr>
          <p:cNvPr id="17" name="Oval 16">
            <a:extLst>
              <a:ext uri="{FF2B5EF4-FFF2-40B4-BE49-F238E27FC236}">
                <a16:creationId xmlns:a16="http://schemas.microsoft.com/office/drawing/2014/main" id="{516369FF-9501-1944-3E3F-46CBFD515D8D}"/>
              </a:ext>
            </a:extLst>
          </p:cNvPr>
          <p:cNvSpPr/>
          <p:nvPr userDrawn="1"/>
        </p:nvSpPr>
        <p:spPr>
          <a:xfrm>
            <a:off x="3447535" y="807312"/>
            <a:ext cx="5296930" cy="52969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ceramic ware, porcelain&#10;&#10;Description automatically generated">
            <a:extLst>
              <a:ext uri="{FF2B5EF4-FFF2-40B4-BE49-F238E27FC236}">
                <a16:creationId xmlns:a16="http://schemas.microsoft.com/office/drawing/2014/main" id="{AB1576B0-66ED-3F92-2AF8-4EF965E4E3F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9338" y="4814449"/>
            <a:ext cx="1668775" cy="1621434"/>
          </a:xfrm>
          <a:prstGeom prst="rect">
            <a:avLst/>
          </a:prstGeom>
        </p:spPr>
      </p:pic>
      <p:pic>
        <p:nvPicPr>
          <p:cNvPr id="15" name="Picture 14">
            <a:extLst>
              <a:ext uri="{FF2B5EF4-FFF2-40B4-BE49-F238E27FC236}">
                <a16:creationId xmlns:a16="http://schemas.microsoft.com/office/drawing/2014/main" id="{9E576603-B88C-9F7F-98A5-E94BD2C23E6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77" y="1164252"/>
            <a:ext cx="818801" cy="845501"/>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749296" y="2660904"/>
            <a:ext cx="6693408" cy="1088136"/>
          </a:xfrm>
        </p:spPr>
        <p:txBody>
          <a:bodyPr anchor="b">
            <a:noAutofit/>
          </a:bodyPr>
          <a:lstStyle>
            <a:lvl1pPr algn="ctr">
              <a:defRPr sz="4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96384" y="2267712"/>
            <a:ext cx="2999232" cy="4389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pic>
        <p:nvPicPr>
          <p:cNvPr id="4" name="Picture 3" descr="A picture containing fabric&#10;&#10;Description automatically generated">
            <a:extLst>
              <a:ext uri="{FF2B5EF4-FFF2-40B4-BE49-F238E27FC236}">
                <a16:creationId xmlns:a16="http://schemas.microsoft.com/office/drawing/2014/main" id="{ABAD6905-AD97-1EAF-A4A3-D0BB13B1280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0" name="Rectangle 9">
            <a:extLst>
              <a:ext uri="{FF2B5EF4-FFF2-40B4-BE49-F238E27FC236}">
                <a16:creationId xmlns:a16="http://schemas.microsoft.com/office/drawing/2014/main" id="{63BCB4CA-03FB-81F4-F8A2-FA9C0DBDEB11}"/>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group of flowers&#10;&#10;Description automatically generated with low confidence">
            <a:extLst>
              <a:ext uri="{FF2B5EF4-FFF2-40B4-BE49-F238E27FC236}">
                <a16:creationId xmlns:a16="http://schemas.microsoft.com/office/drawing/2014/main" id="{138EDBF7-FA56-2BF9-ECFA-6C39FEE8F8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959852" flipH="1">
            <a:off x="1760954" y="2048834"/>
            <a:ext cx="1230524" cy="22873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183880" y="978408"/>
            <a:ext cx="3749040"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8183880" y="2194560"/>
            <a:ext cx="3749040" cy="4306824"/>
          </a:xfrm>
        </p:spPr>
        <p:txBody>
          <a:bodyPr>
            <a:normAutofit/>
          </a:bodyPr>
          <a:lstStyle>
            <a:lvl1pPr marL="0" indent="0">
              <a:lnSpc>
                <a:spcPct val="15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descr="A picture containing flower, plant&#10;&#10;Description automatically generated">
            <a:extLst>
              <a:ext uri="{FF2B5EF4-FFF2-40B4-BE49-F238E27FC236}">
                <a16:creationId xmlns:a16="http://schemas.microsoft.com/office/drawing/2014/main" id="{0FE36A83-31CF-DF76-5708-55ED9FB707E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sp>
        <p:nvSpPr>
          <p:cNvPr id="11" name="Text Placeholder 33">
            <a:extLst>
              <a:ext uri="{FF2B5EF4-FFF2-40B4-BE49-F238E27FC236}">
                <a16:creationId xmlns:a16="http://schemas.microsoft.com/office/drawing/2014/main" id="{5BF6365E-74A9-6D7B-5F20-7C29F29017E5}"/>
              </a:ext>
            </a:extLst>
          </p:cNvPr>
          <p:cNvSpPr>
            <a:spLocks noGrp="1"/>
          </p:cNvSpPr>
          <p:nvPr>
            <p:ph type="body" sz="quarter" idx="13" hasCustomPrompt="1"/>
          </p:nvPr>
        </p:nvSpPr>
        <p:spPr>
          <a:xfrm>
            <a:off x="1225296"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95398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B4DE27-1913-8274-9943-46641EA0DAB7}"/>
              </a:ext>
            </a:extLst>
          </p:cNvPr>
          <p:cNvSpPr/>
          <p:nvPr userDrawn="1"/>
        </p:nvSpPr>
        <p:spPr>
          <a:xfrm>
            <a:off x="1174276" y="-756"/>
            <a:ext cx="9843449" cy="5690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F901AB4A-AE17-BFA4-697C-75EC6407E147}"/>
              </a:ext>
            </a:extLst>
          </p:cNvPr>
          <p:cNvSpPr/>
          <p:nvPr userDrawn="1"/>
        </p:nvSpPr>
        <p:spPr>
          <a:xfrm>
            <a:off x="1604189" y="-13446"/>
            <a:ext cx="8983623" cy="525779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C7F01FE-99A8-35BD-05A1-6D93A2578E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2833" y="5110810"/>
            <a:ext cx="1207554" cy="354511"/>
          </a:xfrm>
          <a:prstGeom prst="rect">
            <a:avLst/>
          </a:prstGeom>
        </p:spPr>
      </p:pic>
      <p:pic>
        <p:nvPicPr>
          <p:cNvPr id="13" name="Picture 12">
            <a:extLst>
              <a:ext uri="{FF2B5EF4-FFF2-40B4-BE49-F238E27FC236}">
                <a16:creationId xmlns:a16="http://schemas.microsoft.com/office/drawing/2014/main" id="{E66660DF-FD7A-4340-E854-B4680A6B88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5202474" y="-1953000"/>
            <a:ext cx="1485900" cy="53721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748028" y="1389888"/>
            <a:ext cx="8695944"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2223516" y="2651760"/>
            <a:ext cx="7744968" cy="2697480"/>
          </a:xfrm>
        </p:spPr>
        <p:txBody>
          <a:bodyPr>
            <a:normAutofit/>
          </a:bodyPr>
          <a:lstStyle>
            <a:lvl1pPr marL="0" indent="0" algn="ctr">
              <a:lnSpc>
                <a:spcPct val="100000"/>
              </a:lnSpc>
              <a:buNone/>
              <a:defRPr sz="2000">
                <a:latin typeface="Gill Sans Nova Light" panose="020F0302020204030204" pitchFamily="34" charset="0"/>
                <a:cs typeface="Gill Sans Nova Light" panose="020F0302020204030204" pitchFamily="34" charset="0"/>
              </a:defRPr>
            </a:lvl1pPr>
            <a:lvl2pPr algn="ctr">
              <a:lnSpc>
                <a:spcPct val="100000"/>
              </a:lnSpc>
              <a:defRPr sz="18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
        <p:nvSpPr>
          <p:cNvPr id="14" name="Footer Placeholder 13">
            <a:extLst>
              <a:ext uri="{FF2B5EF4-FFF2-40B4-BE49-F238E27FC236}">
                <a16:creationId xmlns:a16="http://schemas.microsoft.com/office/drawing/2014/main" id="{2F05D25C-B703-1868-603E-D468EF44D794}"/>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D8FDB2CC-A975-BC07-042A-228D387E516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2026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ADFA29-47E3-2E16-12B7-D8031DC04C0D}"/>
              </a:ext>
            </a:extLst>
          </p:cNvPr>
          <p:cNvSpPr/>
          <p:nvPr userDrawn="1"/>
        </p:nvSpPr>
        <p:spPr>
          <a:xfrm>
            <a:off x="0" y="3377183"/>
            <a:ext cx="12192000" cy="23265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close up of a plant&#10;&#10;Description automatically generated with low confidence">
            <a:extLst>
              <a:ext uri="{FF2B5EF4-FFF2-40B4-BE49-F238E27FC236}">
                <a16:creationId xmlns:a16="http://schemas.microsoft.com/office/drawing/2014/main" id="{D373DB44-C887-96AC-D32D-B7656F28FB9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87322" y="3187511"/>
            <a:ext cx="1422400" cy="5283200"/>
          </a:xfrm>
          <a:prstGeom prst="rect">
            <a:avLst/>
          </a:prstGeom>
        </p:spPr>
      </p:pic>
      <p:pic>
        <p:nvPicPr>
          <p:cNvPr id="9" name="Picture 8" descr="A picture containing bedclothes, fabric&#10;&#10;Description automatically generated">
            <a:extLst>
              <a:ext uri="{FF2B5EF4-FFF2-40B4-BE49-F238E27FC236}">
                <a16:creationId xmlns:a16="http://schemas.microsoft.com/office/drawing/2014/main" id="{6A080FF9-A96B-AA38-428D-5F2CF533D06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5400022" y="287485"/>
            <a:ext cx="1485900" cy="5372100"/>
          </a:xfrm>
          <a:prstGeom prst="rect">
            <a:avLst/>
          </a:prstGeom>
        </p:spPr>
      </p:pic>
      <p:sp>
        <p:nvSpPr>
          <p:cNvPr id="13" name="Rectangle 12">
            <a:extLst>
              <a:ext uri="{FF2B5EF4-FFF2-40B4-BE49-F238E27FC236}">
                <a16:creationId xmlns:a16="http://schemas.microsoft.com/office/drawing/2014/main" id="{25150280-02E2-686D-A130-65EBDA15EF13}"/>
              </a:ext>
            </a:extLst>
          </p:cNvPr>
          <p:cNvSpPr/>
          <p:nvPr userDrawn="1"/>
        </p:nvSpPr>
        <p:spPr>
          <a:xfrm>
            <a:off x="232651" y="3633264"/>
            <a:ext cx="11740896" cy="178975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Light" panose="020B0302020104020203" pitchFamily="34" charset="-79"/>
              <a:cs typeface="Gill Sans Light" panose="020B0302020104020203" pitchFamily="34" charset="-79"/>
            </a:endParaRPr>
          </a:p>
        </p:txBody>
      </p:sp>
      <p:pic>
        <p:nvPicPr>
          <p:cNvPr id="15" name="Picture 14" descr="A picture containing ceramic ware, porcelain&#10;&#10;Description automatically generated">
            <a:extLst>
              <a:ext uri="{FF2B5EF4-FFF2-40B4-BE49-F238E27FC236}">
                <a16:creationId xmlns:a16="http://schemas.microsoft.com/office/drawing/2014/main" id="{3DD4D68C-6665-333E-98E8-785116A05A7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2590193">
            <a:off x="6957396" y="5090392"/>
            <a:ext cx="856832" cy="832525"/>
          </a:xfrm>
          <a:prstGeom prst="rect">
            <a:avLst/>
          </a:prstGeom>
        </p:spPr>
      </p:pic>
      <p:pic>
        <p:nvPicPr>
          <p:cNvPr id="17" name="Picture 16" descr="A picture containing text&#10;&#10;Description automatically generated">
            <a:extLst>
              <a:ext uri="{FF2B5EF4-FFF2-40B4-BE49-F238E27FC236}">
                <a16:creationId xmlns:a16="http://schemas.microsoft.com/office/drawing/2014/main" id="{27E0939A-D971-0D79-9B6D-834913C959B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362979" y="3252854"/>
            <a:ext cx="1206427" cy="621355"/>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userDrawn="1">
            <p:ph type="title"/>
          </p:nvPr>
        </p:nvSpPr>
        <p:spPr>
          <a:xfrm>
            <a:off x="1153668" y="3977640"/>
            <a:ext cx="9884664" cy="731520"/>
          </a:xfrm>
        </p:spPr>
        <p:txBody>
          <a:bodyPr anchor="b">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userDrawn="1">
            <p:ph type="body" idx="1"/>
          </p:nvPr>
        </p:nvSpPr>
        <p:spPr>
          <a:xfrm>
            <a:off x="1153668" y="4700016"/>
            <a:ext cx="9884664" cy="457200"/>
          </a:xfrm>
        </p:spPr>
        <p:txBody>
          <a:bodyPr anchor="ct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802635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1825625"/>
            <a:ext cx="10515600" cy="4370832"/>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609600" y="1600200"/>
            <a:ext cx="10972800" cy="457200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251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F45E1C-47F6-0AF9-7468-BA613D681E1D}"/>
              </a:ext>
            </a:extLst>
          </p:cNvPr>
          <p:cNvSpPr/>
          <p:nvPr userDrawn="1"/>
        </p:nvSpPr>
        <p:spPr>
          <a:xfrm>
            <a:off x="0" y="1533950"/>
            <a:ext cx="12192000" cy="3790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abric&#10;&#10;Description automatically generated">
            <a:extLst>
              <a:ext uri="{FF2B5EF4-FFF2-40B4-BE49-F238E27FC236}">
                <a16:creationId xmlns:a16="http://schemas.microsoft.com/office/drawing/2014/main" id="{AB9E0D8B-7031-366D-884B-EB3FABD78C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056236" y="-1772981"/>
            <a:ext cx="2147050" cy="6039669"/>
          </a:xfrm>
          <a:prstGeom prst="rect">
            <a:avLst/>
          </a:prstGeom>
        </p:spPr>
      </p:pic>
      <p:sp>
        <p:nvSpPr>
          <p:cNvPr id="12" name="Rectangle 11">
            <a:extLst>
              <a:ext uri="{FF2B5EF4-FFF2-40B4-BE49-F238E27FC236}">
                <a16:creationId xmlns:a16="http://schemas.microsoft.com/office/drawing/2014/main" id="{1859314F-DCEF-A5A7-C5D9-F0D39AAC9FFA}"/>
              </a:ext>
            </a:extLst>
          </p:cNvPr>
          <p:cNvSpPr/>
          <p:nvPr userDrawn="1"/>
        </p:nvSpPr>
        <p:spPr>
          <a:xfrm>
            <a:off x="225552" y="1796143"/>
            <a:ext cx="11740896" cy="326571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flower, plant&#10;&#10;Description automatically generated">
            <a:extLst>
              <a:ext uri="{FF2B5EF4-FFF2-40B4-BE49-F238E27FC236}">
                <a16:creationId xmlns:a16="http://schemas.microsoft.com/office/drawing/2014/main" id="{DAAE5EB8-5B6B-6FA6-E6E7-D2F58FDFB4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6307543" y="-287017"/>
            <a:ext cx="1051334" cy="3866771"/>
          </a:xfrm>
          <a:prstGeom prst="rect">
            <a:avLst/>
          </a:prstGeom>
        </p:spPr>
      </p:pic>
      <p:pic>
        <p:nvPicPr>
          <p:cNvPr id="19" name="Picture 18" descr="A picture containing mollusk, insect&#10;&#10;Description automatically generated">
            <a:extLst>
              <a:ext uri="{FF2B5EF4-FFF2-40B4-BE49-F238E27FC236}">
                <a16:creationId xmlns:a16="http://schemas.microsoft.com/office/drawing/2014/main" id="{BB1368FF-AA1B-4423-30B1-BE082E6F191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492222" y="4923380"/>
            <a:ext cx="1207554" cy="354511"/>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1743456" y="2404872"/>
            <a:ext cx="8705088" cy="2002536"/>
          </a:xfrm>
        </p:spPr>
        <p:txBody>
          <a:bodyPr anchor="t">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1743454" y="3964517"/>
            <a:ext cx="8705089" cy="457200"/>
          </a:xfrm>
        </p:spPr>
        <p:txBody>
          <a:bodyPr anchor="ctr"/>
          <a:lstStyle>
            <a:lvl1pPr marL="0" indent="0" algn="ctr">
              <a:buNone/>
              <a:defRPr sz="24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7" name="Text Placeholder 24">
            <a:extLst>
              <a:ext uri="{FF2B5EF4-FFF2-40B4-BE49-F238E27FC236}">
                <a16:creationId xmlns:a16="http://schemas.microsoft.com/office/drawing/2014/main" id="{F5E2B84E-B4F2-ED93-8084-ECFC3B9C380F}"/>
              </a:ext>
            </a:extLst>
          </p:cNvPr>
          <p:cNvSpPr>
            <a:spLocks noGrp="1"/>
          </p:cNvSpPr>
          <p:nvPr>
            <p:ph type="body" sz="quarter" idx="11" hasCustomPrompt="1"/>
          </p:nvPr>
        </p:nvSpPr>
        <p:spPr>
          <a:xfrm>
            <a:off x="10149667" y="3189069"/>
            <a:ext cx="945473" cy="1936750"/>
          </a:xfrm>
        </p:spPr>
        <p:txBody>
          <a:bodyPr>
            <a:noAutofit/>
          </a:bodyPr>
          <a:lstStyle>
            <a:lvl1pPr marL="0" indent="0">
              <a:buNone/>
              <a:defRPr sz="14000" b="1">
                <a:solidFill>
                  <a:schemeClr val="tx2"/>
                </a:solidFill>
                <a:latin typeface="+mj-lt"/>
              </a:defRPr>
            </a:lvl1pPr>
          </a:lstStyle>
          <a:p>
            <a:pPr lvl="0"/>
            <a:r>
              <a:rPr lang="en-US" dirty="0"/>
              <a:t>”</a:t>
            </a:r>
          </a:p>
        </p:txBody>
      </p:sp>
      <p:sp>
        <p:nvSpPr>
          <p:cNvPr id="28" name="Text Placeholder 24">
            <a:extLst>
              <a:ext uri="{FF2B5EF4-FFF2-40B4-BE49-F238E27FC236}">
                <a16:creationId xmlns:a16="http://schemas.microsoft.com/office/drawing/2014/main" id="{FDD82133-EB75-7E07-A9CE-730CB7F6CD34}"/>
              </a:ext>
            </a:extLst>
          </p:cNvPr>
          <p:cNvSpPr>
            <a:spLocks noGrp="1"/>
          </p:cNvSpPr>
          <p:nvPr>
            <p:ph type="body" sz="quarter" idx="10" hasCustomPrompt="1"/>
          </p:nvPr>
        </p:nvSpPr>
        <p:spPr>
          <a:xfrm>
            <a:off x="1033184" y="2136567"/>
            <a:ext cx="941832" cy="1936750"/>
          </a:xfrm>
        </p:spPr>
        <p:txBody>
          <a:bodyPr>
            <a:noAutofit/>
          </a:bodyPr>
          <a:lstStyle>
            <a:lvl1pPr marL="0" indent="0">
              <a:buNone/>
              <a:defRPr sz="14000" b="1">
                <a:solidFill>
                  <a:schemeClr val="tx2"/>
                </a:solidFill>
                <a:latin typeface="+mj-lt"/>
              </a:defRPr>
            </a:lvl1pPr>
          </a:lstStyle>
          <a:p>
            <a:pPr lvl="0"/>
            <a:r>
              <a:rPr lang="en-US" dirty="0"/>
              <a:t>“</a:t>
            </a:r>
          </a:p>
        </p:txBody>
      </p:sp>
    </p:spTree>
    <p:extLst>
      <p:ext uri="{BB962C8B-B14F-4D97-AF65-F5344CB8AC3E}">
        <p14:creationId xmlns:p14="http://schemas.microsoft.com/office/powerpoint/2010/main" val="3178703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375868"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326173"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328309"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3828270"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763663" y="3926721"/>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765799" y="4286611"/>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280672"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216065"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218201"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8733074"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666331"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668467"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519687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68136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106424"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106424"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6" name="Picture Placeholder 17">
            <a:extLst>
              <a:ext uri="{FF2B5EF4-FFF2-40B4-BE49-F238E27FC236}">
                <a16:creationId xmlns:a16="http://schemas.microsoft.com/office/drawing/2014/main" id="{B23EF08B-7D0C-7D96-413D-71C22E3F74D0}"/>
              </a:ext>
            </a:extLst>
          </p:cNvPr>
          <p:cNvSpPr>
            <a:spLocks noGrp="1" noChangeAspect="1"/>
          </p:cNvSpPr>
          <p:nvPr>
            <p:ph type="pic" sz="quarter" idx="26"/>
          </p:nvPr>
        </p:nvSpPr>
        <p:spPr>
          <a:xfrm>
            <a:off x="168136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5" name="Text Placeholder 19">
            <a:extLst>
              <a:ext uri="{FF2B5EF4-FFF2-40B4-BE49-F238E27FC236}">
                <a16:creationId xmlns:a16="http://schemas.microsoft.com/office/drawing/2014/main" id="{A6866782-6675-4F37-E5D2-68CB0191C1A7}"/>
              </a:ext>
            </a:extLst>
          </p:cNvPr>
          <p:cNvSpPr>
            <a:spLocks noGrp="1"/>
          </p:cNvSpPr>
          <p:nvPr>
            <p:ph type="body" sz="quarter" idx="25"/>
          </p:nvPr>
        </p:nvSpPr>
        <p:spPr>
          <a:xfrm>
            <a:off x="1106424"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4" name="Text Placeholder 19">
            <a:extLst>
              <a:ext uri="{FF2B5EF4-FFF2-40B4-BE49-F238E27FC236}">
                <a16:creationId xmlns:a16="http://schemas.microsoft.com/office/drawing/2014/main" id="{9F53AB27-DDFA-AA5D-8253-546C9BBA9CE7}"/>
              </a:ext>
            </a:extLst>
          </p:cNvPr>
          <p:cNvSpPr>
            <a:spLocks noGrp="1"/>
          </p:cNvSpPr>
          <p:nvPr>
            <p:ph type="body" sz="quarter" idx="24"/>
          </p:nvPr>
        </p:nvSpPr>
        <p:spPr>
          <a:xfrm>
            <a:off x="1106424"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422675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639312"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639312"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6" name="Picture Placeholder 17">
            <a:extLst>
              <a:ext uri="{FF2B5EF4-FFF2-40B4-BE49-F238E27FC236}">
                <a16:creationId xmlns:a16="http://schemas.microsoft.com/office/drawing/2014/main" id="{DD9CE7E9-3BC2-0321-457B-61D363708B38}"/>
              </a:ext>
            </a:extLst>
          </p:cNvPr>
          <p:cNvSpPr>
            <a:spLocks noGrp="1" noChangeAspect="1"/>
          </p:cNvSpPr>
          <p:nvPr>
            <p:ph type="pic" sz="quarter" idx="29"/>
          </p:nvPr>
        </p:nvSpPr>
        <p:spPr>
          <a:xfrm>
            <a:off x="422675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3" name="Text Placeholder 19">
            <a:extLst>
              <a:ext uri="{FF2B5EF4-FFF2-40B4-BE49-F238E27FC236}">
                <a16:creationId xmlns:a16="http://schemas.microsoft.com/office/drawing/2014/main" id="{70DD1941-A469-A457-B987-E0E2C300A8AE}"/>
              </a:ext>
            </a:extLst>
          </p:cNvPr>
          <p:cNvSpPr>
            <a:spLocks noGrp="1"/>
          </p:cNvSpPr>
          <p:nvPr>
            <p:ph type="body" sz="quarter" idx="31"/>
          </p:nvPr>
        </p:nvSpPr>
        <p:spPr>
          <a:xfrm>
            <a:off x="3639312"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18" name="Text Placeholder 19">
            <a:extLst>
              <a:ext uri="{FF2B5EF4-FFF2-40B4-BE49-F238E27FC236}">
                <a16:creationId xmlns:a16="http://schemas.microsoft.com/office/drawing/2014/main" id="{D6B84B7D-A7EC-6FE1-9925-F78AF0DE230F}"/>
              </a:ext>
            </a:extLst>
          </p:cNvPr>
          <p:cNvSpPr>
            <a:spLocks noGrp="1"/>
          </p:cNvSpPr>
          <p:nvPr>
            <p:ph type="body" sz="quarter" idx="30"/>
          </p:nvPr>
        </p:nvSpPr>
        <p:spPr>
          <a:xfrm>
            <a:off x="3639312"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77214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172200"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172200"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4" name="Picture Placeholder 17">
            <a:extLst>
              <a:ext uri="{FF2B5EF4-FFF2-40B4-BE49-F238E27FC236}">
                <a16:creationId xmlns:a16="http://schemas.microsoft.com/office/drawing/2014/main" id="{AA1AC2FE-336D-4E7F-2C86-6A8C29BA8F90}"/>
              </a:ext>
            </a:extLst>
          </p:cNvPr>
          <p:cNvSpPr>
            <a:spLocks noGrp="1" noChangeAspect="1"/>
          </p:cNvSpPr>
          <p:nvPr>
            <p:ph type="pic" sz="quarter" idx="28"/>
          </p:nvPr>
        </p:nvSpPr>
        <p:spPr>
          <a:xfrm>
            <a:off x="677214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7" name="Text Placeholder 19">
            <a:extLst>
              <a:ext uri="{FF2B5EF4-FFF2-40B4-BE49-F238E27FC236}">
                <a16:creationId xmlns:a16="http://schemas.microsoft.com/office/drawing/2014/main" id="{FA370BF1-09EC-DBE1-5118-8A92A0F90BC4}"/>
              </a:ext>
            </a:extLst>
          </p:cNvPr>
          <p:cNvSpPr>
            <a:spLocks noGrp="1"/>
          </p:cNvSpPr>
          <p:nvPr>
            <p:ph type="body" sz="quarter" idx="33"/>
          </p:nvPr>
        </p:nvSpPr>
        <p:spPr>
          <a:xfrm>
            <a:off x="6172200"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5" name="Text Placeholder 19">
            <a:extLst>
              <a:ext uri="{FF2B5EF4-FFF2-40B4-BE49-F238E27FC236}">
                <a16:creationId xmlns:a16="http://schemas.microsoft.com/office/drawing/2014/main" id="{5089D72C-E865-F5D3-CB1E-050AEF684453}"/>
              </a:ext>
            </a:extLst>
          </p:cNvPr>
          <p:cNvSpPr>
            <a:spLocks noGrp="1"/>
          </p:cNvSpPr>
          <p:nvPr>
            <p:ph type="body" sz="quarter" idx="32"/>
          </p:nvPr>
        </p:nvSpPr>
        <p:spPr>
          <a:xfrm>
            <a:off x="6172200"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9317533"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705088"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705088"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7" name="Picture Placeholder 17">
            <a:extLst>
              <a:ext uri="{FF2B5EF4-FFF2-40B4-BE49-F238E27FC236}">
                <a16:creationId xmlns:a16="http://schemas.microsoft.com/office/drawing/2014/main" id="{4F7ECA98-24CD-8CC5-A3EC-BFF5E9B11748}"/>
              </a:ext>
            </a:extLst>
          </p:cNvPr>
          <p:cNvSpPr>
            <a:spLocks noGrp="1" noChangeAspect="1"/>
          </p:cNvSpPr>
          <p:nvPr>
            <p:ph type="pic" sz="quarter" idx="27"/>
          </p:nvPr>
        </p:nvSpPr>
        <p:spPr>
          <a:xfrm>
            <a:off x="9317533"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2" name="Text Placeholder 19">
            <a:extLst>
              <a:ext uri="{FF2B5EF4-FFF2-40B4-BE49-F238E27FC236}">
                <a16:creationId xmlns:a16="http://schemas.microsoft.com/office/drawing/2014/main" id="{46CBECF2-D93E-3DF9-064C-CB4A3262B691}"/>
              </a:ext>
            </a:extLst>
          </p:cNvPr>
          <p:cNvSpPr>
            <a:spLocks noGrp="1"/>
          </p:cNvSpPr>
          <p:nvPr>
            <p:ph type="body" sz="quarter" idx="35"/>
          </p:nvPr>
        </p:nvSpPr>
        <p:spPr>
          <a:xfrm>
            <a:off x="8705088"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1" name="Text Placeholder 19">
            <a:extLst>
              <a:ext uri="{FF2B5EF4-FFF2-40B4-BE49-F238E27FC236}">
                <a16:creationId xmlns:a16="http://schemas.microsoft.com/office/drawing/2014/main" id="{71E06E16-A083-B853-8155-7FF97AD1DE8F}"/>
              </a:ext>
            </a:extLst>
          </p:cNvPr>
          <p:cNvSpPr>
            <a:spLocks noGrp="1"/>
          </p:cNvSpPr>
          <p:nvPr>
            <p:ph type="body" sz="quarter" idx="34"/>
          </p:nvPr>
        </p:nvSpPr>
        <p:spPr>
          <a:xfrm>
            <a:off x="8705088"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62232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B05881-FB11-43E8-CCDD-8C12CDB4FE47}"/>
              </a:ext>
            </a:extLst>
          </p:cNvPr>
          <p:cNvSpPr/>
          <p:nvPr userDrawn="1"/>
        </p:nvSpPr>
        <p:spPr>
          <a:xfrm>
            <a:off x="838199" y="196052"/>
            <a:ext cx="10515601" cy="1686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picture containing fabric&#10;&#10;Description automatically generated">
            <a:extLst>
              <a:ext uri="{FF2B5EF4-FFF2-40B4-BE49-F238E27FC236}">
                <a16:creationId xmlns:a16="http://schemas.microsoft.com/office/drawing/2014/main" id="{A4941BBB-13FC-2ACE-1A50-C0F465531B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14950" y="-64113"/>
            <a:ext cx="1562100" cy="4394200"/>
          </a:xfrm>
          <a:prstGeom prst="rect">
            <a:avLst/>
          </a:prstGeom>
        </p:spPr>
      </p:pic>
      <p:sp>
        <p:nvSpPr>
          <p:cNvPr id="11" name="Rectangle 10">
            <a:extLst>
              <a:ext uri="{FF2B5EF4-FFF2-40B4-BE49-F238E27FC236}">
                <a16:creationId xmlns:a16="http://schemas.microsoft.com/office/drawing/2014/main" id="{D8BE9E36-E9D5-3FA6-EE22-A6E5CE13C462}"/>
              </a:ext>
            </a:extLst>
          </p:cNvPr>
          <p:cNvSpPr/>
          <p:nvPr userDrawn="1"/>
        </p:nvSpPr>
        <p:spPr>
          <a:xfrm>
            <a:off x="995423"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flower, plant&#10;&#10;Description automatically generated">
            <a:extLst>
              <a:ext uri="{FF2B5EF4-FFF2-40B4-BE49-F238E27FC236}">
                <a16:creationId xmlns:a16="http://schemas.microsoft.com/office/drawing/2014/main" id="{479E4054-0885-457B-35B3-A9B26ED936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4869421" y="459092"/>
            <a:ext cx="749300" cy="27559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484632"/>
            <a:ext cx="10515600" cy="1133856"/>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2990088"/>
            <a:ext cx="10515600" cy="347472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C6C79F3B-6B68-BA3C-6CBE-C26E339E450E}"/>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9D503431-982D-5D35-88BF-09474F76D65D}"/>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791044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68407D-A1C4-B842-0C34-B2DE8AD312D3}"/>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A1AE7FB-DFC0-DCDA-47AD-6ED81A6427FA}"/>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7A4DFCBA-879E-D6C9-9F81-B4F9225423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2" name="Title 1">
            <a:extLst>
              <a:ext uri="{FF2B5EF4-FFF2-40B4-BE49-F238E27FC236}">
                <a16:creationId xmlns:a16="http://schemas.microsoft.com/office/drawing/2014/main" id="{B8562BF3-1BFC-6948-02E0-8A1C121C387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E158D7F8-0920-52BA-580D-07249122876C}"/>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9E6611EB-89A4-4C55-4032-4D0C418398DB}"/>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Content Placeholder 11">
            <a:extLst>
              <a:ext uri="{FF2B5EF4-FFF2-40B4-BE49-F238E27FC236}">
                <a16:creationId xmlns:a16="http://schemas.microsoft.com/office/drawing/2014/main" id="{C6963F99-41C3-5ED4-AAD8-B904145CC7EA}"/>
              </a:ext>
            </a:extLst>
          </p:cNvPr>
          <p:cNvSpPr>
            <a:spLocks noGrp="1"/>
          </p:cNvSpPr>
          <p:nvPr>
            <p:ph sz="quarter" idx="12"/>
          </p:nvPr>
        </p:nvSpPr>
        <p:spPr>
          <a:xfrm>
            <a:off x="975360" y="2615184"/>
            <a:ext cx="10241280" cy="3319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034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2F7EB7A-F5B6-E308-68EE-3065E2B039A6}"/>
              </a:ext>
            </a:extLst>
          </p:cNvPr>
          <p:cNvSpPr/>
          <p:nvPr userDrawn="1"/>
        </p:nvSpPr>
        <p:spPr>
          <a:xfrm>
            <a:off x="0" y="0"/>
            <a:ext cx="4873752"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 close-up of a tree&#10;&#10;Description automatically generated with medium confidence">
            <a:extLst>
              <a:ext uri="{FF2B5EF4-FFF2-40B4-BE49-F238E27FC236}">
                <a16:creationId xmlns:a16="http://schemas.microsoft.com/office/drawing/2014/main" id="{FED57607-56F6-9FD5-F0A8-DE0BCFE896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2866459" flipH="1">
            <a:off x="2282032" y="1589693"/>
            <a:ext cx="970220" cy="22361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91072" y="978408"/>
            <a:ext cx="4974336"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29" name="Text Placeholder 2">
            <a:extLst>
              <a:ext uri="{FF2B5EF4-FFF2-40B4-BE49-F238E27FC236}">
                <a16:creationId xmlns:a16="http://schemas.microsoft.com/office/drawing/2014/main" id="{DEF26CDF-94D4-BA22-7D14-8D3289040C90}"/>
              </a:ext>
            </a:extLst>
          </p:cNvPr>
          <p:cNvSpPr>
            <a:spLocks noGrp="1"/>
          </p:cNvSpPr>
          <p:nvPr>
            <p:ph type="body" idx="1"/>
          </p:nvPr>
        </p:nvSpPr>
        <p:spPr>
          <a:xfrm>
            <a:off x="6291072" y="2322576"/>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3">
            <a:extLst>
              <a:ext uri="{FF2B5EF4-FFF2-40B4-BE49-F238E27FC236}">
                <a16:creationId xmlns:a16="http://schemas.microsoft.com/office/drawing/2014/main" id="{0017BF0C-B2B7-932F-A9AE-5BFAE4AB5C4D}"/>
              </a:ext>
            </a:extLst>
          </p:cNvPr>
          <p:cNvSpPr>
            <a:spLocks noGrp="1"/>
          </p:cNvSpPr>
          <p:nvPr>
            <p:ph sz="half" idx="2"/>
          </p:nvPr>
        </p:nvSpPr>
        <p:spPr>
          <a:xfrm>
            <a:off x="6289612" y="2770632"/>
            <a:ext cx="5065776" cy="1554480"/>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a:extLst>
              <a:ext uri="{FF2B5EF4-FFF2-40B4-BE49-F238E27FC236}">
                <a16:creationId xmlns:a16="http://schemas.microsoft.com/office/drawing/2014/main" id="{DEAB8B47-DF86-7C9F-F027-2D4D22B2EA50}"/>
              </a:ext>
            </a:extLst>
          </p:cNvPr>
          <p:cNvSpPr>
            <a:spLocks noGrp="1"/>
          </p:cNvSpPr>
          <p:nvPr>
            <p:ph type="body" sz="quarter" idx="3"/>
          </p:nvPr>
        </p:nvSpPr>
        <p:spPr>
          <a:xfrm>
            <a:off x="6289612" y="4361688"/>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289612" y="4791456"/>
            <a:ext cx="5065776" cy="1408176"/>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8" name="Picture 37" descr="A group of flowers&#10;&#10;Description automatically generated with low confidence">
            <a:extLst>
              <a:ext uri="{FF2B5EF4-FFF2-40B4-BE49-F238E27FC236}">
                <a16:creationId xmlns:a16="http://schemas.microsoft.com/office/drawing/2014/main" id="{5B08C513-7071-2499-7E9D-CFD5A027C0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1019083" y="2260473"/>
            <a:ext cx="1245309" cy="2314810"/>
          </a:xfrm>
          <a:prstGeom prst="rect">
            <a:avLst/>
          </a:prstGeom>
        </p:spPr>
      </p:pic>
      <p:sp>
        <p:nvSpPr>
          <p:cNvPr id="34" name="Text Placeholder 33">
            <a:extLst>
              <a:ext uri="{FF2B5EF4-FFF2-40B4-BE49-F238E27FC236}">
                <a16:creationId xmlns:a16="http://schemas.microsoft.com/office/drawing/2014/main" id="{BD46E6E9-39FE-B605-0786-F7F7E656F9B0}"/>
              </a:ext>
            </a:extLst>
          </p:cNvPr>
          <p:cNvSpPr>
            <a:spLocks noGrp="1"/>
          </p:cNvSpPr>
          <p:nvPr>
            <p:ph type="body" sz="quarter" idx="13" hasCustomPrompt="1"/>
          </p:nvPr>
        </p:nvSpPr>
        <p:spPr>
          <a:xfrm>
            <a:off x="466344"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1_Comparison">
    <p:bg>
      <p:bgPr>
        <a:solidFill>
          <a:schemeClr val="tx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88546F5-5752-9595-980A-9978EC65B179}"/>
              </a:ext>
            </a:extLst>
          </p:cNvPr>
          <p:cNvSpPr/>
          <p:nvPr userDrawn="1"/>
        </p:nvSpPr>
        <p:spPr>
          <a:xfrm>
            <a:off x="491679" y="319214"/>
            <a:ext cx="11208641" cy="5857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88B1DFD-B7E9-D65B-0A47-8D442617B0D0}"/>
              </a:ext>
            </a:extLst>
          </p:cNvPr>
          <p:cNvCxnSpPr>
            <a:cxnSpLocks/>
          </p:cNvCxnSpPr>
          <p:nvPr userDrawn="1"/>
        </p:nvCxnSpPr>
        <p:spPr>
          <a:xfrm>
            <a:off x="837235" y="1767119"/>
            <a:ext cx="1051656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mollusk, insect&#10;&#10;Description automatically generated">
            <a:extLst>
              <a:ext uri="{FF2B5EF4-FFF2-40B4-BE49-F238E27FC236}">
                <a16:creationId xmlns:a16="http://schemas.microsoft.com/office/drawing/2014/main" id="{4190CCC3-E5E8-9E96-318B-F3F62E2328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5658" y="1631192"/>
            <a:ext cx="1207554" cy="354511"/>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124712"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124712" y="2629116"/>
            <a:ext cx="3200400" cy="3320861"/>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498848"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498848"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15" name="Text Placeholder 4">
            <a:extLst>
              <a:ext uri="{FF2B5EF4-FFF2-40B4-BE49-F238E27FC236}">
                <a16:creationId xmlns:a16="http://schemas.microsoft.com/office/drawing/2014/main" id="{F270D939-D128-D431-82CE-9C15D5A7AA9A}"/>
              </a:ext>
            </a:extLst>
          </p:cNvPr>
          <p:cNvSpPr>
            <a:spLocks noGrp="1"/>
          </p:cNvSpPr>
          <p:nvPr>
            <p:ph type="body" sz="quarter" idx="13"/>
          </p:nvPr>
        </p:nvSpPr>
        <p:spPr>
          <a:xfrm>
            <a:off x="7909560"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4AAE69C6-BB37-BC70-8424-BC928D19C91A}"/>
              </a:ext>
            </a:extLst>
          </p:cNvPr>
          <p:cNvSpPr>
            <a:spLocks noGrp="1"/>
          </p:cNvSpPr>
          <p:nvPr>
            <p:ph sz="quarter" idx="14"/>
          </p:nvPr>
        </p:nvSpPr>
        <p:spPr>
          <a:xfrm>
            <a:off x="7909560"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9908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6" name="Picture 5" descr="A picture containing fabric&#10;&#10;Description automatically generated">
            <a:extLst>
              <a:ext uri="{FF2B5EF4-FFF2-40B4-BE49-F238E27FC236}">
                <a16:creationId xmlns:a16="http://schemas.microsoft.com/office/drawing/2014/main" id="{E0606CB6-3E28-F128-51B5-3786D74048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8" name="Rectangle 17">
            <a:extLst>
              <a:ext uri="{FF2B5EF4-FFF2-40B4-BE49-F238E27FC236}">
                <a16:creationId xmlns:a16="http://schemas.microsoft.com/office/drawing/2014/main" id="{E64BBC1B-7DD9-DA00-15CC-B446DA472005}"/>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lower, plant&#10;&#10;Description automatically generated">
            <a:extLst>
              <a:ext uri="{FF2B5EF4-FFF2-40B4-BE49-F238E27FC236}">
                <a16:creationId xmlns:a16="http://schemas.microsoft.com/office/drawing/2014/main" id="{C88A03B2-8C41-A023-CB90-5F79A1F01A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pic>
        <p:nvPicPr>
          <p:cNvPr id="10" name="Picture 9" descr="A close-up of a flower&#10;&#10;Description automatically generated with low confidence">
            <a:extLst>
              <a:ext uri="{FF2B5EF4-FFF2-40B4-BE49-F238E27FC236}">
                <a16:creationId xmlns:a16="http://schemas.microsoft.com/office/drawing/2014/main" id="{9EA6110C-517A-C447-DB03-9A264F112FB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19809" y="1695833"/>
            <a:ext cx="1155700" cy="4318000"/>
          </a:xfrm>
          <a:prstGeom prst="rect">
            <a:avLst/>
          </a:prstGeom>
        </p:spPr>
      </p:pic>
      <p:pic>
        <p:nvPicPr>
          <p:cNvPr id="12" name="Picture 11" descr="A close-up of a flower&#10;&#10;Description automatically generated with low confidence">
            <a:extLst>
              <a:ext uri="{FF2B5EF4-FFF2-40B4-BE49-F238E27FC236}">
                <a16:creationId xmlns:a16="http://schemas.microsoft.com/office/drawing/2014/main" id="{DC4249CD-2B45-A435-5B21-CFA7042138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66749" y="381916"/>
            <a:ext cx="1155700" cy="4318000"/>
          </a:xfrm>
          <a:prstGeom prst="rect">
            <a:avLst/>
          </a:prstGeom>
        </p:spPr>
      </p:pic>
      <p:sp>
        <p:nvSpPr>
          <p:cNvPr id="14" name="Rectangle 13">
            <a:extLst>
              <a:ext uri="{FF2B5EF4-FFF2-40B4-BE49-F238E27FC236}">
                <a16:creationId xmlns:a16="http://schemas.microsoft.com/office/drawing/2014/main" id="{7A7568A0-F819-551E-4780-20A651246990}"/>
              </a:ext>
            </a:extLst>
          </p:cNvPr>
          <p:cNvSpPr/>
          <p:nvPr userDrawn="1"/>
        </p:nvSpPr>
        <p:spPr>
          <a:xfrm>
            <a:off x="1024128" y="2162946"/>
            <a:ext cx="3794760" cy="25369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711D903-56F9-B09B-0443-A76786804823}"/>
              </a:ext>
            </a:extLst>
          </p:cNvPr>
          <p:cNvSpPr/>
          <p:nvPr userDrawn="1"/>
        </p:nvSpPr>
        <p:spPr>
          <a:xfrm>
            <a:off x="1131655" y="2264499"/>
            <a:ext cx="3585549" cy="23354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9D91551-9B41-0ACF-0BE6-9D174E6957FD}"/>
              </a:ext>
            </a:extLst>
          </p:cNvPr>
          <p:cNvSpPr>
            <a:spLocks noGrp="1"/>
          </p:cNvSpPr>
          <p:nvPr>
            <p:ph type="title"/>
          </p:nvPr>
        </p:nvSpPr>
        <p:spPr>
          <a:xfrm>
            <a:off x="1472184" y="2889504"/>
            <a:ext cx="2852928" cy="1088136"/>
          </a:xfrm>
        </p:spPr>
        <p:txBody>
          <a:bodyPr/>
          <a:lstStyle>
            <a:lvl1pPr algn="ctr">
              <a:defRPr/>
            </a:lvl1pPr>
          </a:lstStyle>
          <a:p>
            <a:r>
              <a:rPr lang="en-US"/>
              <a:t>Click to edit Master title style</a:t>
            </a:r>
          </a:p>
        </p:txBody>
      </p:sp>
      <p:sp>
        <p:nvSpPr>
          <p:cNvPr id="19" name="Content Placeholder 2">
            <a:extLst>
              <a:ext uri="{FF2B5EF4-FFF2-40B4-BE49-F238E27FC236}">
                <a16:creationId xmlns:a16="http://schemas.microsoft.com/office/drawing/2014/main" id="{545D3FB1-678F-0A9A-CCB6-435CE57DA0F6}"/>
              </a:ext>
            </a:extLst>
          </p:cNvPr>
          <p:cNvSpPr>
            <a:spLocks noGrp="1"/>
          </p:cNvSpPr>
          <p:nvPr>
            <p:ph idx="1"/>
          </p:nvPr>
        </p:nvSpPr>
        <p:spPr>
          <a:xfrm>
            <a:off x="8211312" y="2011680"/>
            <a:ext cx="2999232" cy="2843784"/>
          </a:xfrm>
        </p:spPr>
        <p:txBody>
          <a:bodyPr anchor="ctr">
            <a:normAutofit/>
          </a:bodyPr>
          <a:lstStyle>
            <a:lvl1pPr marL="0" indent="0" algn="l">
              <a:lnSpc>
                <a:spcPct val="150000"/>
              </a:lnSpc>
              <a:buNone/>
              <a:defRPr sz="2400">
                <a:latin typeface="Gill Sans Nova Light" panose="020F0302020204030204" pitchFamily="34" charset="0"/>
                <a:cs typeface="Gill Sans Nova Light" panose="020F0302020204030204" pitchFamily="34" charset="0"/>
              </a:defRPr>
            </a:lvl1pPr>
            <a:lvl2pPr algn="l">
              <a:lnSpc>
                <a:spcPct val="150000"/>
              </a:lnSpc>
              <a:defRPr sz="20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482466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D362110-9E75-C1E6-F3D3-769A27CB658B}"/>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0E61109-4A99-6337-9E7D-6AE0370E2A33}"/>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3B4663F-72DF-CD37-DE9D-C35DFB37E8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12" name="Title 1">
            <a:extLst>
              <a:ext uri="{FF2B5EF4-FFF2-40B4-BE49-F238E27FC236}">
                <a16:creationId xmlns:a16="http://schemas.microsoft.com/office/drawing/2014/main" id="{C48BE494-2D3C-A618-4422-6EA9496986D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119B248-9F11-0A11-E6AF-776D371E14A3}"/>
              </a:ext>
            </a:extLst>
          </p:cNvPr>
          <p:cNvSpPr>
            <a:spLocks noGrp="1"/>
          </p:cNvSpPr>
          <p:nvPr>
            <p:ph type="ftr" sz="quarter" idx="10"/>
          </p:nvPr>
        </p:nvSpPr>
        <p:spPr/>
        <p:txBody>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85EFD48A-F270-E4EE-7C35-F4304F3DDF3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7DEB86-4C56-EB31-FEEE-EC8AA99FB456}"/>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3C19EDA-96E7-C255-DFF9-F36A187EBACD}"/>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picture containing mollusk, insect&#10;&#10;Description automatically generated">
            <a:extLst>
              <a:ext uri="{FF2B5EF4-FFF2-40B4-BE49-F238E27FC236}">
                <a16:creationId xmlns:a16="http://schemas.microsoft.com/office/drawing/2014/main" id="{FAD938FE-3B63-4832-B610-64346C069F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8" name="Title 1">
            <a:extLst>
              <a:ext uri="{FF2B5EF4-FFF2-40B4-BE49-F238E27FC236}">
                <a16:creationId xmlns:a16="http://schemas.microsoft.com/office/drawing/2014/main" id="{5B38128B-385C-B928-A4A8-BD98929D3DD4}"/>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2286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208008" y="6356350"/>
            <a:ext cx="274320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9" r:id="rId3"/>
    <p:sldLayoutId id="2147483651" r:id="rId4"/>
    <p:sldLayoutId id="2147483650" r:id="rId5"/>
    <p:sldLayoutId id="2147483663" r:id="rId6"/>
    <p:sldLayoutId id="2147483665" r:id="rId7"/>
    <p:sldLayoutId id="2147483660" r:id="rId8"/>
    <p:sldLayoutId id="2147483661" r:id="rId9"/>
    <p:sldLayoutId id="2147483662" r:id="rId10"/>
    <p:sldLayoutId id="2147483666" r:id="rId11"/>
    <p:sldLayoutId id="2147483653" r:id="rId12"/>
    <p:sldLayoutId id="2147483664" r:id="rId13"/>
    <p:sldLayoutId id="2147483667"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73292A"/>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rgbClr val="73292A"/>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rgbClr val="73292A"/>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180B-35BA-C28E-820F-59C84FBDD99A}"/>
              </a:ext>
            </a:extLst>
          </p:cNvPr>
          <p:cNvSpPr>
            <a:spLocks noGrp="1"/>
          </p:cNvSpPr>
          <p:nvPr>
            <p:ph type="ctrTitle"/>
          </p:nvPr>
        </p:nvSpPr>
        <p:spPr/>
        <p:txBody>
          <a:bodyPr/>
          <a:lstStyle/>
          <a:p>
            <a:r>
              <a:rPr lang="en-US" dirty="0"/>
              <a:t>Producers and Receivers</a:t>
            </a:r>
          </a:p>
        </p:txBody>
      </p:sp>
      <p:sp>
        <p:nvSpPr>
          <p:cNvPr id="3" name="Subtitle 2">
            <a:extLst>
              <a:ext uri="{FF2B5EF4-FFF2-40B4-BE49-F238E27FC236}">
                <a16:creationId xmlns:a16="http://schemas.microsoft.com/office/drawing/2014/main" id="{626260E8-21BF-1371-4767-5E86248A7A7B}"/>
              </a:ext>
            </a:extLst>
          </p:cNvPr>
          <p:cNvSpPr>
            <a:spLocks noGrp="1"/>
          </p:cNvSpPr>
          <p:nvPr>
            <p:ph type="subTitle" idx="1"/>
          </p:nvPr>
        </p:nvSpPr>
        <p:spPr/>
        <p:txBody>
          <a:bodyPr>
            <a:normAutofit fontScale="85000" lnSpcReduction="10000"/>
          </a:bodyPr>
          <a:lstStyle/>
          <a:p>
            <a:r>
              <a:rPr lang="en-US" dirty="0"/>
              <a:t>Modes of Communication</a:t>
            </a:r>
          </a:p>
        </p:txBody>
      </p:sp>
    </p:spTree>
    <p:extLst>
      <p:ext uri="{BB962C8B-B14F-4D97-AF65-F5344CB8AC3E}">
        <p14:creationId xmlns:p14="http://schemas.microsoft.com/office/powerpoint/2010/main" val="31771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p:txBody>
          <a:bodyPr>
            <a:normAutofit/>
          </a:bodyPr>
          <a:lstStyle/>
          <a:p>
            <a:r>
              <a:rPr lang="en-US" dirty="0">
                <a:latin typeface="Baskerville Old Face" panose="02020602080505020303" pitchFamily="18" charset="77"/>
                <a:cs typeface="Calibri Light"/>
              </a:rPr>
              <a:t>Types of Producers</a:t>
            </a:r>
            <a:endParaRPr lang="en-US" dirty="0">
              <a:solidFill>
                <a:schemeClr val="accent3"/>
              </a:solidFill>
              <a:latin typeface="Baskerville Old Face" panose="02020602080505020303" pitchFamily="18" charset="77"/>
            </a:endParaRPr>
          </a:p>
        </p:txBody>
      </p:sp>
      <p:sp>
        <p:nvSpPr>
          <p:cNvPr id="4" name="Text Placeholder 3">
            <a:extLst>
              <a:ext uri="{FF2B5EF4-FFF2-40B4-BE49-F238E27FC236}">
                <a16:creationId xmlns:a16="http://schemas.microsoft.com/office/drawing/2014/main" id="{7090AC0D-F624-B281-1AB5-687E5F6B3291}"/>
              </a:ext>
            </a:extLst>
          </p:cNvPr>
          <p:cNvSpPr>
            <a:spLocks noGrp="1"/>
          </p:cNvSpPr>
          <p:nvPr>
            <p:ph type="body" sz="quarter" idx="13"/>
          </p:nvPr>
        </p:nvSpPr>
        <p:spPr/>
        <p:txBody>
          <a:bodyPr/>
          <a:lstStyle/>
          <a:p>
            <a:r>
              <a:rPr lang="en-US" dirty="0"/>
              <a:t>A</a:t>
            </a:r>
          </a:p>
        </p:txBody>
      </p:sp>
      <p:pic>
        <p:nvPicPr>
          <p:cNvPr id="10" name="Picture 9" descr="Floral leaf accent">
            <a:extLst>
              <a:ext uri="{FF2B5EF4-FFF2-40B4-BE49-F238E27FC236}">
                <a16:creationId xmlns:a16="http://schemas.microsoft.com/office/drawing/2014/main" id="{08A3395B-5659-47E4-8F54-71340961FF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941633" flipH="1">
            <a:off x="1654192" y="3058939"/>
            <a:ext cx="1243661" cy="790090"/>
          </a:xfrm>
          <a:prstGeom prst="rect">
            <a:avLst/>
          </a:prstGeom>
        </p:spPr>
      </p:pic>
      <p:pic>
        <p:nvPicPr>
          <p:cNvPr id="1929" name="Picture 1928" descr="Floral leaf accent">
            <a:extLst>
              <a:ext uri="{FF2B5EF4-FFF2-40B4-BE49-F238E27FC236}">
                <a16:creationId xmlns:a16="http://schemas.microsoft.com/office/drawing/2014/main" id="{CF8E7A1B-4724-55CB-6FAD-D8E7562935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7291" y="2531024"/>
            <a:ext cx="1791038" cy="2033695"/>
          </a:xfrm>
          <a:prstGeom prst="rect">
            <a:avLst/>
          </a:prstGeom>
        </p:spPr>
      </p:pic>
      <p:sp>
        <p:nvSpPr>
          <p:cNvPr id="3" name="Content Placeholder 2">
            <a:extLst>
              <a:ext uri="{FF2B5EF4-FFF2-40B4-BE49-F238E27FC236}">
                <a16:creationId xmlns:a16="http://schemas.microsoft.com/office/drawing/2014/main" id="{22788C46-D0BC-4307-AE55-7601A139E7CB}"/>
              </a:ext>
            </a:extLst>
          </p:cNvPr>
          <p:cNvSpPr>
            <a:spLocks noGrp="1"/>
          </p:cNvSpPr>
          <p:nvPr>
            <p:ph sz="quarter" idx="4"/>
          </p:nvPr>
        </p:nvSpPr>
        <p:spPr/>
        <p:txBody>
          <a:bodyPr vert="horz" lIns="91440" tIns="45720" rIns="91440" bIns="45720" rtlCol="0" anchor="t">
            <a:normAutofit/>
          </a:bodyPr>
          <a:lstStyle/>
          <a:p>
            <a:pPr marL="0" indent="0">
              <a:lnSpc>
                <a:spcPct val="150000"/>
              </a:lnSpc>
              <a:buNone/>
            </a:pPr>
            <a:endParaRPr lang="en-US" sz="2400" dirty="0">
              <a:solidFill>
                <a:schemeClr val="accent3"/>
              </a:solidFill>
              <a:latin typeface="Gill Sans Nova Light" panose="020B0302020104020203" pitchFamily="34" charset="0"/>
              <a:cs typeface="Gill Sans Light" panose="020B0302020104020203" pitchFamily="34" charset="-79"/>
            </a:endParaRPr>
          </a:p>
          <a:p>
            <a:endParaRPr lang="en-US" dirty="0">
              <a:solidFill>
                <a:schemeClr val="accent3"/>
              </a:solidFill>
              <a:latin typeface="Gill Sans Nova Light" panose="020B0302020104020203" pitchFamily="34" charset="0"/>
              <a:cs typeface="Calibri"/>
            </a:endParaRPr>
          </a:p>
        </p:txBody>
      </p:sp>
      <p:sp>
        <p:nvSpPr>
          <p:cNvPr id="5" name="Footer Placeholder 4">
            <a:extLst>
              <a:ext uri="{FF2B5EF4-FFF2-40B4-BE49-F238E27FC236}">
                <a16:creationId xmlns:a16="http://schemas.microsoft.com/office/drawing/2014/main" id="{4A947406-5839-A735-732D-5690E6315B95}"/>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662884A3-BD82-0FC6-A582-54DD17DBCB4A}"/>
              </a:ext>
            </a:extLst>
          </p:cNvPr>
          <p:cNvSpPr>
            <a:spLocks noGrp="1"/>
          </p:cNvSpPr>
          <p:nvPr>
            <p:ph type="sldNum" sz="quarter" idx="12"/>
          </p:nvPr>
        </p:nvSpPr>
        <p:spPr/>
        <p:txBody>
          <a:bodyPr/>
          <a:lstStyle/>
          <a:p>
            <a:fld id="{294A09A9-5501-47C1-A89A-A340965A2BE2}" type="slidenum">
              <a:rPr lang="en-US" smtClean="0"/>
              <a:t>2</a:t>
            </a:fld>
            <a:endParaRPr lang="en-US" dirty="0"/>
          </a:p>
        </p:txBody>
      </p:sp>
      <p:pic>
        <p:nvPicPr>
          <p:cNvPr id="7" name="Picture 6">
            <a:extLst>
              <a:ext uri="{FF2B5EF4-FFF2-40B4-BE49-F238E27FC236}">
                <a16:creationId xmlns:a16="http://schemas.microsoft.com/office/drawing/2014/main" id="{E92E366B-681A-2011-1302-B1D72F2729BC}"/>
              </a:ext>
            </a:extLst>
          </p:cNvPr>
          <p:cNvPicPr>
            <a:picLocks noChangeAspect="1"/>
          </p:cNvPicPr>
          <p:nvPr/>
        </p:nvPicPr>
        <p:blipFill>
          <a:blip r:embed="rId5"/>
          <a:stretch>
            <a:fillRect/>
          </a:stretch>
        </p:blipFill>
        <p:spPr>
          <a:xfrm>
            <a:off x="0" y="0"/>
            <a:ext cx="12696092" cy="6858000"/>
          </a:xfrm>
          <a:prstGeom prst="rect">
            <a:avLst/>
          </a:prstGeom>
        </p:spPr>
      </p:pic>
    </p:spTree>
    <p:extLst>
      <p:ext uri="{BB962C8B-B14F-4D97-AF65-F5344CB8AC3E}">
        <p14:creationId xmlns:p14="http://schemas.microsoft.com/office/powerpoint/2010/main" val="1859527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2655-34DF-25F9-4640-B2CE5329AD1A}"/>
              </a:ext>
            </a:extLst>
          </p:cNvPr>
          <p:cNvSpPr>
            <a:spLocks noGrp="1"/>
          </p:cNvSpPr>
          <p:nvPr>
            <p:ph type="title"/>
          </p:nvPr>
        </p:nvSpPr>
        <p:spPr/>
        <p:txBody>
          <a:bodyPr/>
          <a:lstStyle/>
          <a:p>
            <a:r>
              <a:rPr lang="en-US" dirty="0"/>
              <a:t>Types of Producers</a:t>
            </a:r>
          </a:p>
        </p:txBody>
      </p:sp>
      <p:sp>
        <p:nvSpPr>
          <p:cNvPr id="3" name="Content Placeholder 2">
            <a:extLst>
              <a:ext uri="{FF2B5EF4-FFF2-40B4-BE49-F238E27FC236}">
                <a16:creationId xmlns:a16="http://schemas.microsoft.com/office/drawing/2014/main" id="{1A585715-2793-160B-269E-D9516C84D73A}"/>
              </a:ext>
            </a:extLst>
          </p:cNvPr>
          <p:cNvSpPr>
            <a:spLocks noGrp="1"/>
          </p:cNvSpPr>
          <p:nvPr>
            <p:ph idx="1"/>
          </p:nvPr>
        </p:nvSpPr>
        <p:spPr/>
        <p:txBody>
          <a:bodyPr/>
          <a:lstStyle/>
          <a:p>
            <a:pPr marL="457200" indent="-457200">
              <a:buAutoNum type="arabicPeriod"/>
            </a:pPr>
            <a:r>
              <a:rPr lang="en-US" b="1" dirty="0"/>
              <a:t>Author of Speech</a:t>
            </a:r>
          </a:p>
          <a:p>
            <a:r>
              <a:rPr lang="en-US" b="1" dirty="0"/>
              <a:t>An author of speech is one who communicates out of his/her free will. An author of speech enjoys the ‘authority’ to express his/her thoughts in his/her own words. Teachers, students and individuals in their daily lives employ language of their own accord and hence are authors of their speech.</a:t>
            </a:r>
          </a:p>
        </p:txBody>
      </p:sp>
      <p:sp>
        <p:nvSpPr>
          <p:cNvPr id="4" name="Footer Placeholder 3">
            <a:extLst>
              <a:ext uri="{FF2B5EF4-FFF2-40B4-BE49-F238E27FC236}">
                <a16:creationId xmlns:a16="http://schemas.microsoft.com/office/drawing/2014/main" id="{A3609A75-5E9A-C165-5A1D-764F9E96B722}"/>
              </a:ext>
            </a:extLst>
          </p:cNvPr>
          <p:cNvSpPr>
            <a:spLocks noGrp="1"/>
          </p:cNvSpPr>
          <p:nvPr>
            <p:ph type="ftr" sz="quarter" idx="10"/>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108060B-6C9E-CFFF-55DE-F0D645C094DC}"/>
              </a:ext>
            </a:extLst>
          </p:cNvPr>
          <p:cNvSpPr>
            <a:spLocks noGrp="1"/>
          </p:cNvSpPr>
          <p:nvPr>
            <p:ph type="sldNum" sz="quarter" idx="11"/>
          </p:nvPr>
        </p:nvSpPr>
        <p:spPr/>
        <p:txBody>
          <a:bodyPr/>
          <a:lstStyle/>
          <a:p>
            <a:fld id="{294A09A9-5501-47C1-A89A-A340965A2BE2}" type="slidenum">
              <a:rPr lang="en-US" smtClean="0"/>
              <a:pPr/>
              <a:t>3</a:t>
            </a:fld>
            <a:endParaRPr lang="en-US" dirty="0"/>
          </a:p>
        </p:txBody>
      </p:sp>
      <p:pic>
        <p:nvPicPr>
          <p:cNvPr id="6" name="Picture 5">
            <a:extLst>
              <a:ext uri="{FF2B5EF4-FFF2-40B4-BE49-F238E27FC236}">
                <a16:creationId xmlns:a16="http://schemas.microsoft.com/office/drawing/2014/main" id="{1437A1C3-A550-D4CA-CCB6-525A54A77052}"/>
              </a:ext>
            </a:extLst>
          </p:cNvPr>
          <p:cNvPicPr>
            <a:picLocks noChangeAspect="1"/>
          </p:cNvPicPr>
          <p:nvPr/>
        </p:nvPicPr>
        <p:blipFill>
          <a:blip r:embed="rId2"/>
          <a:stretch>
            <a:fillRect/>
          </a:stretch>
        </p:blipFill>
        <p:spPr>
          <a:xfrm>
            <a:off x="8097625" y="-123317"/>
            <a:ext cx="3004334" cy="2019300"/>
          </a:xfrm>
          <a:prstGeom prst="rect">
            <a:avLst/>
          </a:prstGeom>
        </p:spPr>
      </p:pic>
    </p:spTree>
    <p:extLst>
      <p:ext uri="{BB962C8B-B14F-4D97-AF65-F5344CB8AC3E}">
        <p14:creationId xmlns:p14="http://schemas.microsoft.com/office/powerpoint/2010/main" val="173299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2655-34DF-25F9-4640-B2CE5329AD1A}"/>
              </a:ext>
            </a:extLst>
          </p:cNvPr>
          <p:cNvSpPr>
            <a:spLocks noGrp="1"/>
          </p:cNvSpPr>
          <p:nvPr>
            <p:ph type="title"/>
          </p:nvPr>
        </p:nvSpPr>
        <p:spPr/>
        <p:txBody>
          <a:bodyPr/>
          <a:lstStyle/>
          <a:p>
            <a:r>
              <a:rPr lang="en-US" dirty="0"/>
              <a:t>2. Mouthpiece</a:t>
            </a:r>
          </a:p>
        </p:txBody>
      </p:sp>
      <p:sp>
        <p:nvSpPr>
          <p:cNvPr id="3" name="Content Placeholder 2">
            <a:extLst>
              <a:ext uri="{FF2B5EF4-FFF2-40B4-BE49-F238E27FC236}">
                <a16:creationId xmlns:a16="http://schemas.microsoft.com/office/drawing/2014/main" id="{1A585715-2793-160B-269E-D9516C84D73A}"/>
              </a:ext>
            </a:extLst>
          </p:cNvPr>
          <p:cNvSpPr>
            <a:spLocks noGrp="1"/>
          </p:cNvSpPr>
          <p:nvPr>
            <p:ph idx="1"/>
          </p:nvPr>
        </p:nvSpPr>
        <p:spPr/>
        <p:txBody>
          <a:bodyPr/>
          <a:lstStyle/>
          <a:p>
            <a:r>
              <a:rPr lang="en-US" dirty="0"/>
              <a:t>A mouthpiece is one who can neither employ his/her own words nor express his/her own ideas. A mouthpiece communicates someone else’s thoughts in given words. Newscasters who read out from the screen are examples of mouthpiece.</a:t>
            </a:r>
          </a:p>
        </p:txBody>
      </p:sp>
      <p:sp>
        <p:nvSpPr>
          <p:cNvPr id="4" name="Footer Placeholder 3">
            <a:extLst>
              <a:ext uri="{FF2B5EF4-FFF2-40B4-BE49-F238E27FC236}">
                <a16:creationId xmlns:a16="http://schemas.microsoft.com/office/drawing/2014/main" id="{A3609A75-5E9A-C165-5A1D-764F9E96B722}"/>
              </a:ext>
            </a:extLst>
          </p:cNvPr>
          <p:cNvSpPr>
            <a:spLocks noGrp="1"/>
          </p:cNvSpPr>
          <p:nvPr>
            <p:ph type="ftr" sz="quarter" idx="10"/>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108060B-6C9E-CFFF-55DE-F0D645C094DC}"/>
              </a:ext>
            </a:extLst>
          </p:cNvPr>
          <p:cNvSpPr>
            <a:spLocks noGrp="1"/>
          </p:cNvSpPr>
          <p:nvPr>
            <p:ph type="sldNum" sz="quarter" idx="11"/>
          </p:nvPr>
        </p:nvSpPr>
        <p:spPr/>
        <p:txBody>
          <a:bodyPr/>
          <a:lstStyle/>
          <a:p>
            <a:fld id="{294A09A9-5501-47C1-A89A-A340965A2BE2}" type="slidenum">
              <a:rPr lang="en-US" smtClean="0"/>
              <a:pPr/>
              <a:t>4</a:t>
            </a:fld>
            <a:endParaRPr lang="en-US" dirty="0"/>
          </a:p>
        </p:txBody>
      </p:sp>
      <p:pic>
        <p:nvPicPr>
          <p:cNvPr id="6" name="Picture 5">
            <a:extLst>
              <a:ext uri="{FF2B5EF4-FFF2-40B4-BE49-F238E27FC236}">
                <a16:creationId xmlns:a16="http://schemas.microsoft.com/office/drawing/2014/main" id="{C11B99CA-7512-C948-E4F0-0B92E378EBCF}"/>
              </a:ext>
            </a:extLst>
          </p:cNvPr>
          <p:cNvPicPr>
            <a:picLocks noChangeAspect="1"/>
          </p:cNvPicPr>
          <p:nvPr/>
        </p:nvPicPr>
        <p:blipFill>
          <a:blip r:embed="rId2"/>
          <a:stretch>
            <a:fillRect/>
          </a:stretch>
        </p:blipFill>
        <p:spPr>
          <a:xfrm>
            <a:off x="1593130" y="-137726"/>
            <a:ext cx="9419538" cy="1600200"/>
          </a:xfrm>
          <a:prstGeom prst="rect">
            <a:avLst/>
          </a:prstGeom>
        </p:spPr>
      </p:pic>
    </p:spTree>
    <p:extLst>
      <p:ext uri="{BB962C8B-B14F-4D97-AF65-F5344CB8AC3E}">
        <p14:creationId xmlns:p14="http://schemas.microsoft.com/office/powerpoint/2010/main" val="3107698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2655-34DF-25F9-4640-B2CE5329AD1A}"/>
              </a:ext>
            </a:extLst>
          </p:cNvPr>
          <p:cNvSpPr>
            <a:spLocks noGrp="1"/>
          </p:cNvSpPr>
          <p:nvPr>
            <p:ph type="title"/>
          </p:nvPr>
        </p:nvSpPr>
        <p:spPr>
          <a:xfrm>
            <a:off x="1748028" y="1482486"/>
            <a:ext cx="8695944" cy="1325880"/>
          </a:xfrm>
        </p:spPr>
        <p:txBody>
          <a:bodyPr/>
          <a:lstStyle/>
          <a:p>
            <a:r>
              <a:rPr lang="en-US" dirty="0"/>
              <a:t>3. Spokesperson</a:t>
            </a:r>
          </a:p>
        </p:txBody>
      </p:sp>
      <p:sp>
        <p:nvSpPr>
          <p:cNvPr id="3" name="Content Placeholder 2">
            <a:extLst>
              <a:ext uri="{FF2B5EF4-FFF2-40B4-BE49-F238E27FC236}">
                <a16:creationId xmlns:a16="http://schemas.microsoft.com/office/drawing/2014/main" id="{1A585715-2793-160B-269E-D9516C84D73A}"/>
              </a:ext>
            </a:extLst>
          </p:cNvPr>
          <p:cNvSpPr>
            <a:spLocks noGrp="1"/>
          </p:cNvSpPr>
          <p:nvPr>
            <p:ph idx="1"/>
          </p:nvPr>
        </p:nvSpPr>
        <p:spPr/>
        <p:txBody>
          <a:bodyPr/>
          <a:lstStyle/>
          <a:p>
            <a:r>
              <a:rPr lang="en-US" dirty="0"/>
              <a:t>A spokesperson is one who communicates someone else’s ideas but expresses in his/her own words. Ambassadors and Foreign Service Officials who communicate a given stance, albeit use their own words are an example of a spokesperson.</a:t>
            </a:r>
          </a:p>
        </p:txBody>
      </p:sp>
      <p:sp>
        <p:nvSpPr>
          <p:cNvPr id="4" name="Footer Placeholder 3">
            <a:extLst>
              <a:ext uri="{FF2B5EF4-FFF2-40B4-BE49-F238E27FC236}">
                <a16:creationId xmlns:a16="http://schemas.microsoft.com/office/drawing/2014/main" id="{A3609A75-5E9A-C165-5A1D-764F9E96B722}"/>
              </a:ext>
            </a:extLst>
          </p:cNvPr>
          <p:cNvSpPr>
            <a:spLocks noGrp="1"/>
          </p:cNvSpPr>
          <p:nvPr>
            <p:ph type="ftr" sz="quarter" idx="10"/>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108060B-6C9E-CFFF-55DE-F0D645C094DC}"/>
              </a:ext>
            </a:extLst>
          </p:cNvPr>
          <p:cNvSpPr>
            <a:spLocks noGrp="1"/>
          </p:cNvSpPr>
          <p:nvPr>
            <p:ph type="sldNum" sz="quarter" idx="11"/>
          </p:nvPr>
        </p:nvSpPr>
        <p:spPr/>
        <p:txBody>
          <a:bodyPr/>
          <a:lstStyle/>
          <a:p>
            <a:fld id="{294A09A9-5501-47C1-A89A-A340965A2BE2}" type="slidenum">
              <a:rPr lang="en-US" smtClean="0"/>
              <a:pPr/>
              <a:t>5</a:t>
            </a:fld>
            <a:endParaRPr lang="en-US" dirty="0"/>
          </a:p>
        </p:txBody>
      </p:sp>
      <p:pic>
        <p:nvPicPr>
          <p:cNvPr id="6" name="Picture 5">
            <a:extLst>
              <a:ext uri="{FF2B5EF4-FFF2-40B4-BE49-F238E27FC236}">
                <a16:creationId xmlns:a16="http://schemas.microsoft.com/office/drawing/2014/main" id="{D5175762-56B0-E964-3342-5808ABD44E65}"/>
              </a:ext>
            </a:extLst>
          </p:cNvPr>
          <p:cNvPicPr>
            <a:picLocks noChangeAspect="1"/>
          </p:cNvPicPr>
          <p:nvPr/>
        </p:nvPicPr>
        <p:blipFill>
          <a:blip r:embed="rId2"/>
          <a:stretch>
            <a:fillRect/>
          </a:stretch>
        </p:blipFill>
        <p:spPr>
          <a:xfrm>
            <a:off x="1630837" y="-286392"/>
            <a:ext cx="9194325" cy="2092043"/>
          </a:xfrm>
          <a:prstGeom prst="rect">
            <a:avLst/>
          </a:prstGeom>
        </p:spPr>
      </p:pic>
    </p:spTree>
    <p:extLst>
      <p:ext uri="{BB962C8B-B14F-4D97-AF65-F5344CB8AC3E}">
        <p14:creationId xmlns:p14="http://schemas.microsoft.com/office/powerpoint/2010/main" val="4234561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2655-34DF-25F9-4640-B2CE5329AD1A}"/>
              </a:ext>
            </a:extLst>
          </p:cNvPr>
          <p:cNvSpPr>
            <a:spLocks noGrp="1"/>
          </p:cNvSpPr>
          <p:nvPr>
            <p:ph type="title"/>
          </p:nvPr>
        </p:nvSpPr>
        <p:spPr/>
        <p:txBody>
          <a:bodyPr/>
          <a:lstStyle/>
          <a:p>
            <a:r>
              <a:rPr lang="en-US" dirty="0"/>
              <a:t>Types of Receivers</a:t>
            </a:r>
          </a:p>
        </p:txBody>
      </p:sp>
      <p:sp>
        <p:nvSpPr>
          <p:cNvPr id="3" name="Content Placeholder 2">
            <a:extLst>
              <a:ext uri="{FF2B5EF4-FFF2-40B4-BE49-F238E27FC236}">
                <a16:creationId xmlns:a16="http://schemas.microsoft.com/office/drawing/2014/main" id="{1A585715-2793-160B-269E-D9516C84D73A}"/>
              </a:ext>
            </a:extLst>
          </p:cNvPr>
          <p:cNvSpPr>
            <a:spLocks noGrp="1"/>
          </p:cNvSpPr>
          <p:nvPr>
            <p:ph idx="1"/>
          </p:nvPr>
        </p:nvSpPr>
        <p:spPr/>
        <p:txBody>
          <a:bodyPr>
            <a:normAutofit/>
          </a:bodyPr>
          <a:lstStyle/>
          <a:p>
            <a:pPr marL="457200" indent="-457200">
              <a:buAutoNum type="arabicPeriod"/>
            </a:pPr>
            <a:r>
              <a:rPr lang="en-US" sz="3600" b="1" dirty="0"/>
              <a:t>Auditors</a:t>
            </a:r>
          </a:p>
          <a:p>
            <a:r>
              <a:rPr lang="en-US" sz="2400" dirty="0"/>
              <a:t>The receivers of information who are physically present on the locale of communication are known as auditors. Students in a physical class room exemplify auditors.</a:t>
            </a:r>
          </a:p>
        </p:txBody>
      </p:sp>
      <p:sp>
        <p:nvSpPr>
          <p:cNvPr id="4" name="Footer Placeholder 3">
            <a:extLst>
              <a:ext uri="{FF2B5EF4-FFF2-40B4-BE49-F238E27FC236}">
                <a16:creationId xmlns:a16="http://schemas.microsoft.com/office/drawing/2014/main" id="{A3609A75-5E9A-C165-5A1D-764F9E96B722}"/>
              </a:ext>
            </a:extLst>
          </p:cNvPr>
          <p:cNvSpPr>
            <a:spLocks noGrp="1"/>
          </p:cNvSpPr>
          <p:nvPr>
            <p:ph type="ftr" sz="quarter" idx="10"/>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108060B-6C9E-CFFF-55DE-F0D645C094DC}"/>
              </a:ext>
            </a:extLst>
          </p:cNvPr>
          <p:cNvSpPr>
            <a:spLocks noGrp="1"/>
          </p:cNvSpPr>
          <p:nvPr>
            <p:ph type="sldNum" sz="quarter" idx="11"/>
          </p:nvPr>
        </p:nvSpPr>
        <p:spPr/>
        <p:txBody>
          <a:bodyPr/>
          <a:lstStyle/>
          <a:p>
            <a:fld id="{294A09A9-5501-47C1-A89A-A340965A2BE2}" type="slidenum">
              <a:rPr lang="en-US" smtClean="0"/>
              <a:pPr/>
              <a:t>6</a:t>
            </a:fld>
            <a:endParaRPr lang="en-US" dirty="0"/>
          </a:p>
        </p:txBody>
      </p:sp>
      <p:pic>
        <p:nvPicPr>
          <p:cNvPr id="6" name="Picture 5">
            <a:extLst>
              <a:ext uri="{FF2B5EF4-FFF2-40B4-BE49-F238E27FC236}">
                <a16:creationId xmlns:a16="http://schemas.microsoft.com/office/drawing/2014/main" id="{4A6F308E-AA19-6915-59CD-5FBEAE6C0D39}"/>
              </a:ext>
            </a:extLst>
          </p:cNvPr>
          <p:cNvPicPr>
            <a:picLocks noChangeAspect="1"/>
          </p:cNvPicPr>
          <p:nvPr/>
        </p:nvPicPr>
        <p:blipFill>
          <a:blip r:embed="rId2"/>
          <a:stretch>
            <a:fillRect/>
          </a:stretch>
        </p:blipFill>
        <p:spPr>
          <a:xfrm>
            <a:off x="1632031" y="-40068"/>
            <a:ext cx="8947578" cy="1743075"/>
          </a:xfrm>
          <a:prstGeom prst="rect">
            <a:avLst/>
          </a:prstGeom>
        </p:spPr>
      </p:pic>
    </p:spTree>
    <p:extLst>
      <p:ext uri="{BB962C8B-B14F-4D97-AF65-F5344CB8AC3E}">
        <p14:creationId xmlns:p14="http://schemas.microsoft.com/office/powerpoint/2010/main" val="2676392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2655-34DF-25F9-4640-B2CE5329AD1A}"/>
              </a:ext>
            </a:extLst>
          </p:cNvPr>
          <p:cNvSpPr>
            <a:spLocks noGrp="1"/>
          </p:cNvSpPr>
          <p:nvPr>
            <p:ph type="title"/>
          </p:nvPr>
        </p:nvSpPr>
        <p:spPr/>
        <p:txBody>
          <a:bodyPr/>
          <a:lstStyle/>
          <a:p>
            <a:r>
              <a:rPr lang="en-US" dirty="0"/>
              <a:t>2. Audience</a:t>
            </a:r>
          </a:p>
        </p:txBody>
      </p:sp>
      <p:sp>
        <p:nvSpPr>
          <p:cNvPr id="3" name="Content Placeholder 2">
            <a:extLst>
              <a:ext uri="{FF2B5EF4-FFF2-40B4-BE49-F238E27FC236}">
                <a16:creationId xmlns:a16="http://schemas.microsoft.com/office/drawing/2014/main" id="{1A585715-2793-160B-269E-D9516C84D73A}"/>
              </a:ext>
            </a:extLst>
          </p:cNvPr>
          <p:cNvSpPr>
            <a:spLocks noGrp="1"/>
          </p:cNvSpPr>
          <p:nvPr>
            <p:ph idx="1"/>
          </p:nvPr>
        </p:nvSpPr>
        <p:spPr/>
        <p:txBody>
          <a:bodyPr>
            <a:normAutofit/>
          </a:bodyPr>
          <a:lstStyle/>
          <a:p>
            <a:r>
              <a:rPr lang="en-US" sz="2400" dirty="0"/>
              <a:t>Audience in terms of receivers of communication signifies participants who partake of communication but are not physically present on the venue of communication. For example, online learners are an example of audience..</a:t>
            </a:r>
          </a:p>
        </p:txBody>
      </p:sp>
      <p:sp>
        <p:nvSpPr>
          <p:cNvPr id="4" name="Footer Placeholder 3">
            <a:extLst>
              <a:ext uri="{FF2B5EF4-FFF2-40B4-BE49-F238E27FC236}">
                <a16:creationId xmlns:a16="http://schemas.microsoft.com/office/drawing/2014/main" id="{A3609A75-5E9A-C165-5A1D-764F9E96B722}"/>
              </a:ext>
            </a:extLst>
          </p:cNvPr>
          <p:cNvSpPr>
            <a:spLocks noGrp="1"/>
          </p:cNvSpPr>
          <p:nvPr>
            <p:ph type="ftr" sz="quarter" idx="10"/>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0108060B-6C9E-CFFF-55DE-F0D645C094DC}"/>
              </a:ext>
            </a:extLst>
          </p:cNvPr>
          <p:cNvSpPr>
            <a:spLocks noGrp="1"/>
          </p:cNvSpPr>
          <p:nvPr>
            <p:ph type="sldNum" sz="quarter" idx="11"/>
          </p:nvPr>
        </p:nvSpPr>
        <p:spPr/>
        <p:txBody>
          <a:bodyPr/>
          <a:lstStyle/>
          <a:p>
            <a:fld id="{294A09A9-5501-47C1-A89A-A340965A2BE2}" type="slidenum">
              <a:rPr lang="en-US" smtClean="0"/>
              <a:pPr/>
              <a:t>7</a:t>
            </a:fld>
            <a:endParaRPr lang="en-US" dirty="0"/>
          </a:p>
        </p:txBody>
      </p:sp>
      <p:pic>
        <p:nvPicPr>
          <p:cNvPr id="6" name="Picture 5">
            <a:extLst>
              <a:ext uri="{FF2B5EF4-FFF2-40B4-BE49-F238E27FC236}">
                <a16:creationId xmlns:a16="http://schemas.microsoft.com/office/drawing/2014/main" id="{A46AE18C-1509-FCD2-89ED-379A037EDBC5}"/>
              </a:ext>
            </a:extLst>
          </p:cNvPr>
          <p:cNvPicPr>
            <a:picLocks noChangeAspect="1"/>
          </p:cNvPicPr>
          <p:nvPr/>
        </p:nvPicPr>
        <p:blipFill>
          <a:blip r:embed="rId2"/>
          <a:stretch>
            <a:fillRect/>
          </a:stretch>
        </p:blipFill>
        <p:spPr>
          <a:xfrm>
            <a:off x="1529788" y="0"/>
            <a:ext cx="9132424" cy="1600200"/>
          </a:xfrm>
          <a:prstGeom prst="rect">
            <a:avLst/>
          </a:prstGeom>
        </p:spPr>
      </p:pic>
    </p:spTree>
    <p:extLst>
      <p:ext uri="{BB962C8B-B14F-4D97-AF65-F5344CB8AC3E}">
        <p14:creationId xmlns:p14="http://schemas.microsoft.com/office/powerpoint/2010/main" val="3683008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2655-34DF-25F9-4640-B2CE5329AD1A}"/>
              </a:ext>
            </a:extLst>
          </p:cNvPr>
          <p:cNvSpPr>
            <a:spLocks noGrp="1"/>
          </p:cNvSpPr>
          <p:nvPr>
            <p:ph type="title"/>
          </p:nvPr>
        </p:nvSpPr>
        <p:spPr/>
        <p:txBody>
          <a:bodyPr/>
          <a:lstStyle/>
          <a:p>
            <a:r>
              <a:rPr lang="en-US" dirty="0"/>
              <a:t>3. Eavesdropper</a:t>
            </a:r>
          </a:p>
        </p:txBody>
      </p:sp>
      <p:sp>
        <p:nvSpPr>
          <p:cNvPr id="3" name="Content Placeholder 2">
            <a:extLst>
              <a:ext uri="{FF2B5EF4-FFF2-40B4-BE49-F238E27FC236}">
                <a16:creationId xmlns:a16="http://schemas.microsoft.com/office/drawing/2014/main" id="{1A585715-2793-160B-269E-D9516C84D73A}"/>
              </a:ext>
            </a:extLst>
          </p:cNvPr>
          <p:cNvSpPr>
            <a:spLocks noGrp="1"/>
          </p:cNvSpPr>
          <p:nvPr>
            <p:ph idx="1"/>
          </p:nvPr>
        </p:nvSpPr>
        <p:spPr/>
        <p:txBody>
          <a:bodyPr>
            <a:normAutofit/>
          </a:bodyPr>
          <a:lstStyle/>
          <a:p>
            <a:r>
              <a:rPr lang="en-US" sz="2400" dirty="0"/>
              <a:t>An eavesdropper is one who listens to a piece of information which s(he) is not entitled to listen to, A listener trying to catch hold of confidential information is an eavesdropper.</a:t>
            </a:r>
          </a:p>
        </p:txBody>
      </p:sp>
      <p:sp>
        <p:nvSpPr>
          <p:cNvPr id="4" name="Footer Placeholder 3">
            <a:extLst>
              <a:ext uri="{FF2B5EF4-FFF2-40B4-BE49-F238E27FC236}">
                <a16:creationId xmlns:a16="http://schemas.microsoft.com/office/drawing/2014/main" id="{A3609A75-5E9A-C165-5A1D-764F9E96B722}"/>
              </a:ext>
            </a:extLst>
          </p:cNvPr>
          <p:cNvSpPr>
            <a:spLocks noGrp="1"/>
          </p:cNvSpPr>
          <p:nvPr>
            <p:ph type="ftr" sz="quarter" idx="10"/>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0108060B-6C9E-CFFF-55DE-F0D645C094DC}"/>
              </a:ext>
            </a:extLst>
          </p:cNvPr>
          <p:cNvSpPr>
            <a:spLocks noGrp="1"/>
          </p:cNvSpPr>
          <p:nvPr>
            <p:ph type="sldNum" sz="quarter" idx="11"/>
          </p:nvPr>
        </p:nvSpPr>
        <p:spPr/>
        <p:txBody>
          <a:bodyPr/>
          <a:lstStyle/>
          <a:p>
            <a:fld id="{294A09A9-5501-47C1-A89A-A340965A2BE2}" type="slidenum">
              <a:rPr lang="en-US" smtClean="0"/>
              <a:pPr/>
              <a:t>8</a:t>
            </a:fld>
            <a:endParaRPr lang="en-US" dirty="0"/>
          </a:p>
        </p:txBody>
      </p:sp>
      <p:pic>
        <p:nvPicPr>
          <p:cNvPr id="6" name="Picture 5">
            <a:extLst>
              <a:ext uri="{FF2B5EF4-FFF2-40B4-BE49-F238E27FC236}">
                <a16:creationId xmlns:a16="http://schemas.microsoft.com/office/drawing/2014/main" id="{40D2D624-BBEB-18F5-E199-F4C699F4FDC5}"/>
              </a:ext>
            </a:extLst>
          </p:cNvPr>
          <p:cNvPicPr>
            <a:picLocks noChangeAspect="1"/>
          </p:cNvPicPr>
          <p:nvPr/>
        </p:nvPicPr>
        <p:blipFill>
          <a:blip r:embed="rId2"/>
          <a:stretch>
            <a:fillRect/>
          </a:stretch>
        </p:blipFill>
        <p:spPr>
          <a:xfrm>
            <a:off x="2916822" y="-390426"/>
            <a:ext cx="5732150" cy="2143125"/>
          </a:xfrm>
          <a:prstGeom prst="rect">
            <a:avLst/>
          </a:prstGeom>
        </p:spPr>
      </p:pic>
    </p:spTree>
    <p:extLst>
      <p:ext uri="{BB962C8B-B14F-4D97-AF65-F5344CB8AC3E}">
        <p14:creationId xmlns:p14="http://schemas.microsoft.com/office/powerpoint/2010/main" val="3473145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2655-34DF-25F9-4640-B2CE5329AD1A}"/>
              </a:ext>
            </a:extLst>
          </p:cNvPr>
          <p:cNvSpPr>
            <a:spLocks noGrp="1"/>
          </p:cNvSpPr>
          <p:nvPr>
            <p:ph type="title"/>
          </p:nvPr>
        </p:nvSpPr>
        <p:spPr/>
        <p:txBody>
          <a:bodyPr/>
          <a:lstStyle/>
          <a:p>
            <a:r>
              <a:rPr lang="en-US" dirty="0"/>
              <a:t>4. Bystander</a:t>
            </a:r>
          </a:p>
        </p:txBody>
      </p:sp>
      <p:sp>
        <p:nvSpPr>
          <p:cNvPr id="3" name="Content Placeholder 2">
            <a:extLst>
              <a:ext uri="{FF2B5EF4-FFF2-40B4-BE49-F238E27FC236}">
                <a16:creationId xmlns:a16="http://schemas.microsoft.com/office/drawing/2014/main" id="{1A585715-2793-160B-269E-D9516C84D73A}"/>
              </a:ext>
            </a:extLst>
          </p:cNvPr>
          <p:cNvSpPr>
            <a:spLocks noGrp="1"/>
          </p:cNvSpPr>
          <p:nvPr>
            <p:ph idx="1"/>
          </p:nvPr>
        </p:nvSpPr>
        <p:spPr/>
        <p:txBody>
          <a:bodyPr>
            <a:normAutofit/>
          </a:bodyPr>
          <a:lstStyle/>
          <a:p>
            <a:r>
              <a:rPr lang="en-US" sz="2400" dirty="0"/>
              <a:t>A bystander is one who is physically present on the locale of communication and also listens to it but is not directly influenced by the communication.. For example, an electrician fixing a light amidst an ongoing lecture is an example of a bystander.</a:t>
            </a:r>
          </a:p>
        </p:txBody>
      </p:sp>
      <p:sp>
        <p:nvSpPr>
          <p:cNvPr id="4" name="Footer Placeholder 3">
            <a:extLst>
              <a:ext uri="{FF2B5EF4-FFF2-40B4-BE49-F238E27FC236}">
                <a16:creationId xmlns:a16="http://schemas.microsoft.com/office/drawing/2014/main" id="{A3609A75-5E9A-C165-5A1D-764F9E96B722}"/>
              </a:ext>
            </a:extLst>
          </p:cNvPr>
          <p:cNvSpPr>
            <a:spLocks noGrp="1"/>
          </p:cNvSpPr>
          <p:nvPr>
            <p:ph type="ftr" sz="quarter" idx="10"/>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0108060B-6C9E-CFFF-55DE-F0D645C094DC}"/>
              </a:ext>
            </a:extLst>
          </p:cNvPr>
          <p:cNvSpPr>
            <a:spLocks noGrp="1"/>
          </p:cNvSpPr>
          <p:nvPr>
            <p:ph type="sldNum" sz="quarter" idx="11"/>
          </p:nvPr>
        </p:nvSpPr>
        <p:spPr/>
        <p:txBody>
          <a:bodyPr/>
          <a:lstStyle/>
          <a:p>
            <a:fld id="{294A09A9-5501-47C1-A89A-A340965A2BE2}" type="slidenum">
              <a:rPr lang="en-US" smtClean="0"/>
              <a:pPr/>
              <a:t>9</a:t>
            </a:fld>
            <a:endParaRPr lang="en-US" dirty="0"/>
          </a:p>
        </p:txBody>
      </p:sp>
      <p:pic>
        <p:nvPicPr>
          <p:cNvPr id="6" name="Picture 5">
            <a:extLst>
              <a:ext uri="{FF2B5EF4-FFF2-40B4-BE49-F238E27FC236}">
                <a16:creationId xmlns:a16="http://schemas.microsoft.com/office/drawing/2014/main" id="{64933F62-F7BF-53F0-77E9-0C7955DAA224}"/>
              </a:ext>
            </a:extLst>
          </p:cNvPr>
          <p:cNvPicPr>
            <a:picLocks noChangeAspect="1"/>
          </p:cNvPicPr>
          <p:nvPr/>
        </p:nvPicPr>
        <p:blipFill>
          <a:blip r:embed="rId2"/>
          <a:stretch>
            <a:fillRect/>
          </a:stretch>
        </p:blipFill>
        <p:spPr>
          <a:xfrm>
            <a:off x="1585124" y="-38775"/>
            <a:ext cx="8994484" cy="1600200"/>
          </a:xfrm>
          <a:prstGeom prst="rect">
            <a:avLst/>
          </a:prstGeom>
        </p:spPr>
      </p:pic>
    </p:spTree>
    <p:extLst>
      <p:ext uri="{BB962C8B-B14F-4D97-AF65-F5344CB8AC3E}">
        <p14:creationId xmlns:p14="http://schemas.microsoft.com/office/powerpoint/2010/main" val="1747595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7E564-4283-8AE2-ADD2-7B3FFCFA26C7}"/>
              </a:ext>
            </a:extLst>
          </p:cNvPr>
          <p:cNvSpPr>
            <a:spLocks noGrp="1"/>
          </p:cNvSpPr>
          <p:nvPr>
            <p:ph type="title"/>
          </p:nvPr>
        </p:nvSpPr>
        <p:spPr/>
        <p:txBody>
          <a:bodyPr/>
          <a:lstStyle/>
          <a:p>
            <a:r>
              <a:rPr lang="en-US"/>
              <a:t>Business </a:t>
            </a:r>
            <a:r>
              <a:rPr lang="en-US" dirty="0"/>
              <a:t>o</a:t>
            </a:r>
            <a:r>
              <a:rPr lang="en-US"/>
              <a:t>pportunities </a:t>
            </a:r>
            <a:r>
              <a:rPr lang="en-US" dirty="0"/>
              <a:t>are like buses. There's always another one coming. </a:t>
            </a:r>
          </a:p>
        </p:txBody>
      </p:sp>
      <p:sp>
        <p:nvSpPr>
          <p:cNvPr id="10" name="Text Placeholder 9">
            <a:extLst>
              <a:ext uri="{FF2B5EF4-FFF2-40B4-BE49-F238E27FC236}">
                <a16:creationId xmlns:a16="http://schemas.microsoft.com/office/drawing/2014/main" id="{FA47ED29-D9DA-9DC6-8B43-80EC2A2E5B50}"/>
              </a:ext>
            </a:extLst>
          </p:cNvPr>
          <p:cNvSpPr>
            <a:spLocks noGrp="1"/>
          </p:cNvSpPr>
          <p:nvPr>
            <p:ph type="body" sz="quarter" idx="10"/>
          </p:nvPr>
        </p:nvSpPr>
        <p:spPr/>
        <p:txBody>
          <a:bodyPr/>
          <a:lstStyle/>
          <a:p>
            <a:r>
              <a:rPr lang="en-US" dirty="0"/>
              <a:t>“</a:t>
            </a:r>
          </a:p>
        </p:txBody>
      </p:sp>
      <p:sp>
        <p:nvSpPr>
          <p:cNvPr id="3" name="Text Placeholder 2">
            <a:extLst>
              <a:ext uri="{FF2B5EF4-FFF2-40B4-BE49-F238E27FC236}">
                <a16:creationId xmlns:a16="http://schemas.microsoft.com/office/drawing/2014/main" id="{C9CFA000-38C2-F344-E543-42483390408A}"/>
              </a:ext>
            </a:extLst>
          </p:cNvPr>
          <p:cNvSpPr>
            <a:spLocks noGrp="1"/>
          </p:cNvSpPr>
          <p:nvPr>
            <p:ph type="body" idx="1"/>
          </p:nvPr>
        </p:nvSpPr>
        <p:spPr/>
        <p:txBody>
          <a:bodyPr/>
          <a:lstStyle/>
          <a:p>
            <a:r>
              <a:rPr lang="en-US" dirty="0"/>
              <a:t>Richard Branson</a:t>
            </a:r>
          </a:p>
        </p:txBody>
      </p:sp>
      <p:sp>
        <p:nvSpPr>
          <p:cNvPr id="11" name="Text Placeholder 10">
            <a:extLst>
              <a:ext uri="{FF2B5EF4-FFF2-40B4-BE49-F238E27FC236}">
                <a16:creationId xmlns:a16="http://schemas.microsoft.com/office/drawing/2014/main" id="{CB634FAD-36DD-9FB0-7030-266A29178C42}"/>
              </a:ext>
            </a:extLst>
          </p:cNvPr>
          <p:cNvSpPr>
            <a:spLocks noGrp="1"/>
          </p:cNvSpPr>
          <p:nvPr>
            <p:ph type="body" sz="quarter" idx="11"/>
          </p:nvPr>
        </p:nvSpPr>
        <p:spPr/>
        <p:txBody>
          <a:bodyPr/>
          <a:lstStyle/>
          <a:p>
            <a:r>
              <a:rPr lang="en-US" dirty="0"/>
              <a:t>”</a:t>
            </a:r>
          </a:p>
        </p:txBody>
      </p:sp>
    </p:spTree>
    <p:extLst>
      <p:ext uri="{BB962C8B-B14F-4D97-AF65-F5344CB8AC3E}">
        <p14:creationId xmlns:p14="http://schemas.microsoft.com/office/powerpoint/2010/main" val="1563980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EB5DC-8C2B-5750-6E12-9A35C0FFBA00}"/>
              </a:ext>
            </a:extLst>
          </p:cNvPr>
          <p:cNvSpPr>
            <a:spLocks noGrp="1"/>
          </p:cNvSpPr>
          <p:nvPr>
            <p:ph type="title"/>
          </p:nvPr>
        </p:nvSpPr>
        <p:spPr/>
        <p:txBody>
          <a:bodyPr/>
          <a:lstStyle/>
          <a:p>
            <a:r>
              <a:rPr lang="en-US" dirty="0"/>
              <a:t>Thank you</a:t>
            </a:r>
          </a:p>
        </p:txBody>
      </p:sp>
      <p:sp>
        <p:nvSpPr>
          <p:cNvPr id="5" name="Content Placeholder 4">
            <a:extLst>
              <a:ext uri="{FF2B5EF4-FFF2-40B4-BE49-F238E27FC236}">
                <a16:creationId xmlns:a16="http://schemas.microsoft.com/office/drawing/2014/main" id="{AAF5CF3F-E5EF-5769-3F83-24ADB4412BBF}"/>
              </a:ext>
            </a:extLst>
          </p:cNvPr>
          <p:cNvSpPr>
            <a:spLocks noGrp="1"/>
          </p:cNvSpPr>
          <p:nvPr>
            <p:ph idx="1"/>
          </p:nvPr>
        </p:nvSpPr>
        <p:spPr/>
        <p:txBody>
          <a:bodyPr/>
          <a:lstStyle/>
          <a:p>
            <a:r>
              <a:rPr lang="en-US" dirty="0"/>
              <a:t>Dr. Sarah Syed Kazmi</a:t>
            </a:r>
          </a:p>
          <a:p>
            <a:r>
              <a:rPr lang="en-US" dirty="0"/>
              <a:t>sarahsk@ssuet.edu.pk</a:t>
            </a:r>
          </a:p>
        </p:txBody>
      </p:sp>
    </p:spTree>
    <p:extLst>
      <p:ext uri="{BB962C8B-B14F-4D97-AF65-F5344CB8AC3E}">
        <p14:creationId xmlns:p14="http://schemas.microsoft.com/office/powerpoint/2010/main" val="2790251853"/>
      </p:ext>
    </p:extLst>
  </p:cSld>
  <p:clrMapOvr>
    <a:masterClrMapping/>
  </p:clrMapOvr>
</p:sld>
</file>

<file path=ppt/theme/theme1.xml><?xml version="1.0" encoding="utf-8"?>
<a:theme xmlns:a="http://schemas.openxmlformats.org/drawingml/2006/main" name="Office Theme">
  <a:themeElements>
    <a:clrScheme name="Custom 20">
      <a:dk1>
        <a:srgbClr val="000000"/>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ustom 23">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Flourish_Win32_CP_v8" id="{BCFB3359-BC8B-4F4E-99DD-822A55018E7C}" vid="{7DF7CEC2-9D9A-40F6-95E4-E2F6E93D64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BB2F3B-6257-41BB-8B64-5AC7494F274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14EFF02-EA18-493C-972D-813DB244CB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CE2AAA-C718-435C-B4E6-95A08ACAC441}">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Producers and Receivers</Template>
  <TotalTime>0</TotalTime>
  <Words>379</Words>
  <Application>Microsoft Office PowerPoint</Application>
  <PresentationFormat>Widescreen</PresentationFormat>
  <Paragraphs>44</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Baskerville</vt:lpstr>
      <vt:lpstr>Baskerville Old Face</vt:lpstr>
      <vt:lpstr>Calibri</vt:lpstr>
      <vt:lpstr>Gill Sans Light</vt:lpstr>
      <vt:lpstr>Gill Sans Nova</vt:lpstr>
      <vt:lpstr>Gill Sans Nova Light</vt:lpstr>
      <vt:lpstr>Office Theme</vt:lpstr>
      <vt:lpstr>Producers and Receivers</vt:lpstr>
      <vt:lpstr>Types of Producers</vt:lpstr>
      <vt:lpstr>Types of Producers</vt:lpstr>
      <vt:lpstr>2. Mouthpiece</vt:lpstr>
      <vt:lpstr>3. Spokesperson</vt:lpstr>
      <vt:lpstr>Types of Receivers</vt:lpstr>
      <vt:lpstr>2. Audience</vt:lpstr>
      <vt:lpstr>3. Eavesdropper</vt:lpstr>
      <vt:lpstr>4. Bystander</vt:lpstr>
      <vt:lpstr>Business opportunities are like buses. There's always another one coming.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Producers and Receivers</dc:title>
  <dc:creator>Sayyedah Sarah Nawazish Rizvi</dc:creator>
  <cp:lastModifiedBy>Sayyedah Sarah Nawazish Rizvi</cp:lastModifiedBy>
  <cp:revision>1</cp:revision>
  <dcterms:created xsi:type="dcterms:W3CDTF">2023-10-17T08:30:05Z</dcterms:created>
  <dcterms:modified xsi:type="dcterms:W3CDTF">2023-10-17T08:30:17Z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