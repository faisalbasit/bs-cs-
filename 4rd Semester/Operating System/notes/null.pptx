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0EB4A-A83F-4EC9-B881-36DC01BBE75A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464F4-CC4A-48D3-9460-667EC94CE7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eel Saeed\Desktop\deadlock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28600"/>
            <a:ext cx="11077574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eel Saeed\Desktop\deadlock\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28600"/>
            <a:ext cx="998220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eel Saeed\Desktop\deadlock\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7200" y="-228600"/>
            <a:ext cx="982980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eel Saeed\Desktop\deadlock\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28600" y="-228600"/>
            <a:ext cx="1036320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eel Saeed\Desktop\deadlock\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0" y="-228600"/>
            <a:ext cx="1074420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eel Saeed\Desktop\deadlock\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7200" y="-228600"/>
            <a:ext cx="1074420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eel Saeed\Desktop\deadlock\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1" y="-228600"/>
            <a:ext cx="101346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eel Saeed\Desktop\deadlock\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1" y="-228600"/>
            <a:ext cx="96012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eel Saeed\Desktop\deadlock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2400" y="0"/>
            <a:ext cx="982980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eel Saeed\Desktop\deadlock\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1" y="-228600"/>
            <a:ext cx="102870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eel Saeed\Desktop\deadlock\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1" y="-228600"/>
            <a:ext cx="102108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eel Saeed\Desktop\deadlock\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7201" y="-228600"/>
            <a:ext cx="10134601" cy="7315200"/>
          </a:xfrm>
          <a:prstGeom prst="rect">
            <a:avLst/>
          </a:prstGeom>
          <a:noFill/>
        </p:spPr>
      </p:pic>
      <p:pic>
        <p:nvPicPr>
          <p:cNvPr id="13315" name="Picture 3" descr="C:\Users\Adeel Saeed\Desktop\deadlock\1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3505200"/>
            <a:ext cx="3962400" cy="350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Adeel Saeed\Desktop\deadlock\1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28601" y="-228600"/>
            <a:ext cx="93726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Adeel Saeed\Desktop\deadlock\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228600"/>
            <a:ext cx="9144001" cy="7315200"/>
          </a:xfrm>
          <a:prstGeom prst="rect">
            <a:avLst/>
          </a:prstGeom>
          <a:noFill/>
        </p:spPr>
      </p:pic>
      <p:pic>
        <p:nvPicPr>
          <p:cNvPr id="16387" name="Picture 3" descr="C:\Users\Adeel Saeed\Desktop\deadlock\1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3429000"/>
            <a:ext cx="3457575" cy="3629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Adeel Saeed\Desktop\deadlock\1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1" y="-228600"/>
            <a:ext cx="94488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Adeel Saeed\Desktop\deadlock\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1" y="-228600"/>
            <a:ext cx="95250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Adeel Saeed\Desktop\deadlock\2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1" y="-228600"/>
            <a:ext cx="9753601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eel Saeed\Desktop\ppt\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09601" y="-228600"/>
            <a:ext cx="99822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eel Saeed\Desktop\ppt\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7201" y="-228600"/>
            <a:ext cx="103632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eel Saeed\Desktop\ppt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09601" y="-228600"/>
            <a:ext cx="106680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eel Saeed\Desktop\ppt\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28600"/>
            <a:ext cx="9905999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eel Saeed\Desktop\ppt\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1" y="-228600"/>
            <a:ext cx="105918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eel Saeed\Desktop\ppt\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85801" y="-228600"/>
            <a:ext cx="107442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eel Saeed\Desktop\ppt\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28601" y="-228600"/>
            <a:ext cx="105156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eel Saeed\Desktop\ppt\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228600"/>
            <a:ext cx="102108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eel Saeed\Desktop\ppt\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228600"/>
            <a:ext cx="99822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eel Saeed\Desktop\ppt\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228600"/>
            <a:ext cx="102108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eel Saeed\Desktop\ppt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09601" y="-228600"/>
            <a:ext cx="106680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eel Saeed\Desktop\ppt\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533401" y="-228600"/>
            <a:ext cx="105156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eel Saeed\Desktop\ppt\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228600"/>
            <a:ext cx="99822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eel Saeed\Desktop\ppt\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1" y="-228600"/>
            <a:ext cx="10439401" cy="7315200"/>
          </a:xfrm>
          <a:prstGeom prst="rect">
            <a:avLst/>
          </a:prstGeom>
          <a:noFill/>
        </p:spPr>
      </p:pic>
      <p:pic>
        <p:nvPicPr>
          <p:cNvPr id="14339" name="Picture 3" descr="C:\Users\Adeel Saeed\Desktop\ppt\1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3505200"/>
            <a:ext cx="4705350" cy="1543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Adeel Saeed\Desktop\ppt\1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2401" y="-228600"/>
            <a:ext cx="102870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Adeel Saeed\Desktop\ppt\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533401" y="-228600"/>
            <a:ext cx="108204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Adeel Saeed\Desktop\ppt\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228600"/>
            <a:ext cx="10134601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Adeel Saeed\Desktop\ppt\1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28601" y="-228600"/>
            <a:ext cx="11306175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0</Words>
  <Application>Microsoft Office PowerPoint</Application>
  <PresentationFormat>On-screen Show (4:3)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Hamaila Saeed</dc:creator>
  <cp:lastModifiedBy>Hamaila Saeed</cp:lastModifiedBy>
  <cp:revision>8</cp:revision>
  <dcterms:created xsi:type="dcterms:W3CDTF">2016-09-18T16:41:10Z</dcterms:created>
  <dcterms:modified xsi:type="dcterms:W3CDTF">2016-09-20T18:34:27Z</dcterms:modified>
</cp:coreProperties>
</file>