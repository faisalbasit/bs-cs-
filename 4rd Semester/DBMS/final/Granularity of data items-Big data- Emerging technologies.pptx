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0" r:id="rId3"/>
    <p:sldId id="261" r:id="rId4"/>
    <p:sldId id="262" r:id="rId5"/>
    <p:sldId id="269" r:id="rId6"/>
    <p:sldId id="263" r:id="rId7"/>
    <p:sldId id="257" r:id="rId8"/>
    <p:sldId id="258" r:id="rId9"/>
    <p:sldId id="259" r:id="rId10"/>
    <p:sldId id="260" r:id="rId11"/>
    <p:sldId id="271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53079-39AE-4154-AAA2-476FFD4DCA81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9C414E-6211-4280-97CF-0D0522FFA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3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C414E-6211-4280-97CF-0D0522FFAD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238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D5528-C04D-4C3A-A0E0-A0F0BBAA97DB}" type="datetime1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22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981E7-ACE4-419A-B016-104B455C8807}" type="datetime1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21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6A0B3-EF9E-4859-B124-BBB9F04DCA1D}" type="datetime1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188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27935-1892-4615-B546-65CD5EFFB6CA}" type="datetime1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2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7D51-5E4B-493C-9CF1-B6B73C9A9E1B}" type="datetime1">
              <a:rPr lang="en-US" smtClean="0"/>
              <a:t>6/21/2023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7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FBDC-D4BC-4332-ADF4-932248D9707D}" type="datetime1">
              <a:rPr lang="en-US" smtClean="0"/>
              <a:t>6/21/2023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51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0545-762F-4692-B36B-E1883D31BCC1}" type="datetime1">
              <a:rPr lang="en-US" smtClean="0"/>
              <a:t>6/21/2023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99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2ABD1-91CD-40AA-821E-6791A631D792}" type="datetime1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7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4E3F5-0264-4169-8D41-25C26335523D}" type="datetime1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18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E82D2-2CEE-4084-98B9-D24983959B8C}" type="datetime1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495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41AC-A0F6-42DE-AC48-90B1FD318A44}" type="datetime1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23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72218-E975-4CE4-9E9A-FB2796F42DCC}" type="datetime1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A0B2-4020-4DDB-AE58-12F575EE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0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806" y="431679"/>
            <a:ext cx="9522125" cy="35709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3909" y="5969479"/>
            <a:ext cx="9989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https://www.youtube.com/watch?v=q_-fhQXOQbg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8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40574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Big Data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537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" y="447675"/>
            <a:ext cx="10887075" cy="59626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71" y="6488668"/>
            <a:ext cx="4876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https://www.youtube.com/watch?v=bAyrObl7TYE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03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12" y="828675"/>
            <a:ext cx="10544175" cy="520065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85669" y="6320976"/>
            <a:ext cx="92906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https://www.ionos.com/digitalguide/websites/web-development/what-is-an-exabyte/</a:t>
            </a:r>
          </a:p>
        </p:txBody>
      </p:sp>
    </p:spTree>
    <p:extLst>
      <p:ext uri="{BB962C8B-B14F-4D97-AF65-F5344CB8AC3E}">
        <p14:creationId xmlns:p14="http://schemas.microsoft.com/office/powerpoint/2010/main" val="2172781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295" y="3808653"/>
            <a:ext cx="8448675" cy="23683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294" y="584260"/>
            <a:ext cx="8448675" cy="32847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02589" y="6400800"/>
            <a:ext cx="8310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https://www.ionos.com/digitalguide/websites/web-development/what-is-an-exabyte/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452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173" y="365125"/>
            <a:ext cx="8086725" cy="527685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509173" y="6033184"/>
            <a:ext cx="96534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https://www.ionos.com/digitalguide/websites/web-development/what-is-an-exabyte/</a:t>
            </a:r>
          </a:p>
        </p:txBody>
      </p:sp>
    </p:spTree>
    <p:extLst>
      <p:ext uri="{BB962C8B-B14F-4D97-AF65-F5344CB8AC3E}">
        <p14:creationId xmlns:p14="http://schemas.microsoft.com/office/powerpoint/2010/main" val="107963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17" y="32618"/>
            <a:ext cx="9953625" cy="38233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6543" y="5909094"/>
            <a:ext cx="976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https://www.youtube.com/watch?v=bAyrObl7TYE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341" y="4330460"/>
            <a:ext cx="8867775" cy="130663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2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204912"/>
            <a:ext cx="10248900" cy="44481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812948" y="6311900"/>
            <a:ext cx="4876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https://www.youtube.com/watch?v=bAyrObl7TYE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33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" y="504825"/>
            <a:ext cx="11306175" cy="58483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796359" y="6311900"/>
            <a:ext cx="4876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https://www.youtube.com/watch?v=bAyrObl7TYE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0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004" y="572308"/>
            <a:ext cx="8191500" cy="41433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080366" y="6311900"/>
            <a:ext cx="4876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https://www.youtube.com/watch?v=bAyrObl7TYE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0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37057"/>
            <a:ext cx="10515600" cy="99784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Emerging Trends and Applications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26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224844" y="5944402"/>
            <a:ext cx="50815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https://www.youtube.com/watch?v=fMVpOPiVmCU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50" y="1585912"/>
            <a:ext cx="7962900" cy="3686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27208" y="776377"/>
            <a:ext cx="7850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Emerging Trends and Applications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329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008" y="344697"/>
            <a:ext cx="7400925" cy="53530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382678" y="5752689"/>
            <a:ext cx="50815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https://www.youtube.com/watch?v=fMVpOPiVmCU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423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562" y="365125"/>
            <a:ext cx="7762875" cy="51625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24219" y="6176963"/>
            <a:ext cx="50815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https://www.youtube.com/watch?v=fMVpOPiVmCU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115" y="116636"/>
            <a:ext cx="7429500" cy="54387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42400" y="6211821"/>
            <a:ext cx="50815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https://www.youtube.com/watch?v=fMVpOPiVmCU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110" y="287996"/>
            <a:ext cx="7620000" cy="4867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1110" y="5400136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/>
              <a:t>Beside other numerous features, cloud computing offers cost effective on demand resources.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3003118" y="6291332"/>
            <a:ext cx="50815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https://www.youtube.com/watch?v=fMVpOPiVmCU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A0B2-4020-4DDB-AE58-12F575EED82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6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88</Words>
  <Application>Microsoft Office PowerPoint</Application>
  <PresentationFormat>Widescreen</PresentationFormat>
  <Paragraphs>35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Big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Emerging Trends and Applications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Shardha Nand</dc:creator>
  <cp:lastModifiedBy>Shardha Nand</cp:lastModifiedBy>
  <cp:revision>26</cp:revision>
  <dcterms:created xsi:type="dcterms:W3CDTF">2023-06-19T04:42:29Z</dcterms:created>
  <dcterms:modified xsi:type="dcterms:W3CDTF">2023-06-21T06:17:03Z</dcterms:modified>
</cp:coreProperties>
</file>