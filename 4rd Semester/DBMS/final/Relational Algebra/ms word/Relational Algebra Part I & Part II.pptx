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4"/>
  </p:notesMasterIdLst>
  <p:sldIdLst>
    <p:sldId id="256" r:id="rId2"/>
    <p:sldId id="257" r:id="rId3"/>
    <p:sldId id="258" r:id="rId4"/>
    <p:sldId id="260" r:id="rId5"/>
    <p:sldId id="261" r:id="rId6"/>
    <p:sldId id="281" r:id="rId7"/>
    <p:sldId id="282" r:id="rId8"/>
    <p:sldId id="283" r:id="rId9"/>
    <p:sldId id="262" r:id="rId10"/>
    <p:sldId id="263" r:id="rId11"/>
    <p:sldId id="264" r:id="rId12"/>
    <p:sldId id="265" r:id="rId13"/>
    <p:sldId id="266" r:id="rId14"/>
    <p:sldId id="284" r:id="rId15"/>
    <p:sldId id="267" r:id="rId16"/>
    <p:sldId id="268" r:id="rId17"/>
    <p:sldId id="269" r:id="rId18"/>
    <p:sldId id="270" r:id="rId19"/>
    <p:sldId id="271" r:id="rId20"/>
    <p:sldId id="272" r:id="rId21"/>
    <p:sldId id="273" r:id="rId22"/>
    <p:sldId id="274" r:id="rId23"/>
    <p:sldId id="275" r:id="rId24"/>
    <p:sldId id="277" r:id="rId25"/>
    <p:sldId id="276" r:id="rId26"/>
    <p:sldId id="278" r:id="rId27"/>
    <p:sldId id="279" r:id="rId28"/>
    <p:sldId id="280" r:id="rId29"/>
    <p:sldId id="285" r:id="rId30"/>
    <p:sldId id="286" r:id="rId31"/>
    <p:sldId id="287" r:id="rId32"/>
    <p:sldId id="288" r:id="rId33"/>
    <p:sldId id="289" r:id="rId34"/>
    <p:sldId id="290" r:id="rId35"/>
    <p:sldId id="291" r:id="rId36"/>
    <p:sldId id="292" r:id="rId37"/>
    <p:sldId id="293" r:id="rId38"/>
    <p:sldId id="294" r:id="rId39"/>
    <p:sldId id="295" r:id="rId40"/>
    <p:sldId id="305" r:id="rId41"/>
    <p:sldId id="306" r:id="rId42"/>
    <p:sldId id="307" r:id="rId43"/>
    <p:sldId id="296" r:id="rId44"/>
    <p:sldId id="297" r:id="rId45"/>
    <p:sldId id="298" r:id="rId46"/>
    <p:sldId id="299" r:id="rId47"/>
    <p:sldId id="304" r:id="rId48"/>
    <p:sldId id="308" r:id="rId49"/>
    <p:sldId id="309" r:id="rId50"/>
    <p:sldId id="310" r:id="rId51"/>
    <p:sldId id="311" r:id="rId52"/>
    <p:sldId id="303"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p:cViewPr varScale="1">
        <p:scale>
          <a:sx n="87" d="100"/>
          <a:sy n="87" d="100"/>
        </p:scale>
        <p:origin x="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BE489E-488E-4592-B6F5-659F924E98B7}" type="datetimeFigureOut">
              <a:rPr lang="en-US" smtClean="0"/>
              <a:t>5/25/2023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49B40E-5573-4891-B421-49615A08668C}" type="slidenum">
              <a:rPr lang="en-US" smtClean="0"/>
              <a:t>‹#›</a:t>
            </a:fld>
            <a:endParaRPr lang="en-US"/>
          </a:p>
        </p:txBody>
      </p:sp>
    </p:spTree>
    <p:extLst>
      <p:ext uri="{BB962C8B-B14F-4D97-AF65-F5344CB8AC3E}">
        <p14:creationId xmlns:p14="http://schemas.microsoft.com/office/powerpoint/2010/main" val="3935803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49B40E-5573-4891-B421-49615A08668C}" type="slidenum">
              <a:rPr lang="en-US" smtClean="0"/>
              <a:t>4</a:t>
            </a:fld>
            <a:endParaRPr lang="en-US"/>
          </a:p>
        </p:txBody>
      </p:sp>
    </p:spTree>
    <p:extLst>
      <p:ext uri="{BB962C8B-B14F-4D97-AF65-F5344CB8AC3E}">
        <p14:creationId xmlns:p14="http://schemas.microsoft.com/office/powerpoint/2010/main" val="35239422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5344CA9-8C7C-4C62-A12C-ADE7D38C8D6B}" type="datetime1">
              <a:rPr lang="en-US" smtClean="0"/>
              <a:t>5/25/2023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50B3FF-5198-4EF4-BBD6-F92B79B0AD16}" type="datetime1">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28119-8B79-49CB-8860-8610370036C2}" type="datetime1">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7270D70-778A-4A32-9ED7-B3F99EBBE331}"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4DA6FF0-1269-4E92-8120-B240F224B5CC}" type="datetime1">
              <a:rPr lang="en-US" smtClean="0"/>
              <a:t>5/25/2023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8568DFF-BAB5-477B-8AAD-FA1FBFE55077}" type="datetime1">
              <a:rPr lang="en-US" smtClean="0"/>
              <a:t>5/25/2023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6456E-3DAF-4872-874A-CD802932F3B4}" type="datetime1">
              <a:rPr lang="en-US" smtClean="0"/>
              <a:t>5/25/2023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B4712-102D-4B21-8FC4-E482670218B2}"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4AF52E-AF92-42C7-A30D-BF3128CD9971}"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46CCC4-FC54-4D6D-A62B-409E14A2214B}"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CFBFA5-19ED-4575-B5E3-C484B4E295E1}"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604022-74A8-46AB-93BD-225B16F0B9DE}"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97AF62-58A4-4F7E-9713-9DF6516D32DA}" type="datetime1">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F3170824-62FD-44FD-867E-62CB84C2A7E5}" type="datetime1">
              <a:rPr lang="en-US" smtClean="0"/>
              <a:t>5/25/2023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62C50F47-1E4C-4221-8AF2-D53FF11E23AC}" type="datetime1">
              <a:rPr lang="en-US" smtClean="0"/>
              <a:t>5/25/2023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A14A113-1EE6-4322-9DD2-1FB5A47C80A1}" type="datetime1">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0B6EBF-45DF-4F18-B00D-DC3EB8F23B86}" type="datetime1">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236F434-6DB8-4F64-8133-59CAD6CA1093}" type="datetime1">
              <a:rPr lang="en-US" smtClean="0"/>
              <a:t>5/25/2023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3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4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4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4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4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4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4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5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87126" y="258254"/>
            <a:ext cx="3295650" cy="561975"/>
          </a:xfrm>
          <a:prstGeom prst="rect">
            <a:avLst/>
          </a:prstGeom>
        </p:spPr>
      </p:pic>
      <p:pic>
        <p:nvPicPr>
          <p:cNvPr id="5" name="Picture 4"/>
          <p:cNvPicPr>
            <a:picLocks noChangeAspect="1"/>
          </p:cNvPicPr>
          <p:nvPr/>
        </p:nvPicPr>
        <p:blipFill>
          <a:blip r:embed="rId3"/>
          <a:stretch>
            <a:fillRect/>
          </a:stretch>
        </p:blipFill>
        <p:spPr>
          <a:xfrm>
            <a:off x="1485900" y="1366837"/>
            <a:ext cx="9220200" cy="4533631"/>
          </a:xfrm>
          <a:prstGeom prst="rect">
            <a:avLst/>
          </a:prstGeom>
        </p:spPr>
      </p:pic>
      <p:sp>
        <p:nvSpPr>
          <p:cNvPr id="6" name="TextBox 5"/>
          <p:cNvSpPr txBox="1"/>
          <p:nvPr/>
        </p:nvSpPr>
        <p:spPr>
          <a:xfrm>
            <a:off x="3226279" y="6323162"/>
            <a:ext cx="5624423" cy="369332"/>
          </a:xfrm>
          <a:prstGeom prst="rect">
            <a:avLst/>
          </a:prstGeom>
          <a:noFill/>
        </p:spPr>
        <p:txBody>
          <a:bodyPr wrap="square" rtlCol="0">
            <a:spAutoFit/>
          </a:bodyPr>
          <a:lstStyle/>
          <a:p>
            <a:r>
              <a:rPr lang="en-US" dirty="0"/>
              <a:t>https://www.youtube.com/watch?v=76v3gRns28U</a:t>
            </a:r>
          </a:p>
        </p:txBody>
      </p:sp>
      <p:sp>
        <p:nvSpPr>
          <p:cNvPr id="7" name="Slide Number Placeholder 6"/>
          <p:cNvSpPr>
            <a:spLocks noGrp="1"/>
          </p:cNvSpPr>
          <p:nvPr>
            <p:ph type="sldNum" sz="quarter" idx="12"/>
          </p:nvPr>
        </p:nvSpPr>
        <p:spPr/>
        <p:txBody>
          <a:bodyPr/>
          <a:lstStyle/>
          <a:p>
            <a:fld id="{6D22F896-40B5-4ADD-8801-0D06FADFA095}" type="slidenum">
              <a:rPr lang="en-US" smtClean="0"/>
              <a:t>1</a:t>
            </a:fld>
            <a:endParaRPr lang="en-US" dirty="0"/>
          </a:p>
        </p:txBody>
      </p:sp>
    </p:spTree>
    <p:extLst>
      <p:ext uri="{BB962C8B-B14F-4D97-AF65-F5344CB8AC3E}">
        <p14:creationId xmlns:p14="http://schemas.microsoft.com/office/powerpoint/2010/main" val="4712192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500996" y="1196316"/>
            <a:ext cx="7270749" cy="4686958"/>
          </a:xfrm>
          <a:prstGeom prst="rect">
            <a:avLst/>
          </a:prstGeom>
        </p:spPr>
      </p:pic>
      <p:pic>
        <p:nvPicPr>
          <p:cNvPr id="5" name="Picture 4"/>
          <p:cNvPicPr>
            <a:picLocks noChangeAspect="1"/>
          </p:cNvPicPr>
          <p:nvPr/>
        </p:nvPicPr>
        <p:blipFill>
          <a:blip r:embed="rId3"/>
          <a:stretch>
            <a:fillRect/>
          </a:stretch>
        </p:blipFill>
        <p:spPr>
          <a:xfrm>
            <a:off x="2682455" y="322825"/>
            <a:ext cx="5067300" cy="666750"/>
          </a:xfrm>
          <a:prstGeom prst="rect">
            <a:avLst/>
          </a:prstGeom>
        </p:spPr>
      </p:pic>
      <p:sp>
        <p:nvSpPr>
          <p:cNvPr id="7" name="Slide Number Placeholder 6"/>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19756283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630393" y="1172982"/>
            <a:ext cx="7444595" cy="4701666"/>
          </a:xfrm>
          <a:prstGeom prst="rect">
            <a:avLst/>
          </a:prstGeom>
        </p:spPr>
      </p:pic>
      <p:pic>
        <p:nvPicPr>
          <p:cNvPr id="5" name="Picture 4"/>
          <p:cNvPicPr>
            <a:picLocks noChangeAspect="1"/>
          </p:cNvPicPr>
          <p:nvPr/>
        </p:nvPicPr>
        <p:blipFill>
          <a:blip r:embed="rId3"/>
          <a:stretch>
            <a:fillRect/>
          </a:stretch>
        </p:blipFill>
        <p:spPr>
          <a:xfrm>
            <a:off x="2889490" y="285143"/>
            <a:ext cx="5067300" cy="666750"/>
          </a:xfrm>
          <a:prstGeom prst="rect">
            <a:avLst/>
          </a:prstGeom>
        </p:spPr>
      </p:pic>
      <p:sp>
        <p:nvSpPr>
          <p:cNvPr id="6" name="Slide Number Placeholder 5"/>
          <p:cNvSpPr>
            <a:spLocks noGrp="1"/>
          </p:cNvSpPr>
          <p:nvPr>
            <p:ph type="sldNum" sz="quarter" idx="12"/>
          </p:nvPr>
        </p:nvSpPr>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39106965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3624412919"/>
              </p:ext>
            </p:extLst>
          </p:nvPr>
        </p:nvGraphicFramePr>
        <p:xfrm>
          <a:off x="2924606" y="6408797"/>
          <a:ext cx="6477635" cy="260922"/>
        </p:xfrm>
        <a:graphic>
          <a:graphicData uri="http://schemas.openxmlformats.org/drawingml/2006/table">
            <a:tbl>
              <a:tblPr firstRow="1" firstCol="1" bandRow="1">
                <a:tableStyleId>{5C22544A-7EE6-4342-B048-85BDC9FD1C3A}</a:tableStyleId>
              </a:tblPr>
              <a:tblGrid>
                <a:gridCol w="6477635"/>
              </a:tblGrid>
              <a:tr h="0">
                <a:tc>
                  <a:txBody>
                    <a:bodyPr/>
                    <a:lstStyle/>
                    <a:p>
                      <a:pPr>
                        <a:lnSpc>
                          <a:spcPct val="107000"/>
                        </a:lnSpc>
                        <a:spcAft>
                          <a:spcPts val="0"/>
                        </a:spcAft>
                      </a:pPr>
                      <a:r>
                        <a:rPr lang="en-US" sz="1600" dirty="0">
                          <a:effectLst/>
                        </a:rPr>
                        <a:t>https://www.youtube.com/watch?v=Givp56x6vbg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pic>
        <p:nvPicPr>
          <p:cNvPr id="4" name="Picture 3"/>
          <p:cNvPicPr>
            <a:picLocks noChangeAspect="1"/>
          </p:cNvPicPr>
          <p:nvPr/>
        </p:nvPicPr>
        <p:blipFill>
          <a:blip r:embed="rId3"/>
          <a:stretch>
            <a:fillRect/>
          </a:stretch>
        </p:blipFill>
        <p:spPr>
          <a:xfrm>
            <a:off x="1724205" y="635770"/>
            <a:ext cx="8191500" cy="4721233"/>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6902125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62881" y="121577"/>
            <a:ext cx="4305300" cy="4695825"/>
          </a:xfrm>
          <a:prstGeom prst="rect">
            <a:avLst/>
          </a:prstGeom>
        </p:spPr>
      </p:pic>
      <p:pic>
        <p:nvPicPr>
          <p:cNvPr id="5" name="Picture 4"/>
          <p:cNvPicPr>
            <a:picLocks noChangeAspect="1"/>
          </p:cNvPicPr>
          <p:nvPr/>
        </p:nvPicPr>
        <p:blipFill>
          <a:blip r:embed="rId3"/>
          <a:stretch>
            <a:fillRect/>
          </a:stretch>
        </p:blipFill>
        <p:spPr>
          <a:xfrm>
            <a:off x="436561" y="121577"/>
            <a:ext cx="5657850" cy="1628775"/>
          </a:xfrm>
          <a:prstGeom prst="rect">
            <a:avLst/>
          </a:prstGeom>
        </p:spPr>
      </p:pic>
      <p:pic>
        <p:nvPicPr>
          <p:cNvPr id="6" name="Picture 5"/>
          <p:cNvPicPr>
            <a:picLocks noChangeAspect="1"/>
          </p:cNvPicPr>
          <p:nvPr/>
        </p:nvPicPr>
        <p:blipFill>
          <a:blip r:embed="rId4"/>
          <a:stretch>
            <a:fillRect/>
          </a:stretch>
        </p:blipFill>
        <p:spPr>
          <a:xfrm>
            <a:off x="436561" y="1983260"/>
            <a:ext cx="5305425" cy="1152525"/>
          </a:xfrm>
          <a:prstGeom prst="rect">
            <a:avLst/>
          </a:prstGeom>
        </p:spPr>
      </p:pic>
      <p:pic>
        <p:nvPicPr>
          <p:cNvPr id="7" name="Picture 6"/>
          <p:cNvPicPr>
            <a:picLocks noChangeAspect="1"/>
          </p:cNvPicPr>
          <p:nvPr/>
        </p:nvPicPr>
        <p:blipFill>
          <a:blip r:embed="rId5"/>
          <a:stretch>
            <a:fillRect/>
          </a:stretch>
        </p:blipFill>
        <p:spPr>
          <a:xfrm>
            <a:off x="436561" y="3402012"/>
            <a:ext cx="4429125" cy="1695450"/>
          </a:xfrm>
          <a:prstGeom prst="rect">
            <a:avLst/>
          </a:prstGeom>
        </p:spPr>
      </p:pic>
      <p:sp>
        <p:nvSpPr>
          <p:cNvPr id="8" name="Slide Number Placeholder 7"/>
          <p:cNvSpPr>
            <a:spLocks noGrp="1"/>
          </p:cNvSpPr>
          <p:nvPr>
            <p:ph type="sldNum" sz="quarter" idx="12"/>
          </p:nvPr>
        </p:nvSpPr>
        <p:spPr/>
        <p:txBody>
          <a:bodyPr/>
          <a:lstStyle/>
          <a:p>
            <a:fld id="{6D22F896-40B5-4ADD-8801-0D06FADFA095}" type="slidenum">
              <a:rPr lang="en-US" smtClean="0"/>
              <a:t>5</a:t>
            </a:fld>
            <a:endParaRPr lang="en-US" dirty="0"/>
          </a:p>
        </p:txBody>
      </p:sp>
    </p:spTree>
    <p:extLst>
      <p:ext uri="{BB962C8B-B14F-4D97-AF65-F5344CB8AC3E}">
        <p14:creationId xmlns:p14="http://schemas.microsoft.com/office/powerpoint/2010/main" val="853958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6</a:t>
            </a:fld>
            <a:endParaRPr lang="en-US" dirty="0"/>
          </a:p>
        </p:txBody>
      </p:sp>
      <p:pic>
        <p:nvPicPr>
          <p:cNvPr id="5" name="Picture 4"/>
          <p:cNvPicPr>
            <a:picLocks noChangeAspect="1"/>
          </p:cNvPicPr>
          <p:nvPr/>
        </p:nvPicPr>
        <p:blipFill>
          <a:blip r:embed="rId2"/>
          <a:stretch>
            <a:fillRect/>
          </a:stretch>
        </p:blipFill>
        <p:spPr>
          <a:xfrm>
            <a:off x="4696363" y="103000"/>
            <a:ext cx="2057400" cy="657225"/>
          </a:xfrm>
          <a:prstGeom prst="rect">
            <a:avLst/>
          </a:prstGeom>
        </p:spPr>
      </p:pic>
      <p:pic>
        <p:nvPicPr>
          <p:cNvPr id="6" name="Picture 5"/>
          <p:cNvPicPr>
            <a:picLocks noChangeAspect="1"/>
          </p:cNvPicPr>
          <p:nvPr/>
        </p:nvPicPr>
        <p:blipFill>
          <a:blip r:embed="rId3"/>
          <a:stretch>
            <a:fillRect/>
          </a:stretch>
        </p:blipFill>
        <p:spPr>
          <a:xfrm>
            <a:off x="483438" y="947130"/>
            <a:ext cx="4686300" cy="762000"/>
          </a:xfrm>
          <a:prstGeom prst="rect">
            <a:avLst/>
          </a:prstGeom>
        </p:spPr>
      </p:pic>
      <p:pic>
        <p:nvPicPr>
          <p:cNvPr id="7" name="Picture 6"/>
          <p:cNvPicPr>
            <a:picLocks noChangeAspect="1"/>
          </p:cNvPicPr>
          <p:nvPr/>
        </p:nvPicPr>
        <p:blipFill>
          <a:blip r:embed="rId4"/>
          <a:stretch>
            <a:fillRect/>
          </a:stretch>
        </p:blipFill>
        <p:spPr>
          <a:xfrm>
            <a:off x="7253557" y="947130"/>
            <a:ext cx="4171950" cy="4714875"/>
          </a:xfrm>
          <a:prstGeom prst="rect">
            <a:avLst/>
          </a:prstGeom>
        </p:spPr>
      </p:pic>
      <p:pic>
        <p:nvPicPr>
          <p:cNvPr id="8" name="Picture 7"/>
          <p:cNvPicPr>
            <a:picLocks noChangeAspect="1"/>
          </p:cNvPicPr>
          <p:nvPr/>
        </p:nvPicPr>
        <p:blipFill>
          <a:blip r:embed="rId5"/>
          <a:stretch>
            <a:fillRect/>
          </a:stretch>
        </p:blipFill>
        <p:spPr>
          <a:xfrm>
            <a:off x="483438" y="2330228"/>
            <a:ext cx="4267200" cy="1047750"/>
          </a:xfrm>
          <a:prstGeom prst="rect">
            <a:avLst/>
          </a:prstGeom>
        </p:spPr>
      </p:pic>
      <p:pic>
        <p:nvPicPr>
          <p:cNvPr id="9" name="Picture 8"/>
          <p:cNvPicPr>
            <a:picLocks noChangeAspect="1"/>
          </p:cNvPicPr>
          <p:nvPr/>
        </p:nvPicPr>
        <p:blipFill>
          <a:blip r:embed="rId6"/>
          <a:stretch>
            <a:fillRect/>
          </a:stretch>
        </p:blipFill>
        <p:spPr>
          <a:xfrm>
            <a:off x="557302" y="4020344"/>
            <a:ext cx="4400550" cy="2085975"/>
          </a:xfrm>
          <a:prstGeom prst="rect">
            <a:avLst/>
          </a:prstGeom>
        </p:spPr>
      </p:pic>
    </p:spTree>
    <p:extLst>
      <p:ext uri="{BB962C8B-B14F-4D97-AF65-F5344CB8AC3E}">
        <p14:creationId xmlns:p14="http://schemas.microsoft.com/office/powerpoint/2010/main" val="10143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7</a:t>
            </a:fld>
            <a:endParaRPr lang="en-US" dirty="0"/>
          </a:p>
        </p:txBody>
      </p:sp>
      <p:pic>
        <p:nvPicPr>
          <p:cNvPr id="5" name="Picture 4"/>
          <p:cNvPicPr>
            <a:picLocks noChangeAspect="1"/>
          </p:cNvPicPr>
          <p:nvPr/>
        </p:nvPicPr>
        <p:blipFill>
          <a:blip r:embed="rId2"/>
          <a:stretch>
            <a:fillRect/>
          </a:stretch>
        </p:blipFill>
        <p:spPr>
          <a:xfrm>
            <a:off x="4696363" y="103000"/>
            <a:ext cx="2057400" cy="657225"/>
          </a:xfrm>
          <a:prstGeom prst="rect">
            <a:avLst/>
          </a:prstGeom>
        </p:spPr>
      </p:pic>
      <p:pic>
        <p:nvPicPr>
          <p:cNvPr id="7" name="Picture 6"/>
          <p:cNvPicPr>
            <a:picLocks noChangeAspect="1"/>
          </p:cNvPicPr>
          <p:nvPr/>
        </p:nvPicPr>
        <p:blipFill>
          <a:blip r:embed="rId3"/>
          <a:stretch>
            <a:fillRect/>
          </a:stretch>
        </p:blipFill>
        <p:spPr>
          <a:xfrm>
            <a:off x="7236962" y="618518"/>
            <a:ext cx="4200525" cy="4733925"/>
          </a:xfrm>
          <a:prstGeom prst="rect">
            <a:avLst/>
          </a:prstGeom>
        </p:spPr>
      </p:pic>
      <p:pic>
        <p:nvPicPr>
          <p:cNvPr id="9" name="Picture 8"/>
          <p:cNvPicPr>
            <a:picLocks noChangeAspect="1"/>
          </p:cNvPicPr>
          <p:nvPr/>
        </p:nvPicPr>
        <p:blipFill>
          <a:blip r:embed="rId4"/>
          <a:stretch>
            <a:fillRect/>
          </a:stretch>
        </p:blipFill>
        <p:spPr>
          <a:xfrm>
            <a:off x="655412" y="1027644"/>
            <a:ext cx="5562600" cy="1285875"/>
          </a:xfrm>
          <a:prstGeom prst="rect">
            <a:avLst/>
          </a:prstGeom>
        </p:spPr>
      </p:pic>
      <p:pic>
        <p:nvPicPr>
          <p:cNvPr id="10" name="Picture 9"/>
          <p:cNvPicPr>
            <a:picLocks noChangeAspect="1"/>
          </p:cNvPicPr>
          <p:nvPr/>
        </p:nvPicPr>
        <p:blipFill>
          <a:blip r:embed="rId5"/>
          <a:stretch>
            <a:fillRect/>
          </a:stretch>
        </p:blipFill>
        <p:spPr>
          <a:xfrm>
            <a:off x="655412" y="2506214"/>
            <a:ext cx="5800725" cy="1133475"/>
          </a:xfrm>
          <a:prstGeom prst="rect">
            <a:avLst/>
          </a:prstGeom>
        </p:spPr>
      </p:pic>
      <p:pic>
        <p:nvPicPr>
          <p:cNvPr id="11" name="Picture 10"/>
          <p:cNvPicPr>
            <a:picLocks noChangeAspect="1"/>
          </p:cNvPicPr>
          <p:nvPr/>
        </p:nvPicPr>
        <p:blipFill>
          <a:blip r:embed="rId6"/>
          <a:stretch>
            <a:fillRect/>
          </a:stretch>
        </p:blipFill>
        <p:spPr>
          <a:xfrm>
            <a:off x="655411" y="4166207"/>
            <a:ext cx="5800725" cy="1390650"/>
          </a:xfrm>
          <a:prstGeom prst="rect">
            <a:avLst/>
          </a:prstGeom>
        </p:spPr>
      </p:pic>
    </p:spTree>
    <p:extLst>
      <p:ext uri="{BB962C8B-B14F-4D97-AF65-F5344CB8AC3E}">
        <p14:creationId xmlns:p14="http://schemas.microsoft.com/office/powerpoint/2010/main" val="317724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8</a:t>
            </a:fld>
            <a:endParaRPr lang="en-US" dirty="0"/>
          </a:p>
        </p:txBody>
      </p:sp>
      <p:pic>
        <p:nvPicPr>
          <p:cNvPr id="7" name="Picture 6"/>
          <p:cNvPicPr>
            <a:picLocks noChangeAspect="1"/>
          </p:cNvPicPr>
          <p:nvPr/>
        </p:nvPicPr>
        <p:blipFill>
          <a:blip r:embed="rId2"/>
          <a:stretch>
            <a:fillRect/>
          </a:stretch>
        </p:blipFill>
        <p:spPr>
          <a:xfrm>
            <a:off x="953219" y="514979"/>
            <a:ext cx="9906000" cy="5618402"/>
          </a:xfrm>
          <a:prstGeom prst="rect">
            <a:avLst/>
          </a:prstGeom>
        </p:spPr>
      </p:pic>
    </p:spTree>
    <p:extLst>
      <p:ext uri="{BB962C8B-B14F-4D97-AF65-F5344CB8AC3E}">
        <p14:creationId xmlns:p14="http://schemas.microsoft.com/office/powerpoint/2010/main" val="19823850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412873" y="411731"/>
            <a:ext cx="9363075" cy="3981450"/>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t>9</a:t>
            </a:fld>
            <a:endParaRPr lang="en-US" dirty="0"/>
          </a:p>
        </p:txBody>
      </p:sp>
      <p:sp>
        <p:nvSpPr>
          <p:cNvPr id="6" name="TextBox 5"/>
          <p:cNvSpPr txBox="1"/>
          <p:nvPr/>
        </p:nvSpPr>
        <p:spPr>
          <a:xfrm>
            <a:off x="3536830" y="6248399"/>
            <a:ext cx="6219645" cy="369332"/>
          </a:xfrm>
          <a:prstGeom prst="rect">
            <a:avLst/>
          </a:prstGeom>
          <a:noFill/>
        </p:spPr>
        <p:txBody>
          <a:bodyPr wrap="square" rtlCol="0">
            <a:spAutoFit/>
          </a:bodyPr>
          <a:lstStyle/>
          <a:p>
            <a:r>
              <a:rPr lang="en-US" dirty="0"/>
              <a:t>https://www.youtube.com/watch?v=QY2X_TlLkqo</a:t>
            </a:r>
          </a:p>
        </p:txBody>
      </p:sp>
    </p:spTree>
    <p:extLst>
      <p:ext uri="{BB962C8B-B14F-4D97-AF65-F5344CB8AC3E}">
        <p14:creationId xmlns:p14="http://schemas.microsoft.com/office/powerpoint/2010/main" val="42345809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10</a:t>
            </a:fld>
            <a:endParaRPr lang="en-US" dirty="0"/>
          </a:p>
        </p:txBody>
      </p:sp>
      <p:pic>
        <p:nvPicPr>
          <p:cNvPr id="5" name="Picture 4"/>
          <p:cNvPicPr>
            <a:picLocks noChangeAspect="1"/>
          </p:cNvPicPr>
          <p:nvPr/>
        </p:nvPicPr>
        <p:blipFill>
          <a:blip r:embed="rId2"/>
          <a:stretch>
            <a:fillRect/>
          </a:stretch>
        </p:blipFill>
        <p:spPr>
          <a:xfrm>
            <a:off x="166687" y="98665"/>
            <a:ext cx="5457825" cy="1657350"/>
          </a:xfrm>
          <a:prstGeom prst="rect">
            <a:avLst/>
          </a:prstGeom>
        </p:spPr>
      </p:pic>
      <p:pic>
        <p:nvPicPr>
          <p:cNvPr id="6" name="Picture 5"/>
          <p:cNvPicPr>
            <a:picLocks noChangeAspect="1"/>
          </p:cNvPicPr>
          <p:nvPr/>
        </p:nvPicPr>
        <p:blipFill>
          <a:blip r:embed="rId3"/>
          <a:stretch>
            <a:fillRect/>
          </a:stretch>
        </p:blipFill>
        <p:spPr>
          <a:xfrm>
            <a:off x="7764462" y="-1"/>
            <a:ext cx="4257675" cy="6331790"/>
          </a:xfrm>
          <a:prstGeom prst="rect">
            <a:avLst/>
          </a:prstGeom>
        </p:spPr>
      </p:pic>
      <p:pic>
        <p:nvPicPr>
          <p:cNvPr id="7" name="Picture 6"/>
          <p:cNvPicPr>
            <a:picLocks noChangeAspect="1"/>
          </p:cNvPicPr>
          <p:nvPr/>
        </p:nvPicPr>
        <p:blipFill>
          <a:blip r:embed="rId4"/>
          <a:stretch>
            <a:fillRect/>
          </a:stretch>
        </p:blipFill>
        <p:spPr>
          <a:xfrm>
            <a:off x="227072" y="1862137"/>
            <a:ext cx="4543425" cy="1009650"/>
          </a:xfrm>
          <a:prstGeom prst="rect">
            <a:avLst/>
          </a:prstGeom>
        </p:spPr>
      </p:pic>
      <p:pic>
        <p:nvPicPr>
          <p:cNvPr id="8" name="Picture 7"/>
          <p:cNvPicPr>
            <a:picLocks noChangeAspect="1"/>
          </p:cNvPicPr>
          <p:nvPr/>
        </p:nvPicPr>
        <p:blipFill>
          <a:blip r:embed="rId5"/>
          <a:stretch>
            <a:fillRect/>
          </a:stretch>
        </p:blipFill>
        <p:spPr>
          <a:xfrm>
            <a:off x="4895879" y="1862721"/>
            <a:ext cx="2743200" cy="4552771"/>
          </a:xfrm>
          <a:prstGeom prst="rect">
            <a:avLst/>
          </a:prstGeom>
        </p:spPr>
      </p:pic>
      <p:pic>
        <p:nvPicPr>
          <p:cNvPr id="9" name="Picture 8"/>
          <p:cNvPicPr>
            <a:picLocks noChangeAspect="1"/>
          </p:cNvPicPr>
          <p:nvPr/>
        </p:nvPicPr>
        <p:blipFill>
          <a:blip r:embed="rId6"/>
          <a:stretch>
            <a:fillRect/>
          </a:stretch>
        </p:blipFill>
        <p:spPr>
          <a:xfrm>
            <a:off x="1373621" y="3323432"/>
            <a:ext cx="1276350" cy="466725"/>
          </a:xfrm>
          <a:prstGeom prst="rect">
            <a:avLst/>
          </a:prstGeom>
        </p:spPr>
      </p:pic>
    </p:spTree>
    <p:extLst>
      <p:ext uri="{BB962C8B-B14F-4D97-AF65-F5344CB8AC3E}">
        <p14:creationId xmlns:p14="http://schemas.microsoft.com/office/powerpoint/2010/main" val="28753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11</a:t>
            </a:fld>
            <a:endParaRPr lang="en-US" dirty="0"/>
          </a:p>
        </p:txBody>
      </p:sp>
      <p:pic>
        <p:nvPicPr>
          <p:cNvPr id="5" name="Picture 4"/>
          <p:cNvPicPr>
            <a:picLocks noChangeAspect="1"/>
          </p:cNvPicPr>
          <p:nvPr/>
        </p:nvPicPr>
        <p:blipFill>
          <a:blip r:embed="rId2"/>
          <a:stretch>
            <a:fillRect/>
          </a:stretch>
        </p:blipFill>
        <p:spPr>
          <a:xfrm>
            <a:off x="89858" y="0"/>
            <a:ext cx="5715000" cy="1724025"/>
          </a:xfrm>
          <a:prstGeom prst="rect">
            <a:avLst/>
          </a:prstGeom>
        </p:spPr>
      </p:pic>
      <p:pic>
        <p:nvPicPr>
          <p:cNvPr id="6" name="Picture 5"/>
          <p:cNvPicPr>
            <a:picLocks noChangeAspect="1"/>
          </p:cNvPicPr>
          <p:nvPr/>
        </p:nvPicPr>
        <p:blipFill>
          <a:blip r:embed="rId3"/>
          <a:stretch>
            <a:fillRect/>
          </a:stretch>
        </p:blipFill>
        <p:spPr>
          <a:xfrm>
            <a:off x="7311875" y="72695"/>
            <a:ext cx="4124325" cy="4676775"/>
          </a:xfrm>
          <a:prstGeom prst="rect">
            <a:avLst/>
          </a:prstGeom>
        </p:spPr>
      </p:pic>
      <p:pic>
        <p:nvPicPr>
          <p:cNvPr id="7" name="Picture 6"/>
          <p:cNvPicPr>
            <a:picLocks noChangeAspect="1"/>
          </p:cNvPicPr>
          <p:nvPr/>
        </p:nvPicPr>
        <p:blipFill>
          <a:blip r:embed="rId4"/>
          <a:stretch>
            <a:fillRect/>
          </a:stretch>
        </p:blipFill>
        <p:spPr>
          <a:xfrm>
            <a:off x="89858" y="2097088"/>
            <a:ext cx="5800725" cy="1085850"/>
          </a:xfrm>
          <a:prstGeom prst="rect">
            <a:avLst/>
          </a:prstGeom>
        </p:spPr>
      </p:pic>
      <p:pic>
        <p:nvPicPr>
          <p:cNvPr id="8" name="Picture 7"/>
          <p:cNvPicPr>
            <a:picLocks noChangeAspect="1"/>
          </p:cNvPicPr>
          <p:nvPr/>
        </p:nvPicPr>
        <p:blipFill>
          <a:blip r:embed="rId5"/>
          <a:stretch>
            <a:fillRect/>
          </a:stretch>
        </p:blipFill>
        <p:spPr>
          <a:xfrm>
            <a:off x="216469" y="3365500"/>
            <a:ext cx="1476375" cy="1647825"/>
          </a:xfrm>
          <a:prstGeom prst="rect">
            <a:avLst/>
          </a:prstGeom>
        </p:spPr>
      </p:pic>
    </p:spTree>
    <p:extLst>
      <p:ext uri="{BB962C8B-B14F-4D97-AF65-F5344CB8AC3E}">
        <p14:creationId xmlns:p14="http://schemas.microsoft.com/office/powerpoint/2010/main" val="169412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12</a:t>
            </a:fld>
            <a:endParaRPr lang="en-US" dirty="0"/>
          </a:p>
        </p:txBody>
      </p:sp>
      <p:pic>
        <p:nvPicPr>
          <p:cNvPr id="5" name="Picture 4"/>
          <p:cNvPicPr>
            <a:picLocks noChangeAspect="1"/>
          </p:cNvPicPr>
          <p:nvPr/>
        </p:nvPicPr>
        <p:blipFill>
          <a:blip r:embed="rId2"/>
          <a:stretch>
            <a:fillRect/>
          </a:stretch>
        </p:blipFill>
        <p:spPr>
          <a:xfrm>
            <a:off x="1287492" y="234950"/>
            <a:ext cx="9759918" cy="4725239"/>
          </a:xfrm>
          <a:prstGeom prst="rect">
            <a:avLst/>
          </a:prstGeom>
        </p:spPr>
      </p:pic>
      <p:sp>
        <p:nvSpPr>
          <p:cNvPr id="6" name="TextBox 5"/>
          <p:cNvSpPr txBox="1"/>
          <p:nvPr/>
        </p:nvSpPr>
        <p:spPr>
          <a:xfrm>
            <a:off x="3503043" y="6248399"/>
            <a:ext cx="7004649" cy="369332"/>
          </a:xfrm>
          <a:prstGeom prst="rect">
            <a:avLst/>
          </a:prstGeom>
          <a:noFill/>
        </p:spPr>
        <p:txBody>
          <a:bodyPr wrap="square" rtlCol="0">
            <a:spAutoFit/>
          </a:bodyPr>
          <a:lstStyle/>
          <a:p>
            <a:r>
              <a:rPr lang="en-US" dirty="0"/>
              <a:t>https://www.youtube.com/watch?v=bx-O6kWgIs8</a:t>
            </a:r>
          </a:p>
        </p:txBody>
      </p:sp>
    </p:spTree>
    <p:extLst>
      <p:ext uri="{BB962C8B-B14F-4D97-AF65-F5344CB8AC3E}">
        <p14:creationId xmlns:p14="http://schemas.microsoft.com/office/powerpoint/2010/main" val="6914578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13</a:t>
            </a:fld>
            <a:endParaRPr lang="en-US" dirty="0"/>
          </a:p>
        </p:txBody>
      </p:sp>
      <p:pic>
        <p:nvPicPr>
          <p:cNvPr id="5" name="Picture 4"/>
          <p:cNvPicPr>
            <a:picLocks noChangeAspect="1"/>
          </p:cNvPicPr>
          <p:nvPr/>
        </p:nvPicPr>
        <p:blipFill>
          <a:blip r:embed="rId2"/>
          <a:stretch>
            <a:fillRect/>
          </a:stretch>
        </p:blipFill>
        <p:spPr>
          <a:xfrm>
            <a:off x="1015401" y="476069"/>
            <a:ext cx="6210300" cy="4629150"/>
          </a:xfrm>
          <a:prstGeom prst="rect">
            <a:avLst/>
          </a:prstGeom>
        </p:spPr>
      </p:pic>
      <p:pic>
        <p:nvPicPr>
          <p:cNvPr id="7" name="Picture 6"/>
          <p:cNvPicPr>
            <a:picLocks noChangeAspect="1"/>
          </p:cNvPicPr>
          <p:nvPr/>
        </p:nvPicPr>
        <p:blipFill>
          <a:blip r:embed="rId3"/>
          <a:stretch>
            <a:fillRect/>
          </a:stretch>
        </p:blipFill>
        <p:spPr>
          <a:xfrm>
            <a:off x="7685521" y="476069"/>
            <a:ext cx="2590800" cy="4152900"/>
          </a:xfrm>
          <a:prstGeom prst="rect">
            <a:avLst/>
          </a:prstGeom>
        </p:spPr>
      </p:pic>
    </p:spTree>
    <p:extLst>
      <p:ext uri="{BB962C8B-B14F-4D97-AF65-F5344CB8AC3E}">
        <p14:creationId xmlns:p14="http://schemas.microsoft.com/office/powerpoint/2010/main" val="380685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14</a:t>
            </a:fld>
            <a:endParaRPr lang="en-US" dirty="0"/>
          </a:p>
        </p:txBody>
      </p:sp>
      <p:sp>
        <p:nvSpPr>
          <p:cNvPr id="5" name="Rectangle 4"/>
          <p:cNvSpPr/>
          <p:nvPr/>
        </p:nvSpPr>
        <p:spPr>
          <a:xfrm>
            <a:off x="1397479" y="621427"/>
            <a:ext cx="8031193" cy="830997"/>
          </a:xfrm>
          <a:prstGeom prst="rect">
            <a:avLst/>
          </a:prstGeom>
        </p:spPr>
        <p:txBody>
          <a:bodyPr wrap="square">
            <a:spAutoFit/>
          </a:bodyPr>
          <a:lstStyle/>
          <a:p>
            <a:r>
              <a:rPr lang="en-US" sz="2400" dirty="0" smtClean="0">
                <a:solidFill>
                  <a:srgbClr val="222426"/>
                </a:solidFill>
                <a:latin typeface="Roboto"/>
              </a:rPr>
              <a:t>Union operator is denoted by ∪ symbol and it is used to select all the rows (tuples) from two tables (relations).</a:t>
            </a:r>
            <a:endParaRPr lang="en-US" sz="2400" dirty="0"/>
          </a:p>
        </p:txBody>
      </p:sp>
      <p:sp>
        <p:nvSpPr>
          <p:cNvPr id="6" name="TextBox 5"/>
          <p:cNvSpPr txBox="1"/>
          <p:nvPr/>
        </p:nvSpPr>
        <p:spPr>
          <a:xfrm>
            <a:off x="1397479" y="1986318"/>
            <a:ext cx="8824823" cy="1200329"/>
          </a:xfrm>
          <a:prstGeom prst="rect">
            <a:avLst/>
          </a:prstGeom>
          <a:noFill/>
        </p:spPr>
        <p:txBody>
          <a:bodyPr wrap="square" rtlCol="0">
            <a:spAutoFit/>
          </a:bodyPr>
          <a:lstStyle/>
          <a:p>
            <a:pPr algn="just"/>
            <a:r>
              <a:rPr lang="en-US" sz="2400" dirty="0">
                <a:solidFill>
                  <a:schemeClr val="bg1"/>
                </a:solidFill>
              </a:rPr>
              <a:t>Lets say we have two relations R1 and R2 both have same columns and we want to select all the tuples(rows) from these relations then we can apply the union operator on these relations.</a:t>
            </a:r>
          </a:p>
        </p:txBody>
      </p:sp>
      <p:sp>
        <p:nvSpPr>
          <p:cNvPr id="7" name="TextBox 6"/>
          <p:cNvSpPr txBox="1"/>
          <p:nvPr/>
        </p:nvSpPr>
        <p:spPr>
          <a:xfrm>
            <a:off x="1587260" y="3812875"/>
            <a:ext cx="8842076" cy="1200329"/>
          </a:xfrm>
          <a:prstGeom prst="rect">
            <a:avLst/>
          </a:prstGeom>
          <a:noFill/>
        </p:spPr>
        <p:txBody>
          <a:bodyPr wrap="square" rtlCol="0">
            <a:spAutoFit/>
          </a:bodyPr>
          <a:lstStyle/>
          <a:p>
            <a:pPr algn="just"/>
            <a:r>
              <a:rPr lang="en-US" sz="2400" b="1" dirty="0">
                <a:solidFill>
                  <a:schemeClr val="bg1"/>
                </a:solidFill>
              </a:rPr>
              <a:t>Note:</a:t>
            </a:r>
            <a:r>
              <a:rPr lang="en-US" sz="2400" dirty="0">
                <a:solidFill>
                  <a:schemeClr val="bg1"/>
                </a:solidFill>
              </a:rPr>
              <a:t> The rows (tuples) that are present in both the tables will only appear once in the union set. In short you can say that there are no duplicates present after the union operation.</a:t>
            </a:r>
          </a:p>
        </p:txBody>
      </p:sp>
    </p:spTree>
    <p:extLst>
      <p:ext uri="{BB962C8B-B14F-4D97-AF65-F5344CB8AC3E}">
        <p14:creationId xmlns:p14="http://schemas.microsoft.com/office/powerpoint/2010/main" val="253570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150963" y="1966551"/>
            <a:ext cx="7277100" cy="2609850"/>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15</a:t>
            </a:fld>
            <a:endParaRPr lang="en-US" dirty="0"/>
          </a:p>
        </p:txBody>
      </p:sp>
      <p:pic>
        <p:nvPicPr>
          <p:cNvPr id="5" name="Picture 4"/>
          <p:cNvPicPr>
            <a:picLocks noChangeAspect="1"/>
          </p:cNvPicPr>
          <p:nvPr/>
        </p:nvPicPr>
        <p:blipFill>
          <a:blip r:embed="rId3"/>
          <a:stretch>
            <a:fillRect/>
          </a:stretch>
        </p:blipFill>
        <p:spPr>
          <a:xfrm>
            <a:off x="150963" y="126072"/>
            <a:ext cx="9906000" cy="1533525"/>
          </a:xfrm>
          <a:prstGeom prst="rect">
            <a:avLst/>
          </a:prstGeom>
        </p:spPr>
      </p:pic>
      <p:pic>
        <p:nvPicPr>
          <p:cNvPr id="6" name="Picture 5"/>
          <p:cNvPicPr>
            <a:picLocks noChangeAspect="1"/>
          </p:cNvPicPr>
          <p:nvPr/>
        </p:nvPicPr>
        <p:blipFill>
          <a:blip r:embed="rId4"/>
          <a:stretch>
            <a:fillRect/>
          </a:stretch>
        </p:blipFill>
        <p:spPr>
          <a:xfrm>
            <a:off x="323492" y="5485048"/>
            <a:ext cx="6391275" cy="571500"/>
          </a:xfrm>
          <a:prstGeom prst="rect">
            <a:avLst/>
          </a:prstGeom>
        </p:spPr>
      </p:pic>
      <p:pic>
        <p:nvPicPr>
          <p:cNvPr id="8" name="Picture 7"/>
          <p:cNvPicPr>
            <a:picLocks noChangeAspect="1"/>
          </p:cNvPicPr>
          <p:nvPr/>
        </p:nvPicPr>
        <p:blipFill>
          <a:blip r:embed="rId5"/>
          <a:stretch>
            <a:fillRect/>
          </a:stretch>
        </p:blipFill>
        <p:spPr>
          <a:xfrm>
            <a:off x="8747095" y="1846501"/>
            <a:ext cx="2409825" cy="3152775"/>
          </a:xfrm>
          <a:prstGeom prst="rect">
            <a:avLst/>
          </a:prstGeom>
        </p:spPr>
      </p:pic>
    </p:spTree>
    <p:extLst>
      <p:ext uri="{BB962C8B-B14F-4D97-AF65-F5344CB8AC3E}">
        <p14:creationId xmlns:p14="http://schemas.microsoft.com/office/powerpoint/2010/main" val="141098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16</a:t>
            </a:fld>
            <a:endParaRPr lang="en-US" dirty="0"/>
          </a:p>
        </p:txBody>
      </p:sp>
      <p:pic>
        <p:nvPicPr>
          <p:cNvPr id="5" name="Picture 4"/>
          <p:cNvPicPr>
            <a:picLocks noChangeAspect="1"/>
          </p:cNvPicPr>
          <p:nvPr/>
        </p:nvPicPr>
        <p:blipFill>
          <a:blip r:embed="rId2"/>
          <a:stretch>
            <a:fillRect/>
          </a:stretch>
        </p:blipFill>
        <p:spPr>
          <a:xfrm>
            <a:off x="345057" y="349819"/>
            <a:ext cx="11300603" cy="6128619"/>
          </a:xfrm>
          <a:prstGeom prst="rect">
            <a:avLst/>
          </a:prstGeom>
        </p:spPr>
      </p:pic>
    </p:spTree>
    <p:extLst>
      <p:ext uri="{BB962C8B-B14F-4D97-AF65-F5344CB8AC3E}">
        <p14:creationId xmlns:p14="http://schemas.microsoft.com/office/powerpoint/2010/main" val="16360340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17</a:t>
            </a:fld>
            <a:endParaRPr lang="en-US" dirty="0"/>
          </a:p>
        </p:txBody>
      </p:sp>
      <p:pic>
        <p:nvPicPr>
          <p:cNvPr id="5" name="Picture 4"/>
          <p:cNvPicPr>
            <a:picLocks noChangeAspect="1"/>
          </p:cNvPicPr>
          <p:nvPr/>
        </p:nvPicPr>
        <p:blipFill>
          <a:blip r:embed="rId2"/>
          <a:stretch>
            <a:fillRect/>
          </a:stretch>
        </p:blipFill>
        <p:spPr>
          <a:xfrm>
            <a:off x="780600" y="104326"/>
            <a:ext cx="10182225" cy="1628775"/>
          </a:xfrm>
          <a:prstGeom prst="rect">
            <a:avLst/>
          </a:prstGeom>
        </p:spPr>
      </p:pic>
      <p:pic>
        <p:nvPicPr>
          <p:cNvPr id="6" name="Picture 5"/>
          <p:cNvPicPr>
            <a:picLocks noChangeAspect="1"/>
          </p:cNvPicPr>
          <p:nvPr/>
        </p:nvPicPr>
        <p:blipFill>
          <a:blip r:embed="rId3"/>
          <a:stretch>
            <a:fillRect/>
          </a:stretch>
        </p:blipFill>
        <p:spPr>
          <a:xfrm>
            <a:off x="718148" y="2017265"/>
            <a:ext cx="9875090" cy="1415600"/>
          </a:xfrm>
          <a:prstGeom prst="rect">
            <a:avLst/>
          </a:prstGeom>
        </p:spPr>
      </p:pic>
      <p:pic>
        <p:nvPicPr>
          <p:cNvPr id="7" name="Picture 6"/>
          <p:cNvPicPr>
            <a:picLocks noChangeAspect="1"/>
          </p:cNvPicPr>
          <p:nvPr/>
        </p:nvPicPr>
        <p:blipFill>
          <a:blip r:embed="rId4"/>
          <a:stretch>
            <a:fillRect/>
          </a:stretch>
        </p:blipFill>
        <p:spPr>
          <a:xfrm>
            <a:off x="675286" y="3651699"/>
            <a:ext cx="9917952" cy="1344491"/>
          </a:xfrm>
          <a:prstGeom prst="rect">
            <a:avLst/>
          </a:prstGeom>
        </p:spPr>
      </p:pic>
      <p:pic>
        <p:nvPicPr>
          <p:cNvPr id="8" name="Picture 7"/>
          <p:cNvPicPr>
            <a:picLocks noChangeAspect="1"/>
          </p:cNvPicPr>
          <p:nvPr/>
        </p:nvPicPr>
        <p:blipFill>
          <a:blip r:embed="rId5"/>
          <a:stretch>
            <a:fillRect/>
          </a:stretch>
        </p:blipFill>
        <p:spPr>
          <a:xfrm>
            <a:off x="675286" y="5095158"/>
            <a:ext cx="10090480" cy="1391906"/>
          </a:xfrm>
          <a:prstGeom prst="rect">
            <a:avLst/>
          </a:prstGeom>
        </p:spPr>
      </p:pic>
    </p:spTree>
    <p:extLst>
      <p:ext uri="{BB962C8B-B14F-4D97-AF65-F5344CB8AC3E}">
        <p14:creationId xmlns:p14="http://schemas.microsoft.com/office/powerpoint/2010/main" val="44763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18</a:t>
            </a:fld>
            <a:endParaRPr lang="en-US" dirty="0"/>
          </a:p>
        </p:txBody>
      </p:sp>
      <p:pic>
        <p:nvPicPr>
          <p:cNvPr id="5" name="Picture 4"/>
          <p:cNvPicPr>
            <a:picLocks noChangeAspect="1"/>
          </p:cNvPicPr>
          <p:nvPr/>
        </p:nvPicPr>
        <p:blipFill>
          <a:blip r:embed="rId2"/>
          <a:stretch>
            <a:fillRect/>
          </a:stretch>
        </p:blipFill>
        <p:spPr>
          <a:xfrm>
            <a:off x="1065211" y="618518"/>
            <a:ext cx="10058400" cy="3467100"/>
          </a:xfrm>
          <a:prstGeom prst="rect">
            <a:avLst/>
          </a:prstGeom>
        </p:spPr>
      </p:pic>
    </p:spTree>
    <p:extLst>
      <p:ext uri="{BB962C8B-B14F-4D97-AF65-F5344CB8AC3E}">
        <p14:creationId xmlns:p14="http://schemas.microsoft.com/office/powerpoint/2010/main" val="7753438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19</a:t>
            </a:fld>
            <a:endParaRPr lang="en-US" dirty="0"/>
          </a:p>
        </p:txBody>
      </p:sp>
      <p:pic>
        <p:nvPicPr>
          <p:cNvPr id="5" name="Picture 4"/>
          <p:cNvPicPr>
            <a:picLocks noChangeAspect="1"/>
          </p:cNvPicPr>
          <p:nvPr/>
        </p:nvPicPr>
        <p:blipFill>
          <a:blip r:embed="rId2"/>
          <a:stretch>
            <a:fillRect/>
          </a:stretch>
        </p:blipFill>
        <p:spPr>
          <a:xfrm>
            <a:off x="1204912" y="785812"/>
            <a:ext cx="9782175" cy="5286375"/>
          </a:xfrm>
          <a:prstGeom prst="rect">
            <a:avLst/>
          </a:prstGeom>
        </p:spPr>
      </p:pic>
    </p:spTree>
    <p:extLst>
      <p:ext uri="{BB962C8B-B14F-4D97-AF65-F5344CB8AC3E}">
        <p14:creationId xmlns:p14="http://schemas.microsoft.com/office/powerpoint/2010/main" val="15129593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20</a:t>
            </a:fld>
            <a:endParaRPr lang="en-US" dirty="0"/>
          </a:p>
        </p:txBody>
      </p:sp>
      <p:pic>
        <p:nvPicPr>
          <p:cNvPr id="5" name="Picture 4"/>
          <p:cNvPicPr>
            <a:picLocks noChangeAspect="1"/>
          </p:cNvPicPr>
          <p:nvPr/>
        </p:nvPicPr>
        <p:blipFill>
          <a:blip r:embed="rId2"/>
          <a:stretch>
            <a:fillRect/>
          </a:stretch>
        </p:blipFill>
        <p:spPr>
          <a:xfrm>
            <a:off x="1219560" y="224287"/>
            <a:ext cx="9563100" cy="5197582"/>
          </a:xfrm>
          <a:prstGeom prst="rect">
            <a:avLst/>
          </a:prstGeom>
        </p:spPr>
      </p:pic>
      <p:sp>
        <p:nvSpPr>
          <p:cNvPr id="6" name="TextBox 5"/>
          <p:cNvSpPr txBox="1"/>
          <p:nvPr/>
        </p:nvSpPr>
        <p:spPr>
          <a:xfrm>
            <a:off x="1604513" y="5421869"/>
            <a:ext cx="5495027" cy="369332"/>
          </a:xfrm>
          <a:prstGeom prst="rect">
            <a:avLst/>
          </a:prstGeom>
          <a:noFill/>
        </p:spPr>
        <p:txBody>
          <a:bodyPr wrap="square" rtlCol="0">
            <a:spAutoFit/>
          </a:bodyPr>
          <a:lstStyle/>
          <a:p>
            <a:r>
              <a:rPr lang="en-US" dirty="0"/>
              <a:t>https://www.youtube.com/watch?v=dS214kONAZA</a:t>
            </a:r>
          </a:p>
        </p:txBody>
      </p:sp>
    </p:spTree>
    <p:extLst>
      <p:ext uri="{BB962C8B-B14F-4D97-AF65-F5344CB8AC3E}">
        <p14:creationId xmlns:p14="http://schemas.microsoft.com/office/powerpoint/2010/main" val="30232819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21</a:t>
            </a:fld>
            <a:endParaRPr lang="en-US" dirty="0"/>
          </a:p>
        </p:txBody>
      </p:sp>
      <p:pic>
        <p:nvPicPr>
          <p:cNvPr id="5" name="Picture 4"/>
          <p:cNvPicPr>
            <a:picLocks noChangeAspect="1"/>
          </p:cNvPicPr>
          <p:nvPr/>
        </p:nvPicPr>
        <p:blipFill>
          <a:blip r:embed="rId2"/>
          <a:stretch>
            <a:fillRect/>
          </a:stretch>
        </p:blipFill>
        <p:spPr>
          <a:xfrm>
            <a:off x="680497" y="437341"/>
            <a:ext cx="6086475" cy="4810125"/>
          </a:xfrm>
          <a:prstGeom prst="rect">
            <a:avLst/>
          </a:prstGeom>
        </p:spPr>
      </p:pic>
      <p:pic>
        <p:nvPicPr>
          <p:cNvPr id="6" name="Picture 5"/>
          <p:cNvPicPr>
            <a:picLocks noChangeAspect="1"/>
          </p:cNvPicPr>
          <p:nvPr/>
        </p:nvPicPr>
        <p:blipFill>
          <a:blip r:embed="rId3"/>
          <a:stretch>
            <a:fillRect/>
          </a:stretch>
        </p:blipFill>
        <p:spPr>
          <a:xfrm>
            <a:off x="7545116" y="437341"/>
            <a:ext cx="2724150" cy="2505075"/>
          </a:xfrm>
          <a:prstGeom prst="rect">
            <a:avLst/>
          </a:prstGeom>
        </p:spPr>
      </p:pic>
    </p:spTree>
    <p:extLst>
      <p:ext uri="{BB962C8B-B14F-4D97-AF65-F5344CB8AC3E}">
        <p14:creationId xmlns:p14="http://schemas.microsoft.com/office/powerpoint/2010/main" val="65705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22</a:t>
            </a:fld>
            <a:endParaRPr lang="en-US" dirty="0"/>
          </a:p>
        </p:txBody>
      </p:sp>
      <p:pic>
        <p:nvPicPr>
          <p:cNvPr id="5" name="Picture 4"/>
          <p:cNvPicPr>
            <a:picLocks noChangeAspect="1"/>
          </p:cNvPicPr>
          <p:nvPr/>
        </p:nvPicPr>
        <p:blipFill>
          <a:blip r:embed="rId2"/>
          <a:stretch>
            <a:fillRect/>
          </a:stretch>
        </p:blipFill>
        <p:spPr>
          <a:xfrm>
            <a:off x="123916" y="264005"/>
            <a:ext cx="8373104" cy="5153384"/>
          </a:xfrm>
          <a:prstGeom prst="rect">
            <a:avLst/>
          </a:prstGeom>
        </p:spPr>
      </p:pic>
      <p:pic>
        <p:nvPicPr>
          <p:cNvPr id="6" name="Picture 5"/>
          <p:cNvPicPr>
            <a:picLocks noChangeAspect="1"/>
          </p:cNvPicPr>
          <p:nvPr/>
        </p:nvPicPr>
        <p:blipFill>
          <a:blip r:embed="rId3"/>
          <a:stretch>
            <a:fillRect/>
          </a:stretch>
        </p:blipFill>
        <p:spPr>
          <a:xfrm>
            <a:off x="8678174" y="2097088"/>
            <a:ext cx="3309726" cy="2587055"/>
          </a:xfrm>
          <a:prstGeom prst="rect">
            <a:avLst/>
          </a:prstGeom>
        </p:spPr>
      </p:pic>
      <p:pic>
        <p:nvPicPr>
          <p:cNvPr id="7" name="Picture 6"/>
          <p:cNvPicPr>
            <a:picLocks noChangeAspect="1"/>
          </p:cNvPicPr>
          <p:nvPr/>
        </p:nvPicPr>
        <p:blipFill>
          <a:blip r:embed="rId4"/>
          <a:stretch>
            <a:fillRect/>
          </a:stretch>
        </p:blipFill>
        <p:spPr>
          <a:xfrm>
            <a:off x="200923" y="5765798"/>
            <a:ext cx="6286500" cy="600075"/>
          </a:xfrm>
          <a:prstGeom prst="rect">
            <a:avLst/>
          </a:prstGeom>
        </p:spPr>
      </p:pic>
    </p:spTree>
    <p:extLst>
      <p:ext uri="{BB962C8B-B14F-4D97-AF65-F5344CB8AC3E}">
        <p14:creationId xmlns:p14="http://schemas.microsoft.com/office/powerpoint/2010/main" val="47622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23</a:t>
            </a:fld>
            <a:endParaRPr lang="en-US" dirty="0"/>
          </a:p>
        </p:txBody>
      </p:sp>
      <p:pic>
        <p:nvPicPr>
          <p:cNvPr id="5" name="Picture 4"/>
          <p:cNvPicPr>
            <a:picLocks noChangeAspect="1"/>
          </p:cNvPicPr>
          <p:nvPr/>
        </p:nvPicPr>
        <p:blipFill>
          <a:blip r:embed="rId2"/>
          <a:stretch>
            <a:fillRect/>
          </a:stretch>
        </p:blipFill>
        <p:spPr>
          <a:xfrm>
            <a:off x="755865" y="144463"/>
            <a:ext cx="9906000" cy="1352550"/>
          </a:xfrm>
          <a:prstGeom prst="rect">
            <a:avLst/>
          </a:prstGeom>
        </p:spPr>
      </p:pic>
      <p:pic>
        <p:nvPicPr>
          <p:cNvPr id="6" name="Picture 5"/>
          <p:cNvPicPr>
            <a:picLocks noChangeAspect="1"/>
          </p:cNvPicPr>
          <p:nvPr/>
        </p:nvPicPr>
        <p:blipFill>
          <a:blip r:embed="rId3"/>
          <a:stretch>
            <a:fillRect/>
          </a:stretch>
        </p:blipFill>
        <p:spPr>
          <a:xfrm>
            <a:off x="755865" y="1597023"/>
            <a:ext cx="10544739" cy="3421063"/>
          </a:xfrm>
          <a:prstGeom prst="rect">
            <a:avLst/>
          </a:prstGeom>
        </p:spPr>
      </p:pic>
      <p:pic>
        <p:nvPicPr>
          <p:cNvPr id="8" name="Picture 7"/>
          <p:cNvPicPr>
            <a:picLocks noChangeAspect="1"/>
          </p:cNvPicPr>
          <p:nvPr/>
        </p:nvPicPr>
        <p:blipFill>
          <a:blip r:embed="rId4"/>
          <a:stretch>
            <a:fillRect/>
          </a:stretch>
        </p:blipFill>
        <p:spPr>
          <a:xfrm>
            <a:off x="716894" y="5170486"/>
            <a:ext cx="11049535" cy="1437348"/>
          </a:xfrm>
          <a:prstGeom prst="rect">
            <a:avLst/>
          </a:prstGeom>
        </p:spPr>
      </p:pic>
    </p:spTree>
    <p:extLst>
      <p:ext uri="{BB962C8B-B14F-4D97-AF65-F5344CB8AC3E}">
        <p14:creationId xmlns:p14="http://schemas.microsoft.com/office/powerpoint/2010/main" val="139146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24</a:t>
            </a:fld>
            <a:endParaRPr lang="en-US" dirty="0"/>
          </a:p>
        </p:txBody>
      </p:sp>
      <p:pic>
        <p:nvPicPr>
          <p:cNvPr id="5" name="Picture 4"/>
          <p:cNvPicPr>
            <a:picLocks noChangeAspect="1"/>
          </p:cNvPicPr>
          <p:nvPr/>
        </p:nvPicPr>
        <p:blipFill>
          <a:blip r:embed="rId2"/>
          <a:stretch>
            <a:fillRect/>
          </a:stretch>
        </p:blipFill>
        <p:spPr>
          <a:xfrm>
            <a:off x="1236661" y="257085"/>
            <a:ext cx="9715500" cy="4791075"/>
          </a:xfrm>
          <a:prstGeom prst="rect">
            <a:avLst/>
          </a:prstGeom>
        </p:spPr>
      </p:pic>
    </p:spTree>
    <p:extLst>
      <p:ext uri="{BB962C8B-B14F-4D97-AF65-F5344CB8AC3E}">
        <p14:creationId xmlns:p14="http://schemas.microsoft.com/office/powerpoint/2010/main" val="32064554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25</a:t>
            </a:fld>
            <a:endParaRPr lang="en-US" dirty="0"/>
          </a:p>
        </p:txBody>
      </p:sp>
      <p:pic>
        <p:nvPicPr>
          <p:cNvPr id="5" name="Picture 4"/>
          <p:cNvPicPr>
            <a:picLocks noChangeAspect="1"/>
          </p:cNvPicPr>
          <p:nvPr/>
        </p:nvPicPr>
        <p:blipFill>
          <a:blip r:embed="rId2"/>
          <a:stretch>
            <a:fillRect/>
          </a:stretch>
        </p:blipFill>
        <p:spPr>
          <a:xfrm>
            <a:off x="1304925" y="241540"/>
            <a:ext cx="9582150" cy="6167886"/>
          </a:xfrm>
          <a:prstGeom prst="rect">
            <a:avLst/>
          </a:prstGeom>
        </p:spPr>
      </p:pic>
    </p:spTree>
    <p:extLst>
      <p:ext uri="{BB962C8B-B14F-4D97-AF65-F5344CB8AC3E}">
        <p14:creationId xmlns:p14="http://schemas.microsoft.com/office/powerpoint/2010/main" val="16217157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26</a:t>
            </a:fld>
            <a:endParaRPr lang="en-US" dirty="0"/>
          </a:p>
        </p:txBody>
      </p:sp>
      <p:pic>
        <p:nvPicPr>
          <p:cNvPr id="5" name="Picture 4"/>
          <p:cNvPicPr>
            <a:picLocks noChangeAspect="1"/>
          </p:cNvPicPr>
          <p:nvPr/>
        </p:nvPicPr>
        <p:blipFill>
          <a:blip r:embed="rId2"/>
          <a:stretch>
            <a:fillRect/>
          </a:stretch>
        </p:blipFill>
        <p:spPr>
          <a:xfrm>
            <a:off x="1019175" y="1690687"/>
            <a:ext cx="10153650" cy="4770498"/>
          </a:xfrm>
          <a:prstGeom prst="rect">
            <a:avLst/>
          </a:prstGeom>
        </p:spPr>
      </p:pic>
      <p:pic>
        <p:nvPicPr>
          <p:cNvPr id="6" name="Picture 5"/>
          <p:cNvPicPr>
            <a:picLocks noChangeAspect="1"/>
          </p:cNvPicPr>
          <p:nvPr/>
        </p:nvPicPr>
        <p:blipFill>
          <a:blip r:embed="rId3"/>
          <a:stretch>
            <a:fillRect/>
          </a:stretch>
        </p:blipFill>
        <p:spPr>
          <a:xfrm>
            <a:off x="3623903" y="554527"/>
            <a:ext cx="4219575" cy="600075"/>
          </a:xfrm>
          <a:prstGeom prst="rect">
            <a:avLst/>
          </a:prstGeom>
        </p:spPr>
      </p:pic>
    </p:spTree>
    <p:extLst>
      <p:ext uri="{BB962C8B-B14F-4D97-AF65-F5344CB8AC3E}">
        <p14:creationId xmlns:p14="http://schemas.microsoft.com/office/powerpoint/2010/main" val="161467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27</a:t>
            </a:fld>
            <a:endParaRPr lang="en-US" dirty="0"/>
          </a:p>
        </p:txBody>
      </p:sp>
      <p:pic>
        <p:nvPicPr>
          <p:cNvPr id="5" name="Picture 4"/>
          <p:cNvPicPr>
            <a:picLocks noChangeAspect="1"/>
          </p:cNvPicPr>
          <p:nvPr/>
        </p:nvPicPr>
        <p:blipFill>
          <a:blip r:embed="rId2"/>
          <a:stretch>
            <a:fillRect/>
          </a:stretch>
        </p:blipFill>
        <p:spPr>
          <a:xfrm>
            <a:off x="3623903" y="209639"/>
            <a:ext cx="4219575" cy="600075"/>
          </a:xfrm>
          <a:prstGeom prst="rect">
            <a:avLst/>
          </a:prstGeom>
        </p:spPr>
      </p:pic>
      <p:pic>
        <p:nvPicPr>
          <p:cNvPr id="6" name="Picture 5"/>
          <p:cNvPicPr>
            <a:picLocks noChangeAspect="1"/>
          </p:cNvPicPr>
          <p:nvPr/>
        </p:nvPicPr>
        <p:blipFill>
          <a:blip r:embed="rId3"/>
          <a:stretch>
            <a:fillRect/>
          </a:stretch>
        </p:blipFill>
        <p:spPr>
          <a:xfrm>
            <a:off x="99742" y="1009551"/>
            <a:ext cx="5895615" cy="992187"/>
          </a:xfrm>
          <a:prstGeom prst="rect">
            <a:avLst/>
          </a:prstGeom>
        </p:spPr>
      </p:pic>
      <p:pic>
        <p:nvPicPr>
          <p:cNvPr id="7" name="Picture 6"/>
          <p:cNvPicPr>
            <a:picLocks noChangeAspect="1"/>
          </p:cNvPicPr>
          <p:nvPr/>
        </p:nvPicPr>
        <p:blipFill>
          <a:blip r:embed="rId4"/>
          <a:stretch>
            <a:fillRect/>
          </a:stretch>
        </p:blipFill>
        <p:spPr>
          <a:xfrm>
            <a:off x="99742" y="2097088"/>
            <a:ext cx="5895615" cy="4186640"/>
          </a:xfrm>
          <a:prstGeom prst="rect">
            <a:avLst/>
          </a:prstGeom>
        </p:spPr>
      </p:pic>
      <p:pic>
        <p:nvPicPr>
          <p:cNvPr id="8" name="Picture 7"/>
          <p:cNvPicPr>
            <a:picLocks noChangeAspect="1"/>
          </p:cNvPicPr>
          <p:nvPr/>
        </p:nvPicPr>
        <p:blipFill>
          <a:blip r:embed="rId5"/>
          <a:stretch>
            <a:fillRect/>
          </a:stretch>
        </p:blipFill>
        <p:spPr>
          <a:xfrm>
            <a:off x="6353382" y="1096133"/>
            <a:ext cx="5404422" cy="5152266"/>
          </a:xfrm>
          <a:prstGeom prst="rect">
            <a:avLst/>
          </a:prstGeom>
        </p:spPr>
      </p:pic>
      <p:sp>
        <p:nvSpPr>
          <p:cNvPr id="9" name="Rectangle 8"/>
          <p:cNvSpPr/>
          <p:nvPr/>
        </p:nvSpPr>
        <p:spPr>
          <a:xfrm>
            <a:off x="3447225" y="6356682"/>
            <a:ext cx="4779963" cy="369332"/>
          </a:xfrm>
          <a:prstGeom prst="rect">
            <a:avLst/>
          </a:prstGeom>
        </p:spPr>
        <p:txBody>
          <a:bodyPr wrap="none">
            <a:spAutoFit/>
          </a:bodyPr>
          <a:lstStyle/>
          <a:p>
            <a:r>
              <a:rPr lang="en-US" dirty="0"/>
              <a:t>https://www.youtube.com/watch?v=qvioqCvvMek</a:t>
            </a:r>
          </a:p>
        </p:txBody>
      </p:sp>
    </p:spTree>
    <p:extLst>
      <p:ext uri="{BB962C8B-B14F-4D97-AF65-F5344CB8AC3E}">
        <p14:creationId xmlns:p14="http://schemas.microsoft.com/office/powerpoint/2010/main" val="294139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60336" y="1516062"/>
            <a:ext cx="3419625" cy="1977636"/>
          </a:xfrm>
          <a:prstGeom prst="rect">
            <a:avLst/>
          </a:prstGeom>
        </p:spPr>
      </p:pic>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28</a:t>
            </a:fld>
            <a:endParaRPr lang="en-US" dirty="0"/>
          </a:p>
        </p:txBody>
      </p:sp>
      <p:pic>
        <p:nvPicPr>
          <p:cNvPr id="5" name="Picture 4"/>
          <p:cNvPicPr>
            <a:picLocks noChangeAspect="1"/>
          </p:cNvPicPr>
          <p:nvPr/>
        </p:nvPicPr>
        <p:blipFill>
          <a:blip r:embed="rId3"/>
          <a:stretch>
            <a:fillRect/>
          </a:stretch>
        </p:blipFill>
        <p:spPr>
          <a:xfrm>
            <a:off x="155275" y="697306"/>
            <a:ext cx="7246728" cy="703220"/>
          </a:xfrm>
          <a:prstGeom prst="rect">
            <a:avLst/>
          </a:prstGeom>
        </p:spPr>
      </p:pic>
      <p:sp>
        <p:nvSpPr>
          <p:cNvPr id="6" name="TextBox 5"/>
          <p:cNvSpPr txBox="1"/>
          <p:nvPr/>
        </p:nvSpPr>
        <p:spPr>
          <a:xfrm>
            <a:off x="155275" y="146649"/>
            <a:ext cx="2346385" cy="461665"/>
          </a:xfrm>
          <a:prstGeom prst="rect">
            <a:avLst/>
          </a:prstGeom>
          <a:noFill/>
        </p:spPr>
        <p:txBody>
          <a:bodyPr wrap="square" rtlCol="0">
            <a:spAutoFit/>
          </a:bodyPr>
          <a:lstStyle/>
          <a:p>
            <a:r>
              <a:rPr lang="en-US" sz="2400" b="1" dirty="0" smtClean="0">
                <a:solidFill>
                  <a:srgbClr val="FF0000"/>
                </a:solidFill>
              </a:rPr>
              <a:t>Example No.02</a:t>
            </a:r>
            <a:endParaRPr lang="en-US" sz="2400" b="1" dirty="0">
              <a:solidFill>
                <a:srgbClr val="FF0000"/>
              </a:solidFill>
            </a:endParaRPr>
          </a:p>
        </p:txBody>
      </p:sp>
      <p:pic>
        <p:nvPicPr>
          <p:cNvPr id="8" name="Picture 7"/>
          <p:cNvPicPr>
            <a:picLocks noChangeAspect="1"/>
          </p:cNvPicPr>
          <p:nvPr/>
        </p:nvPicPr>
        <p:blipFill>
          <a:blip r:embed="rId4"/>
          <a:stretch>
            <a:fillRect/>
          </a:stretch>
        </p:blipFill>
        <p:spPr>
          <a:xfrm>
            <a:off x="3871580" y="1516062"/>
            <a:ext cx="3624775" cy="1977636"/>
          </a:xfrm>
          <a:prstGeom prst="rect">
            <a:avLst/>
          </a:prstGeom>
        </p:spPr>
      </p:pic>
      <p:pic>
        <p:nvPicPr>
          <p:cNvPr id="9" name="Picture 8"/>
          <p:cNvPicPr>
            <a:picLocks noChangeAspect="1"/>
          </p:cNvPicPr>
          <p:nvPr/>
        </p:nvPicPr>
        <p:blipFill>
          <a:blip r:embed="rId5"/>
          <a:stretch>
            <a:fillRect/>
          </a:stretch>
        </p:blipFill>
        <p:spPr>
          <a:xfrm>
            <a:off x="155275" y="3641149"/>
            <a:ext cx="7341080" cy="2069537"/>
          </a:xfrm>
          <a:prstGeom prst="rect">
            <a:avLst/>
          </a:prstGeom>
        </p:spPr>
      </p:pic>
      <p:pic>
        <p:nvPicPr>
          <p:cNvPr id="10" name="Picture 9"/>
          <p:cNvPicPr>
            <a:picLocks noChangeAspect="1"/>
          </p:cNvPicPr>
          <p:nvPr/>
        </p:nvPicPr>
        <p:blipFill>
          <a:blip r:embed="rId6"/>
          <a:stretch>
            <a:fillRect/>
          </a:stretch>
        </p:blipFill>
        <p:spPr>
          <a:xfrm>
            <a:off x="155275" y="5996884"/>
            <a:ext cx="4278702" cy="731720"/>
          </a:xfrm>
          <a:prstGeom prst="rect">
            <a:avLst/>
          </a:prstGeom>
        </p:spPr>
      </p:pic>
      <p:pic>
        <p:nvPicPr>
          <p:cNvPr id="11" name="Picture 10"/>
          <p:cNvPicPr>
            <a:picLocks noChangeAspect="1"/>
          </p:cNvPicPr>
          <p:nvPr/>
        </p:nvPicPr>
        <p:blipFill>
          <a:blip r:embed="rId7"/>
          <a:stretch>
            <a:fillRect/>
          </a:stretch>
        </p:blipFill>
        <p:spPr>
          <a:xfrm>
            <a:off x="4433977" y="5881872"/>
            <a:ext cx="2441276" cy="564733"/>
          </a:xfrm>
          <a:prstGeom prst="rect">
            <a:avLst/>
          </a:prstGeom>
        </p:spPr>
      </p:pic>
      <p:pic>
        <p:nvPicPr>
          <p:cNvPr id="12" name="Picture 11"/>
          <p:cNvPicPr>
            <a:picLocks noChangeAspect="1"/>
          </p:cNvPicPr>
          <p:nvPr/>
        </p:nvPicPr>
        <p:blipFill>
          <a:blip r:embed="rId8"/>
          <a:stretch>
            <a:fillRect/>
          </a:stretch>
        </p:blipFill>
        <p:spPr>
          <a:xfrm>
            <a:off x="9040483" y="608314"/>
            <a:ext cx="2829136" cy="4271447"/>
          </a:xfrm>
          <a:prstGeom prst="rect">
            <a:avLst/>
          </a:prstGeom>
        </p:spPr>
      </p:pic>
      <p:sp>
        <p:nvSpPr>
          <p:cNvPr id="13" name="Rectangle 12"/>
          <p:cNvSpPr/>
          <p:nvPr/>
        </p:nvSpPr>
        <p:spPr>
          <a:xfrm>
            <a:off x="7280591" y="6261939"/>
            <a:ext cx="4911409" cy="369332"/>
          </a:xfrm>
          <a:prstGeom prst="rect">
            <a:avLst/>
          </a:prstGeom>
        </p:spPr>
        <p:txBody>
          <a:bodyPr wrap="none">
            <a:spAutoFit/>
          </a:bodyPr>
          <a:lstStyle/>
          <a:p>
            <a:r>
              <a:rPr lang="en-US" dirty="0"/>
              <a:t>https://www.youtube.com/watch?v=cNpZQCOBjoY</a:t>
            </a:r>
          </a:p>
        </p:txBody>
      </p:sp>
    </p:spTree>
    <p:extLst>
      <p:ext uri="{BB962C8B-B14F-4D97-AF65-F5344CB8AC3E}">
        <p14:creationId xmlns:p14="http://schemas.microsoft.com/office/powerpoint/2010/main" val="281400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29</a:t>
            </a:fld>
            <a:endParaRPr lang="en-US" dirty="0"/>
          </a:p>
        </p:txBody>
      </p:sp>
      <p:pic>
        <p:nvPicPr>
          <p:cNvPr id="5" name="Picture 4"/>
          <p:cNvPicPr>
            <a:picLocks noChangeAspect="1"/>
          </p:cNvPicPr>
          <p:nvPr/>
        </p:nvPicPr>
        <p:blipFill>
          <a:blip r:embed="rId2"/>
          <a:stretch>
            <a:fillRect/>
          </a:stretch>
        </p:blipFill>
        <p:spPr>
          <a:xfrm>
            <a:off x="1397479" y="526445"/>
            <a:ext cx="7694763" cy="1466850"/>
          </a:xfrm>
          <a:prstGeom prst="rect">
            <a:avLst/>
          </a:prstGeom>
        </p:spPr>
      </p:pic>
      <p:pic>
        <p:nvPicPr>
          <p:cNvPr id="6" name="Picture 5"/>
          <p:cNvPicPr>
            <a:picLocks noChangeAspect="1"/>
          </p:cNvPicPr>
          <p:nvPr/>
        </p:nvPicPr>
        <p:blipFill>
          <a:blip r:embed="rId3"/>
          <a:stretch>
            <a:fillRect/>
          </a:stretch>
        </p:blipFill>
        <p:spPr>
          <a:xfrm>
            <a:off x="2751827" y="2362994"/>
            <a:ext cx="5840082" cy="1657350"/>
          </a:xfrm>
          <a:prstGeom prst="rect">
            <a:avLst/>
          </a:prstGeom>
        </p:spPr>
      </p:pic>
      <p:pic>
        <p:nvPicPr>
          <p:cNvPr id="7" name="Picture 6"/>
          <p:cNvPicPr>
            <a:picLocks noChangeAspect="1"/>
          </p:cNvPicPr>
          <p:nvPr/>
        </p:nvPicPr>
        <p:blipFill>
          <a:blip r:embed="rId4"/>
          <a:stretch>
            <a:fillRect/>
          </a:stretch>
        </p:blipFill>
        <p:spPr>
          <a:xfrm>
            <a:off x="3593980" y="4627533"/>
            <a:ext cx="3848100" cy="742950"/>
          </a:xfrm>
          <a:prstGeom prst="rect">
            <a:avLst/>
          </a:prstGeom>
        </p:spPr>
      </p:pic>
      <p:sp>
        <p:nvSpPr>
          <p:cNvPr id="8" name="Rectangle 7"/>
          <p:cNvSpPr/>
          <p:nvPr/>
        </p:nvSpPr>
        <p:spPr>
          <a:xfrm>
            <a:off x="3395317" y="6248399"/>
            <a:ext cx="4849276" cy="369332"/>
          </a:xfrm>
          <a:prstGeom prst="rect">
            <a:avLst/>
          </a:prstGeom>
        </p:spPr>
        <p:txBody>
          <a:bodyPr wrap="none">
            <a:spAutoFit/>
          </a:bodyPr>
          <a:lstStyle/>
          <a:p>
            <a:r>
              <a:rPr lang="en-US" dirty="0"/>
              <a:t>https://www.youtube.com/watch?v=waxA8Bgok2c</a:t>
            </a:r>
          </a:p>
        </p:txBody>
      </p:sp>
    </p:spTree>
    <p:extLst>
      <p:ext uri="{BB962C8B-B14F-4D97-AF65-F5344CB8AC3E}">
        <p14:creationId xmlns:p14="http://schemas.microsoft.com/office/powerpoint/2010/main" val="10555397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30</a:t>
            </a:fld>
            <a:endParaRPr lang="en-US" dirty="0"/>
          </a:p>
        </p:txBody>
      </p:sp>
      <p:pic>
        <p:nvPicPr>
          <p:cNvPr id="6" name="Picture 5"/>
          <p:cNvPicPr>
            <a:picLocks noChangeAspect="1"/>
          </p:cNvPicPr>
          <p:nvPr/>
        </p:nvPicPr>
        <p:blipFill>
          <a:blip r:embed="rId2"/>
          <a:stretch>
            <a:fillRect/>
          </a:stretch>
        </p:blipFill>
        <p:spPr>
          <a:xfrm>
            <a:off x="2624852" y="20979"/>
            <a:ext cx="5971187" cy="3193122"/>
          </a:xfrm>
          <a:prstGeom prst="rect">
            <a:avLst/>
          </a:prstGeom>
        </p:spPr>
      </p:pic>
      <p:pic>
        <p:nvPicPr>
          <p:cNvPr id="7" name="Picture 6"/>
          <p:cNvPicPr>
            <a:picLocks noChangeAspect="1"/>
          </p:cNvPicPr>
          <p:nvPr/>
        </p:nvPicPr>
        <p:blipFill>
          <a:blip r:embed="rId3"/>
          <a:stretch>
            <a:fillRect/>
          </a:stretch>
        </p:blipFill>
        <p:spPr>
          <a:xfrm>
            <a:off x="2817811" y="3336954"/>
            <a:ext cx="3276600" cy="581025"/>
          </a:xfrm>
          <a:prstGeom prst="rect">
            <a:avLst/>
          </a:prstGeom>
        </p:spPr>
      </p:pic>
      <p:pic>
        <p:nvPicPr>
          <p:cNvPr id="8" name="Picture 7"/>
          <p:cNvPicPr>
            <a:picLocks noChangeAspect="1"/>
          </p:cNvPicPr>
          <p:nvPr/>
        </p:nvPicPr>
        <p:blipFill>
          <a:blip r:embed="rId4"/>
          <a:stretch>
            <a:fillRect/>
          </a:stretch>
        </p:blipFill>
        <p:spPr>
          <a:xfrm>
            <a:off x="349108" y="5343526"/>
            <a:ext cx="5181600" cy="895350"/>
          </a:xfrm>
          <a:prstGeom prst="rect">
            <a:avLst/>
          </a:prstGeom>
        </p:spPr>
      </p:pic>
      <p:pic>
        <p:nvPicPr>
          <p:cNvPr id="9" name="Picture 8"/>
          <p:cNvPicPr>
            <a:picLocks noChangeAspect="1"/>
          </p:cNvPicPr>
          <p:nvPr/>
        </p:nvPicPr>
        <p:blipFill>
          <a:blip r:embed="rId5"/>
          <a:stretch>
            <a:fillRect/>
          </a:stretch>
        </p:blipFill>
        <p:spPr>
          <a:xfrm>
            <a:off x="5966694" y="4857749"/>
            <a:ext cx="6124575" cy="1390650"/>
          </a:xfrm>
          <a:prstGeom prst="rect">
            <a:avLst/>
          </a:prstGeom>
        </p:spPr>
      </p:pic>
      <p:sp>
        <p:nvSpPr>
          <p:cNvPr id="10" name="TextBox 9"/>
          <p:cNvSpPr txBox="1"/>
          <p:nvPr/>
        </p:nvSpPr>
        <p:spPr>
          <a:xfrm>
            <a:off x="428846" y="4020344"/>
            <a:ext cx="5181600" cy="1200329"/>
          </a:xfrm>
          <a:prstGeom prst="rect">
            <a:avLst/>
          </a:prstGeom>
          <a:noFill/>
        </p:spPr>
        <p:txBody>
          <a:bodyPr wrap="square" rtlCol="0">
            <a:spAutoFit/>
          </a:bodyPr>
          <a:lstStyle/>
          <a:p>
            <a:r>
              <a:rPr lang="en-US" sz="2400" b="1" dirty="0" smtClean="0">
                <a:solidFill>
                  <a:srgbClr val="FF0000"/>
                </a:solidFill>
              </a:rPr>
              <a:t>Retrieve age and state from student relation and store result in Student-detail</a:t>
            </a:r>
            <a:endParaRPr lang="en-US" sz="2400" b="1" dirty="0">
              <a:solidFill>
                <a:srgbClr val="FF0000"/>
              </a:solidFill>
            </a:endParaRPr>
          </a:p>
        </p:txBody>
      </p:sp>
      <p:sp>
        <p:nvSpPr>
          <p:cNvPr id="11" name="TextBox 10"/>
          <p:cNvSpPr txBox="1"/>
          <p:nvPr/>
        </p:nvSpPr>
        <p:spPr>
          <a:xfrm>
            <a:off x="6418053" y="3821211"/>
            <a:ext cx="5348378" cy="830997"/>
          </a:xfrm>
          <a:prstGeom prst="rect">
            <a:avLst/>
          </a:prstGeom>
          <a:noFill/>
        </p:spPr>
        <p:txBody>
          <a:bodyPr wrap="square" rtlCol="0">
            <a:spAutoFit/>
          </a:bodyPr>
          <a:lstStyle/>
          <a:p>
            <a:r>
              <a:rPr lang="en-US" sz="2400" b="1" dirty="0" smtClean="0">
                <a:solidFill>
                  <a:srgbClr val="FF0000"/>
                </a:solidFill>
              </a:rPr>
              <a:t>Rename variables S-Age and S-State to Age and State respectively</a:t>
            </a:r>
            <a:endParaRPr lang="en-US" sz="2400" b="1" dirty="0">
              <a:solidFill>
                <a:srgbClr val="FF0000"/>
              </a:solidFill>
            </a:endParaRPr>
          </a:p>
        </p:txBody>
      </p:sp>
    </p:spTree>
    <p:extLst>
      <p:ext uri="{BB962C8B-B14F-4D97-AF65-F5344CB8AC3E}">
        <p14:creationId xmlns:p14="http://schemas.microsoft.com/office/powerpoint/2010/main" val="38990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31</a:t>
            </a:fld>
            <a:endParaRPr lang="en-US" dirty="0"/>
          </a:p>
        </p:txBody>
      </p:sp>
      <p:pic>
        <p:nvPicPr>
          <p:cNvPr id="5" name="Picture 4"/>
          <p:cNvPicPr>
            <a:picLocks noChangeAspect="1"/>
          </p:cNvPicPr>
          <p:nvPr/>
        </p:nvPicPr>
        <p:blipFill>
          <a:blip r:embed="rId2"/>
          <a:stretch>
            <a:fillRect/>
          </a:stretch>
        </p:blipFill>
        <p:spPr>
          <a:xfrm>
            <a:off x="2251494" y="175223"/>
            <a:ext cx="7504981" cy="5880520"/>
          </a:xfrm>
          <a:prstGeom prst="rect">
            <a:avLst/>
          </a:prstGeom>
        </p:spPr>
      </p:pic>
    </p:spTree>
    <p:extLst>
      <p:ext uri="{BB962C8B-B14F-4D97-AF65-F5344CB8AC3E}">
        <p14:creationId xmlns:p14="http://schemas.microsoft.com/office/powerpoint/2010/main" val="12525517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32</a:t>
            </a:fld>
            <a:endParaRPr lang="en-US" dirty="0"/>
          </a:p>
        </p:txBody>
      </p:sp>
      <p:pic>
        <p:nvPicPr>
          <p:cNvPr id="5" name="Picture 4"/>
          <p:cNvPicPr>
            <a:picLocks noChangeAspect="1"/>
          </p:cNvPicPr>
          <p:nvPr/>
        </p:nvPicPr>
        <p:blipFill>
          <a:blip r:embed="rId2"/>
          <a:stretch>
            <a:fillRect/>
          </a:stretch>
        </p:blipFill>
        <p:spPr>
          <a:xfrm>
            <a:off x="3522902" y="618518"/>
            <a:ext cx="3800475" cy="809625"/>
          </a:xfrm>
          <a:prstGeom prst="rect">
            <a:avLst/>
          </a:prstGeom>
        </p:spPr>
      </p:pic>
      <p:pic>
        <p:nvPicPr>
          <p:cNvPr id="6" name="Picture 5"/>
          <p:cNvPicPr>
            <a:picLocks noChangeAspect="1"/>
          </p:cNvPicPr>
          <p:nvPr/>
        </p:nvPicPr>
        <p:blipFill>
          <a:blip r:embed="rId3"/>
          <a:stretch>
            <a:fillRect/>
          </a:stretch>
        </p:blipFill>
        <p:spPr>
          <a:xfrm>
            <a:off x="1227676" y="1514745"/>
            <a:ext cx="8791575" cy="3859512"/>
          </a:xfrm>
          <a:prstGeom prst="rect">
            <a:avLst/>
          </a:prstGeom>
        </p:spPr>
      </p:pic>
      <p:sp>
        <p:nvSpPr>
          <p:cNvPr id="7" name="Rectangle 6"/>
          <p:cNvSpPr/>
          <p:nvPr/>
        </p:nvSpPr>
        <p:spPr>
          <a:xfrm>
            <a:off x="3716446" y="6488668"/>
            <a:ext cx="5069658" cy="369332"/>
          </a:xfrm>
          <a:prstGeom prst="rect">
            <a:avLst/>
          </a:prstGeom>
        </p:spPr>
        <p:txBody>
          <a:bodyPr wrap="none">
            <a:spAutoFit/>
          </a:bodyPr>
          <a:lstStyle/>
          <a:p>
            <a:r>
              <a:rPr lang="en-US" dirty="0"/>
              <a:t>https://www.youtube.com/watch?v=NwgNWtkqDYM</a:t>
            </a:r>
          </a:p>
        </p:txBody>
      </p:sp>
    </p:spTree>
    <p:extLst>
      <p:ext uri="{BB962C8B-B14F-4D97-AF65-F5344CB8AC3E}">
        <p14:creationId xmlns:p14="http://schemas.microsoft.com/office/powerpoint/2010/main" val="324989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33</a:t>
            </a:fld>
            <a:endParaRPr lang="en-US" dirty="0"/>
          </a:p>
        </p:txBody>
      </p:sp>
      <p:pic>
        <p:nvPicPr>
          <p:cNvPr id="5" name="Picture 4"/>
          <p:cNvPicPr>
            <a:picLocks noChangeAspect="1"/>
          </p:cNvPicPr>
          <p:nvPr/>
        </p:nvPicPr>
        <p:blipFill>
          <a:blip r:embed="rId2"/>
          <a:stretch>
            <a:fillRect/>
          </a:stretch>
        </p:blipFill>
        <p:spPr>
          <a:xfrm>
            <a:off x="1018456" y="308843"/>
            <a:ext cx="5962650" cy="4791075"/>
          </a:xfrm>
          <a:prstGeom prst="rect">
            <a:avLst/>
          </a:prstGeom>
        </p:spPr>
      </p:pic>
      <p:pic>
        <p:nvPicPr>
          <p:cNvPr id="6" name="Picture 5"/>
          <p:cNvPicPr>
            <a:picLocks noChangeAspect="1"/>
          </p:cNvPicPr>
          <p:nvPr/>
        </p:nvPicPr>
        <p:blipFill>
          <a:blip r:embed="rId3"/>
          <a:stretch>
            <a:fillRect/>
          </a:stretch>
        </p:blipFill>
        <p:spPr>
          <a:xfrm>
            <a:off x="7604558" y="308843"/>
            <a:ext cx="2819400" cy="3210734"/>
          </a:xfrm>
          <a:prstGeom prst="rect">
            <a:avLst/>
          </a:prstGeom>
        </p:spPr>
      </p:pic>
    </p:spTree>
    <p:extLst>
      <p:ext uri="{BB962C8B-B14F-4D97-AF65-F5344CB8AC3E}">
        <p14:creationId xmlns:p14="http://schemas.microsoft.com/office/powerpoint/2010/main" val="15914573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34</a:t>
            </a:fld>
            <a:endParaRPr lang="en-US" dirty="0"/>
          </a:p>
        </p:txBody>
      </p:sp>
      <p:pic>
        <p:nvPicPr>
          <p:cNvPr id="5" name="Picture 4"/>
          <p:cNvPicPr>
            <a:picLocks noChangeAspect="1"/>
          </p:cNvPicPr>
          <p:nvPr/>
        </p:nvPicPr>
        <p:blipFill>
          <a:blip r:embed="rId2"/>
          <a:stretch>
            <a:fillRect/>
          </a:stretch>
        </p:blipFill>
        <p:spPr>
          <a:xfrm>
            <a:off x="660615" y="48433"/>
            <a:ext cx="10001250" cy="1533525"/>
          </a:xfrm>
          <a:prstGeom prst="rect">
            <a:avLst/>
          </a:prstGeom>
        </p:spPr>
      </p:pic>
      <p:pic>
        <p:nvPicPr>
          <p:cNvPr id="6" name="Picture 5"/>
          <p:cNvPicPr>
            <a:picLocks noChangeAspect="1"/>
          </p:cNvPicPr>
          <p:nvPr/>
        </p:nvPicPr>
        <p:blipFill>
          <a:blip r:embed="rId3"/>
          <a:stretch>
            <a:fillRect/>
          </a:stretch>
        </p:blipFill>
        <p:spPr>
          <a:xfrm>
            <a:off x="660615" y="1768863"/>
            <a:ext cx="9667875" cy="3000375"/>
          </a:xfrm>
          <a:prstGeom prst="rect">
            <a:avLst/>
          </a:prstGeom>
        </p:spPr>
      </p:pic>
    </p:spTree>
    <p:extLst>
      <p:ext uri="{BB962C8B-B14F-4D97-AF65-F5344CB8AC3E}">
        <p14:creationId xmlns:p14="http://schemas.microsoft.com/office/powerpoint/2010/main" val="306956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35</a:t>
            </a:fld>
            <a:endParaRPr lang="en-US" dirty="0"/>
          </a:p>
        </p:txBody>
      </p:sp>
      <p:pic>
        <p:nvPicPr>
          <p:cNvPr id="5" name="Picture 4"/>
          <p:cNvPicPr>
            <a:picLocks noChangeAspect="1"/>
          </p:cNvPicPr>
          <p:nvPr/>
        </p:nvPicPr>
        <p:blipFill>
          <a:blip r:embed="rId2"/>
          <a:stretch>
            <a:fillRect/>
          </a:stretch>
        </p:blipFill>
        <p:spPr>
          <a:xfrm>
            <a:off x="1546285" y="210089"/>
            <a:ext cx="9220200" cy="4781550"/>
          </a:xfrm>
          <a:prstGeom prst="rect">
            <a:avLst/>
          </a:prstGeom>
        </p:spPr>
      </p:pic>
    </p:spTree>
    <p:extLst>
      <p:ext uri="{BB962C8B-B14F-4D97-AF65-F5344CB8AC3E}">
        <p14:creationId xmlns:p14="http://schemas.microsoft.com/office/powerpoint/2010/main" val="42501987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36</a:t>
            </a:fld>
            <a:endParaRPr lang="en-US" dirty="0"/>
          </a:p>
        </p:txBody>
      </p:sp>
      <p:pic>
        <p:nvPicPr>
          <p:cNvPr id="5" name="Picture 4"/>
          <p:cNvPicPr>
            <a:picLocks noChangeAspect="1"/>
          </p:cNvPicPr>
          <p:nvPr/>
        </p:nvPicPr>
        <p:blipFill>
          <a:blip r:embed="rId2"/>
          <a:stretch>
            <a:fillRect/>
          </a:stretch>
        </p:blipFill>
        <p:spPr>
          <a:xfrm>
            <a:off x="1055298" y="83209"/>
            <a:ext cx="9753600" cy="1619250"/>
          </a:xfrm>
          <a:prstGeom prst="rect">
            <a:avLst/>
          </a:prstGeom>
        </p:spPr>
      </p:pic>
      <p:pic>
        <p:nvPicPr>
          <p:cNvPr id="6" name="Picture 5"/>
          <p:cNvPicPr>
            <a:picLocks noChangeAspect="1"/>
          </p:cNvPicPr>
          <p:nvPr/>
        </p:nvPicPr>
        <p:blipFill>
          <a:blip r:embed="rId3"/>
          <a:stretch>
            <a:fillRect/>
          </a:stretch>
        </p:blipFill>
        <p:spPr>
          <a:xfrm>
            <a:off x="371654" y="1953073"/>
            <a:ext cx="8153400" cy="1528105"/>
          </a:xfrm>
          <a:prstGeom prst="rect">
            <a:avLst/>
          </a:prstGeom>
        </p:spPr>
      </p:pic>
      <p:pic>
        <p:nvPicPr>
          <p:cNvPr id="7" name="Picture 6"/>
          <p:cNvPicPr>
            <a:picLocks noChangeAspect="1"/>
          </p:cNvPicPr>
          <p:nvPr/>
        </p:nvPicPr>
        <p:blipFill>
          <a:blip r:embed="rId4"/>
          <a:stretch>
            <a:fillRect/>
          </a:stretch>
        </p:blipFill>
        <p:spPr>
          <a:xfrm>
            <a:off x="371654" y="3633577"/>
            <a:ext cx="8401050" cy="1511091"/>
          </a:xfrm>
          <a:prstGeom prst="rect">
            <a:avLst/>
          </a:prstGeom>
        </p:spPr>
      </p:pic>
      <p:pic>
        <p:nvPicPr>
          <p:cNvPr id="8" name="Picture 7"/>
          <p:cNvPicPr>
            <a:picLocks noChangeAspect="1"/>
          </p:cNvPicPr>
          <p:nvPr/>
        </p:nvPicPr>
        <p:blipFill>
          <a:blip r:embed="rId5"/>
          <a:stretch>
            <a:fillRect/>
          </a:stretch>
        </p:blipFill>
        <p:spPr>
          <a:xfrm>
            <a:off x="283980" y="5236741"/>
            <a:ext cx="10125075" cy="1371093"/>
          </a:xfrm>
          <a:prstGeom prst="rect">
            <a:avLst/>
          </a:prstGeom>
        </p:spPr>
      </p:pic>
    </p:spTree>
    <p:extLst>
      <p:ext uri="{BB962C8B-B14F-4D97-AF65-F5344CB8AC3E}">
        <p14:creationId xmlns:p14="http://schemas.microsoft.com/office/powerpoint/2010/main" val="6381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37</a:t>
            </a:fld>
            <a:endParaRPr lang="en-US" dirty="0"/>
          </a:p>
        </p:txBody>
      </p:sp>
      <p:pic>
        <p:nvPicPr>
          <p:cNvPr id="5" name="Picture 4"/>
          <p:cNvPicPr>
            <a:picLocks noChangeAspect="1"/>
          </p:cNvPicPr>
          <p:nvPr/>
        </p:nvPicPr>
        <p:blipFill>
          <a:blip r:embed="rId2"/>
          <a:stretch>
            <a:fillRect/>
          </a:stretch>
        </p:blipFill>
        <p:spPr>
          <a:xfrm>
            <a:off x="2910695" y="266093"/>
            <a:ext cx="5715000" cy="704850"/>
          </a:xfrm>
          <a:prstGeom prst="rect">
            <a:avLst/>
          </a:prstGeom>
        </p:spPr>
      </p:pic>
      <p:pic>
        <p:nvPicPr>
          <p:cNvPr id="7" name="Picture 6"/>
          <p:cNvPicPr>
            <a:picLocks noChangeAspect="1"/>
          </p:cNvPicPr>
          <p:nvPr/>
        </p:nvPicPr>
        <p:blipFill>
          <a:blip r:embed="rId3"/>
          <a:stretch>
            <a:fillRect/>
          </a:stretch>
        </p:blipFill>
        <p:spPr>
          <a:xfrm>
            <a:off x="674685" y="1679904"/>
            <a:ext cx="10372725" cy="2790825"/>
          </a:xfrm>
          <a:prstGeom prst="rect">
            <a:avLst/>
          </a:prstGeom>
        </p:spPr>
      </p:pic>
      <p:sp>
        <p:nvSpPr>
          <p:cNvPr id="8" name="Rectangle 7"/>
          <p:cNvSpPr/>
          <p:nvPr/>
        </p:nvSpPr>
        <p:spPr>
          <a:xfrm>
            <a:off x="4013174" y="6349843"/>
            <a:ext cx="4804007" cy="369332"/>
          </a:xfrm>
          <a:prstGeom prst="rect">
            <a:avLst/>
          </a:prstGeom>
        </p:spPr>
        <p:txBody>
          <a:bodyPr wrap="none">
            <a:spAutoFit/>
          </a:bodyPr>
          <a:lstStyle/>
          <a:p>
            <a:r>
              <a:rPr lang="en-US" dirty="0"/>
              <a:t>https://www.youtube.com/watch?v=FG0ndNastu4</a:t>
            </a:r>
          </a:p>
        </p:txBody>
      </p:sp>
    </p:spTree>
    <p:extLst>
      <p:ext uri="{BB962C8B-B14F-4D97-AF65-F5344CB8AC3E}">
        <p14:creationId xmlns:p14="http://schemas.microsoft.com/office/powerpoint/2010/main" val="12767757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38</a:t>
            </a:fld>
            <a:endParaRPr lang="en-US" dirty="0"/>
          </a:p>
        </p:txBody>
      </p:sp>
      <p:pic>
        <p:nvPicPr>
          <p:cNvPr id="5" name="Picture 4"/>
          <p:cNvPicPr>
            <a:picLocks noChangeAspect="1"/>
          </p:cNvPicPr>
          <p:nvPr/>
        </p:nvPicPr>
        <p:blipFill>
          <a:blip r:embed="rId2"/>
          <a:stretch>
            <a:fillRect/>
          </a:stretch>
        </p:blipFill>
        <p:spPr>
          <a:xfrm>
            <a:off x="3763094" y="94644"/>
            <a:ext cx="2457450" cy="742950"/>
          </a:xfrm>
          <a:prstGeom prst="rect">
            <a:avLst/>
          </a:prstGeom>
        </p:spPr>
      </p:pic>
      <p:pic>
        <p:nvPicPr>
          <p:cNvPr id="6" name="Picture 5"/>
          <p:cNvPicPr>
            <a:picLocks noChangeAspect="1"/>
          </p:cNvPicPr>
          <p:nvPr/>
        </p:nvPicPr>
        <p:blipFill>
          <a:blip r:embed="rId3"/>
          <a:stretch>
            <a:fillRect/>
          </a:stretch>
        </p:blipFill>
        <p:spPr>
          <a:xfrm>
            <a:off x="873334" y="961124"/>
            <a:ext cx="7343775" cy="983200"/>
          </a:xfrm>
          <a:prstGeom prst="rect">
            <a:avLst/>
          </a:prstGeom>
        </p:spPr>
      </p:pic>
      <p:pic>
        <p:nvPicPr>
          <p:cNvPr id="8" name="Picture 7"/>
          <p:cNvPicPr>
            <a:picLocks noChangeAspect="1"/>
          </p:cNvPicPr>
          <p:nvPr/>
        </p:nvPicPr>
        <p:blipFill>
          <a:blip r:embed="rId4"/>
          <a:stretch>
            <a:fillRect/>
          </a:stretch>
        </p:blipFill>
        <p:spPr>
          <a:xfrm>
            <a:off x="873334" y="2912472"/>
            <a:ext cx="2705100" cy="792922"/>
          </a:xfrm>
          <a:prstGeom prst="rect">
            <a:avLst/>
          </a:prstGeom>
        </p:spPr>
      </p:pic>
      <p:pic>
        <p:nvPicPr>
          <p:cNvPr id="9" name="Picture 8"/>
          <p:cNvPicPr>
            <a:picLocks noChangeAspect="1"/>
          </p:cNvPicPr>
          <p:nvPr/>
        </p:nvPicPr>
        <p:blipFill>
          <a:blip r:embed="rId5"/>
          <a:stretch>
            <a:fillRect/>
          </a:stretch>
        </p:blipFill>
        <p:spPr>
          <a:xfrm>
            <a:off x="854104" y="3801105"/>
            <a:ext cx="3771900" cy="675601"/>
          </a:xfrm>
          <a:prstGeom prst="rect">
            <a:avLst/>
          </a:prstGeom>
        </p:spPr>
      </p:pic>
      <p:pic>
        <p:nvPicPr>
          <p:cNvPr id="10" name="Picture 9"/>
          <p:cNvPicPr>
            <a:picLocks noChangeAspect="1"/>
          </p:cNvPicPr>
          <p:nvPr/>
        </p:nvPicPr>
        <p:blipFill>
          <a:blip r:embed="rId6"/>
          <a:stretch>
            <a:fillRect/>
          </a:stretch>
        </p:blipFill>
        <p:spPr>
          <a:xfrm>
            <a:off x="854104" y="5112922"/>
            <a:ext cx="9734550" cy="1540703"/>
          </a:xfrm>
          <a:prstGeom prst="rect">
            <a:avLst/>
          </a:prstGeom>
        </p:spPr>
      </p:pic>
      <p:pic>
        <p:nvPicPr>
          <p:cNvPr id="11" name="Picture 10"/>
          <p:cNvPicPr>
            <a:picLocks noChangeAspect="1"/>
          </p:cNvPicPr>
          <p:nvPr/>
        </p:nvPicPr>
        <p:blipFill>
          <a:blip r:embed="rId7"/>
          <a:stretch>
            <a:fillRect/>
          </a:stretch>
        </p:blipFill>
        <p:spPr>
          <a:xfrm>
            <a:off x="854104" y="4592391"/>
            <a:ext cx="3571875" cy="400050"/>
          </a:xfrm>
          <a:prstGeom prst="rect">
            <a:avLst/>
          </a:prstGeom>
        </p:spPr>
      </p:pic>
      <p:pic>
        <p:nvPicPr>
          <p:cNvPr id="12" name="Picture 11"/>
          <p:cNvPicPr>
            <a:picLocks noChangeAspect="1"/>
          </p:cNvPicPr>
          <p:nvPr/>
        </p:nvPicPr>
        <p:blipFill>
          <a:blip r:embed="rId8"/>
          <a:stretch>
            <a:fillRect/>
          </a:stretch>
        </p:blipFill>
        <p:spPr>
          <a:xfrm>
            <a:off x="873334" y="2195035"/>
            <a:ext cx="2238375" cy="466725"/>
          </a:xfrm>
          <a:prstGeom prst="rect">
            <a:avLst/>
          </a:prstGeom>
        </p:spPr>
      </p:pic>
    </p:spTree>
    <p:extLst>
      <p:ext uri="{BB962C8B-B14F-4D97-AF65-F5344CB8AC3E}">
        <p14:creationId xmlns:p14="http://schemas.microsoft.com/office/powerpoint/2010/main" val="114066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39</a:t>
            </a:fld>
            <a:endParaRPr lang="en-US" dirty="0"/>
          </a:p>
        </p:txBody>
      </p:sp>
      <p:pic>
        <p:nvPicPr>
          <p:cNvPr id="5" name="Picture 4"/>
          <p:cNvPicPr>
            <a:picLocks noChangeAspect="1"/>
          </p:cNvPicPr>
          <p:nvPr/>
        </p:nvPicPr>
        <p:blipFill>
          <a:blip r:embed="rId2"/>
          <a:stretch>
            <a:fillRect/>
          </a:stretch>
        </p:blipFill>
        <p:spPr>
          <a:xfrm>
            <a:off x="7634467" y="1484553"/>
            <a:ext cx="3473328" cy="3147832"/>
          </a:xfrm>
          <a:prstGeom prst="rect">
            <a:avLst/>
          </a:prstGeom>
        </p:spPr>
      </p:pic>
      <p:pic>
        <p:nvPicPr>
          <p:cNvPr id="6" name="Picture 5"/>
          <p:cNvPicPr>
            <a:picLocks noChangeAspect="1"/>
          </p:cNvPicPr>
          <p:nvPr/>
        </p:nvPicPr>
        <p:blipFill>
          <a:blip r:embed="rId3"/>
          <a:stretch>
            <a:fillRect/>
          </a:stretch>
        </p:blipFill>
        <p:spPr>
          <a:xfrm>
            <a:off x="499703" y="1484553"/>
            <a:ext cx="5895975" cy="3277228"/>
          </a:xfrm>
          <a:prstGeom prst="rect">
            <a:avLst/>
          </a:prstGeom>
        </p:spPr>
      </p:pic>
      <p:sp>
        <p:nvSpPr>
          <p:cNvPr id="7" name="TextBox 6"/>
          <p:cNvSpPr txBox="1"/>
          <p:nvPr/>
        </p:nvSpPr>
        <p:spPr>
          <a:xfrm>
            <a:off x="3226279" y="241540"/>
            <a:ext cx="5391510" cy="461665"/>
          </a:xfrm>
          <a:prstGeom prst="rect">
            <a:avLst/>
          </a:prstGeom>
          <a:noFill/>
        </p:spPr>
        <p:txBody>
          <a:bodyPr wrap="square" rtlCol="0">
            <a:spAutoFit/>
          </a:bodyPr>
          <a:lstStyle/>
          <a:p>
            <a:r>
              <a:rPr lang="en-US" sz="2400" b="1" dirty="0" smtClean="0">
                <a:solidFill>
                  <a:srgbClr val="FF0000"/>
                </a:solidFill>
              </a:rPr>
              <a:t>Assignment Operator – Example No.02 </a:t>
            </a:r>
            <a:endParaRPr lang="en-US" sz="2400" b="1" dirty="0">
              <a:solidFill>
                <a:srgbClr val="FF0000"/>
              </a:solidFill>
            </a:endParaRPr>
          </a:p>
        </p:txBody>
      </p:sp>
      <p:sp>
        <p:nvSpPr>
          <p:cNvPr id="8" name="Rectangle 7"/>
          <p:cNvSpPr/>
          <p:nvPr/>
        </p:nvSpPr>
        <p:spPr>
          <a:xfrm>
            <a:off x="4098297" y="6323964"/>
            <a:ext cx="4909806" cy="369332"/>
          </a:xfrm>
          <a:prstGeom prst="rect">
            <a:avLst/>
          </a:prstGeom>
        </p:spPr>
        <p:txBody>
          <a:bodyPr wrap="none">
            <a:spAutoFit/>
          </a:bodyPr>
          <a:lstStyle/>
          <a:p>
            <a:r>
              <a:rPr lang="en-US" dirty="0"/>
              <a:t>https://www.youtube.com/watch?v=MyQnpZnRzmE</a:t>
            </a:r>
          </a:p>
        </p:txBody>
      </p:sp>
    </p:spTree>
    <p:extLst>
      <p:ext uri="{BB962C8B-B14F-4D97-AF65-F5344CB8AC3E}">
        <p14:creationId xmlns:p14="http://schemas.microsoft.com/office/powerpoint/2010/main" val="22941632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40</a:t>
            </a:fld>
            <a:endParaRPr lang="en-US" dirty="0"/>
          </a:p>
        </p:txBody>
      </p:sp>
      <p:pic>
        <p:nvPicPr>
          <p:cNvPr id="5" name="Picture 4"/>
          <p:cNvPicPr>
            <a:picLocks noChangeAspect="1"/>
          </p:cNvPicPr>
          <p:nvPr/>
        </p:nvPicPr>
        <p:blipFill>
          <a:blip r:embed="rId2"/>
          <a:stretch>
            <a:fillRect/>
          </a:stretch>
        </p:blipFill>
        <p:spPr>
          <a:xfrm>
            <a:off x="3626149" y="135920"/>
            <a:ext cx="4629150" cy="781050"/>
          </a:xfrm>
          <a:prstGeom prst="rect">
            <a:avLst/>
          </a:prstGeom>
        </p:spPr>
      </p:pic>
      <p:pic>
        <p:nvPicPr>
          <p:cNvPr id="6" name="Picture 5"/>
          <p:cNvPicPr>
            <a:picLocks noChangeAspect="1"/>
          </p:cNvPicPr>
          <p:nvPr/>
        </p:nvPicPr>
        <p:blipFill>
          <a:blip r:embed="rId3"/>
          <a:stretch>
            <a:fillRect/>
          </a:stretch>
        </p:blipFill>
        <p:spPr>
          <a:xfrm>
            <a:off x="1076562" y="1500689"/>
            <a:ext cx="4504728" cy="3141604"/>
          </a:xfrm>
          <a:prstGeom prst="rect">
            <a:avLst/>
          </a:prstGeom>
        </p:spPr>
      </p:pic>
      <p:pic>
        <p:nvPicPr>
          <p:cNvPr id="7" name="Picture 6"/>
          <p:cNvPicPr>
            <a:picLocks noChangeAspect="1"/>
          </p:cNvPicPr>
          <p:nvPr/>
        </p:nvPicPr>
        <p:blipFill>
          <a:blip r:embed="rId4"/>
          <a:stretch>
            <a:fillRect/>
          </a:stretch>
        </p:blipFill>
        <p:spPr>
          <a:xfrm>
            <a:off x="6317746" y="1500689"/>
            <a:ext cx="4344119" cy="3153812"/>
          </a:xfrm>
          <a:prstGeom prst="rect">
            <a:avLst/>
          </a:prstGeom>
        </p:spPr>
      </p:pic>
      <p:sp>
        <p:nvSpPr>
          <p:cNvPr id="8" name="Rectangle 7"/>
          <p:cNvSpPr/>
          <p:nvPr/>
        </p:nvSpPr>
        <p:spPr>
          <a:xfrm>
            <a:off x="3704429" y="6355333"/>
            <a:ext cx="4779963" cy="369332"/>
          </a:xfrm>
          <a:prstGeom prst="rect">
            <a:avLst/>
          </a:prstGeom>
        </p:spPr>
        <p:txBody>
          <a:bodyPr wrap="none">
            <a:spAutoFit/>
          </a:bodyPr>
          <a:lstStyle/>
          <a:p>
            <a:r>
              <a:rPr lang="en-US" dirty="0"/>
              <a:t>https://www.youtube.com/watch?v=28V421ajsQI</a:t>
            </a:r>
          </a:p>
        </p:txBody>
      </p:sp>
    </p:spTree>
    <p:extLst>
      <p:ext uri="{BB962C8B-B14F-4D97-AF65-F5344CB8AC3E}">
        <p14:creationId xmlns:p14="http://schemas.microsoft.com/office/powerpoint/2010/main" val="232816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41</a:t>
            </a:fld>
            <a:endParaRPr lang="en-US" dirty="0"/>
          </a:p>
        </p:txBody>
      </p:sp>
      <p:pic>
        <p:nvPicPr>
          <p:cNvPr id="5" name="Picture 4"/>
          <p:cNvPicPr>
            <a:picLocks noChangeAspect="1"/>
          </p:cNvPicPr>
          <p:nvPr/>
        </p:nvPicPr>
        <p:blipFill>
          <a:blip r:embed="rId2"/>
          <a:stretch>
            <a:fillRect/>
          </a:stretch>
        </p:blipFill>
        <p:spPr>
          <a:xfrm>
            <a:off x="1141412" y="1580611"/>
            <a:ext cx="4410075" cy="2609850"/>
          </a:xfrm>
          <a:prstGeom prst="rect">
            <a:avLst/>
          </a:prstGeom>
        </p:spPr>
      </p:pic>
      <p:pic>
        <p:nvPicPr>
          <p:cNvPr id="6" name="Picture 5"/>
          <p:cNvPicPr>
            <a:picLocks noChangeAspect="1"/>
          </p:cNvPicPr>
          <p:nvPr/>
        </p:nvPicPr>
        <p:blipFill>
          <a:blip r:embed="rId3"/>
          <a:stretch>
            <a:fillRect/>
          </a:stretch>
        </p:blipFill>
        <p:spPr>
          <a:xfrm>
            <a:off x="6451598" y="1580611"/>
            <a:ext cx="4895850" cy="3867150"/>
          </a:xfrm>
          <a:prstGeom prst="rect">
            <a:avLst/>
          </a:prstGeom>
        </p:spPr>
      </p:pic>
      <p:pic>
        <p:nvPicPr>
          <p:cNvPr id="7" name="Picture 6"/>
          <p:cNvPicPr>
            <a:picLocks noChangeAspect="1"/>
          </p:cNvPicPr>
          <p:nvPr/>
        </p:nvPicPr>
        <p:blipFill>
          <a:blip r:embed="rId4"/>
          <a:stretch>
            <a:fillRect/>
          </a:stretch>
        </p:blipFill>
        <p:spPr>
          <a:xfrm>
            <a:off x="3626149" y="135920"/>
            <a:ext cx="4629150" cy="781050"/>
          </a:xfrm>
          <a:prstGeom prst="rect">
            <a:avLst/>
          </a:prstGeom>
        </p:spPr>
      </p:pic>
    </p:spTree>
    <p:extLst>
      <p:ext uri="{BB962C8B-B14F-4D97-AF65-F5344CB8AC3E}">
        <p14:creationId xmlns:p14="http://schemas.microsoft.com/office/powerpoint/2010/main" val="27182881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42</a:t>
            </a:fld>
            <a:endParaRPr lang="en-US" dirty="0"/>
          </a:p>
        </p:txBody>
      </p:sp>
      <p:pic>
        <p:nvPicPr>
          <p:cNvPr id="6" name="Picture 5"/>
          <p:cNvPicPr>
            <a:picLocks noChangeAspect="1"/>
          </p:cNvPicPr>
          <p:nvPr/>
        </p:nvPicPr>
        <p:blipFill>
          <a:blip r:embed="rId2"/>
          <a:stretch>
            <a:fillRect/>
          </a:stretch>
        </p:blipFill>
        <p:spPr>
          <a:xfrm>
            <a:off x="3879848" y="51781"/>
            <a:ext cx="4429125" cy="828675"/>
          </a:xfrm>
          <a:prstGeom prst="rect">
            <a:avLst/>
          </a:prstGeom>
        </p:spPr>
      </p:pic>
      <p:pic>
        <p:nvPicPr>
          <p:cNvPr id="7" name="Picture 6"/>
          <p:cNvPicPr>
            <a:picLocks noChangeAspect="1"/>
          </p:cNvPicPr>
          <p:nvPr/>
        </p:nvPicPr>
        <p:blipFill>
          <a:blip r:embed="rId3"/>
          <a:stretch>
            <a:fillRect/>
          </a:stretch>
        </p:blipFill>
        <p:spPr>
          <a:xfrm>
            <a:off x="112144" y="974785"/>
            <a:ext cx="5081946" cy="5693433"/>
          </a:xfrm>
          <a:prstGeom prst="rect">
            <a:avLst/>
          </a:prstGeom>
        </p:spPr>
      </p:pic>
      <p:pic>
        <p:nvPicPr>
          <p:cNvPr id="11" name="Picture 10"/>
          <p:cNvPicPr>
            <a:picLocks noChangeAspect="1"/>
          </p:cNvPicPr>
          <p:nvPr/>
        </p:nvPicPr>
        <p:blipFill>
          <a:blip r:embed="rId4"/>
          <a:stretch>
            <a:fillRect/>
          </a:stretch>
        </p:blipFill>
        <p:spPr>
          <a:xfrm>
            <a:off x="6075360" y="974785"/>
            <a:ext cx="5242497" cy="5607170"/>
          </a:xfrm>
          <a:prstGeom prst="rect">
            <a:avLst/>
          </a:prstGeom>
        </p:spPr>
      </p:pic>
    </p:spTree>
    <p:extLst>
      <p:ext uri="{BB962C8B-B14F-4D97-AF65-F5344CB8AC3E}">
        <p14:creationId xmlns:p14="http://schemas.microsoft.com/office/powerpoint/2010/main" val="9536358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43</a:t>
            </a:fld>
            <a:endParaRPr lang="en-US" dirty="0"/>
          </a:p>
        </p:txBody>
      </p:sp>
      <p:pic>
        <p:nvPicPr>
          <p:cNvPr id="5" name="Picture 4"/>
          <p:cNvPicPr>
            <a:picLocks noChangeAspect="1"/>
          </p:cNvPicPr>
          <p:nvPr/>
        </p:nvPicPr>
        <p:blipFill>
          <a:blip r:embed="rId2"/>
          <a:stretch>
            <a:fillRect/>
          </a:stretch>
        </p:blipFill>
        <p:spPr>
          <a:xfrm>
            <a:off x="3777021" y="118456"/>
            <a:ext cx="3533775" cy="695325"/>
          </a:xfrm>
          <a:prstGeom prst="rect">
            <a:avLst/>
          </a:prstGeom>
        </p:spPr>
      </p:pic>
      <p:pic>
        <p:nvPicPr>
          <p:cNvPr id="6" name="Picture 5"/>
          <p:cNvPicPr>
            <a:picLocks noChangeAspect="1"/>
          </p:cNvPicPr>
          <p:nvPr/>
        </p:nvPicPr>
        <p:blipFill>
          <a:blip r:embed="rId3"/>
          <a:stretch>
            <a:fillRect/>
          </a:stretch>
        </p:blipFill>
        <p:spPr>
          <a:xfrm>
            <a:off x="700087" y="1054130"/>
            <a:ext cx="10791825" cy="4829144"/>
          </a:xfrm>
          <a:prstGeom prst="rect">
            <a:avLst/>
          </a:prstGeom>
        </p:spPr>
      </p:pic>
      <p:sp>
        <p:nvSpPr>
          <p:cNvPr id="7" name="Rectangle 6"/>
          <p:cNvSpPr/>
          <p:nvPr/>
        </p:nvSpPr>
        <p:spPr>
          <a:xfrm>
            <a:off x="3624794" y="6349843"/>
            <a:ext cx="4821641" cy="369332"/>
          </a:xfrm>
          <a:prstGeom prst="rect">
            <a:avLst/>
          </a:prstGeom>
        </p:spPr>
        <p:txBody>
          <a:bodyPr wrap="none">
            <a:spAutoFit/>
          </a:bodyPr>
          <a:lstStyle/>
          <a:p>
            <a:r>
              <a:rPr lang="en-US" dirty="0"/>
              <a:t>https://www.youtube.com/watch?v=zVZzJHSQlSw</a:t>
            </a:r>
          </a:p>
        </p:txBody>
      </p:sp>
    </p:spTree>
    <p:extLst>
      <p:ext uri="{BB962C8B-B14F-4D97-AF65-F5344CB8AC3E}">
        <p14:creationId xmlns:p14="http://schemas.microsoft.com/office/powerpoint/2010/main" val="41943584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44</a:t>
            </a:fld>
            <a:endParaRPr lang="en-US" dirty="0"/>
          </a:p>
        </p:txBody>
      </p:sp>
      <p:pic>
        <p:nvPicPr>
          <p:cNvPr id="5" name="Picture 4"/>
          <p:cNvPicPr>
            <a:picLocks noChangeAspect="1"/>
          </p:cNvPicPr>
          <p:nvPr/>
        </p:nvPicPr>
        <p:blipFill>
          <a:blip r:embed="rId2"/>
          <a:stretch>
            <a:fillRect/>
          </a:stretch>
        </p:blipFill>
        <p:spPr>
          <a:xfrm>
            <a:off x="1286324" y="140000"/>
            <a:ext cx="9153525" cy="3524250"/>
          </a:xfrm>
          <a:prstGeom prst="rect">
            <a:avLst/>
          </a:prstGeom>
        </p:spPr>
      </p:pic>
      <p:pic>
        <p:nvPicPr>
          <p:cNvPr id="6" name="Picture 5"/>
          <p:cNvPicPr>
            <a:picLocks noChangeAspect="1"/>
          </p:cNvPicPr>
          <p:nvPr/>
        </p:nvPicPr>
        <p:blipFill>
          <a:blip r:embed="rId3"/>
          <a:stretch>
            <a:fillRect/>
          </a:stretch>
        </p:blipFill>
        <p:spPr>
          <a:xfrm>
            <a:off x="3549500" y="3766979"/>
            <a:ext cx="5248275" cy="2200275"/>
          </a:xfrm>
          <a:prstGeom prst="rect">
            <a:avLst/>
          </a:prstGeom>
        </p:spPr>
      </p:pic>
      <p:pic>
        <p:nvPicPr>
          <p:cNvPr id="7" name="Picture 6"/>
          <p:cNvPicPr>
            <a:picLocks noChangeAspect="1"/>
          </p:cNvPicPr>
          <p:nvPr/>
        </p:nvPicPr>
        <p:blipFill>
          <a:blip r:embed="rId4"/>
          <a:stretch>
            <a:fillRect/>
          </a:stretch>
        </p:blipFill>
        <p:spPr>
          <a:xfrm>
            <a:off x="1286324" y="6100903"/>
            <a:ext cx="10020300" cy="600075"/>
          </a:xfrm>
          <a:prstGeom prst="rect">
            <a:avLst/>
          </a:prstGeom>
        </p:spPr>
      </p:pic>
    </p:spTree>
    <p:extLst>
      <p:ext uri="{BB962C8B-B14F-4D97-AF65-F5344CB8AC3E}">
        <p14:creationId xmlns:p14="http://schemas.microsoft.com/office/powerpoint/2010/main" val="53782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 name="Content Placeholder 8"/>
          <p:cNvPicPr>
            <a:picLocks noGrp="1" noChangeAspect="1"/>
          </p:cNvPicPr>
          <p:nvPr>
            <p:ph idx="1"/>
          </p:nvPr>
        </p:nvPicPr>
        <p:blipFill>
          <a:blip r:embed="rId2"/>
          <a:stretch>
            <a:fillRect/>
          </a:stretch>
        </p:blipFill>
        <p:spPr>
          <a:xfrm>
            <a:off x="449291" y="4772836"/>
            <a:ext cx="4295775" cy="1704975"/>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45</a:t>
            </a:fld>
            <a:endParaRPr lang="en-US" dirty="0"/>
          </a:p>
        </p:txBody>
      </p:sp>
      <p:pic>
        <p:nvPicPr>
          <p:cNvPr id="5" name="Picture 4"/>
          <p:cNvPicPr>
            <a:picLocks noChangeAspect="1"/>
          </p:cNvPicPr>
          <p:nvPr/>
        </p:nvPicPr>
        <p:blipFill>
          <a:blip r:embed="rId3"/>
          <a:stretch>
            <a:fillRect/>
          </a:stretch>
        </p:blipFill>
        <p:spPr>
          <a:xfrm>
            <a:off x="449292" y="720796"/>
            <a:ext cx="10896600" cy="1343025"/>
          </a:xfrm>
          <a:prstGeom prst="rect">
            <a:avLst/>
          </a:prstGeom>
        </p:spPr>
      </p:pic>
      <p:pic>
        <p:nvPicPr>
          <p:cNvPr id="6" name="Picture 5"/>
          <p:cNvPicPr>
            <a:picLocks noChangeAspect="1"/>
          </p:cNvPicPr>
          <p:nvPr/>
        </p:nvPicPr>
        <p:blipFill>
          <a:blip r:embed="rId4"/>
          <a:stretch>
            <a:fillRect/>
          </a:stretch>
        </p:blipFill>
        <p:spPr>
          <a:xfrm>
            <a:off x="4334774" y="152322"/>
            <a:ext cx="2590800" cy="432310"/>
          </a:xfrm>
          <a:prstGeom prst="rect">
            <a:avLst/>
          </a:prstGeom>
        </p:spPr>
      </p:pic>
      <p:pic>
        <p:nvPicPr>
          <p:cNvPr id="7" name="Picture 6"/>
          <p:cNvPicPr>
            <a:picLocks noChangeAspect="1"/>
          </p:cNvPicPr>
          <p:nvPr/>
        </p:nvPicPr>
        <p:blipFill>
          <a:blip r:embed="rId5"/>
          <a:stretch>
            <a:fillRect/>
          </a:stretch>
        </p:blipFill>
        <p:spPr>
          <a:xfrm>
            <a:off x="449292" y="2026372"/>
            <a:ext cx="10915650" cy="1323975"/>
          </a:xfrm>
          <a:prstGeom prst="rect">
            <a:avLst/>
          </a:prstGeom>
        </p:spPr>
      </p:pic>
      <p:pic>
        <p:nvPicPr>
          <p:cNvPr id="8" name="Picture 7"/>
          <p:cNvPicPr>
            <a:picLocks noChangeAspect="1"/>
          </p:cNvPicPr>
          <p:nvPr/>
        </p:nvPicPr>
        <p:blipFill>
          <a:blip r:embed="rId6"/>
          <a:stretch>
            <a:fillRect/>
          </a:stretch>
        </p:blipFill>
        <p:spPr>
          <a:xfrm>
            <a:off x="449291" y="3416660"/>
            <a:ext cx="8177123" cy="1200150"/>
          </a:xfrm>
          <a:prstGeom prst="rect">
            <a:avLst/>
          </a:prstGeom>
        </p:spPr>
      </p:pic>
    </p:spTree>
    <p:extLst>
      <p:ext uri="{BB962C8B-B14F-4D97-AF65-F5344CB8AC3E}">
        <p14:creationId xmlns:p14="http://schemas.microsoft.com/office/powerpoint/2010/main" val="304029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46</a:t>
            </a:fld>
            <a:endParaRPr lang="en-US" dirty="0"/>
          </a:p>
        </p:txBody>
      </p:sp>
      <p:pic>
        <p:nvPicPr>
          <p:cNvPr id="5" name="Picture 4"/>
          <p:cNvPicPr>
            <a:picLocks noChangeAspect="1"/>
          </p:cNvPicPr>
          <p:nvPr/>
        </p:nvPicPr>
        <p:blipFill>
          <a:blip r:embed="rId2"/>
          <a:stretch>
            <a:fillRect/>
          </a:stretch>
        </p:blipFill>
        <p:spPr>
          <a:xfrm>
            <a:off x="5563228" y="258793"/>
            <a:ext cx="6448425" cy="3648075"/>
          </a:xfrm>
          <a:prstGeom prst="rect">
            <a:avLst/>
          </a:prstGeom>
        </p:spPr>
      </p:pic>
      <p:sp>
        <p:nvSpPr>
          <p:cNvPr id="6" name="TextBox 5"/>
          <p:cNvSpPr txBox="1"/>
          <p:nvPr/>
        </p:nvSpPr>
        <p:spPr>
          <a:xfrm>
            <a:off x="6280030" y="1112808"/>
            <a:ext cx="4767380" cy="400110"/>
          </a:xfrm>
          <a:prstGeom prst="rect">
            <a:avLst/>
          </a:prstGeom>
          <a:noFill/>
        </p:spPr>
        <p:txBody>
          <a:bodyPr wrap="square" rtlCol="0">
            <a:spAutoFit/>
          </a:bodyPr>
          <a:lstStyle/>
          <a:p>
            <a:r>
              <a:rPr lang="en-US" sz="2000" b="1" dirty="0" smtClean="0">
                <a:solidFill>
                  <a:srgbClr val="FF0000"/>
                </a:solidFill>
              </a:rPr>
              <a:t>Join =  Cross Product </a:t>
            </a:r>
            <a:r>
              <a:rPr lang="en-US" sz="2000" b="1" smtClean="0">
                <a:solidFill>
                  <a:srgbClr val="FF0000"/>
                </a:solidFill>
              </a:rPr>
              <a:t>+ Condition</a:t>
            </a:r>
            <a:endParaRPr lang="en-US" sz="2000" b="1" dirty="0">
              <a:solidFill>
                <a:srgbClr val="FF0000"/>
              </a:solidFill>
            </a:endParaRPr>
          </a:p>
        </p:txBody>
      </p:sp>
      <p:sp>
        <p:nvSpPr>
          <p:cNvPr id="7" name="TextBox 6"/>
          <p:cNvSpPr txBox="1"/>
          <p:nvPr/>
        </p:nvSpPr>
        <p:spPr>
          <a:xfrm>
            <a:off x="5563228" y="3994030"/>
            <a:ext cx="6168697" cy="400110"/>
          </a:xfrm>
          <a:prstGeom prst="rect">
            <a:avLst/>
          </a:prstGeom>
          <a:noFill/>
        </p:spPr>
        <p:txBody>
          <a:bodyPr wrap="square" rtlCol="0">
            <a:spAutoFit/>
          </a:bodyPr>
          <a:lstStyle/>
          <a:p>
            <a:pPr algn="ctr"/>
            <a:r>
              <a:rPr lang="en-US" sz="2000" b="1" dirty="0" smtClean="0">
                <a:solidFill>
                  <a:srgbClr val="FF0000"/>
                </a:solidFill>
              </a:rPr>
              <a:t>Select E-name from </a:t>
            </a:r>
            <a:r>
              <a:rPr lang="en-US" sz="2000" b="1" dirty="0" err="1" smtClean="0">
                <a:solidFill>
                  <a:srgbClr val="FF0000"/>
                </a:solidFill>
              </a:rPr>
              <a:t>emp</a:t>
            </a:r>
            <a:r>
              <a:rPr lang="en-US" sz="2000" b="1" dirty="0" smtClean="0">
                <a:solidFill>
                  <a:srgbClr val="FF0000"/>
                </a:solidFill>
              </a:rPr>
              <a:t> where address = “Delhi”</a:t>
            </a:r>
            <a:endParaRPr lang="en-US" sz="2000" b="1" dirty="0">
              <a:solidFill>
                <a:srgbClr val="FF0000"/>
              </a:solidFill>
            </a:endParaRPr>
          </a:p>
        </p:txBody>
      </p:sp>
      <p:sp>
        <p:nvSpPr>
          <p:cNvPr id="8" name="TextBox 7"/>
          <p:cNvSpPr txBox="1"/>
          <p:nvPr/>
        </p:nvSpPr>
        <p:spPr>
          <a:xfrm>
            <a:off x="6280030" y="4705434"/>
            <a:ext cx="4623758" cy="830997"/>
          </a:xfrm>
          <a:prstGeom prst="rect">
            <a:avLst/>
          </a:prstGeom>
          <a:noFill/>
        </p:spPr>
        <p:txBody>
          <a:bodyPr wrap="square" rtlCol="0">
            <a:spAutoFit/>
          </a:bodyPr>
          <a:lstStyle/>
          <a:p>
            <a:r>
              <a:rPr lang="en-US" sz="2400" b="1" dirty="0" smtClean="0">
                <a:solidFill>
                  <a:schemeClr val="tx2"/>
                </a:solidFill>
              </a:rPr>
              <a:t>Select  E-name from </a:t>
            </a:r>
            <a:r>
              <a:rPr lang="en-US" sz="2400" b="1" dirty="0" err="1" smtClean="0">
                <a:solidFill>
                  <a:schemeClr val="tx2"/>
                </a:solidFill>
              </a:rPr>
              <a:t>Emp,Dept</a:t>
            </a:r>
            <a:r>
              <a:rPr lang="en-US" sz="2400" b="1" dirty="0" smtClean="0">
                <a:solidFill>
                  <a:schemeClr val="tx2"/>
                </a:solidFill>
              </a:rPr>
              <a:t> </a:t>
            </a:r>
          </a:p>
          <a:p>
            <a:r>
              <a:rPr lang="en-US" sz="2400" b="1" dirty="0" smtClean="0">
                <a:solidFill>
                  <a:schemeClr val="tx2"/>
                </a:solidFill>
              </a:rPr>
              <a:t>where </a:t>
            </a:r>
            <a:r>
              <a:rPr lang="en-US" sz="2400" b="1" dirty="0" err="1" smtClean="0">
                <a:solidFill>
                  <a:schemeClr val="tx2"/>
                </a:solidFill>
              </a:rPr>
              <a:t>Emp.E</a:t>
            </a:r>
            <a:r>
              <a:rPr lang="en-US" sz="2400" b="1" dirty="0" smtClean="0">
                <a:solidFill>
                  <a:schemeClr val="tx2"/>
                </a:solidFill>
              </a:rPr>
              <a:t>-No = </a:t>
            </a:r>
            <a:r>
              <a:rPr lang="en-US" sz="2400" b="1" dirty="0" err="1" smtClean="0">
                <a:solidFill>
                  <a:schemeClr val="tx2"/>
                </a:solidFill>
              </a:rPr>
              <a:t>Dept.E</a:t>
            </a:r>
            <a:r>
              <a:rPr lang="en-US" sz="2400" b="1" dirty="0" smtClean="0">
                <a:solidFill>
                  <a:schemeClr val="tx2"/>
                </a:solidFill>
              </a:rPr>
              <a:t>-No</a:t>
            </a:r>
            <a:endParaRPr lang="en-US" sz="2400" b="1" dirty="0">
              <a:solidFill>
                <a:schemeClr val="tx2"/>
              </a:solidFill>
            </a:endParaRPr>
          </a:p>
        </p:txBody>
      </p:sp>
      <p:pic>
        <p:nvPicPr>
          <p:cNvPr id="9" name="Picture 8"/>
          <p:cNvPicPr>
            <a:picLocks noChangeAspect="1"/>
          </p:cNvPicPr>
          <p:nvPr/>
        </p:nvPicPr>
        <p:blipFill>
          <a:blip r:embed="rId3"/>
          <a:stretch>
            <a:fillRect/>
          </a:stretch>
        </p:blipFill>
        <p:spPr>
          <a:xfrm>
            <a:off x="1335342" y="50680"/>
            <a:ext cx="3057525" cy="5600700"/>
          </a:xfrm>
          <a:prstGeom prst="rect">
            <a:avLst/>
          </a:prstGeom>
        </p:spPr>
      </p:pic>
      <p:sp>
        <p:nvSpPr>
          <p:cNvPr id="10" name="Rectangle 9"/>
          <p:cNvSpPr/>
          <p:nvPr/>
        </p:nvSpPr>
        <p:spPr>
          <a:xfrm>
            <a:off x="3667300" y="6294357"/>
            <a:ext cx="4443332" cy="369332"/>
          </a:xfrm>
          <a:prstGeom prst="rect">
            <a:avLst/>
          </a:prstGeom>
        </p:spPr>
        <p:txBody>
          <a:bodyPr wrap="none">
            <a:spAutoFit/>
          </a:bodyPr>
          <a:lstStyle/>
          <a:p>
            <a:r>
              <a:rPr lang="en-US" dirty="0"/>
              <a:t>https://www.youtube.com/watch?v=jRxEjmjIIFs</a:t>
            </a:r>
          </a:p>
        </p:txBody>
      </p:sp>
    </p:spTree>
    <p:extLst>
      <p:ext uri="{BB962C8B-B14F-4D97-AF65-F5344CB8AC3E}">
        <p14:creationId xmlns:p14="http://schemas.microsoft.com/office/powerpoint/2010/main" val="508572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47</a:t>
            </a:fld>
            <a:endParaRPr lang="en-US" dirty="0"/>
          </a:p>
        </p:txBody>
      </p:sp>
      <p:pic>
        <p:nvPicPr>
          <p:cNvPr id="5" name="Picture 4"/>
          <p:cNvPicPr>
            <a:picLocks noChangeAspect="1"/>
          </p:cNvPicPr>
          <p:nvPr/>
        </p:nvPicPr>
        <p:blipFill>
          <a:blip r:embed="rId2"/>
          <a:stretch>
            <a:fillRect/>
          </a:stretch>
        </p:blipFill>
        <p:spPr>
          <a:xfrm>
            <a:off x="5257430" y="23258"/>
            <a:ext cx="6210300" cy="3828361"/>
          </a:xfrm>
          <a:prstGeom prst="rect">
            <a:avLst/>
          </a:prstGeom>
        </p:spPr>
      </p:pic>
      <p:sp>
        <p:nvSpPr>
          <p:cNvPr id="6" name="TextBox 5"/>
          <p:cNvSpPr txBox="1"/>
          <p:nvPr/>
        </p:nvSpPr>
        <p:spPr>
          <a:xfrm>
            <a:off x="6565807" y="3919790"/>
            <a:ext cx="4563373" cy="1200329"/>
          </a:xfrm>
          <a:prstGeom prst="rect">
            <a:avLst/>
          </a:prstGeom>
          <a:noFill/>
        </p:spPr>
        <p:txBody>
          <a:bodyPr wrap="square" rtlCol="0">
            <a:spAutoFit/>
          </a:bodyPr>
          <a:lstStyle/>
          <a:p>
            <a:r>
              <a:rPr lang="en-US" sz="2400" dirty="0" smtClean="0">
                <a:solidFill>
                  <a:srgbClr val="FF0000"/>
                </a:solidFill>
              </a:rPr>
              <a:t>Select E-Name from </a:t>
            </a:r>
            <a:r>
              <a:rPr lang="en-US" sz="2400" dirty="0" err="1" smtClean="0">
                <a:solidFill>
                  <a:srgbClr val="FF0000"/>
                </a:solidFill>
              </a:rPr>
              <a:t>Emp,Dept</a:t>
            </a:r>
            <a:r>
              <a:rPr lang="en-US" sz="2400" dirty="0" smtClean="0">
                <a:solidFill>
                  <a:srgbClr val="FF0000"/>
                </a:solidFill>
              </a:rPr>
              <a:t>  </a:t>
            </a:r>
          </a:p>
          <a:p>
            <a:r>
              <a:rPr lang="en-US" sz="2400" dirty="0" smtClean="0">
                <a:solidFill>
                  <a:srgbClr val="FF0000"/>
                </a:solidFill>
              </a:rPr>
              <a:t>where </a:t>
            </a:r>
            <a:r>
              <a:rPr lang="en-US" sz="2400" dirty="0" err="1" smtClean="0">
                <a:solidFill>
                  <a:srgbClr val="FF0000"/>
                </a:solidFill>
              </a:rPr>
              <a:t>Emp.E</a:t>
            </a:r>
            <a:r>
              <a:rPr lang="en-US" sz="2400" dirty="0" smtClean="0">
                <a:solidFill>
                  <a:srgbClr val="FF0000"/>
                </a:solidFill>
              </a:rPr>
              <a:t>-No = </a:t>
            </a:r>
            <a:r>
              <a:rPr lang="en-US" sz="2400" dirty="0" err="1" smtClean="0">
                <a:solidFill>
                  <a:srgbClr val="FF0000"/>
                </a:solidFill>
              </a:rPr>
              <a:t>Dept.E</a:t>
            </a:r>
            <a:r>
              <a:rPr lang="en-US" sz="2400" dirty="0" smtClean="0">
                <a:solidFill>
                  <a:srgbClr val="FF0000"/>
                </a:solidFill>
              </a:rPr>
              <a:t>-No </a:t>
            </a:r>
          </a:p>
          <a:p>
            <a:r>
              <a:rPr lang="en-US" sz="2400" dirty="0" smtClean="0">
                <a:solidFill>
                  <a:srgbClr val="FF0000"/>
                </a:solidFill>
              </a:rPr>
              <a:t>AND Emp.Adress = Dept.Address</a:t>
            </a:r>
            <a:endParaRPr lang="en-US" sz="2400" dirty="0">
              <a:solidFill>
                <a:srgbClr val="FF0000"/>
              </a:solidFill>
            </a:endParaRPr>
          </a:p>
        </p:txBody>
      </p:sp>
      <p:sp>
        <p:nvSpPr>
          <p:cNvPr id="13" name="Rectangle 1"/>
          <p:cNvSpPr>
            <a:spLocks noChangeArrowheads="1"/>
          </p:cNvSpPr>
          <p:nvPr/>
        </p:nvSpPr>
        <p:spPr bwMode="auto">
          <a:xfrm>
            <a:off x="0" y="146959"/>
            <a:ext cx="2400301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222222"/>
                </a:solidFill>
                <a:effectLst/>
                <a:latin typeface="Courier 10 Pitch"/>
              </a:rPr>
              <a:t>⋈</a:t>
            </a:r>
            <a:r>
              <a:rPr kumimoji="0" lang="en-US" altLang="en-US" sz="8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5" name="Rectangle 3"/>
          <p:cNvSpPr>
            <a:spLocks noChangeArrowheads="1"/>
          </p:cNvSpPr>
          <p:nvPr/>
        </p:nvSpPr>
        <p:spPr bwMode="auto">
          <a:xfrm>
            <a:off x="152400" y="296361"/>
            <a:ext cx="213520"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2" name="Picture 1"/>
          <p:cNvPicPr>
            <a:picLocks noChangeAspect="1"/>
          </p:cNvPicPr>
          <p:nvPr/>
        </p:nvPicPr>
        <p:blipFill>
          <a:blip r:embed="rId3"/>
          <a:stretch>
            <a:fillRect/>
          </a:stretch>
        </p:blipFill>
        <p:spPr>
          <a:xfrm>
            <a:off x="2643919" y="5126947"/>
            <a:ext cx="8715375" cy="1086584"/>
          </a:xfrm>
          <a:prstGeom prst="rect">
            <a:avLst/>
          </a:prstGeom>
        </p:spPr>
      </p:pic>
      <p:pic>
        <p:nvPicPr>
          <p:cNvPr id="3" name="Picture 2"/>
          <p:cNvPicPr>
            <a:picLocks noChangeAspect="1"/>
          </p:cNvPicPr>
          <p:nvPr/>
        </p:nvPicPr>
        <p:blipFill>
          <a:blip r:embed="rId4"/>
          <a:stretch>
            <a:fillRect/>
          </a:stretch>
        </p:blipFill>
        <p:spPr>
          <a:xfrm>
            <a:off x="1094027" y="0"/>
            <a:ext cx="3864835" cy="4979988"/>
          </a:xfrm>
          <a:prstGeom prst="rect">
            <a:avLst/>
          </a:prstGeom>
        </p:spPr>
      </p:pic>
      <p:sp>
        <p:nvSpPr>
          <p:cNvPr id="7" name="Rectangle 6"/>
          <p:cNvSpPr/>
          <p:nvPr/>
        </p:nvSpPr>
        <p:spPr>
          <a:xfrm>
            <a:off x="4000204" y="6395447"/>
            <a:ext cx="4847289" cy="369332"/>
          </a:xfrm>
          <a:prstGeom prst="rect">
            <a:avLst/>
          </a:prstGeom>
        </p:spPr>
        <p:txBody>
          <a:bodyPr wrap="none">
            <a:spAutoFit/>
          </a:bodyPr>
          <a:lstStyle/>
          <a:p>
            <a:r>
              <a:rPr lang="en-US" dirty="0"/>
              <a:t>https://www.youtube.com/watch?v=lUiPjkOQG9w</a:t>
            </a:r>
          </a:p>
        </p:txBody>
      </p:sp>
    </p:spTree>
    <p:extLst>
      <p:ext uri="{BB962C8B-B14F-4D97-AF65-F5344CB8AC3E}">
        <p14:creationId xmlns:p14="http://schemas.microsoft.com/office/powerpoint/2010/main" val="220980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909956" y="1725283"/>
            <a:ext cx="8582025" cy="1790700"/>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48</a:t>
            </a:fld>
            <a:endParaRPr lang="en-US" dirty="0"/>
          </a:p>
        </p:txBody>
      </p:sp>
    </p:spTree>
    <p:extLst>
      <p:ext uri="{BB962C8B-B14F-4D97-AF65-F5344CB8AC3E}">
        <p14:creationId xmlns:p14="http://schemas.microsoft.com/office/powerpoint/2010/main" val="311278198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49</a:t>
            </a:fld>
            <a:endParaRPr lang="en-US" dirty="0"/>
          </a:p>
        </p:txBody>
      </p:sp>
      <p:pic>
        <p:nvPicPr>
          <p:cNvPr id="5" name="Picture 4"/>
          <p:cNvPicPr>
            <a:picLocks noChangeAspect="1"/>
          </p:cNvPicPr>
          <p:nvPr/>
        </p:nvPicPr>
        <p:blipFill>
          <a:blip r:embed="rId2"/>
          <a:stretch>
            <a:fillRect/>
          </a:stretch>
        </p:blipFill>
        <p:spPr>
          <a:xfrm>
            <a:off x="2022690" y="76739"/>
            <a:ext cx="8639175" cy="1390650"/>
          </a:xfrm>
          <a:prstGeom prst="rect">
            <a:avLst/>
          </a:prstGeom>
        </p:spPr>
      </p:pic>
      <p:pic>
        <p:nvPicPr>
          <p:cNvPr id="6" name="Picture 5"/>
          <p:cNvPicPr>
            <a:picLocks noChangeAspect="1"/>
          </p:cNvPicPr>
          <p:nvPr/>
        </p:nvPicPr>
        <p:blipFill>
          <a:blip r:embed="rId3"/>
          <a:stretch>
            <a:fillRect/>
          </a:stretch>
        </p:blipFill>
        <p:spPr>
          <a:xfrm>
            <a:off x="2757847" y="1554911"/>
            <a:ext cx="6486525" cy="3275881"/>
          </a:xfrm>
          <a:prstGeom prst="rect">
            <a:avLst/>
          </a:prstGeom>
        </p:spPr>
      </p:pic>
      <p:pic>
        <p:nvPicPr>
          <p:cNvPr id="7" name="Picture 6"/>
          <p:cNvPicPr>
            <a:picLocks noChangeAspect="1"/>
          </p:cNvPicPr>
          <p:nvPr/>
        </p:nvPicPr>
        <p:blipFill>
          <a:blip r:embed="rId4"/>
          <a:stretch>
            <a:fillRect/>
          </a:stretch>
        </p:blipFill>
        <p:spPr>
          <a:xfrm>
            <a:off x="2022690" y="4994694"/>
            <a:ext cx="8324850" cy="1656272"/>
          </a:xfrm>
          <a:prstGeom prst="rect">
            <a:avLst/>
          </a:prstGeom>
        </p:spPr>
      </p:pic>
    </p:spTree>
    <p:extLst>
      <p:ext uri="{BB962C8B-B14F-4D97-AF65-F5344CB8AC3E}">
        <p14:creationId xmlns:p14="http://schemas.microsoft.com/office/powerpoint/2010/main" val="130497211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50</a:t>
            </a:fld>
            <a:endParaRPr lang="en-US" dirty="0"/>
          </a:p>
        </p:txBody>
      </p:sp>
      <p:pic>
        <p:nvPicPr>
          <p:cNvPr id="5" name="Picture 4"/>
          <p:cNvPicPr>
            <a:picLocks noChangeAspect="1"/>
          </p:cNvPicPr>
          <p:nvPr/>
        </p:nvPicPr>
        <p:blipFill>
          <a:blip r:embed="rId2"/>
          <a:stretch>
            <a:fillRect/>
          </a:stretch>
        </p:blipFill>
        <p:spPr>
          <a:xfrm>
            <a:off x="1339355" y="2938732"/>
            <a:ext cx="8686800" cy="3524250"/>
          </a:xfrm>
          <a:prstGeom prst="rect">
            <a:avLst/>
          </a:prstGeom>
        </p:spPr>
      </p:pic>
      <p:pic>
        <p:nvPicPr>
          <p:cNvPr id="6" name="Picture 5"/>
          <p:cNvPicPr>
            <a:picLocks noChangeAspect="1"/>
          </p:cNvPicPr>
          <p:nvPr/>
        </p:nvPicPr>
        <p:blipFill>
          <a:blip r:embed="rId3"/>
          <a:stretch>
            <a:fillRect/>
          </a:stretch>
        </p:blipFill>
        <p:spPr>
          <a:xfrm>
            <a:off x="5345772" y="200565"/>
            <a:ext cx="6486525" cy="2585768"/>
          </a:xfrm>
          <a:prstGeom prst="rect">
            <a:avLst/>
          </a:prstGeom>
        </p:spPr>
      </p:pic>
      <p:sp>
        <p:nvSpPr>
          <p:cNvPr id="7" name="Rectangle 6"/>
          <p:cNvSpPr/>
          <p:nvPr/>
        </p:nvSpPr>
        <p:spPr>
          <a:xfrm>
            <a:off x="4622209" y="6488668"/>
            <a:ext cx="5466496" cy="369332"/>
          </a:xfrm>
          <a:prstGeom prst="rect">
            <a:avLst/>
          </a:prstGeom>
        </p:spPr>
        <p:txBody>
          <a:bodyPr wrap="none">
            <a:spAutoFit/>
          </a:bodyPr>
          <a:lstStyle/>
          <a:p>
            <a:r>
              <a:rPr lang="en-US" dirty="0"/>
              <a:t>https://www.tutorialspoint.com/dbms/database_joins.htm</a:t>
            </a:r>
          </a:p>
        </p:txBody>
      </p:sp>
    </p:spTree>
    <p:extLst>
      <p:ext uri="{BB962C8B-B14F-4D97-AF65-F5344CB8AC3E}">
        <p14:creationId xmlns:p14="http://schemas.microsoft.com/office/powerpoint/2010/main" val="32579487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51</a:t>
            </a:fld>
            <a:endParaRPr lang="en-US" dirty="0"/>
          </a:p>
        </p:txBody>
      </p:sp>
      <p:pic>
        <p:nvPicPr>
          <p:cNvPr id="5" name="Picture 4"/>
          <p:cNvPicPr>
            <a:picLocks noChangeAspect="1"/>
          </p:cNvPicPr>
          <p:nvPr/>
        </p:nvPicPr>
        <p:blipFill>
          <a:blip r:embed="rId2"/>
          <a:stretch>
            <a:fillRect/>
          </a:stretch>
        </p:blipFill>
        <p:spPr>
          <a:xfrm>
            <a:off x="408285" y="2401886"/>
            <a:ext cx="8696325" cy="4057650"/>
          </a:xfrm>
          <a:prstGeom prst="rect">
            <a:avLst/>
          </a:prstGeom>
        </p:spPr>
      </p:pic>
      <p:pic>
        <p:nvPicPr>
          <p:cNvPr id="6" name="Picture 5"/>
          <p:cNvPicPr>
            <a:picLocks noChangeAspect="1"/>
          </p:cNvPicPr>
          <p:nvPr/>
        </p:nvPicPr>
        <p:blipFill>
          <a:blip r:embed="rId3"/>
          <a:stretch>
            <a:fillRect/>
          </a:stretch>
        </p:blipFill>
        <p:spPr>
          <a:xfrm>
            <a:off x="5294013" y="34654"/>
            <a:ext cx="6486525" cy="2180327"/>
          </a:xfrm>
          <a:prstGeom prst="rect">
            <a:avLst/>
          </a:prstGeom>
        </p:spPr>
      </p:pic>
    </p:spTree>
    <p:extLst>
      <p:ext uri="{BB962C8B-B14F-4D97-AF65-F5344CB8AC3E}">
        <p14:creationId xmlns:p14="http://schemas.microsoft.com/office/powerpoint/2010/main" val="37987806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52</a:t>
            </a:fld>
            <a:endParaRPr lang="en-US" dirty="0"/>
          </a:p>
        </p:txBody>
      </p:sp>
      <p:pic>
        <p:nvPicPr>
          <p:cNvPr id="5" name="Picture 4"/>
          <p:cNvPicPr>
            <a:picLocks noChangeAspect="1"/>
          </p:cNvPicPr>
          <p:nvPr/>
        </p:nvPicPr>
        <p:blipFill>
          <a:blip r:embed="rId2"/>
          <a:stretch>
            <a:fillRect/>
          </a:stretch>
        </p:blipFill>
        <p:spPr>
          <a:xfrm>
            <a:off x="5302729" y="277812"/>
            <a:ext cx="6210300" cy="3828361"/>
          </a:xfrm>
          <a:prstGeom prst="rect">
            <a:avLst/>
          </a:prstGeom>
        </p:spPr>
      </p:pic>
      <p:sp>
        <p:nvSpPr>
          <p:cNvPr id="6" name="TextBox 5"/>
          <p:cNvSpPr txBox="1"/>
          <p:nvPr/>
        </p:nvSpPr>
        <p:spPr>
          <a:xfrm>
            <a:off x="6126192" y="4446879"/>
            <a:ext cx="4563373" cy="1200329"/>
          </a:xfrm>
          <a:prstGeom prst="rect">
            <a:avLst/>
          </a:prstGeom>
          <a:noFill/>
        </p:spPr>
        <p:txBody>
          <a:bodyPr wrap="square" rtlCol="0">
            <a:spAutoFit/>
          </a:bodyPr>
          <a:lstStyle/>
          <a:p>
            <a:r>
              <a:rPr lang="en-US" sz="2400" dirty="0" smtClean="0">
                <a:solidFill>
                  <a:srgbClr val="FF0000"/>
                </a:solidFill>
              </a:rPr>
              <a:t>Select E-Name from </a:t>
            </a:r>
            <a:r>
              <a:rPr lang="en-US" sz="2400" dirty="0" err="1" smtClean="0">
                <a:solidFill>
                  <a:srgbClr val="FF0000"/>
                </a:solidFill>
              </a:rPr>
              <a:t>Emp,Dept</a:t>
            </a:r>
            <a:r>
              <a:rPr lang="en-US" sz="2400" dirty="0" smtClean="0">
                <a:solidFill>
                  <a:srgbClr val="FF0000"/>
                </a:solidFill>
              </a:rPr>
              <a:t>  </a:t>
            </a:r>
          </a:p>
          <a:p>
            <a:r>
              <a:rPr lang="en-US" sz="2400" dirty="0" smtClean="0">
                <a:solidFill>
                  <a:srgbClr val="FF0000"/>
                </a:solidFill>
              </a:rPr>
              <a:t>where </a:t>
            </a:r>
            <a:r>
              <a:rPr lang="en-US" sz="2400" dirty="0" err="1" smtClean="0">
                <a:solidFill>
                  <a:srgbClr val="FF0000"/>
                </a:solidFill>
              </a:rPr>
              <a:t>Emp.E</a:t>
            </a:r>
            <a:r>
              <a:rPr lang="en-US" sz="2400" dirty="0" smtClean="0">
                <a:solidFill>
                  <a:srgbClr val="FF0000"/>
                </a:solidFill>
              </a:rPr>
              <a:t>-No = </a:t>
            </a:r>
            <a:r>
              <a:rPr lang="en-US" sz="2400" dirty="0" err="1" smtClean="0">
                <a:solidFill>
                  <a:srgbClr val="FF0000"/>
                </a:solidFill>
              </a:rPr>
              <a:t>Dept.E</a:t>
            </a:r>
            <a:r>
              <a:rPr lang="en-US" sz="2400" dirty="0" smtClean="0">
                <a:solidFill>
                  <a:srgbClr val="FF0000"/>
                </a:solidFill>
              </a:rPr>
              <a:t>-No </a:t>
            </a:r>
          </a:p>
          <a:p>
            <a:r>
              <a:rPr lang="en-US" sz="2400" dirty="0" smtClean="0">
                <a:solidFill>
                  <a:srgbClr val="FF0000"/>
                </a:solidFill>
              </a:rPr>
              <a:t>AND Emp.Adress = Dept.Address</a:t>
            </a:r>
            <a:endParaRPr lang="en-US" sz="2400" dirty="0">
              <a:solidFill>
                <a:srgbClr val="FF0000"/>
              </a:solidFill>
            </a:endParaRPr>
          </a:p>
        </p:txBody>
      </p:sp>
      <p:sp>
        <p:nvSpPr>
          <p:cNvPr id="9" name="TextBox 8"/>
          <p:cNvSpPr txBox="1"/>
          <p:nvPr/>
        </p:nvSpPr>
        <p:spPr>
          <a:xfrm>
            <a:off x="1664897" y="6065836"/>
            <a:ext cx="7712015" cy="369332"/>
          </a:xfrm>
          <a:prstGeom prst="rect">
            <a:avLst/>
          </a:prstGeom>
          <a:noFill/>
        </p:spPr>
        <p:txBody>
          <a:bodyPr wrap="square" rtlCol="0">
            <a:spAutoFit/>
          </a:bodyPr>
          <a:lstStyle/>
          <a:p>
            <a:r>
              <a:rPr lang="en-US" dirty="0" smtClean="0"/>
              <a:t>∏ E-Name (</a:t>
            </a:r>
            <a:r>
              <a:rPr lang="el-GR" dirty="0" smtClean="0"/>
              <a:t>σ</a:t>
            </a:r>
            <a:r>
              <a:rPr lang="en-US" dirty="0" smtClean="0"/>
              <a:t> </a:t>
            </a:r>
            <a:r>
              <a:rPr lang="en-US" dirty="0">
                <a:solidFill>
                  <a:srgbClr val="FF0000"/>
                </a:solidFill>
              </a:rPr>
              <a:t>Emp.E-No = </a:t>
            </a:r>
            <a:r>
              <a:rPr lang="en-US" dirty="0" smtClean="0">
                <a:solidFill>
                  <a:srgbClr val="FF0000"/>
                </a:solidFill>
              </a:rPr>
              <a:t>Dept.E-No </a:t>
            </a:r>
            <a:r>
              <a:rPr lang="en-US" dirty="0" smtClean="0"/>
              <a:t>∧ </a:t>
            </a:r>
            <a:r>
              <a:rPr lang="en-US" dirty="0">
                <a:solidFill>
                  <a:srgbClr val="FF0000"/>
                </a:solidFill>
              </a:rPr>
              <a:t>Emp.Adress = </a:t>
            </a:r>
            <a:r>
              <a:rPr lang="en-US" dirty="0" smtClean="0">
                <a:solidFill>
                  <a:srgbClr val="FF0000"/>
                </a:solidFill>
              </a:rPr>
              <a:t>Dept.Address) </a:t>
            </a:r>
            <a:r>
              <a:rPr lang="en-US" dirty="0" smtClean="0"/>
              <a:t>  </a:t>
            </a:r>
            <a:endParaRPr lang="en-US" dirty="0"/>
          </a:p>
        </p:txBody>
      </p:sp>
      <p:sp>
        <p:nvSpPr>
          <p:cNvPr id="12" name="TextBox 11"/>
          <p:cNvSpPr txBox="1"/>
          <p:nvPr/>
        </p:nvSpPr>
        <p:spPr>
          <a:xfrm>
            <a:off x="7841412" y="5839220"/>
            <a:ext cx="1630392" cy="369332"/>
          </a:xfrm>
          <a:prstGeom prst="rect">
            <a:avLst/>
          </a:prstGeom>
          <a:noFill/>
        </p:spPr>
        <p:txBody>
          <a:bodyPr wrap="square" rtlCol="0">
            <a:spAutoFit/>
          </a:bodyPr>
          <a:lstStyle/>
          <a:p>
            <a:r>
              <a:rPr lang="en-US" dirty="0" smtClean="0"/>
              <a:t>(</a:t>
            </a:r>
            <a:r>
              <a:rPr lang="en-US" dirty="0" err="1" smtClean="0"/>
              <a:t>Emp</a:t>
            </a:r>
            <a:r>
              <a:rPr lang="en-US" dirty="0" smtClean="0"/>
              <a:t>     </a:t>
            </a:r>
            <a:endParaRPr lang="en-US" dirty="0"/>
          </a:p>
        </p:txBody>
      </p:sp>
      <p:sp>
        <p:nvSpPr>
          <p:cNvPr id="13" name="Rectangle 1"/>
          <p:cNvSpPr>
            <a:spLocks noChangeArrowheads="1"/>
          </p:cNvSpPr>
          <p:nvPr/>
        </p:nvSpPr>
        <p:spPr bwMode="auto">
          <a:xfrm>
            <a:off x="0" y="146959"/>
            <a:ext cx="2400301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222222"/>
                </a:solidFill>
                <a:effectLst/>
                <a:latin typeface="Courier 10 Pitch"/>
              </a:rPr>
              <a:t>⋈</a:t>
            </a:r>
            <a:r>
              <a:rPr kumimoji="0" lang="en-US" altLang="en-US" sz="8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5" name="Rectangle 3"/>
          <p:cNvSpPr>
            <a:spLocks noChangeArrowheads="1"/>
          </p:cNvSpPr>
          <p:nvPr/>
        </p:nvSpPr>
        <p:spPr bwMode="auto">
          <a:xfrm>
            <a:off x="152400" y="296361"/>
            <a:ext cx="213520"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15"/>
          <p:cNvSpPr/>
          <p:nvPr/>
        </p:nvSpPr>
        <p:spPr>
          <a:xfrm>
            <a:off x="8444049" y="5839220"/>
            <a:ext cx="612027" cy="369332"/>
          </a:xfrm>
          <a:prstGeom prst="rect">
            <a:avLst/>
          </a:prstGeom>
        </p:spPr>
        <p:txBody>
          <a:bodyPr wrap="square">
            <a:spAutoFit/>
          </a:bodyPr>
          <a:lstStyle/>
          <a:p>
            <a:pPr lvl="0" defTabSz="914400" eaLnBrk="0" fontAlgn="base" hangingPunct="0">
              <a:spcBef>
                <a:spcPct val="0"/>
              </a:spcBef>
              <a:spcAft>
                <a:spcPct val="0"/>
              </a:spcAft>
            </a:pPr>
            <a:r>
              <a:rPr lang="en-US" altLang="en-US" dirty="0" smtClean="0">
                <a:solidFill>
                  <a:srgbClr val="222222"/>
                </a:solidFill>
                <a:latin typeface="Courier 10 Pitch"/>
              </a:rPr>
              <a:t>⋈</a:t>
            </a:r>
            <a:r>
              <a:rPr lang="en-US" altLang="en-US" sz="1400" dirty="0" smtClean="0"/>
              <a:t> </a:t>
            </a:r>
            <a:endParaRPr lang="en-US" altLang="en-US" sz="4000" dirty="0">
              <a:latin typeface="Arial" panose="020B0604020202020204" pitchFamily="34" charset="0"/>
            </a:endParaRPr>
          </a:p>
        </p:txBody>
      </p:sp>
      <p:sp>
        <p:nvSpPr>
          <p:cNvPr id="17" name="TextBox 16"/>
          <p:cNvSpPr txBox="1"/>
          <p:nvPr/>
        </p:nvSpPr>
        <p:spPr>
          <a:xfrm>
            <a:off x="8867144" y="5883274"/>
            <a:ext cx="901431" cy="369332"/>
          </a:xfrm>
          <a:prstGeom prst="rect">
            <a:avLst/>
          </a:prstGeom>
          <a:noFill/>
        </p:spPr>
        <p:txBody>
          <a:bodyPr wrap="square" rtlCol="0">
            <a:spAutoFit/>
          </a:bodyPr>
          <a:lstStyle/>
          <a:p>
            <a:r>
              <a:rPr lang="en-US" dirty="0" err="1" smtClean="0"/>
              <a:t>Dept</a:t>
            </a:r>
            <a:r>
              <a:rPr lang="en-US" dirty="0" smtClean="0"/>
              <a:t>)</a:t>
            </a:r>
            <a:endParaRPr lang="en-US" dirty="0"/>
          </a:p>
        </p:txBody>
      </p:sp>
      <p:sp>
        <p:nvSpPr>
          <p:cNvPr id="19" name="Rectangle 18"/>
          <p:cNvSpPr/>
          <p:nvPr/>
        </p:nvSpPr>
        <p:spPr>
          <a:xfrm>
            <a:off x="3821522" y="6400564"/>
            <a:ext cx="4609339" cy="369332"/>
          </a:xfrm>
          <a:prstGeom prst="rect">
            <a:avLst/>
          </a:prstGeom>
        </p:spPr>
        <p:txBody>
          <a:bodyPr wrap="none">
            <a:spAutoFit/>
          </a:bodyPr>
          <a:lstStyle/>
          <a:p>
            <a:r>
              <a:rPr lang="en-US" dirty="0"/>
              <a:t>https://www.guru99.com/joins-sql-left-right.html</a:t>
            </a:r>
          </a:p>
        </p:txBody>
      </p:sp>
    </p:spTree>
    <p:extLst>
      <p:ext uri="{BB962C8B-B14F-4D97-AF65-F5344CB8AC3E}">
        <p14:creationId xmlns:p14="http://schemas.microsoft.com/office/powerpoint/2010/main" val="325170050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819</TotalTime>
  <Words>265</Words>
  <Application>Microsoft Office PowerPoint</Application>
  <PresentationFormat>Widescreen</PresentationFormat>
  <Paragraphs>95</Paragraphs>
  <Slides>52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Courier 10 Pitch</vt:lpstr>
      <vt:lpstr>Roboto</vt:lpstr>
      <vt:lpstr>Times New Roman</vt:lpstr>
      <vt:lpstr>Trebuchet MS</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Shardha Nand</dc:creator>
  <cp:lastModifiedBy>Shardha Nand</cp:lastModifiedBy>
  <cp:revision>111</cp:revision>
  <dcterms:created xsi:type="dcterms:W3CDTF">2023-05-21T12:59:42Z</dcterms:created>
  <dcterms:modified xsi:type="dcterms:W3CDTF">2023-05-25T15:46:28Z</dcterms:modified>
</cp:coreProperties>
</file>