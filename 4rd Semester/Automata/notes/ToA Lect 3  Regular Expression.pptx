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7" r:id="rId2"/>
    <p:sldId id="393" r:id="rId3"/>
    <p:sldId id="394" r:id="rId4"/>
    <p:sldId id="395" r:id="rId5"/>
    <p:sldId id="396" r:id="rId6"/>
    <p:sldId id="356" r:id="rId7"/>
    <p:sldId id="354" r:id="rId8"/>
    <p:sldId id="355" r:id="rId9"/>
    <p:sldId id="359" r:id="rId10"/>
    <p:sldId id="360" r:id="rId11"/>
    <p:sldId id="357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58" r:id="rId39"/>
    <p:sldId id="388" r:id="rId40"/>
    <p:sldId id="389" r:id="rId41"/>
    <p:sldId id="256" r:id="rId42"/>
    <p:sldId id="391" r:id="rId43"/>
    <p:sldId id="392" r:id="rId44"/>
    <p:sldId id="259" r:id="rId45"/>
    <p:sldId id="260" r:id="rId46"/>
    <p:sldId id="261" r:id="rId47"/>
    <p:sldId id="262" r:id="rId48"/>
    <p:sldId id="26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t>4/11/2022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t>4/11/2022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t>4/11/2022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t>4/11/2022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t>4/11/2022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CS-214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75DEA5-836A-4454-AEBE-DB7FDA57F650}"/>
              </a:ext>
            </a:extLst>
          </p:cNvPr>
          <p:cNvSpPr txBox="1"/>
          <p:nvPr/>
        </p:nvSpPr>
        <p:spPr>
          <a:xfrm>
            <a:off x="199693" y="6210779"/>
            <a:ext cx="8319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2019                              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F283A5-E1A7-4F8A-B993-105D94D5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2782" y="1775054"/>
            <a:ext cx="7087896" cy="1915647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 (R.E)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C519E0-5B74-463C-96B4-4A142295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7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53CF8D-3A6F-420D-9A32-1AC33700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8" y="225758"/>
            <a:ext cx="5052324" cy="60913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E34C37-1AF9-42BE-93ED-699DD37A1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29" y="837658"/>
            <a:ext cx="8557523" cy="579458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accepted by finite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when described by simple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called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can also be described as a sequence of pattern that defines a string. 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used to match character combinations in strings.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Symbols in RE: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	       Use to select one option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then it will be either a or b.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Use for concatenation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then the output will be  ab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/ +   Use as power (closure)      a* / a</a:t>
            </a:r>
            <a:r>
              <a:rPr lang="en-US" sz="2200" b="1" baseline="3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repetition of symbol</a:t>
            </a:r>
          </a:p>
          <a:p>
            <a:pPr lvl="1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ɛ/˄       Use for null character.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FC42C32-EAE0-429E-A3BD-18A66C75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0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3BE75A-86CC-4287-8A3E-D329862A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99" y="295729"/>
            <a:ext cx="8946541" cy="656227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Example-1:  All words having one character length are valid.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{a, b}.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Example-2:  All words having two character length are valid.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ab,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aa+ab+ba+bb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association Law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a(a + b) + b (a + b)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199D74-5BA5-438D-A2A2-C3FF73A9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8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11571C-C4DB-434A-A27C-3A6DD8B5C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08" y="295729"/>
            <a:ext cx="8946541" cy="313327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Example-3: All words having at most two words are valid.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{ɛ, a, b, aa, ab,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ɛ+a+b+aa+ab+ba+bb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BBA1CB-B463-4195-BF8A-629BF087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55EC894-4F1C-4606-9F84-12EFBB5AAED2}"/>
              </a:ext>
            </a:extLst>
          </p:cNvPr>
          <p:cNvSpPr txBox="1"/>
          <p:nvPr/>
        </p:nvSpPr>
        <p:spPr>
          <a:xfrm>
            <a:off x="609600" y="2740009"/>
            <a:ext cx="556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ɛ+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601EAED-10F5-423D-8627-30C0F31949A3}"/>
              </a:ext>
            </a:extLst>
          </p:cNvPr>
          <p:cNvSpPr txBox="1"/>
          <p:nvPr/>
        </p:nvSpPr>
        <p:spPr>
          <a:xfrm>
            <a:off x="1626635" y="2740009"/>
            <a:ext cx="556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ɛ+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08A66F0-7D1B-4B32-B513-630EA2A20A56}"/>
              </a:ext>
            </a:extLst>
          </p:cNvPr>
          <p:cNvSpPr txBox="1"/>
          <p:nvPr/>
        </p:nvSpPr>
        <p:spPr>
          <a:xfrm>
            <a:off x="1436029" y="3379664"/>
            <a:ext cx="2791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ɛ+ ɛ   =    0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B933805-309A-44BD-9D9F-82BDD303BCA7}"/>
              </a:ext>
            </a:extLst>
          </p:cNvPr>
          <p:cNvSpPr txBox="1"/>
          <p:nvPr/>
        </p:nvSpPr>
        <p:spPr>
          <a:xfrm>
            <a:off x="1436029" y="3807045"/>
            <a:ext cx="2791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ɛ+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= a or b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8DDD2A4-87F8-46F2-9B29-E8CE95B7B446}"/>
              </a:ext>
            </a:extLst>
          </p:cNvPr>
          <p:cNvSpPr txBox="1"/>
          <p:nvPr/>
        </p:nvSpPr>
        <p:spPr>
          <a:xfrm>
            <a:off x="1432646" y="4446700"/>
            <a:ext cx="4663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=  aa , ab,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</a:t>
            </a:r>
          </a:p>
        </p:txBody>
      </p:sp>
    </p:spTree>
    <p:extLst>
      <p:ext uri="{BB962C8B-B14F-4D97-AF65-F5344CB8AC3E}">
        <p14:creationId xmlns:p14="http://schemas.microsoft.com/office/powerpoint/2010/main" val="218838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6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E04E7D-BE81-4337-AEBB-5165E601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54" y="225757"/>
            <a:ext cx="6245019" cy="767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 (Power / Looping)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C9A497-16B2-449C-A012-2FBE4BEE2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08" y="1244535"/>
            <a:ext cx="7841905" cy="5387707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write a statement: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</a:t>
            </a:r>
            <a:r>
              <a:rPr lang="en-US" sz="2200" b="1" baseline="4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n &gt;0,   a, aa,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……………….}</a:t>
            </a:r>
            <a:endParaRPr lang="en-US" sz="2200" b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 there in no concept of using any variable for representing any Regular Infinite Language.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Instead of any character we use two special symbol.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&gt; 0.  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baseline="4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&gt;=0.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5EFD0CA-3DA1-421C-8D4C-30CE30C9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7B0821C-0F32-4DC9-B04C-89B710595269}"/>
              </a:ext>
            </a:extLst>
          </p:cNvPr>
          <p:cNvSpPr txBox="1"/>
          <p:nvPr/>
        </p:nvSpPr>
        <p:spPr>
          <a:xfrm>
            <a:off x="3988905" y="4439043"/>
            <a:ext cx="3169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aa,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3F3182C-FF55-45F4-B8F6-318C5003E713}"/>
              </a:ext>
            </a:extLst>
          </p:cNvPr>
          <p:cNvSpPr txBox="1"/>
          <p:nvPr/>
        </p:nvSpPr>
        <p:spPr>
          <a:xfrm>
            <a:off x="3988905" y="5613465"/>
            <a:ext cx="4008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ɛ, a, aa,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</a:t>
            </a:r>
          </a:p>
        </p:txBody>
      </p:sp>
    </p:spTree>
    <p:extLst>
      <p:ext uri="{BB962C8B-B14F-4D97-AF65-F5344CB8AC3E}">
        <p14:creationId xmlns:p14="http://schemas.microsoft.com/office/powerpoint/2010/main" val="366885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B9A9B4-5E74-4A03-B30B-0AA8DE29D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17" y="295729"/>
            <a:ext cx="8946541" cy="6330358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Examlpe:1. All word having any length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 ɛ,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a,b,aa,ab,ba,bb,aaa,aab,aba,abb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,……………}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R.E = 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Examlpe:1. All word having at least one character length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a,b,aa,ab,ba,bb,aaa,aab,aba,abb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,……………}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R.E 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R.E 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baseline="4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98BA3AE-DC22-4AE3-AD1E-992B5832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E642423-12AB-4104-AA0F-E0256BA8F35C}"/>
              </a:ext>
            </a:extLst>
          </p:cNvPr>
          <p:cNvSpPr txBox="1"/>
          <p:nvPr/>
        </p:nvSpPr>
        <p:spPr>
          <a:xfrm>
            <a:off x="2080591" y="2252869"/>
            <a:ext cx="838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619634-EB95-47E9-B29F-E20B96C186C3}"/>
              </a:ext>
            </a:extLst>
          </p:cNvPr>
          <p:cNvSpPr txBox="1"/>
          <p:nvPr/>
        </p:nvSpPr>
        <p:spPr>
          <a:xfrm>
            <a:off x="2027583" y="4723319"/>
            <a:ext cx="135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DA1700F-4B59-4A75-9C0F-230BB856814D}"/>
              </a:ext>
            </a:extLst>
          </p:cNvPr>
          <p:cNvSpPr txBox="1"/>
          <p:nvPr/>
        </p:nvSpPr>
        <p:spPr>
          <a:xfrm>
            <a:off x="2733259" y="4723318"/>
            <a:ext cx="838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A39D0BD-89CF-4121-AF25-4EBA1D0E01C1}"/>
              </a:ext>
            </a:extLst>
          </p:cNvPr>
          <p:cNvSpPr txBox="1"/>
          <p:nvPr/>
        </p:nvSpPr>
        <p:spPr>
          <a:xfrm>
            <a:off x="2027583" y="5568685"/>
            <a:ext cx="838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00617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8067A8-B0A5-4449-9F0F-5517A6521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2208"/>
            <a:ext cx="8277988" cy="630140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All words having at least one and at most 3 character length are valid.</a:t>
            </a:r>
          </a:p>
          <a:p>
            <a:pPr marL="0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All words having at least length of one character are valid.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All words having at least length of Two character are valid.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a are valid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start with ab are valid.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ends with bb are valid.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L7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L8 = All words that starts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AACF9D5-F834-4F8E-A439-3439E729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EAD4504-F03E-405F-A7CD-26366325A9D3}"/>
              </a:ext>
            </a:extLst>
          </p:cNvPr>
          <p:cNvSpPr txBox="1"/>
          <p:nvPr/>
        </p:nvSpPr>
        <p:spPr>
          <a:xfrm>
            <a:off x="8494644" y="1272209"/>
            <a:ext cx="175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22BF026-4D98-450D-B66B-602603072413}"/>
              </a:ext>
            </a:extLst>
          </p:cNvPr>
          <p:cNvSpPr txBox="1"/>
          <p:nvPr/>
        </p:nvSpPr>
        <p:spPr>
          <a:xfrm>
            <a:off x="8494643" y="1978149"/>
            <a:ext cx="18578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CE8A742-099D-44B2-9650-3EA15E2A30EB}"/>
              </a:ext>
            </a:extLst>
          </p:cNvPr>
          <p:cNvSpPr txBox="1"/>
          <p:nvPr/>
        </p:nvSpPr>
        <p:spPr>
          <a:xfrm>
            <a:off x="8466676" y="2688082"/>
            <a:ext cx="24508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8F9C4F1-44AD-4CEA-B605-3104DD312781}"/>
              </a:ext>
            </a:extLst>
          </p:cNvPr>
          <p:cNvSpPr txBox="1"/>
          <p:nvPr/>
        </p:nvSpPr>
        <p:spPr>
          <a:xfrm>
            <a:off x="8466676" y="3385458"/>
            <a:ext cx="1291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B7AD329-D9EE-46EE-A609-9D4DDBCDCA14}"/>
              </a:ext>
            </a:extLst>
          </p:cNvPr>
          <p:cNvSpPr txBox="1"/>
          <p:nvPr/>
        </p:nvSpPr>
        <p:spPr>
          <a:xfrm>
            <a:off x="8442156" y="3998121"/>
            <a:ext cx="14701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A614C8A-4981-4C4D-A83E-C98E1177831F}"/>
              </a:ext>
            </a:extLst>
          </p:cNvPr>
          <p:cNvSpPr txBox="1"/>
          <p:nvPr/>
        </p:nvSpPr>
        <p:spPr>
          <a:xfrm>
            <a:off x="8442156" y="4666047"/>
            <a:ext cx="34985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          bb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C438570-7377-410F-A8A5-1A7BABCF7F76}"/>
              </a:ext>
            </a:extLst>
          </p:cNvPr>
          <p:cNvSpPr txBox="1"/>
          <p:nvPr/>
        </p:nvSpPr>
        <p:spPr>
          <a:xfrm>
            <a:off x="8492263" y="5312276"/>
            <a:ext cx="34985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 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9276273-6F94-444E-9297-2B0A18345461}"/>
              </a:ext>
            </a:extLst>
          </p:cNvPr>
          <p:cNvSpPr txBox="1"/>
          <p:nvPr/>
        </p:nvSpPr>
        <p:spPr>
          <a:xfrm>
            <a:off x="8459051" y="6033537"/>
            <a:ext cx="34985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R.E =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5A8D4980-B361-4A9B-838F-5195E6DAA262}"/>
              </a:ext>
            </a:extLst>
          </p:cNvPr>
          <p:cNvSpPr txBox="1"/>
          <p:nvPr/>
        </p:nvSpPr>
        <p:spPr>
          <a:xfrm>
            <a:off x="9898286" y="1272208"/>
            <a:ext cx="34985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ɛ+a+b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ɛ+a+b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797D1156-FC19-4AFB-B447-A7B89D7DB8D5}"/>
              </a:ext>
            </a:extLst>
          </p:cNvPr>
          <p:cNvSpPr txBox="1"/>
          <p:nvPr/>
        </p:nvSpPr>
        <p:spPr>
          <a:xfrm>
            <a:off x="10004544" y="1967633"/>
            <a:ext cx="855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886B86D-7EDF-47DC-B42D-65EE6C2B25EB}"/>
              </a:ext>
            </a:extLst>
          </p:cNvPr>
          <p:cNvSpPr txBox="1"/>
          <p:nvPr/>
        </p:nvSpPr>
        <p:spPr>
          <a:xfrm>
            <a:off x="10545805" y="2670121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822CC27-435D-4ACC-831C-3652769C8D54}"/>
              </a:ext>
            </a:extLst>
          </p:cNvPr>
          <p:cNvSpPr txBox="1"/>
          <p:nvPr/>
        </p:nvSpPr>
        <p:spPr>
          <a:xfrm>
            <a:off x="9489635" y="3377332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3C69E84-A437-4D75-B04A-829F91A45D0D}"/>
              </a:ext>
            </a:extLst>
          </p:cNvPr>
          <p:cNvSpPr txBox="1"/>
          <p:nvPr/>
        </p:nvSpPr>
        <p:spPr>
          <a:xfrm>
            <a:off x="9575090" y="3976797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B71ED08D-940F-4EA0-AEBA-FC1A6A043DCB}"/>
              </a:ext>
            </a:extLst>
          </p:cNvPr>
          <p:cNvSpPr txBox="1"/>
          <p:nvPr/>
        </p:nvSpPr>
        <p:spPr>
          <a:xfrm>
            <a:off x="9255645" y="4692134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81C33996-C053-478C-AAB8-5DF2289649C3}"/>
              </a:ext>
            </a:extLst>
          </p:cNvPr>
          <p:cNvSpPr txBox="1"/>
          <p:nvPr/>
        </p:nvSpPr>
        <p:spPr>
          <a:xfrm>
            <a:off x="9255645" y="5338363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3A500C0-9B0D-435B-83BE-72C8FB1D584A}"/>
              </a:ext>
            </a:extLst>
          </p:cNvPr>
          <p:cNvSpPr txBox="1"/>
          <p:nvPr/>
        </p:nvSpPr>
        <p:spPr>
          <a:xfrm>
            <a:off x="10398815" y="5283473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CE0CDB7-33D2-458A-9AED-2472617C74D5}"/>
              </a:ext>
            </a:extLst>
          </p:cNvPr>
          <p:cNvSpPr txBox="1"/>
          <p:nvPr/>
        </p:nvSpPr>
        <p:spPr>
          <a:xfrm>
            <a:off x="9587811" y="6033120"/>
            <a:ext cx="13704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E525425-7150-456F-BC9C-7A804AA0997B}"/>
              </a:ext>
            </a:extLst>
          </p:cNvPr>
          <p:cNvSpPr txBox="1"/>
          <p:nvPr/>
        </p:nvSpPr>
        <p:spPr>
          <a:xfrm>
            <a:off x="10642621" y="1926688"/>
            <a:ext cx="855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2D281D7-CA58-44E6-BE57-21EF0A078319}"/>
              </a:ext>
            </a:extLst>
          </p:cNvPr>
          <p:cNvSpPr txBox="1"/>
          <p:nvPr/>
        </p:nvSpPr>
        <p:spPr>
          <a:xfrm>
            <a:off x="11173824" y="2639698"/>
            <a:ext cx="855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24445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1D8CA1-AEEC-429C-B832-E4400351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8" y="117535"/>
            <a:ext cx="8946541" cy="3791291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words that contain even length of words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{ɛ, aa, ab,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its DFA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word: ɛ  (0)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7125E7F-3E42-4130-A878-9F246258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D265E038-F423-41EA-946D-20D89075717C}"/>
              </a:ext>
            </a:extLst>
          </p:cNvPr>
          <p:cNvSpPr/>
          <p:nvPr/>
        </p:nvSpPr>
        <p:spPr>
          <a:xfrm>
            <a:off x="5342738" y="417761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51A23511-8B7C-4FFD-8397-952E8E81805F}"/>
              </a:ext>
            </a:extLst>
          </p:cNvPr>
          <p:cNvGrpSpPr/>
          <p:nvPr/>
        </p:nvGrpSpPr>
        <p:grpSpPr>
          <a:xfrm>
            <a:off x="3631045" y="4079840"/>
            <a:ext cx="838881" cy="829649"/>
            <a:chOff x="10512625" y="1744747"/>
            <a:chExt cx="839021" cy="802091"/>
          </a:xfrm>
        </p:grpSpPr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95923D0B-738E-47E3-AC51-78AC2A65E03F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4629E55F-2A4B-44E6-AD4C-BADDD6506E9D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  <p:sp>
        <p:nvSpPr>
          <p:cNvPr id="9" name="Arrow: Curved Down 8">
            <a:extLst>
              <a:ext uri="{FF2B5EF4-FFF2-40B4-BE49-F238E27FC236}">
                <a16:creationId xmlns="" xmlns:a16="http://schemas.microsoft.com/office/drawing/2014/main" id="{B8BC804F-84A5-460D-A8BA-C133E0883DDF}"/>
              </a:ext>
            </a:extLst>
          </p:cNvPr>
          <p:cNvSpPr/>
          <p:nvPr/>
        </p:nvSpPr>
        <p:spPr>
          <a:xfrm rot="10800000">
            <a:off x="5595016" y="4880473"/>
            <a:ext cx="1865957" cy="190507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369BBB8-D8AD-49A9-AA1E-B15B41F63344}"/>
              </a:ext>
            </a:extLst>
          </p:cNvPr>
          <p:cNvGrpSpPr/>
          <p:nvPr/>
        </p:nvGrpSpPr>
        <p:grpSpPr>
          <a:xfrm>
            <a:off x="4497361" y="4113834"/>
            <a:ext cx="873415" cy="376763"/>
            <a:chOff x="7528817" y="3219973"/>
            <a:chExt cx="1162516" cy="37676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16223C9C-E67A-4A96-89D9-CA903F36F6A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08C33EB6-D132-4D06-9088-E4D7DDFCC099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A0DCDABE-FD44-4EEE-87BA-CA1C1BB88883}"/>
              </a:ext>
            </a:extLst>
          </p:cNvPr>
          <p:cNvCxnSpPr>
            <a:cxnSpLocks/>
          </p:cNvCxnSpPr>
          <p:nvPr/>
        </p:nvCxnSpPr>
        <p:spPr>
          <a:xfrm>
            <a:off x="3014668" y="4535352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82131F7B-9868-4166-8EEC-A7344AB5FA14}"/>
              </a:ext>
            </a:extLst>
          </p:cNvPr>
          <p:cNvGrpSpPr/>
          <p:nvPr/>
        </p:nvGrpSpPr>
        <p:grpSpPr>
          <a:xfrm>
            <a:off x="6961034" y="4082364"/>
            <a:ext cx="838881" cy="829649"/>
            <a:chOff x="10512625" y="1744747"/>
            <a:chExt cx="839021" cy="802091"/>
          </a:xfrm>
        </p:grpSpPr>
        <p:sp>
          <p:nvSpPr>
            <p:cNvPr id="26" name="Oval 25">
              <a:extLst>
                <a:ext uri="{FF2B5EF4-FFF2-40B4-BE49-F238E27FC236}">
                  <a16:creationId xmlns="" xmlns:a16="http://schemas.microsoft.com/office/drawing/2014/main" id="{887AEA27-1BE8-47FD-9170-DF71B94C326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="" xmlns:a16="http://schemas.microsoft.com/office/drawing/2014/main" id="{3F943E4C-8F76-402A-BC8C-895916D37779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E629536B-1D66-4801-81CE-F807DB9CA701}"/>
              </a:ext>
            </a:extLst>
          </p:cNvPr>
          <p:cNvGrpSpPr/>
          <p:nvPr/>
        </p:nvGrpSpPr>
        <p:grpSpPr>
          <a:xfrm>
            <a:off x="6095593" y="4120425"/>
            <a:ext cx="873415" cy="376763"/>
            <a:chOff x="7528817" y="3219973"/>
            <a:chExt cx="1162516" cy="376763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BC2F9898-BF9D-45BE-A535-FE21A9A5CD03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2C71C172-3393-4407-998A-60798E08C3F4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D940913-EC29-4E75-9476-0C18FA40A88A}"/>
              </a:ext>
            </a:extLst>
          </p:cNvPr>
          <p:cNvSpPr txBox="1"/>
          <p:nvPr/>
        </p:nvSpPr>
        <p:spPr>
          <a:xfrm>
            <a:off x="4626543" y="6167364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C77EF4EC-5C74-4B2A-9874-DBBACAE032BB}"/>
              </a:ext>
            </a:extLst>
          </p:cNvPr>
          <p:cNvGrpSpPr/>
          <p:nvPr/>
        </p:nvGrpSpPr>
        <p:grpSpPr>
          <a:xfrm>
            <a:off x="3658480" y="5511347"/>
            <a:ext cx="838881" cy="829649"/>
            <a:chOff x="10512625" y="1744747"/>
            <a:chExt cx="839021" cy="802091"/>
          </a:xfrm>
        </p:grpSpPr>
        <p:sp>
          <p:nvSpPr>
            <p:cNvPr id="36" name="Oval 35">
              <a:extLst>
                <a:ext uri="{FF2B5EF4-FFF2-40B4-BE49-F238E27FC236}">
                  <a16:creationId xmlns="" xmlns:a16="http://schemas.microsoft.com/office/drawing/2014/main" id="{18AD7A78-A7DF-48A4-9BEC-68B4008FED2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="" xmlns:a16="http://schemas.microsoft.com/office/drawing/2014/main" id="{CBA9ED31-0AE3-4C88-BFCC-B93268758E5F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="" xmlns:a16="http://schemas.microsoft.com/office/drawing/2014/main" id="{2B871CA6-AF34-4FB4-A9BE-AE52F69B2E17}"/>
              </a:ext>
            </a:extLst>
          </p:cNvPr>
          <p:cNvCxnSpPr>
            <a:cxnSpLocks/>
          </p:cNvCxnSpPr>
          <p:nvPr/>
        </p:nvCxnSpPr>
        <p:spPr>
          <a:xfrm>
            <a:off x="3104547" y="5936407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7629C03-DB5D-4584-BEF3-91BA214FE1DC}"/>
              </a:ext>
            </a:extLst>
          </p:cNvPr>
          <p:cNvSpPr/>
          <p:nvPr/>
        </p:nvSpPr>
        <p:spPr>
          <a:xfrm>
            <a:off x="5406136" y="559051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120B0C91-7477-49B7-B0B7-C3CFF60DD333}"/>
              </a:ext>
            </a:extLst>
          </p:cNvPr>
          <p:cNvGrpSpPr/>
          <p:nvPr/>
        </p:nvGrpSpPr>
        <p:grpSpPr>
          <a:xfrm>
            <a:off x="4560759" y="5526728"/>
            <a:ext cx="873415" cy="376763"/>
            <a:chOff x="7528817" y="3219973"/>
            <a:chExt cx="1162516" cy="376763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462221EF-0442-4CFE-959B-96C00931A71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89EB85CD-90C5-44F4-AA64-809603B92E01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43" name="Arrow: Curved Down 42">
            <a:extLst>
              <a:ext uri="{FF2B5EF4-FFF2-40B4-BE49-F238E27FC236}">
                <a16:creationId xmlns="" xmlns:a16="http://schemas.microsoft.com/office/drawing/2014/main" id="{529AFDA5-B529-40D1-BE28-AB1181FBAAFA}"/>
              </a:ext>
            </a:extLst>
          </p:cNvPr>
          <p:cNvSpPr/>
          <p:nvPr/>
        </p:nvSpPr>
        <p:spPr>
          <a:xfrm rot="10800000">
            <a:off x="4044659" y="6346188"/>
            <a:ext cx="1865957" cy="190507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5497547-4427-44DC-8290-318D0E8D6450}"/>
              </a:ext>
            </a:extLst>
          </p:cNvPr>
          <p:cNvSpPr txBox="1"/>
          <p:nvPr/>
        </p:nvSpPr>
        <p:spPr>
          <a:xfrm>
            <a:off x="6197903" y="4695807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</p:spTree>
    <p:extLst>
      <p:ext uri="{BB962C8B-B14F-4D97-AF65-F5344CB8AC3E}">
        <p14:creationId xmlns:p14="http://schemas.microsoft.com/office/powerpoint/2010/main" val="2591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34" grpId="0"/>
      <p:bldP spid="39" grpId="0" animBg="1"/>
      <p:bldP spid="43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1D8CA1-AEEC-429C-B832-E4400351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8" y="117535"/>
            <a:ext cx="8946541" cy="3791291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Example:-2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words that contain odd length of words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{a, 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=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its DFA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word: ɛ  (0)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7125E7F-3E42-4130-A878-9F246258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D265E038-F423-41EA-946D-20D89075717C}"/>
              </a:ext>
            </a:extLst>
          </p:cNvPr>
          <p:cNvSpPr/>
          <p:nvPr/>
        </p:nvSpPr>
        <p:spPr>
          <a:xfrm>
            <a:off x="3599444" y="421800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51A23511-8B7C-4FFD-8397-952E8E81805F}"/>
              </a:ext>
            </a:extLst>
          </p:cNvPr>
          <p:cNvGrpSpPr/>
          <p:nvPr/>
        </p:nvGrpSpPr>
        <p:grpSpPr>
          <a:xfrm>
            <a:off x="5230967" y="4060907"/>
            <a:ext cx="838881" cy="829649"/>
            <a:chOff x="10512625" y="1744747"/>
            <a:chExt cx="839021" cy="802091"/>
          </a:xfrm>
        </p:grpSpPr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95923D0B-738E-47E3-AC51-78AC2A65E03F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4629E55F-2A4B-44E6-AD4C-BADDD6506E9D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sp>
        <p:nvSpPr>
          <p:cNvPr id="9" name="Arrow: Curved Down 8">
            <a:extLst>
              <a:ext uri="{FF2B5EF4-FFF2-40B4-BE49-F238E27FC236}">
                <a16:creationId xmlns="" xmlns:a16="http://schemas.microsoft.com/office/drawing/2014/main" id="{B8BC804F-84A5-460D-A8BA-C133E0883DDF}"/>
              </a:ext>
            </a:extLst>
          </p:cNvPr>
          <p:cNvSpPr/>
          <p:nvPr/>
        </p:nvSpPr>
        <p:spPr>
          <a:xfrm rot="10800000">
            <a:off x="5767801" y="4857151"/>
            <a:ext cx="1601990" cy="280738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369BBB8-D8AD-49A9-AA1E-B15B41F63344}"/>
              </a:ext>
            </a:extLst>
          </p:cNvPr>
          <p:cNvGrpSpPr/>
          <p:nvPr/>
        </p:nvGrpSpPr>
        <p:grpSpPr>
          <a:xfrm>
            <a:off x="4347233" y="4141130"/>
            <a:ext cx="873415" cy="376763"/>
            <a:chOff x="7528817" y="3219973"/>
            <a:chExt cx="1162516" cy="37676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16223C9C-E67A-4A96-89D9-CA903F36F6A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08C33EB6-D132-4D06-9088-E4D7DDFCC099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A0DCDABE-FD44-4EEE-87BA-CA1C1BB88883}"/>
              </a:ext>
            </a:extLst>
          </p:cNvPr>
          <p:cNvCxnSpPr>
            <a:cxnSpLocks/>
          </p:cNvCxnSpPr>
          <p:nvPr/>
        </p:nvCxnSpPr>
        <p:spPr>
          <a:xfrm>
            <a:off x="3014668" y="4535352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E629536B-1D66-4801-81CE-F807DB9CA701}"/>
              </a:ext>
            </a:extLst>
          </p:cNvPr>
          <p:cNvGrpSpPr/>
          <p:nvPr/>
        </p:nvGrpSpPr>
        <p:grpSpPr>
          <a:xfrm>
            <a:off x="6095593" y="4120425"/>
            <a:ext cx="873415" cy="376763"/>
            <a:chOff x="7528817" y="3219973"/>
            <a:chExt cx="1162516" cy="376763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BC2F9898-BF9D-45BE-A535-FE21A9A5CD03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2C71C172-3393-4407-998A-60798E08C3F4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D940913-EC29-4E75-9476-0C18FA40A88A}"/>
              </a:ext>
            </a:extLst>
          </p:cNvPr>
          <p:cNvSpPr txBox="1"/>
          <p:nvPr/>
        </p:nvSpPr>
        <p:spPr>
          <a:xfrm>
            <a:off x="4626543" y="6167364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C77EF4EC-5C74-4B2A-9874-DBBACAE032BB}"/>
              </a:ext>
            </a:extLst>
          </p:cNvPr>
          <p:cNvGrpSpPr/>
          <p:nvPr/>
        </p:nvGrpSpPr>
        <p:grpSpPr>
          <a:xfrm>
            <a:off x="5286980" y="5508831"/>
            <a:ext cx="838881" cy="829649"/>
            <a:chOff x="10512625" y="1744747"/>
            <a:chExt cx="839021" cy="802091"/>
          </a:xfrm>
        </p:grpSpPr>
        <p:sp>
          <p:nvSpPr>
            <p:cNvPr id="36" name="Oval 35">
              <a:extLst>
                <a:ext uri="{FF2B5EF4-FFF2-40B4-BE49-F238E27FC236}">
                  <a16:creationId xmlns="" xmlns:a16="http://schemas.microsoft.com/office/drawing/2014/main" id="{18AD7A78-A7DF-48A4-9BEC-68B4008FED2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="" xmlns:a16="http://schemas.microsoft.com/office/drawing/2014/main" id="{CBA9ED31-0AE3-4C88-BFCC-B93268758E5F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="" xmlns:a16="http://schemas.microsoft.com/office/drawing/2014/main" id="{2B871CA6-AF34-4FB4-A9BE-AE52F69B2E17}"/>
              </a:ext>
            </a:extLst>
          </p:cNvPr>
          <p:cNvCxnSpPr>
            <a:cxnSpLocks/>
          </p:cNvCxnSpPr>
          <p:nvPr/>
        </p:nvCxnSpPr>
        <p:spPr>
          <a:xfrm>
            <a:off x="3104547" y="5936407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7629C03-DB5D-4584-BEF3-91BA214FE1DC}"/>
              </a:ext>
            </a:extLst>
          </p:cNvPr>
          <p:cNvSpPr/>
          <p:nvPr/>
        </p:nvSpPr>
        <p:spPr>
          <a:xfrm>
            <a:off x="3662432" y="564750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120B0C91-7477-49B7-B0B7-C3CFF60DD333}"/>
              </a:ext>
            </a:extLst>
          </p:cNvPr>
          <p:cNvGrpSpPr/>
          <p:nvPr/>
        </p:nvGrpSpPr>
        <p:grpSpPr>
          <a:xfrm>
            <a:off x="4424279" y="5594968"/>
            <a:ext cx="873415" cy="376763"/>
            <a:chOff x="7528817" y="3219973"/>
            <a:chExt cx="1162516" cy="376763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462221EF-0442-4CFE-959B-96C00931A71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89EB85CD-90C5-44F4-AA64-809603B92E01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43" name="Arrow: Curved Down 42">
            <a:extLst>
              <a:ext uri="{FF2B5EF4-FFF2-40B4-BE49-F238E27FC236}">
                <a16:creationId xmlns="" xmlns:a16="http://schemas.microsoft.com/office/drawing/2014/main" id="{529AFDA5-B529-40D1-BE28-AB1181FBAAFA}"/>
              </a:ext>
            </a:extLst>
          </p:cNvPr>
          <p:cNvSpPr/>
          <p:nvPr/>
        </p:nvSpPr>
        <p:spPr>
          <a:xfrm rot="10800000">
            <a:off x="4085747" y="6330788"/>
            <a:ext cx="1689266" cy="339000"/>
          </a:xfrm>
          <a:prstGeom prst="curvedDownArrow">
            <a:avLst>
              <a:gd name="adj1" fmla="val 25000"/>
              <a:gd name="adj2" fmla="val 50000"/>
              <a:gd name="adj3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5497547-4427-44DC-8290-318D0E8D6450}"/>
              </a:ext>
            </a:extLst>
          </p:cNvPr>
          <p:cNvSpPr txBox="1"/>
          <p:nvPr/>
        </p:nvSpPr>
        <p:spPr>
          <a:xfrm>
            <a:off x="6197903" y="4695807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B33E533-D0BB-4D22-B228-0DD997F9FB56}"/>
              </a:ext>
            </a:extLst>
          </p:cNvPr>
          <p:cNvSpPr txBox="1"/>
          <p:nvPr/>
        </p:nvSpPr>
        <p:spPr>
          <a:xfrm>
            <a:off x="8488906" y="1487606"/>
            <a:ext cx="3302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n has even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02A5076-5DA6-4933-88D0-D23C6E35AF02}"/>
              </a:ext>
            </a:extLst>
          </p:cNvPr>
          <p:cNvSpPr txBox="1"/>
          <p:nvPr/>
        </p:nvSpPr>
        <p:spPr>
          <a:xfrm>
            <a:off x="8488906" y="1938979"/>
            <a:ext cx="3302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0,2,4,6,8,10…………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6E8229AA-E1EC-46E9-B372-C86A82ED6082}"/>
              </a:ext>
            </a:extLst>
          </p:cNvPr>
          <p:cNvSpPr txBox="1"/>
          <p:nvPr/>
        </p:nvSpPr>
        <p:spPr>
          <a:xfrm>
            <a:off x="8570004" y="3170161"/>
            <a:ext cx="3302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1,3,5,7,9,11, …………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8D5349DE-EFAB-4BDE-A847-88D94FAA7940}"/>
              </a:ext>
            </a:extLst>
          </p:cNvPr>
          <p:cNvSpPr txBox="1"/>
          <p:nvPr/>
        </p:nvSpPr>
        <p:spPr>
          <a:xfrm>
            <a:off x="8570004" y="2739236"/>
            <a:ext cx="3621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n odd, add 1 to  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="" xmlns:a16="http://schemas.microsoft.com/office/drawing/2014/main" id="{DC2DB4D7-AADC-468D-AF1F-A94BEFF3630C}"/>
              </a:ext>
            </a:extLst>
          </p:cNvPr>
          <p:cNvSpPr/>
          <p:nvPr/>
        </p:nvSpPr>
        <p:spPr>
          <a:xfrm>
            <a:off x="6992149" y="41561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03671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34" grpId="0"/>
      <p:bldP spid="39" grpId="0" animBg="1"/>
      <p:bldP spid="43" grpId="0" animBg="1"/>
      <p:bldP spid="44" grpId="0"/>
      <p:bldP spid="2" grpId="0"/>
      <p:bldP spid="31" grpId="0"/>
      <p:bldP spid="32" grpId="0"/>
      <p:bldP spid="33" grpId="0"/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6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 animBg="1"/>
      <p:bldP spid="24" grpId="0" animBg="1"/>
      <p:bldP spid="28" grpId="0" animBg="1"/>
      <p:bldP spid="32" grpId="0"/>
      <p:bldP spid="47" grpId="0"/>
      <p:bldP spid="48" grpId="0"/>
      <p:bldP spid="49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2354151" y="2939877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09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3997959" y="2965196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603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3997959" y="2965196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18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3997959" y="2965196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96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3997959" y="2965196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33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3997959" y="2965196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96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4018388">
            <a:off x="3997959" y="2965196"/>
            <a:ext cx="467767" cy="1247927"/>
            <a:chOff x="6986795" y="2225375"/>
            <a:chExt cx="467767" cy="985318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56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5756573">
            <a:off x="7689666" y="2443626"/>
            <a:ext cx="467767" cy="1347887"/>
            <a:chOff x="6923098" y="2146451"/>
            <a:chExt cx="467767" cy="1064242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5843427">
              <a:off x="6923323" y="2146226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837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5756573">
            <a:off x="7689666" y="2443626"/>
            <a:ext cx="467767" cy="1347887"/>
            <a:chOff x="6923098" y="2146451"/>
            <a:chExt cx="467767" cy="1064242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5843427">
              <a:off x="6923323" y="2146226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150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5756573">
            <a:off x="7689666" y="2443626"/>
            <a:ext cx="467767" cy="1347887"/>
            <a:chOff x="6923098" y="2146451"/>
            <a:chExt cx="467767" cy="1064242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5843427">
              <a:off x="6923323" y="2146226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382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5756573">
            <a:off x="7689666" y="2443626"/>
            <a:ext cx="467767" cy="1347887"/>
            <a:chOff x="6923098" y="2146451"/>
            <a:chExt cx="467767" cy="1064242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5843427">
              <a:off x="6923323" y="2146226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DAFE7A95-E80C-4C4A-B4A7-1C81B7BDA09A}"/>
              </a:ext>
            </a:extLst>
          </p:cNvPr>
          <p:cNvSpPr txBox="1"/>
          <p:nvPr/>
        </p:nvSpPr>
        <p:spPr>
          <a:xfrm>
            <a:off x="11268001" y="2024137"/>
            <a:ext cx="92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</p:spTree>
    <p:extLst>
      <p:ext uri="{BB962C8B-B14F-4D97-AF65-F5344CB8AC3E}">
        <p14:creationId xmlns:p14="http://schemas.microsoft.com/office/powerpoint/2010/main" val="1239544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2587409" y="3127926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189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2587409" y="3127926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708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4138856" y="3116174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858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4138856" y="3116174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123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4138856" y="3116174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620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4138856" y="3116174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1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13579180">
            <a:off x="4138856" y="3116174"/>
            <a:ext cx="467767" cy="1272509"/>
            <a:chOff x="6906088" y="2205966"/>
            <a:chExt cx="467767" cy="1004727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8020820">
              <a:off x="6906313" y="2205741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466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641925">
            <a:off x="7574043" y="2956040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659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641925">
            <a:off x="7574043" y="2956040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478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641925">
            <a:off x="7574043" y="2956040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482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641925">
            <a:off x="7574043" y="2956040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56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467434">
            <a:off x="6484231" y="4334367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675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467434">
            <a:off x="6484231" y="4334367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671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467434">
            <a:off x="6484231" y="4334367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9786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8409D-7D91-48AD-9E75-31FC0C5A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85" y="295729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Example:-3  All words having exact Two a’s in word are valid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 =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142FD2E-3AB6-4133-8D34-16ED1C4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0CF6E56-0D58-470B-8E52-694EA4528CA9}"/>
              </a:ext>
            </a:extLst>
          </p:cNvPr>
          <p:cNvSpPr txBox="1"/>
          <p:nvPr/>
        </p:nvSpPr>
        <p:spPr>
          <a:xfrm>
            <a:off x="1806054" y="1641464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2FC9C2-E1FB-4498-8AD0-A6466E59811D}"/>
              </a:ext>
            </a:extLst>
          </p:cNvPr>
          <p:cNvSpPr txBox="1"/>
          <p:nvPr/>
        </p:nvSpPr>
        <p:spPr>
          <a:xfrm>
            <a:off x="2604046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D86E1A3-00C3-415B-9C98-A5D5674B6A30}"/>
              </a:ext>
            </a:extLst>
          </p:cNvPr>
          <p:cNvSpPr txBox="1"/>
          <p:nvPr/>
        </p:nvSpPr>
        <p:spPr>
          <a:xfrm>
            <a:off x="1407058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3B70918-3C62-41B6-AAFE-78D5BDE73FF9}"/>
              </a:ext>
            </a:extLst>
          </p:cNvPr>
          <p:cNvSpPr txBox="1"/>
          <p:nvPr/>
        </p:nvSpPr>
        <p:spPr>
          <a:xfrm>
            <a:off x="2180966" y="1656486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5264D4-0297-4349-B731-3963F91FC9CE}"/>
              </a:ext>
            </a:extLst>
          </p:cNvPr>
          <p:cNvSpPr txBox="1"/>
          <p:nvPr/>
        </p:nvSpPr>
        <p:spPr>
          <a:xfrm>
            <a:off x="2954874" y="1655112"/>
            <a:ext cx="46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D6C14C1-8D8F-45B4-B4EA-2337D6BC8BDE}"/>
              </a:ext>
            </a:extLst>
          </p:cNvPr>
          <p:cNvSpPr txBox="1"/>
          <p:nvPr/>
        </p:nvSpPr>
        <p:spPr>
          <a:xfrm>
            <a:off x="3116524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D461BEB-CBC2-4166-BCCA-345AA900742D}"/>
              </a:ext>
            </a:extLst>
          </p:cNvPr>
          <p:cNvSpPr txBox="1"/>
          <p:nvPr/>
        </p:nvSpPr>
        <p:spPr>
          <a:xfrm>
            <a:off x="2347950" y="1593557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48E757F-8941-42F7-97AB-2B5C0836F8BF}"/>
              </a:ext>
            </a:extLst>
          </p:cNvPr>
          <p:cNvSpPr txBox="1"/>
          <p:nvPr/>
        </p:nvSpPr>
        <p:spPr>
          <a:xfrm>
            <a:off x="1574042" y="1579909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4DC5A77-EA98-4CA7-BAC2-A5BB707EBBCC}"/>
              </a:ext>
            </a:extLst>
          </p:cNvPr>
          <p:cNvSpPr/>
          <p:nvPr/>
        </p:nvSpPr>
        <p:spPr>
          <a:xfrm>
            <a:off x="3116524" y="27274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078A439-727F-44A0-8384-12709C678856}"/>
              </a:ext>
            </a:extLst>
          </p:cNvPr>
          <p:cNvGrpSpPr/>
          <p:nvPr/>
        </p:nvGrpSpPr>
        <p:grpSpPr>
          <a:xfrm>
            <a:off x="6413365" y="26247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09065BC2-6C6F-4FA0-A1D6-11CEFF2F7EC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8AD1432D-A795-4540-8798-E76AD186577C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0D929F9-7BD6-447F-86F7-13746B350D9F}"/>
              </a:ext>
            </a:extLst>
          </p:cNvPr>
          <p:cNvGrpSpPr/>
          <p:nvPr/>
        </p:nvGrpSpPr>
        <p:grpSpPr>
          <a:xfrm>
            <a:off x="3874204" y="2662764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DA06822-0753-403D-81B6-7657B936E76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2DAB150B-0B4B-4CC8-B0ED-0BC247AB8685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201D2673-2C4F-4A73-BBE6-5ABB40FB0FB7}"/>
              </a:ext>
            </a:extLst>
          </p:cNvPr>
          <p:cNvCxnSpPr>
            <a:cxnSpLocks/>
          </p:cNvCxnSpPr>
          <p:nvPr/>
        </p:nvCxnSpPr>
        <p:spPr>
          <a:xfrm>
            <a:off x="2538079" y="3032095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E484ED40-9318-46D0-93B9-800722E2A433}"/>
              </a:ext>
            </a:extLst>
          </p:cNvPr>
          <p:cNvSpPr/>
          <p:nvPr/>
        </p:nvSpPr>
        <p:spPr>
          <a:xfrm>
            <a:off x="4722470" y="27168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F54B5968-F487-4515-998D-D4442CC2C405}"/>
              </a:ext>
            </a:extLst>
          </p:cNvPr>
          <p:cNvGrpSpPr/>
          <p:nvPr/>
        </p:nvGrpSpPr>
        <p:grpSpPr>
          <a:xfrm>
            <a:off x="5501610" y="2670223"/>
            <a:ext cx="873415" cy="376763"/>
            <a:chOff x="7528817" y="3219973"/>
            <a:chExt cx="1162516" cy="37676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60543330-1456-4073-A5FE-C05911AFBD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725D4415-8D24-4655-8472-4AE414A201F0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C963A732-A80B-4E4A-A39F-04E04BD6C3F7}"/>
              </a:ext>
            </a:extLst>
          </p:cNvPr>
          <p:cNvSpPr/>
          <p:nvPr/>
        </p:nvSpPr>
        <p:spPr>
          <a:xfrm>
            <a:off x="5373888" y="423041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EA4D3709-3304-4F63-9E60-C6157F7B3FB4}"/>
              </a:ext>
            </a:extLst>
          </p:cNvPr>
          <p:cNvGrpSpPr/>
          <p:nvPr/>
        </p:nvGrpSpPr>
        <p:grpSpPr>
          <a:xfrm rot="6729154">
            <a:off x="5187239" y="3993454"/>
            <a:ext cx="887105" cy="540134"/>
            <a:chOff x="9634394" y="3771847"/>
            <a:chExt cx="887105" cy="540134"/>
          </a:xfrm>
        </p:grpSpPr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5D7F6B06-8B12-4ACE-BD6C-EC046836C2B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37172B5D-199B-44B1-8B71-42889CF7109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2EB39CF8-20EE-4942-B03A-C852D72DF547}"/>
              </a:ext>
            </a:extLst>
          </p:cNvPr>
          <p:cNvSpPr txBox="1"/>
          <p:nvPr/>
        </p:nvSpPr>
        <p:spPr>
          <a:xfrm>
            <a:off x="4667711" y="38610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B9543F8E-899A-4F1B-AAF1-19464D4FF498}"/>
              </a:ext>
            </a:extLst>
          </p:cNvPr>
          <p:cNvGrpSpPr/>
          <p:nvPr/>
        </p:nvGrpSpPr>
        <p:grpSpPr>
          <a:xfrm rot="7277325">
            <a:off x="6036111" y="3663037"/>
            <a:ext cx="1109546" cy="767833"/>
            <a:chOff x="7528817" y="2768976"/>
            <a:chExt cx="1162516" cy="92907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A5FFEC93-8CBC-407F-A720-FC73791E67D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01F07EE-DBEC-46F7-BE2F-70CDC042BDB7}"/>
                </a:ext>
              </a:extLst>
            </p:cNvPr>
            <p:cNvSpPr txBox="1"/>
            <p:nvPr/>
          </p:nvSpPr>
          <p:spPr>
            <a:xfrm rot="14322675">
              <a:off x="7417644" y="3073611"/>
              <a:ext cx="929076" cy="319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1B87C1C0-D240-410C-9550-5B285815B495}"/>
              </a:ext>
            </a:extLst>
          </p:cNvPr>
          <p:cNvGrpSpPr/>
          <p:nvPr/>
        </p:nvGrpSpPr>
        <p:grpSpPr>
          <a:xfrm rot="7576970">
            <a:off x="4651638" y="2443699"/>
            <a:ext cx="887105" cy="540134"/>
            <a:chOff x="9634394" y="3771847"/>
            <a:chExt cx="887105" cy="540134"/>
          </a:xfrm>
        </p:grpSpPr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76F32FCB-4066-465E-8FDE-EE832A17468D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="" xmlns:a16="http://schemas.microsoft.com/office/drawing/2014/main" id="{50172629-28D1-4755-8A64-653A0FE49E1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E8276192-F288-4576-9752-8E4C785F24D6}"/>
              </a:ext>
            </a:extLst>
          </p:cNvPr>
          <p:cNvGrpSpPr/>
          <p:nvPr/>
        </p:nvGrpSpPr>
        <p:grpSpPr>
          <a:xfrm rot="7674605">
            <a:off x="3043718" y="2443699"/>
            <a:ext cx="887105" cy="540134"/>
            <a:chOff x="9634394" y="3771847"/>
            <a:chExt cx="887105" cy="540134"/>
          </a:xfrm>
        </p:grpSpPr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4B4C0064-6580-40DD-8F18-2AE239D01ED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ACA7320D-6B37-40FD-B41C-1EF9F86C1F89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B1F0CE0-5B8D-44E8-8412-8F50DCB2C22E}"/>
              </a:ext>
            </a:extLst>
          </p:cNvPr>
          <p:cNvGrpSpPr/>
          <p:nvPr/>
        </p:nvGrpSpPr>
        <p:grpSpPr>
          <a:xfrm rot="7728559">
            <a:off x="6419907" y="2370838"/>
            <a:ext cx="887105" cy="540134"/>
            <a:chOff x="9634394" y="3771847"/>
            <a:chExt cx="887105" cy="540134"/>
          </a:xfrm>
        </p:grpSpPr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B03E8B13-0A89-464C-8E78-BEB040C4083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953B1816-B8A7-4E94-9DB6-1B5FA1FBF3A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80DEC2-F27C-4632-AD7A-833BEB98231D}"/>
              </a:ext>
            </a:extLst>
          </p:cNvPr>
          <p:cNvSpPr txBox="1"/>
          <p:nvPr/>
        </p:nvSpPr>
        <p:spPr>
          <a:xfrm>
            <a:off x="3544470" y="19150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D1BAB7E-DE08-42DA-9489-C04A1A2E5888}"/>
              </a:ext>
            </a:extLst>
          </p:cNvPr>
          <p:cNvSpPr txBox="1"/>
          <p:nvPr/>
        </p:nvSpPr>
        <p:spPr>
          <a:xfrm>
            <a:off x="4981610" y="193412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A5B536B-1477-4BEC-9BE9-AD58F10956C7}"/>
              </a:ext>
            </a:extLst>
          </p:cNvPr>
          <p:cNvSpPr txBox="1"/>
          <p:nvPr/>
        </p:nvSpPr>
        <p:spPr>
          <a:xfrm>
            <a:off x="6785551" y="1855167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0195F3C-66DE-4DC3-8358-99EEE80D713A}"/>
              </a:ext>
            </a:extLst>
          </p:cNvPr>
          <p:cNvSpPr txBox="1"/>
          <p:nvPr/>
        </p:nvSpPr>
        <p:spPr>
          <a:xfrm>
            <a:off x="8562259" y="2024137"/>
            <a:ext cx="23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FEA25FF5-3E37-4FF7-AC2E-22389A28E3A3}"/>
              </a:ext>
            </a:extLst>
          </p:cNvPr>
          <p:cNvGrpSpPr/>
          <p:nvPr/>
        </p:nvGrpSpPr>
        <p:grpSpPr>
          <a:xfrm rot="7467434">
            <a:off x="6484231" y="4334367"/>
            <a:ext cx="467767" cy="1356764"/>
            <a:chOff x="6841748" y="2139439"/>
            <a:chExt cx="467767" cy="1071254"/>
          </a:xfrm>
        </p:grpSpPr>
        <p:sp>
          <p:nvSpPr>
            <p:cNvPr id="50" name="Arrow: Up 49">
              <a:extLst>
                <a:ext uri="{FF2B5EF4-FFF2-40B4-BE49-F238E27FC236}">
                  <a16:creationId xmlns="" xmlns:a16="http://schemas.microsoft.com/office/drawing/2014/main" id="{79F29FC9-42C8-43D9-956F-74908D688BE4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="" xmlns:a16="http://schemas.microsoft.com/office/drawing/2014/main" id="{A2956432-85C2-4235-8AAC-B33E980067D6}"/>
                </a:ext>
              </a:extLst>
            </p:cNvPr>
            <p:cNvSpPr txBox="1"/>
            <p:nvPr/>
          </p:nvSpPr>
          <p:spPr>
            <a:xfrm rot="13958075">
              <a:off x="6841973" y="2139214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8C2DAE5-E784-4B4A-86BE-BB9CD933269B}"/>
              </a:ext>
            </a:extLst>
          </p:cNvPr>
          <p:cNvSpPr txBox="1"/>
          <p:nvPr/>
        </p:nvSpPr>
        <p:spPr>
          <a:xfrm>
            <a:off x="8584180" y="2624702"/>
            <a:ext cx="2568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abbabbabb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55EC677D-6C13-4D42-9C54-93E1D0707C67}"/>
              </a:ext>
            </a:extLst>
          </p:cNvPr>
          <p:cNvSpPr txBox="1"/>
          <p:nvPr/>
        </p:nvSpPr>
        <p:spPr>
          <a:xfrm>
            <a:off x="11101481" y="2633488"/>
            <a:ext cx="1151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</a:p>
        </p:txBody>
      </p:sp>
    </p:spTree>
    <p:extLst>
      <p:ext uri="{BB962C8B-B14F-4D97-AF65-F5344CB8AC3E}">
        <p14:creationId xmlns:p14="http://schemas.microsoft.com/office/powerpoint/2010/main" val="375906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18E47D-523A-4033-B596-FBFC8C1F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939" y="197613"/>
            <a:ext cx="9379157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Example:-4 All words that start and end with different symbols are valid.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a             b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= b             a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a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b   +  b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a  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566B0E-BA50-4A1B-A619-92CE1059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E771B9A-19D3-4EE7-9CF8-508264067C61}"/>
              </a:ext>
            </a:extLst>
          </p:cNvPr>
          <p:cNvSpPr txBox="1"/>
          <p:nvPr/>
        </p:nvSpPr>
        <p:spPr>
          <a:xfrm>
            <a:off x="1537252" y="1563757"/>
            <a:ext cx="92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06B6556-A1EF-43CC-9DAF-2F466E82E0E3}"/>
              </a:ext>
            </a:extLst>
          </p:cNvPr>
          <p:cNvSpPr txBox="1"/>
          <p:nvPr/>
        </p:nvSpPr>
        <p:spPr>
          <a:xfrm>
            <a:off x="1537252" y="2025422"/>
            <a:ext cx="92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EA2D4C5-5B50-49E5-910B-75F7E68DA6E3}"/>
              </a:ext>
            </a:extLst>
          </p:cNvPr>
          <p:cNvSpPr txBox="1"/>
          <p:nvPr/>
        </p:nvSpPr>
        <p:spPr>
          <a:xfrm>
            <a:off x="2174354" y="1502202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3B9EDCD-2968-4E85-B3EE-C8833A7ECBA8}"/>
              </a:ext>
            </a:extLst>
          </p:cNvPr>
          <p:cNvSpPr txBox="1"/>
          <p:nvPr/>
        </p:nvSpPr>
        <p:spPr>
          <a:xfrm>
            <a:off x="2182297" y="1984496"/>
            <a:ext cx="464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C67ED0C6-7E58-4276-8B3B-B6E856736ED5}"/>
              </a:ext>
            </a:extLst>
          </p:cNvPr>
          <p:cNvSpPr/>
          <p:nvPr/>
        </p:nvSpPr>
        <p:spPr>
          <a:xfrm>
            <a:off x="2174354" y="371114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670518D1-E1E5-4F5A-8DDA-08E08A6B78F7}"/>
              </a:ext>
            </a:extLst>
          </p:cNvPr>
          <p:cNvGrpSpPr/>
          <p:nvPr/>
        </p:nvGrpSpPr>
        <p:grpSpPr>
          <a:xfrm>
            <a:off x="2933181" y="3654072"/>
            <a:ext cx="873415" cy="376763"/>
            <a:chOff x="7528817" y="3219973"/>
            <a:chExt cx="1162516" cy="37676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="" xmlns:a16="http://schemas.microsoft.com/office/drawing/2014/main" id="{4F1C8E9F-23C5-4343-8D61-1D6BD62D2305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F1D66F4D-153B-4461-9BEC-AF80B346638F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3FBA859E-CB79-4E0D-9A5E-6B8D5FF44347}"/>
              </a:ext>
            </a:extLst>
          </p:cNvPr>
          <p:cNvGrpSpPr/>
          <p:nvPr/>
        </p:nvGrpSpPr>
        <p:grpSpPr>
          <a:xfrm rot="8349466">
            <a:off x="5522827" y="3316298"/>
            <a:ext cx="887105" cy="540134"/>
            <a:chOff x="9634394" y="3771847"/>
            <a:chExt cx="887105" cy="540134"/>
          </a:xfrm>
        </p:grpSpPr>
        <p:sp>
          <p:nvSpPr>
            <p:cNvPr id="20" name="Arc 19">
              <a:extLst>
                <a:ext uri="{FF2B5EF4-FFF2-40B4-BE49-F238E27FC236}">
                  <a16:creationId xmlns="" xmlns:a16="http://schemas.microsoft.com/office/drawing/2014/main" id="{FB8FCB53-37A3-45D3-93F2-41E51C93C7E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D37586AF-9947-4B0A-BC7B-EB2EB0DF57C3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5C3C06CA-4171-4BCD-8DF8-C25DF8CA69DA}"/>
              </a:ext>
            </a:extLst>
          </p:cNvPr>
          <p:cNvCxnSpPr>
            <a:cxnSpLocks/>
          </p:cNvCxnSpPr>
          <p:nvPr/>
        </p:nvCxnSpPr>
        <p:spPr>
          <a:xfrm>
            <a:off x="1583607" y="403071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E4B9F94D-DD51-4940-8A03-E311232F281A}"/>
              </a:ext>
            </a:extLst>
          </p:cNvPr>
          <p:cNvSpPr/>
          <p:nvPr/>
        </p:nvSpPr>
        <p:spPr>
          <a:xfrm>
            <a:off x="3791847" y="370225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D49EB3B8-296D-43E5-94DA-5DCDD39C0435}"/>
              </a:ext>
            </a:extLst>
          </p:cNvPr>
          <p:cNvSpPr/>
          <p:nvPr/>
        </p:nvSpPr>
        <p:spPr>
          <a:xfrm>
            <a:off x="2103238" y="527695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4E2BC50D-0BFC-4423-B681-C14E7AB0DE70}"/>
              </a:ext>
            </a:extLst>
          </p:cNvPr>
          <p:cNvGrpSpPr/>
          <p:nvPr/>
        </p:nvGrpSpPr>
        <p:grpSpPr>
          <a:xfrm>
            <a:off x="5409340" y="3586364"/>
            <a:ext cx="838881" cy="829649"/>
            <a:chOff x="10512625" y="1744747"/>
            <a:chExt cx="839021" cy="802091"/>
          </a:xfrm>
        </p:grpSpPr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BEDCAA9C-F878-45D3-9A4A-3BE22747CFB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0DA38735-E630-408B-B46F-C10B6F587114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50AD0A4D-898A-42D3-940E-9D61D237980B}"/>
              </a:ext>
            </a:extLst>
          </p:cNvPr>
          <p:cNvGrpSpPr/>
          <p:nvPr/>
        </p:nvGrpSpPr>
        <p:grpSpPr>
          <a:xfrm>
            <a:off x="4553518" y="3629149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639D67FC-B042-45B4-BE33-DE57EB7246E7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618CB36F-08CF-4234-B5FA-BE2F8A251917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22CCE631-267E-4CBD-B3A8-4F6765D3C022}"/>
              </a:ext>
            </a:extLst>
          </p:cNvPr>
          <p:cNvSpPr txBox="1"/>
          <p:nvPr/>
        </p:nvSpPr>
        <p:spPr>
          <a:xfrm>
            <a:off x="5912931" y="2801324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Arrow: Curved Down 38">
            <a:extLst>
              <a:ext uri="{FF2B5EF4-FFF2-40B4-BE49-F238E27FC236}">
                <a16:creationId xmlns="" xmlns:a16="http://schemas.microsoft.com/office/drawing/2014/main" id="{101981DD-DCB8-4668-A721-B9463AC4BBB4}"/>
              </a:ext>
            </a:extLst>
          </p:cNvPr>
          <p:cNvSpPr/>
          <p:nvPr/>
        </p:nvSpPr>
        <p:spPr>
          <a:xfrm rot="10800000">
            <a:off x="4104349" y="4393094"/>
            <a:ext cx="1601990" cy="280738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EAFC8989-F6E2-4A9C-BABD-C0DCA97E52B8}"/>
              </a:ext>
            </a:extLst>
          </p:cNvPr>
          <p:cNvSpPr txBox="1"/>
          <p:nvPr/>
        </p:nvSpPr>
        <p:spPr>
          <a:xfrm>
            <a:off x="4703444" y="433735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16681CB2-BE41-4E58-B63F-9B645DE84176}"/>
              </a:ext>
            </a:extLst>
          </p:cNvPr>
          <p:cNvGrpSpPr/>
          <p:nvPr/>
        </p:nvGrpSpPr>
        <p:grpSpPr>
          <a:xfrm rot="8023821">
            <a:off x="3752200" y="3415553"/>
            <a:ext cx="887105" cy="540134"/>
            <a:chOff x="9634394" y="3771847"/>
            <a:chExt cx="887105" cy="540134"/>
          </a:xfrm>
        </p:grpSpPr>
        <p:sp>
          <p:nvSpPr>
            <p:cNvPr id="42" name="Arc 41">
              <a:extLst>
                <a:ext uri="{FF2B5EF4-FFF2-40B4-BE49-F238E27FC236}">
                  <a16:creationId xmlns="" xmlns:a16="http://schemas.microsoft.com/office/drawing/2014/main" id="{60D00450-DEB2-4141-80A7-C1D285DAE5FF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="" xmlns:a16="http://schemas.microsoft.com/office/drawing/2014/main" id="{4C5FC6C7-0A88-4E4B-822B-64536C0722EE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55986C16-EFA0-4454-8369-1353D6A6361E}"/>
              </a:ext>
            </a:extLst>
          </p:cNvPr>
          <p:cNvSpPr txBox="1"/>
          <p:nvPr/>
        </p:nvSpPr>
        <p:spPr>
          <a:xfrm>
            <a:off x="4238306" y="2937390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="" xmlns:a16="http://schemas.microsoft.com/office/drawing/2014/main" id="{3E5F1F6F-B2F6-4DC4-9A58-838F87A739FB}"/>
              </a:ext>
            </a:extLst>
          </p:cNvPr>
          <p:cNvGrpSpPr/>
          <p:nvPr/>
        </p:nvGrpSpPr>
        <p:grpSpPr>
          <a:xfrm rot="5400000">
            <a:off x="2372304" y="4469629"/>
            <a:ext cx="878035" cy="767833"/>
            <a:chOff x="7528817" y="2735949"/>
            <a:chExt cx="1162516" cy="929076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="" xmlns:a16="http://schemas.microsoft.com/office/drawing/2014/main" id="{CB828C74-BA0D-4C7B-B3D8-0FA835D44D0B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2D6469CE-A25D-40F0-8396-110E60CAF839}"/>
                </a:ext>
              </a:extLst>
            </p:cNvPr>
            <p:cNvSpPr txBox="1"/>
            <p:nvPr/>
          </p:nvSpPr>
          <p:spPr>
            <a:xfrm rot="15694149">
              <a:off x="7417645" y="2955989"/>
              <a:ext cx="929076" cy="488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="" xmlns:a16="http://schemas.microsoft.com/office/drawing/2014/main" id="{70AFCA2D-35CC-4B87-B8C8-7BB9A6622981}"/>
              </a:ext>
            </a:extLst>
          </p:cNvPr>
          <p:cNvGrpSpPr/>
          <p:nvPr/>
        </p:nvGrpSpPr>
        <p:grpSpPr>
          <a:xfrm rot="3116391">
            <a:off x="1659686" y="5326455"/>
            <a:ext cx="887105" cy="540134"/>
            <a:chOff x="9634394" y="3771847"/>
            <a:chExt cx="887105" cy="540134"/>
          </a:xfrm>
        </p:grpSpPr>
        <p:sp>
          <p:nvSpPr>
            <p:cNvPr id="49" name="Arc 48">
              <a:extLst>
                <a:ext uri="{FF2B5EF4-FFF2-40B4-BE49-F238E27FC236}">
                  <a16:creationId xmlns="" xmlns:a16="http://schemas.microsoft.com/office/drawing/2014/main" id="{42B1B9B7-F6C3-480B-9973-B62CA00B7A1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="" xmlns:a16="http://schemas.microsoft.com/office/drawing/2014/main" id="{AB8C81E2-5705-4757-85BC-5DC997ECBA1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6C47517D-B1AB-4250-A26E-B38FA9E9EA6F}"/>
              </a:ext>
            </a:extLst>
          </p:cNvPr>
          <p:cNvSpPr txBox="1"/>
          <p:nvPr/>
        </p:nvSpPr>
        <p:spPr>
          <a:xfrm>
            <a:off x="1353574" y="5098815"/>
            <a:ext cx="76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D65CC834-7565-4EAE-98DF-193689A6D957}"/>
              </a:ext>
            </a:extLst>
          </p:cNvPr>
          <p:cNvGrpSpPr/>
          <p:nvPr/>
        </p:nvGrpSpPr>
        <p:grpSpPr>
          <a:xfrm>
            <a:off x="2856216" y="5225158"/>
            <a:ext cx="873415" cy="376763"/>
            <a:chOff x="7528817" y="3219973"/>
            <a:chExt cx="1162516" cy="376763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="" xmlns:a16="http://schemas.microsoft.com/office/drawing/2014/main" id="{ECF6F818-1077-44AE-A08A-DAC3186085D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="" xmlns:a16="http://schemas.microsoft.com/office/drawing/2014/main" id="{6DF84AC7-79C5-41CD-A83D-A93AE53C160E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="" xmlns:a16="http://schemas.microsoft.com/office/drawing/2014/main" id="{75D3FC80-34CC-4C34-827C-4C7C196DB735}"/>
              </a:ext>
            </a:extLst>
          </p:cNvPr>
          <p:cNvGrpSpPr/>
          <p:nvPr/>
        </p:nvGrpSpPr>
        <p:grpSpPr>
          <a:xfrm>
            <a:off x="3759278" y="5225397"/>
            <a:ext cx="838881" cy="829649"/>
            <a:chOff x="10512625" y="1744747"/>
            <a:chExt cx="839021" cy="802091"/>
          </a:xfrm>
        </p:grpSpPr>
        <p:sp>
          <p:nvSpPr>
            <p:cNvPr id="56" name="Oval 55">
              <a:extLst>
                <a:ext uri="{FF2B5EF4-FFF2-40B4-BE49-F238E27FC236}">
                  <a16:creationId xmlns="" xmlns:a16="http://schemas.microsoft.com/office/drawing/2014/main" id="{E2621446-193B-40EC-8D8B-2AA571210BB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="" xmlns:a16="http://schemas.microsoft.com/office/drawing/2014/main" id="{BD6DDF62-2972-4014-A621-2F83E8FEA6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58" name="Arrow: Curved Down 57">
            <a:extLst>
              <a:ext uri="{FF2B5EF4-FFF2-40B4-BE49-F238E27FC236}">
                <a16:creationId xmlns="" xmlns:a16="http://schemas.microsoft.com/office/drawing/2014/main" id="{A7D3777B-6125-4837-8095-2F1955122EAC}"/>
              </a:ext>
            </a:extLst>
          </p:cNvPr>
          <p:cNvSpPr/>
          <p:nvPr/>
        </p:nvSpPr>
        <p:spPr>
          <a:xfrm rot="10800000">
            <a:off x="2457368" y="5991924"/>
            <a:ext cx="1601990" cy="280738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2F0E4AD4-FF36-40C3-9620-4A058EB488B9}"/>
              </a:ext>
            </a:extLst>
          </p:cNvPr>
          <p:cNvSpPr txBox="1"/>
          <p:nvPr/>
        </p:nvSpPr>
        <p:spPr>
          <a:xfrm>
            <a:off x="3056463" y="5936189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5A301263-2BA0-469C-B5C0-42ED26788030}"/>
              </a:ext>
            </a:extLst>
          </p:cNvPr>
          <p:cNvGrpSpPr/>
          <p:nvPr/>
        </p:nvGrpSpPr>
        <p:grpSpPr>
          <a:xfrm rot="12265223">
            <a:off x="4239147" y="5359040"/>
            <a:ext cx="887105" cy="540134"/>
            <a:chOff x="9634394" y="3771847"/>
            <a:chExt cx="887105" cy="540134"/>
          </a:xfrm>
        </p:grpSpPr>
        <p:sp>
          <p:nvSpPr>
            <p:cNvPr id="61" name="Arc 60">
              <a:extLst>
                <a:ext uri="{FF2B5EF4-FFF2-40B4-BE49-F238E27FC236}">
                  <a16:creationId xmlns="" xmlns:a16="http://schemas.microsoft.com/office/drawing/2014/main" id="{3635A603-7B32-4837-B490-942EB1629711}"/>
                </a:ext>
              </a:extLst>
            </p:cNvPr>
            <p:cNvSpPr/>
            <p:nvPr/>
          </p:nvSpPr>
          <p:spPr>
            <a:xfrm rot="1432376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69457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="" xmlns:a16="http://schemas.microsoft.com/office/drawing/2014/main" id="{2F8A240F-9EDB-4D50-A92E-A882E7FCFA85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F9F82DAF-F90D-4921-ADE6-AE5E20F94124}"/>
              </a:ext>
            </a:extLst>
          </p:cNvPr>
          <p:cNvSpPr txBox="1"/>
          <p:nvPr/>
        </p:nvSpPr>
        <p:spPr>
          <a:xfrm>
            <a:off x="5099690" y="5369650"/>
            <a:ext cx="60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692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 animBg="1"/>
      <p:bldP spid="27" grpId="0" animBg="1"/>
      <p:bldP spid="28" grpId="0" animBg="1"/>
      <p:bldP spid="38" grpId="0"/>
      <p:bldP spid="39" grpId="0" animBg="1"/>
      <p:bldP spid="40" grpId="0"/>
      <p:bldP spid="44" grpId="0"/>
      <p:bldP spid="51" grpId="0"/>
      <p:bldP spid="58" grpId="0" animBg="1"/>
      <p:bldP spid="59" grpId="0"/>
      <p:bldP spid="6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DDEEE41-2DED-4711-BDA2-EFD44023E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70" y="295729"/>
            <a:ext cx="9703640" cy="433190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5:- All words that contain b as a third character are valid.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 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bbbabab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…………..}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--------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 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  b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 5 6 ..   =  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BE3667C-CC4C-44D7-B73C-991E3FFB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26E59B2-CB42-4C4E-B9B0-5E5B5085A533}"/>
              </a:ext>
            </a:extLst>
          </p:cNvPr>
          <p:cNvSpPr txBox="1"/>
          <p:nvPr/>
        </p:nvSpPr>
        <p:spPr>
          <a:xfrm>
            <a:off x="3025590" y="3678663"/>
            <a:ext cx="430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2DC621EE-9F0D-48F2-8C63-CB6A2218FE7C}"/>
              </a:ext>
            </a:extLst>
          </p:cNvPr>
          <p:cNvSpPr/>
          <p:nvPr/>
        </p:nvSpPr>
        <p:spPr>
          <a:xfrm>
            <a:off x="4906658" y="466667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B2276111-EF14-40A5-8EBD-70EBEF092EDE}"/>
              </a:ext>
            </a:extLst>
          </p:cNvPr>
          <p:cNvSpPr/>
          <p:nvPr/>
        </p:nvSpPr>
        <p:spPr>
          <a:xfrm>
            <a:off x="6497893" y="466667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024580C0-D004-4C09-9591-372CE5774254}"/>
              </a:ext>
            </a:extLst>
          </p:cNvPr>
          <p:cNvSpPr/>
          <p:nvPr/>
        </p:nvSpPr>
        <p:spPr>
          <a:xfrm>
            <a:off x="8089128" y="459255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688EEB7A-B4EC-45E3-AC6E-930F1430B39A}"/>
              </a:ext>
            </a:extLst>
          </p:cNvPr>
          <p:cNvCxnSpPr>
            <a:cxnSpLocks/>
          </p:cNvCxnSpPr>
          <p:nvPr/>
        </p:nvCxnSpPr>
        <p:spPr>
          <a:xfrm>
            <a:off x="4356198" y="4986246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358644E-1D23-406A-B5ED-E9A3C7EE2A55}"/>
              </a:ext>
            </a:extLst>
          </p:cNvPr>
          <p:cNvGrpSpPr/>
          <p:nvPr/>
        </p:nvGrpSpPr>
        <p:grpSpPr>
          <a:xfrm>
            <a:off x="5627234" y="4626335"/>
            <a:ext cx="873415" cy="376763"/>
            <a:chOff x="7528817" y="3219973"/>
            <a:chExt cx="1162516" cy="37676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7F77A23-A257-4BDE-A9AE-1095CB9C810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FCE68C49-D053-46AA-92D4-CF8482D91F37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E2227A4F-B7AB-460B-85A7-9A73AB53B79B}"/>
              </a:ext>
            </a:extLst>
          </p:cNvPr>
          <p:cNvGrpSpPr/>
          <p:nvPr/>
        </p:nvGrpSpPr>
        <p:grpSpPr>
          <a:xfrm rot="9000226">
            <a:off x="9974622" y="4255823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57BD6063-2009-4349-BFA7-8D051159971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66741A73-4990-4C0B-8A1A-3EEEFE67CC9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5309317-3C1E-4E9A-A25E-8E8C16986343}"/>
              </a:ext>
            </a:extLst>
          </p:cNvPr>
          <p:cNvGrpSpPr/>
          <p:nvPr/>
        </p:nvGrpSpPr>
        <p:grpSpPr>
          <a:xfrm>
            <a:off x="9768775" y="4497302"/>
            <a:ext cx="838881" cy="829649"/>
            <a:chOff x="10512625" y="1744747"/>
            <a:chExt cx="839021" cy="802091"/>
          </a:xfrm>
        </p:grpSpPr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91AB5301-3278-4D9F-BC94-79F8CCB60FD8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7CFDA13D-48D8-4A0C-B68F-4685E34F5197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AA13616-F618-4873-AFAE-13C0044C3766}"/>
              </a:ext>
            </a:extLst>
          </p:cNvPr>
          <p:cNvSpPr txBox="1"/>
          <p:nvPr/>
        </p:nvSpPr>
        <p:spPr>
          <a:xfrm>
            <a:off x="10524355" y="3724830"/>
            <a:ext cx="73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93FF3B7A-3600-46DD-BAF8-5DADFA63F5C0}"/>
              </a:ext>
            </a:extLst>
          </p:cNvPr>
          <p:cNvGrpSpPr/>
          <p:nvPr/>
        </p:nvGrpSpPr>
        <p:grpSpPr>
          <a:xfrm>
            <a:off x="7228745" y="4569142"/>
            <a:ext cx="873415" cy="376763"/>
            <a:chOff x="7528817" y="3219973"/>
            <a:chExt cx="1162516" cy="37676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63439C3F-301B-4A42-8CA5-C5047E2D026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7DB07FBB-393C-45F3-8946-23725B5617F1}"/>
                </a:ext>
              </a:extLst>
            </p:cNvPr>
            <p:cNvSpPr txBox="1"/>
            <p:nvPr/>
          </p:nvSpPr>
          <p:spPr>
            <a:xfrm>
              <a:off x="7700758" y="3219973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5375030B-B2CA-4C0E-8749-0AFDD880F587}"/>
              </a:ext>
            </a:extLst>
          </p:cNvPr>
          <p:cNvGrpSpPr/>
          <p:nvPr/>
        </p:nvGrpSpPr>
        <p:grpSpPr>
          <a:xfrm>
            <a:off x="8831222" y="4584991"/>
            <a:ext cx="881524" cy="369332"/>
            <a:chOff x="7528817" y="3260314"/>
            <a:chExt cx="1173309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="" xmlns:a16="http://schemas.microsoft.com/office/drawing/2014/main" id="{D247E209-588D-49F3-8AA7-27229864209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CE036C12-074F-45C9-99F9-F87AB132EF73}"/>
                </a:ext>
              </a:extLst>
            </p:cNvPr>
            <p:cNvSpPr txBox="1"/>
            <p:nvPr/>
          </p:nvSpPr>
          <p:spPr>
            <a:xfrm>
              <a:off x="7897636" y="3260314"/>
              <a:ext cx="80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87916E21-EF4D-448A-BB7D-A18AD2710017}"/>
              </a:ext>
            </a:extLst>
          </p:cNvPr>
          <p:cNvSpPr/>
          <p:nvPr/>
        </p:nvSpPr>
        <p:spPr>
          <a:xfrm>
            <a:off x="9013839" y="588795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F543DCD4-84D5-4ECB-B243-D420B23E0AB8}"/>
              </a:ext>
            </a:extLst>
          </p:cNvPr>
          <p:cNvGrpSpPr/>
          <p:nvPr/>
        </p:nvGrpSpPr>
        <p:grpSpPr>
          <a:xfrm rot="3065487">
            <a:off x="8645447" y="5135689"/>
            <a:ext cx="873415" cy="604425"/>
            <a:chOff x="7528817" y="3043807"/>
            <a:chExt cx="1162516" cy="60442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="" xmlns:a16="http://schemas.microsoft.com/office/drawing/2014/main" id="{6B2C7C03-19F6-4F4D-BF82-0B8C87ADF8B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FC5FA676-6636-43E9-93FE-CEDD754ADB1B}"/>
                </a:ext>
              </a:extLst>
            </p:cNvPr>
            <p:cNvSpPr txBox="1"/>
            <p:nvPr/>
          </p:nvSpPr>
          <p:spPr>
            <a:xfrm rot="18314681">
              <a:off x="7919976" y="3100229"/>
              <a:ext cx="604425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5B7330F1-B804-4ED7-A6B8-4D5B81FFD99F}"/>
              </a:ext>
            </a:extLst>
          </p:cNvPr>
          <p:cNvGrpSpPr/>
          <p:nvPr/>
        </p:nvGrpSpPr>
        <p:grpSpPr>
          <a:xfrm rot="12850828">
            <a:off x="9267456" y="5915668"/>
            <a:ext cx="887105" cy="540134"/>
            <a:chOff x="9634394" y="3771847"/>
            <a:chExt cx="887105" cy="540134"/>
          </a:xfrm>
        </p:grpSpPr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E05CC353-9532-47F3-B354-C1474E6432F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D8DCA3D6-3449-48B8-A2F4-AD5436131D5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D755138B-2664-4F6E-9B92-EC20925D67D4}"/>
              </a:ext>
            </a:extLst>
          </p:cNvPr>
          <p:cNvSpPr txBox="1"/>
          <p:nvPr/>
        </p:nvSpPr>
        <p:spPr>
          <a:xfrm>
            <a:off x="10163981" y="6001069"/>
            <a:ext cx="73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</p:spTree>
    <p:extLst>
      <p:ext uri="{BB962C8B-B14F-4D97-AF65-F5344CB8AC3E}">
        <p14:creationId xmlns:p14="http://schemas.microsoft.com/office/powerpoint/2010/main" val="139322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  <p:bldP spid="7" grpId="0" animBg="1"/>
      <p:bldP spid="8" grpId="0" animBg="1"/>
      <p:bldP spid="19" grpId="0"/>
      <p:bldP spid="27" grpId="0" animBg="1"/>
      <p:bldP spid="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22AE27-8E85-4CCC-BA01-8559F511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938" y="2782957"/>
            <a:ext cx="8825658" cy="1000511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6000" dirty="0">
                <a:latin typeface="Algerian" panose="04020705040A02060702" pitchFamily="82" charset="0"/>
                <a:cs typeface="Times New Roman" panose="02020603050405020304" pitchFamily="18" charset="0"/>
              </a:rPr>
              <a:t>Session-6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545371-F2D1-481F-AF9E-B538D343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017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9585B6-6482-4F2E-BAA0-7A5CF99DE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44217"/>
            <a:ext cx="8825658" cy="3329581"/>
          </a:xfrm>
        </p:spPr>
        <p:txBody>
          <a:bodyPr/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FE82BA8-5747-432A-BBE4-F8BDFEA0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68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B0DD2A-2E16-4186-9110-E97C8C68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51" y="383144"/>
            <a:ext cx="9869488" cy="151191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All words that starts with ab and have at most 4 character are valid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{ab, aba,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EACD1BDB-8973-4C8F-AC95-727E8851D9AA}"/>
              </a:ext>
            </a:extLst>
          </p:cNvPr>
          <p:cNvSpPr/>
          <p:nvPr/>
        </p:nvSpPr>
        <p:spPr>
          <a:xfrm>
            <a:off x="2055149" y="278985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4DBEBFE9-FD45-494C-9683-CCDB380880CF}"/>
              </a:ext>
            </a:extLst>
          </p:cNvPr>
          <p:cNvGrpSpPr/>
          <p:nvPr/>
        </p:nvGrpSpPr>
        <p:grpSpPr>
          <a:xfrm>
            <a:off x="5279690" y="2651757"/>
            <a:ext cx="839021" cy="802091"/>
            <a:chOff x="10512625" y="1744747"/>
            <a:chExt cx="839021" cy="802091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41D234F6-BAC8-4130-B76B-0777C08DD563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D484480A-B4F7-40F1-97A1-0F3950D17306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94EA0719-00E6-4CAF-B810-2AB05557F409}"/>
              </a:ext>
            </a:extLst>
          </p:cNvPr>
          <p:cNvGrpSpPr/>
          <p:nvPr/>
        </p:nvGrpSpPr>
        <p:grpSpPr>
          <a:xfrm>
            <a:off x="7005446" y="2638619"/>
            <a:ext cx="839021" cy="802091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C88A4017-9FA5-4070-BB31-6A126BA8FDE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A920A4C1-20C4-4984-AFF0-2B09F17CAD77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A61FD19-A44D-4C38-8CE2-87FFF609F565}"/>
              </a:ext>
            </a:extLst>
          </p:cNvPr>
          <p:cNvGrpSpPr/>
          <p:nvPr/>
        </p:nvGrpSpPr>
        <p:grpSpPr>
          <a:xfrm>
            <a:off x="7902013" y="2659406"/>
            <a:ext cx="839021" cy="369332"/>
            <a:chOff x="7379949" y="3219973"/>
            <a:chExt cx="1162516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59A7C6FC-C3CF-40CF-A97B-AD1408D9303D}"/>
                </a:ext>
              </a:extLst>
            </p:cNvPr>
            <p:cNvCxnSpPr/>
            <p:nvPr/>
          </p:nvCxnSpPr>
          <p:spPr>
            <a:xfrm>
              <a:off x="7379949" y="3589305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519BDE07-4FF6-4F73-849F-37C93FA7B3B6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72553D79-A8BD-4E79-A4FF-5FF10FEC4EA4}"/>
              </a:ext>
            </a:extLst>
          </p:cNvPr>
          <p:cNvGrpSpPr/>
          <p:nvPr/>
        </p:nvGrpSpPr>
        <p:grpSpPr>
          <a:xfrm>
            <a:off x="6154526" y="2690378"/>
            <a:ext cx="839021" cy="369332"/>
            <a:chOff x="7379949" y="3219973"/>
            <a:chExt cx="1162516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89A1FEE5-9322-4CFA-9C7A-8D76BE27EEB8}"/>
                </a:ext>
              </a:extLst>
            </p:cNvPr>
            <p:cNvCxnSpPr/>
            <p:nvPr/>
          </p:nvCxnSpPr>
          <p:spPr>
            <a:xfrm>
              <a:off x="7379949" y="3589305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E3A0BC39-9B56-4643-BC6C-CCE6D0B449BC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5797490-B4C2-4C6C-94E7-C919618C09FA}"/>
              </a:ext>
            </a:extLst>
          </p:cNvPr>
          <p:cNvSpPr txBox="1"/>
          <p:nvPr/>
        </p:nvSpPr>
        <p:spPr>
          <a:xfrm>
            <a:off x="4760392" y="2658622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D6F13A2-E84A-46A4-BE63-7CD32941C4F3}"/>
              </a:ext>
            </a:extLst>
          </p:cNvPr>
          <p:cNvSpPr txBox="1"/>
          <p:nvPr/>
        </p:nvSpPr>
        <p:spPr>
          <a:xfrm>
            <a:off x="3002976" y="274009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705E5E7D-38D7-4C65-9724-33F8FB81E19C}"/>
              </a:ext>
            </a:extLst>
          </p:cNvPr>
          <p:cNvCxnSpPr/>
          <p:nvPr/>
        </p:nvCxnSpPr>
        <p:spPr>
          <a:xfrm>
            <a:off x="2820045" y="3084217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D8356FC9-BB60-44E5-9FFC-BAA3A5E8EFBA}"/>
              </a:ext>
            </a:extLst>
          </p:cNvPr>
          <p:cNvCxnSpPr/>
          <p:nvPr/>
        </p:nvCxnSpPr>
        <p:spPr>
          <a:xfrm>
            <a:off x="1361744" y="3070362"/>
            <a:ext cx="6934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758A37B4-5147-4FF2-B1A9-A9E62F42104E}"/>
              </a:ext>
            </a:extLst>
          </p:cNvPr>
          <p:cNvCxnSpPr/>
          <p:nvPr/>
        </p:nvCxnSpPr>
        <p:spPr>
          <a:xfrm>
            <a:off x="4424405" y="3067710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A13971AA-F7C4-4D50-93E2-58E249F09F9A}"/>
              </a:ext>
            </a:extLst>
          </p:cNvPr>
          <p:cNvGrpSpPr/>
          <p:nvPr/>
        </p:nvGrpSpPr>
        <p:grpSpPr>
          <a:xfrm>
            <a:off x="8731805" y="2618909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9DEFAADA-4B4B-4D3D-9E80-03EB4AC6625B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47044572-0078-4AD3-88C9-43B7FA27D6D6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628D7F27-DDB7-4AEA-B558-0C23E1C750C7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5842875" y="3303536"/>
            <a:ext cx="3011802" cy="165940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C303F105-6889-4BB5-860E-44DDB28CC6BC}"/>
              </a:ext>
            </a:extLst>
          </p:cNvPr>
          <p:cNvSpPr txBox="1"/>
          <p:nvPr/>
        </p:nvSpPr>
        <p:spPr>
          <a:xfrm>
            <a:off x="7698220" y="4152047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8B00F852-C3E8-4DBE-9D80-B1D12D64FD36}"/>
              </a:ext>
            </a:extLst>
          </p:cNvPr>
          <p:cNvGrpSpPr/>
          <p:nvPr/>
        </p:nvGrpSpPr>
        <p:grpSpPr>
          <a:xfrm>
            <a:off x="5201358" y="5036011"/>
            <a:ext cx="540585" cy="887105"/>
            <a:chOff x="1984650" y="2985447"/>
            <a:chExt cx="540585" cy="887105"/>
          </a:xfrm>
        </p:grpSpPr>
        <p:sp>
          <p:nvSpPr>
            <p:cNvPr id="36" name="Arc 35">
              <a:extLst>
                <a:ext uri="{FF2B5EF4-FFF2-40B4-BE49-F238E27FC236}">
                  <a16:creationId xmlns="" xmlns:a16="http://schemas.microsoft.com/office/drawing/2014/main" id="{1611ADA2-D19A-4A69-A778-682EC67CC9EA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="" xmlns:a16="http://schemas.microsoft.com/office/drawing/2014/main" id="{A92E6CC9-398D-4D4D-B360-F3B00F01509A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6C6CF2C-6EE5-40D4-9047-4ED2D6CD6064}"/>
              </a:ext>
            </a:extLst>
          </p:cNvPr>
          <p:cNvSpPr txBox="1"/>
          <p:nvPr/>
        </p:nvSpPr>
        <p:spPr>
          <a:xfrm>
            <a:off x="4596046" y="5738449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D5267F08-E04D-452A-BA0E-A7E1F58E0A61}"/>
              </a:ext>
            </a:extLst>
          </p:cNvPr>
          <p:cNvSpPr/>
          <p:nvPr/>
        </p:nvSpPr>
        <p:spPr>
          <a:xfrm>
            <a:off x="5148655" y="479022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02BBFD89-A080-446F-BAAE-C1B92958D21D}"/>
              </a:ext>
            </a:extLst>
          </p:cNvPr>
          <p:cNvCxnSpPr>
            <a:cxnSpLocks/>
          </p:cNvCxnSpPr>
          <p:nvPr/>
        </p:nvCxnSpPr>
        <p:spPr>
          <a:xfrm>
            <a:off x="2710271" y="3393303"/>
            <a:ext cx="2370175" cy="168879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7E0FEECA-E7F6-4E21-8565-C7BDEE01818B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267200" y="3414206"/>
            <a:ext cx="987384" cy="146961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3DE66DE8-96BD-4670-9027-E7B5E6709857}"/>
              </a:ext>
            </a:extLst>
          </p:cNvPr>
          <p:cNvSpPr txBox="1"/>
          <p:nvPr/>
        </p:nvSpPr>
        <p:spPr>
          <a:xfrm>
            <a:off x="4805859" y="3875348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0DD7E40E-7EC9-43BE-9E8A-4F073F8B70AF}"/>
              </a:ext>
            </a:extLst>
          </p:cNvPr>
          <p:cNvSpPr txBox="1"/>
          <p:nvPr/>
        </p:nvSpPr>
        <p:spPr>
          <a:xfrm>
            <a:off x="3506661" y="4068192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A6CCBB6-561D-419D-B0B1-4A6F8AF1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42</a:t>
            </a:fld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400729F-B766-4F70-8009-5C2C3D4DEE72}"/>
              </a:ext>
            </a:extLst>
          </p:cNvPr>
          <p:cNvSpPr/>
          <p:nvPr/>
        </p:nvSpPr>
        <p:spPr>
          <a:xfrm>
            <a:off x="3700091" y="274674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36021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23" grpId="0"/>
      <p:bldP spid="24" grpId="0"/>
      <p:bldP spid="34" grpId="0"/>
      <p:bldP spid="38" grpId="0"/>
      <p:bldP spid="39" grpId="0" animBg="1"/>
      <p:bldP spid="48" grpId="0"/>
      <p:bldP spid="49" grpId="0"/>
      <p:bldP spid="4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184A86-86AC-462D-B63B-CC75A0F01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85" y="362665"/>
            <a:ext cx="8946541" cy="16601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All words that start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aa are valid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……………….}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2EDAFC0C-71CB-464D-B454-4146486207C8}"/>
              </a:ext>
            </a:extLst>
          </p:cNvPr>
          <p:cNvSpPr/>
          <p:nvPr/>
        </p:nvSpPr>
        <p:spPr>
          <a:xfrm>
            <a:off x="1130579" y="333390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59605D26-0642-49BC-9AA4-2B47023EC24E}"/>
              </a:ext>
            </a:extLst>
          </p:cNvPr>
          <p:cNvGrpSpPr/>
          <p:nvPr/>
        </p:nvGrpSpPr>
        <p:grpSpPr>
          <a:xfrm>
            <a:off x="9258760" y="3221986"/>
            <a:ext cx="839021" cy="802091"/>
            <a:chOff x="10512625" y="1744747"/>
            <a:chExt cx="839021" cy="802091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DE05859B-8FEA-4AE6-AF06-303F8F80F192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C5BB31C9-0185-445D-B349-6FA7830951A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x5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86B24F53-8297-45B2-BAB4-587921E7870F}"/>
              </a:ext>
            </a:extLst>
          </p:cNvPr>
          <p:cNvGrpSpPr/>
          <p:nvPr/>
        </p:nvGrpSpPr>
        <p:grpSpPr>
          <a:xfrm rot="10370240">
            <a:off x="6118618" y="2859908"/>
            <a:ext cx="540585" cy="887105"/>
            <a:chOff x="1984650" y="2985447"/>
            <a:chExt cx="540585" cy="887105"/>
          </a:xfrm>
        </p:grpSpPr>
        <p:sp>
          <p:nvSpPr>
            <p:cNvPr id="12" name="Arc 11">
              <a:extLst>
                <a:ext uri="{FF2B5EF4-FFF2-40B4-BE49-F238E27FC236}">
                  <a16:creationId xmlns="" xmlns:a16="http://schemas.microsoft.com/office/drawing/2014/main" id="{783E9C4F-EF4C-4140-9751-23AC979B09AE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9FCEF105-1178-4C56-854B-2483D427C615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Arrow: Curved Down 13">
            <a:extLst>
              <a:ext uri="{FF2B5EF4-FFF2-40B4-BE49-F238E27FC236}">
                <a16:creationId xmlns="" xmlns:a16="http://schemas.microsoft.com/office/drawing/2014/main" id="{5072B854-4EEF-4C67-98B3-56BC09BF0B3B}"/>
              </a:ext>
            </a:extLst>
          </p:cNvPr>
          <p:cNvSpPr/>
          <p:nvPr/>
        </p:nvSpPr>
        <p:spPr>
          <a:xfrm rot="10800000">
            <a:off x="6407728" y="3991030"/>
            <a:ext cx="3115645" cy="449158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D4E86915-1FFC-4C3E-B73C-3492DCF31682}"/>
              </a:ext>
            </a:extLst>
          </p:cNvPr>
          <p:cNvCxnSpPr/>
          <p:nvPr/>
        </p:nvCxnSpPr>
        <p:spPr>
          <a:xfrm>
            <a:off x="470451" y="3673964"/>
            <a:ext cx="5730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244F1279-E342-40D5-B0C7-3C231EB0CAB0}"/>
              </a:ext>
            </a:extLst>
          </p:cNvPr>
          <p:cNvSpPr/>
          <p:nvPr/>
        </p:nvSpPr>
        <p:spPr>
          <a:xfrm>
            <a:off x="2765510" y="333390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BFC62A6F-D4F0-4663-BCE2-CC5365B36EB5}"/>
              </a:ext>
            </a:extLst>
          </p:cNvPr>
          <p:cNvSpPr/>
          <p:nvPr/>
        </p:nvSpPr>
        <p:spPr>
          <a:xfrm>
            <a:off x="7642316" y="330346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DD85F770-B583-47BB-9FCC-F59D5906F2A6}"/>
              </a:ext>
            </a:extLst>
          </p:cNvPr>
          <p:cNvSpPr/>
          <p:nvPr/>
        </p:nvSpPr>
        <p:spPr>
          <a:xfrm>
            <a:off x="4400441" y="330701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C8F12444-F169-4B7C-92B5-FB933EAAA534}"/>
              </a:ext>
            </a:extLst>
          </p:cNvPr>
          <p:cNvSpPr/>
          <p:nvPr/>
        </p:nvSpPr>
        <p:spPr>
          <a:xfrm>
            <a:off x="6019855" y="330962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D8204B89-37F2-45DC-8E84-94343C21EB14}"/>
              </a:ext>
            </a:extLst>
          </p:cNvPr>
          <p:cNvSpPr/>
          <p:nvPr/>
        </p:nvSpPr>
        <p:spPr>
          <a:xfrm>
            <a:off x="3581891" y="5109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x6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0833BD15-BF41-46A4-A804-5EB2A0FC28DB}"/>
              </a:ext>
            </a:extLst>
          </p:cNvPr>
          <p:cNvCxnSpPr/>
          <p:nvPr/>
        </p:nvCxnSpPr>
        <p:spPr>
          <a:xfrm>
            <a:off x="1914097" y="3662038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C6BCFF89-2174-4699-BB46-BFEF5158195D}"/>
              </a:ext>
            </a:extLst>
          </p:cNvPr>
          <p:cNvCxnSpPr/>
          <p:nvPr/>
        </p:nvCxnSpPr>
        <p:spPr>
          <a:xfrm>
            <a:off x="8400062" y="3621697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8DD80DAF-46E5-444B-848B-389CD006019E}"/>
              </a:ext>
            </a:extLst>
          </p:cNvPr>
          <p:cNvCxnSpPr/>
          <p:nvPr/>
        </p:nvCxnSpPr>
        <p:spPr>
          <a:xfrm>
            <a:off x="6759302" y="3635503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9A110B34-9AC5-4AF5-9DF1-44C1481589D3}"/>
              </a:ext>
            </a:extLst>
          </p:cNvPr>
          <p:cNvCxnSpPr/>
          <p:nvPr/>
        </p:nvCxnSpPr>
        <p:spPr>
          <a:xfrm>
            <a:off x="5164113" y="3626583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926745C7-A34F-4499-81B8-0EE11399C8B5}"/>
              </a:ext>
            </a:extLst>
          </p:cNvPr>
          <p:cNvCxnSpPr/>
          <p:nvPr/>
        </p:nvCxnSpPr>
        <p:spPr>
          <a:xfrm>
            <a:off x="3528103" y="3635503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7E6B2700-E6AC-41A3-BBA3-94E5BFE72C8F}"/>
              </a:ext>
            </a:extLst>
          </p:cNvPr>
          <p:cNvSpPr txBox="1"/>
          <p:nvPr/>
        </p:nvSpPr>
        <p:spPr>
          <a:xfrm>
            <a:off x="2086660" y="3284145"/>
            <a:ext cx="384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2E168729-4350-4A9A-B3B5-1DE7685F9C15}"/>
              </a:ext>
            </a:extLst>
          </p:cNvPr>
          <p:cNvSpPr txBox="1"/>
          <p:nvPr/>
        </p:nvSpPr>
        <p:spPr>
          <a:xfrm>
            <a:off x="3695605" y="3284145"/>
            <a:ext cx="384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784F0F0-3B9D-40FF-B628-E765DE5A019B}"/>
              </a:ext>
            </a:extLst>
          </p:cNvPr>
          <p:cNvSpPr txBox="1"/>
          <p:nvPr/>
        </p:nvSpPr>
        <p:spPr>
          <a:xfrm>
            <a:off x="5230190" y="3231423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E361D75F-9F15-4397-A8FA-CB8CEB5C1A2B}"/>
              </a:ext>
            </a:extLst>
          </p:cNvPr>
          <p:cNvSpPr txBox="1"/>
          <p:nvPr/>
        </p:nvSpPr>
        <p:spPr>
          <a:xfrm>
            <a:off x="6905792" y="3266171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3343B40A-7BBD-495F-9E55-44745F345011}"/>
              </a:ext>
            </a:extLst>
          </p:cNvPr>
          <p:cNvSpPr txBox="1"/>
          <p:nvPr/>
        </p:nvSpPr>
        <p:spPr>
          <a:xfrm>
            <a:off x="8413649" y="3244334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8DE741A3-658E-4D53-8660-69580D3FE276}"/>
              </a:ext>
            </a:extLst>
          </p:cNvPr>
          <p:cNvGrpSpPr/>
          <p:nvPr/>
        </p:nvGrpSpPr>
        <p:grpSpPr>
          <a:xfrm rot="9942352">
            <a:off x="9388230" y="2778433"/>
            <a:ext cx="540585" cy="887105"/>
            <a:chOff x="1984650" y="2985447"/>
            <a:chExt cx="540585" cy="887105"/>
          </a:xfrm>
        </p:grpSpPr>
        <p:sp>
          <p:nvSpPr>
            <p:cNvPr id="38" name="Arc 37">
              <a:extLst>
                <a:ext uri="{FF2B5EF4-FFF2-40B4-BE49-F238E27FC236}">
                  <a16:creationId xmlns="" xmlns:a16="http://schemas.microsoft.com/office/drawing/2014/main" id="{1C314213-EF1D-4458-961A-5B0EE6A17240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D8FA7DED-4B85-4F62-AD1A-415D4A4BADE1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6D1CAFAB-2366-48B4-8986-63036362105F}"/>
              </a:ext>
            </a:extLst>
          </p:cNvPr>
          <p:cNvGrpSpPr/>
          <p:nvPr/>
        </p:nvGrpSpPr>
        <p:grpSpPr>
          <a:xfrm rot="15567819">
            <a:off x="3981240" y="4985906"/>
            <a:ext cx="540585" cy="887105"/>
            <a:chOff x="1984650" y="2985447"/>
            <a:chExt cx="540585" cy="887105"/>
          </a:xfrm>
        </p:grpSpPr>
        <p:sp>
          <p:nvSpPr>
            <p:cNvPr id="41" name="Arc 40">
              <a:extLst>
                <a:ext uri="{FF2B5EF4-FFF2-40B4-BE49-F238E27FC236}">
                  <a16:creationId xmlns="" xmlns:a16="http://schemas.microsoft.com/office/drawing/2014/main" id="{72D69071-3A23-4801-BF98-84D355069624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="" xmlns:a16="http://schemas.microsoft.com/office/drawing/2014/main" id="{C0069175-D908-49AE-A15B-C731555E200A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1B3B4F18-FFE5-475E-8023-31466F99A2FC}"/>
              </a:ext>
            </a:extLst>
          </p:cNvPr>
          <p:cNvSpPr txBox="1"/>
          <p:nvPr/>
        </p:nvSpPr>
        <p:spPr>
          <a:xfrm>
            <a:off x="6099271" y="2485556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F309814-9093-4071-89A9-4AB468AFF726}"/>
              </a:ext>
            </a:extLst>
          </p:cNvPr>
          <p:cNvSpPr txBox="1"/>
          <p:nvPr/>
        </p:nvSpPr>
        <p:spPr>
          <a:xfrm>
            <a:off x="9303175" y="2383935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8519F065-FB0A-4672-B8C5-62A4F641FA3F}"/>
              </a:ext>
            </a:extLst>
          </p:cNvPr>
          <p:cNvSpPr txBox="1"/>
          <p:nvPr/>
        </p:nvSpPr>
        <p:spPr>
          <a:xfrm>
            <a:off x="8166603" y="4052162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sp>
        <p:nvSpPr>
          <p:cNvPr id="46" name="Arrow: Curved Down 45">
            <a:extLst>
              <a:ext uri="{FF2B5EF4-FFF2-40B4-BE49-F238E27FC236}">
                <a16:creationId xmlns="" xmlns:a16="http://schemas.microsoft.com/office/drawing/2014/main" id="{D7D78697-CC44-4AA5-91B9-CEC8189D76EE}"/>
              </a:ext>
            </a:extLst>
          </p:cNvPr>
          <p:cNvSpPr/>
          <p:nvPr/>
        </p:nvSpPr>
        <p:spPr>
          <a:xfrm rot="10800000">
            <a:off x="6566402" y="3929185"/>
            <a:ext cx="1413978" cy="268230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744B3AB0-8CAD-443C-A099-5CEA141F7AEA}"/>
              </a:ext>
            </a:extLst>
          </p:cNvPr>
          <p:cNvSpPr txBox="1"/>
          <p:nvPr/>
        </p:nvSpPr>
        <p:spPr>
          <a:xfrm>
            <a:off x="6993908" y="3828083"/>
            <a:ext cx="67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D7B7DB79-220D-4623-85A9-756FB45CE204}"/>
              </a:ext>
            </a:extLst>
          </p:cNvPr>
          <p:cNvCxnSpPr>
            <a:cxnSpLocks/>
          </p:cNvCxnSpPr>
          <p:nvPr/>
        </p:nvCxnSpPr>
        <p:spPr>
          <a:xfrm flipH="1">
            <a:off x="4035388" y="3933292"/>
            <a:ext cx="533808" cy="11816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4F8E1686-3C0D-465C-A609-479CAA624495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266261" y="3983512"/>
            <a:ext cx="421559" cy="12199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="" xmlns:a16="http://schemas.microsoft.com/office/drawing/2014/main" id="{902307CD-A4DF-46D5-888A-9CB32F24951B}"/>
              </a:ext>
            </a:extLst>
          </p:cNvPr>
          <p:cNvCxnSpPr>
            <a:cxnSpLocks/>
          </p:cNvCxnSpPr>
          <p:nvPr/>
        </p:nvCxnSpPr>
        <p:spPr>
          <a:xfrm>
            <a:off x="1735617" y="3942603"/>
            <a:ext cx="1877168" cy="13587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88C83254-B5C0-4B4A-A802-06B9F0E3CCCF}"/>
              </a:ext>
            </a:extLst>
          </p:cNvPr>
          <p:cNvSpPr txBox="1"/>
          <p:nvPr/>
        </p:nvSpPr>
        <p:spPr>
          <a:xfrm>
            <a:off x="2315784" y="4421494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6569FCAF-04CE-42AF-990B-ECC6A54516DD}"/>
              </a:ext>
            </a:extLst>
          </p:cNvPr>
          <p:cNvSpPr txBox="1"/>
          <p:nvPr/>
        </p:nvSpPr>
        <p:spPr>
          <a:xfrm>
            <a:off x="3421689" y="4086776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68996A5B-3827-45BF-8D37-827C1980950A}"/>
              </a:ext>
            </a:extLst>
          </p:cNvPr>
          <p:cNvSpPr txBox="1"/>
          <p:nvPr/>
        </p:nvSpPr>
        <p:spPr>
          <a:xfrm>
            <a:off x="4400441" y="4289184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6952D827-5548-44E2-9EC8-05EF88F60BF6}"/>
              </a:ext>
            </a:extLst>
          </p:cNvPr>
          <p:cNvSpPr txBox="1"/>
          <p:nvPr/>
        </p:nvSpPr>
        <p:spPr>
          <a:xfrm>
            <a:off x="4730951" y="5072530"/>
            <a:ext cx="72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3FB3C95-1D4F-4794-992B-5F562706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6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6" grpId="0" animBg="1"/>
      <p:bldP spid="32" grpId="0"/>
      <p:bldP spid="33" grpId="0"/>
      <p:bldP spid="34" grpId="0"/>
      <p:bldP spid="35" grpId="0"/>
      <p:bldP spid="36" grpId="0"/>
      <p:bldP spid="43" grpId="0"/>
      <p:bldP spid="44" grpId="0"/>
      <p:bldP spid="45" grpId="0"/>
      <p:bldP spid="46" grpId="0" animBg="1"/>
      <p:bldP spid="47" grpId="0"/>
      <p:bldP spid="56" grpId="0"/>
      <p:bldP spid="57" grpId="0"/>
      <p:bldP spid="58" grpId="0"/>
      <p:bldP spid="5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4557B8-DA3E-4337-A842-D9724DE5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90" y="369892"/>
            <a:ext cx="8946541" cy="17106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All words that ends with aba.                                              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{aba,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………..} </a:t>
            </a: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142640DC-4C1D-4FA8-B72F-7D262714FDBC}"/>
              </a:ext>
            </a:extLst>
          </p:cNvPr>
          <p:cNvSpPr/>
          <p:nvPr/>
        </p:nvSpPr>
        <p:spPr>
          <a:xfrm>
            <a:off x="1130579" y="333390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92B69C09-430F-483D-B622-31AC3D9AEFB3}"/>
              </a:ext>
            </a:extLst>
          </p:cNvPr>
          <p:cNvCxnSpPr/>
          <p:nvPr/>
        </p:nvCxnSpPr>
        <p:spPr>
          <a:xfrm>
            <a:off x="470451" y="3673964"/>
            <a:ext cx="5730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571665F6-383E-4485-87C6-1E99A3F485F2}"/>
              </a:ext>
            </a:extLst>
          </p:cNvPr>
          <p:cNvSpPr/>
          <p:nvPr/>
        </p:nvSpPr>
        <p:spPr>
          <a:xfrm>
            <a:off x="2765510" y="333390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D5542061-6DCE-4D06-9D0F-DA65DE1EB09C}"/>
              </a:ext>
            </a:extLst>
          </p:cNvPr>
          <p:cNvSpPr/>
          <p:nvPr/>
        </p:nvSpPr>
        <p:spPr>
          <a:xfrm>
            <a:off x="4400441" y="330701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48E7CE4E-B2CD-4B2F-9E4F-E6B622D17A3C}"/>
              </a:ext>
            </a:extLst>
          </p:cNvPr>
          <p:cNvGrpSpPr/>
          <p:nvPr/>
        </p:nvGrpSpPr>
        <p:grpSpPr>
          <a:xfrm>
            <a:off x="6035372" y="3170957"/>
            <a:ext cx="839021" cy="802091"/>
            <a:chOff x="10512625" y="1744747"/>
            <a:chExt cx="839021" cy="802091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A4CCE1CB-AD97-4BFD-B02B-1E8364B61A4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0F5E13C-5877-400D-9179-B3D78E81F5C3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2DA1C6FF-E0DC-458D-8AA6-2EA3677F8C13}"/>
              </a:ext>
            </a:extLst>
          </p:cNvPr>
          <p:cNvCxnSpPr/>
          <p:nvPr/>
        </p:nvCxnSpPr>
        <p:spPr>
          <a:xfrm>
            <a:off x="1914097" y="3662038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54AC7D04-3BE4-49CC-BCBA-3448056A577B}"/>
              </a:ext>
            </a:extLst>
          </p:cNvPr>
          <p:cNvCxnSpPr/>
          <p:nvPr/>
        </p:nvCxnSpPr>
        <p:spPr>
          <a:xfrm>
            <a:off x="3534916" y="3639972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F739F21F-7E7C-41F3-9254-50635A2DD993}"/>
              </a:ext>
            </a:extLst>
          </p:cNvPr>
          <p:cNvCxnSpPr/>
          <p:nvPr/>
        </p:nvCxnSpPr>
        <p:spPr>
          <a:xfrm>
            <a:off x="5169847" y="3639972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F55EAC6-CD58-498E-B6EC-347DB3503815}"/>
              </a:ext>
            </a:extLst>
          </p:cNvPr>
          <p:cNvSpPr txBox="1"/>
          <p:nvPr/>
        </p:nvSpPr>
        <p:spPr>
          <a:xfrm>
            <a:off x="2089212" y="3191812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1FC015E-487C-481E-99A6-D9AA1FE83562}"/>
              </a:ext>
            </a:extLst>
          </p:cNvPr>
          <p:cNvSpPr txBox="1"/>
          <p:nvPr/>
        </p:nvSpPr>
        <p:spPr>
          <a:xfrm>
            <a:off x="3697547" y="3212299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F6BBAE74-E92B-483A-8E6C-9B137E55C638}"/>
              </a:ext>
            </a:extLst>
          </p:cNvPr>
          <p:cNvSpPr txBox="1"/>
          <p:nvPr/>
        </p:nvSpPr>
        <p:spPr>
          <a:xfrm>
            <a:off x="5358816" y="3172033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6BE3D8A4-91CA-49C3-B81F-484E82C1969F}"/>
              </a:ext>
            </a:extLst>
          </p:cNvPr>
          <p:cNvGrpSpPr/>
          <p:nvPr/>
        </p:nvGrpSpPr>
        <p:grpSpPr>
          <a:xfrm rot="10370240">
            <a:off x="1185958" y="2890353"/>
            <a:ext cx="540585" cy="887105"/>
            <a:chOff x="1984650" y="2985447"/>
            <a:chExt cx="540585" cy="887105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DB890755-112C-4461-928D-464DF5A6A57A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C69DA77E-E155-4FD3-8D75-59668246E9E4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BE41C27E-FE88-4996-855F-75BC38335048}"/>
              </a:ext>
            </a:extLst>
          </p:cNvPr>
          <p:cNvSpPr txBox="1"/>
          <p:nvPr/>
        </p:nvSpPr>
        <p:spPr>
          <a:xfrm>
            <a:off x="1180516" y="2457327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2ED38DF9-0F3E-471E-B723-135D7886FB93}"/>
              </a:ext>
            </a:extLst>
          </p:cNvPr>
          <p:cNvGrpSpPr/>
          <p:nvPr/>
        </p:nvGrpSpPr>
        <p:grpSpPr>
          <a:xfrm rot="10370240">
            <a:off x="2836093" y="2873340"/>
            <a:ext cx="540585" cy="887105"/>
            <a:chOff x="1984650" y="2985447"/>
            <a:chExt cx="540585" cy="887105"/>
          </a:xfrm>
        </p:grpSpPr>
        <p:sp>
          <p:nvSpPr>
            <p:cNvPr id="22" name="Arc 21">
              <a:extLst>
                <a:ext uri="{FF2B5EF4-FFF2-40B4-BE49-F238E27FC236}">
                  <a16:creationId xmlns="" xmlns:a16="http://schemas.microsoft.com/office/drawing/2014/main" id="{B96BF47A-A774-409D-9E02-8CB0A449E67D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B4309D4B-9470-4B42-B595-2929491314E9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7035408B-BE73-43E1-A1CD-09AC7BCA3EE1}"/>
              </a:ext>
            </a:extLst>
          </p:cNvPr>
          <p:cNvSpPr txBox="1"/>
          <p:nvPr/>
        </p:nvSpPr>
        <p:spPr>
          <a:xfrm>
            <a:off x="2906302" y="2429960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5" name="Arrow: Curved Down 24">
            <a:extLst>
              <a:ext uri="{FF2B5EF4-FFF2-40B4-BE49-F238E27FC236}">
                <a16:creationId xmlns="" xmlns:a16="http://schemas.microsoft.com/office/drawing/2014/main" id="{B580EB85-7250-4662-A2F8-04D700D48B24}"/>
              </a:ext>
            </a:extLst>
          </p:cNvPr>
          <p:cNvSpPr/>
          <p:nvPr/>
        </p:nvSpPr>
        <p:spPr>
          <a:xfrm rot="10800000">
            <a:off x="1659826" y="3958135"/>
            <a:ext cx="2908196" cy="256814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17769EE-D1B1-4036-A9F2-F7C4FB54412A}"/>
              </a:ext>
            </a:extLst>
          </p:cNvPr>
          <p:cNvSpPr txBox="1"/>
          <p:nvPr/>
        </p:nvSpPr>
        <p:spPr>
          <a:xfrm>
            <a:off x="3306612" y="3828521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="" xmlns:a16="http://schemas.microsoft.com/office/drawing/2014/main" id="{FEB0CD3E-19B3-405A-91F9-897C16742A57}"/>
              </a:ext>
            </a:extLst>
          </p:cNvPr>
          <p:cNvSpPr/>
          <p:nvPr/>
        </p:nvSpPr>
        <p:spPr>
          <a:xfrm rot="10800000">
            <a:off x="5046391" y="3906855"/>
            <a:ext cx="1049609" cy="203318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27E064E2-DF59-4206-A277-AD1428A1C073}"/>
              </a:ext>
            </a:extLst>
          </p:cNvPr>
          <p:cNvSpPr txBox="1"/>
          <p:nvPr/>
        </p:nvSpPr>
        <p:spPr>
          <a:xfrm>
            <a:off x="5418452" y="3735245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0" name="Arrow: Curved Up 29">
            <a:extLst>
              <a:ext uri="{FF2B5EF4-FFF2-40B4-BE49-F238E27FC236}">
                <a16:creationId xmlns="" xmlns:a16="http://schemas.microsoft.com/office/drawing/2014/main" id="{30573888-67BF-4056-A876-15DEA9612ACF}"/>
              </a:ext>
            </a:extLst>
          </p:cNvPr>
          <p:cNvSpPr/>
          <p:nvPr/>
        </p:nvSpPr>
        <p:spPr>
          <a:xfrm rot="10601653">
            <a:off x="3340408" y="2885646"/>
            <a:ext cx="2898449" cy="392783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496B6788-80A1-41E3-80A3-2110E88609AD}"/>
              </a:ext>
            </a:extLst>
          </p:cNvPr>
          <p:cNvSpPr txBox="1"/>
          <p:nvPr/>
        </p:nvSpPr>
        <p:spPr>
          <a:xfrm>
            <a:off x="4689579" y="2463044"/>
            <a:ext cx="3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BE182B2-BB19-4D9D-ACDC-F2B1891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5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7" grpId="0" animBg="1"/>
      <p:bldP spid="14" grpId="0"/>
      <p:bldP spid="15" grpId="0"/>
      <p:bldP spid="16" grpId="0"/>
      <p:bldP spid="20" grpId="0"/>
      <p:bldP spid="24" grpId="0"/>
      <p:bldP spid="25" grpId="0" animBg="1"/>
      <p:bldP spid="26" grpId="0"/>
      <p:bldP spid="28" grpId="0" animBg="1"/>
      <p:bldP spid="29" grpId="0"/>
      <p:bldP spid="30" grpId="0" animBg="1"/>
      <p:bldP spid="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7ED75C-FBC0-46AC-A1A6-56C5DF90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24" y="304800"/>
            <a:ext cx="8946541" cy="148365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contain b as a third last symbol are valid.    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{baa,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abaaabaa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FFC4BD0E-964F-4A00-B9C1-0E9992FAEAC9}"/>
              </a:ext>
            </a:extLst>
          </p:cNvPr>
          <p:cNvSpPr/>
          <p:nvPr/>
        </p:nvSpPr>
        <p:spPr>
          <a:xfrm>
            <a:off x="1130579" y="333390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B24BC52C-AA89-49AF-BE7D-076AACA4B416}"/>
              </a:ext>
            </a:extLst>
          </p:cNvPr>
          <p:cNvCxnSpPr/>
          <p:nvPr/>
        </p:nvCxnSpPr>
        <p:spPr>
          <a:xfrm>
            <a:off x="470451" y="3673964"/>
            <a:ext cx="5730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0D2ABEBC-0CFC-491D-8E78-088C9102BD78}"/>
              </a:ext>
            </a:extLst>
          </p:cNvPr>
          <p:cNvSpPr/>
          <p:nvPr/>
        </p:nvSpPr>
        <p:spPr>
          <a:xfrm>
            <a:off x="2765510" y="333390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9BCC7182-1EE9-4050-8245-7694FA0F9629}"/>
              </a:ext>
            </a:extLst>
          </p:cNvPr>
          <p:cNvSpPr/>
          <p:nvPr/>
        </p:nvSpPr>
        <p:spPr>
          <a:xfrm>
            <a:off x="4400441" y="330701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7CE4236-294C-4F87-AACB-7566D4099E37}"/>
              </a:ext>
            </a:extLst>
          </p:cNvPr>
          <p:cNvGrpSpPr/>
          <p:nvPr/>
        </p:nvGrpSpPr>
        <p:grpSpPr>
          <a:xfrm>
            <a:off x="6035372" y="3170957"/>
            <a:ext cx="839021" cy="802091"/>
            <a:chOff x="10512625" y="1744747"/>
            <a:chExt cx="839021" cy="802091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EA3174F-4838-4F5E-99C1-FEC07FF3AEBE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40F2F136-91F6-49AE-90A2-A99738EFB22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7146B38B-0199-4967-A24B-65FC242FDBBA}"/>
              </a:ext>
            </a:extLst>
          </p:cNvPr>
          <p:cNvCxnSpPr/>
          <p:nvPr/>
        </p:nvCxnSpPr>
        <p:spPr>
          <a:xfrm>
            <a:off x="1914097" y="3662038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573575A2-45C9-41D4-A703-FB9D1FAE46F6}"/>
              </a:ext>
            </a:extLst>
          </p:cNvPr>
          <p:cNvCxnSpPr/>
          <p:nvPr/>
        </p:nvCxnSpPr>
        <p:spPr>
          <a:xfrm>
            <a:off x="3534916" y="3639972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B776122B-8AEF-4C93-A347-16962D47B31F}"/>
              </a:ext>
            </a:extLst>
          </p:cNvPr>
          <p:cNvCxnSpPr/>
          <p:nvPr/>
        </p:nvCxnSpPr>
        <p:spPr>
          <a:xfrm>
            <a:off x="5169847" y="3639972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C5967B5-98D0-406B-9C28-D2F13F302881}"/>
              </a:ext>
            </a:extLst>
          </p:cNvPr>
          <p:cNvSpPr txBox="1"/>
          <p:nvPr/>
        </p:nvSpPr>
        <p:spPr>
          <a:xfrm>
            <a:off x="2003367" y="3212299"/>
            <a:ext cx="630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3E6777FF-4C18-4987-8722-6E36A2A75543}"/>
              </a:ext>
            </a:extLst>
          </p:cNvPr>
          <p:cNvSpPr txBox="1"/>
          <p:nvPr/>
        </p:nvSpPr>
        <p:spPr>
          <a:xfrm>
            <a:off x="3645153" y="3212299"/>
            <a:ext cx="61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DC0AAF4-7DC3-4698-A3C0-3FF6C4C9A90D}"/>
              </a:ext>
            </a:extLst>
          </p:cNvPr>
          <p:cNvSpPr txBox="1"/>
          <p:nvPr/>
        </p:nvSpPr>
        <p:spPr>
          <a:xfrm>
            <a:off x="5299649" y="3212299"/>
            <a:ext cx="59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</a:p>
        </p:txBody>
      </p: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9415B2BC-3F67-4CA1-A664-EB93E4176759}"/>
              </a:ext>
            </a:extLst>
          </p:cNvPr>
          <p:cNvSpPr/>
          <p:nvPr/>
        </p:nvSpPr>
        <p:spPr>
          <a:xfrm rot="10800000">
            <a:off x="1638028" y="3934649"/>
            <a:ext cx="4478764" cy="359239"/>
          </a:xfrm>
          <a:prstGeom prst="curvedDownArrow">
            <a:avLst>
              <a:gd name="adj1" fmla="val 11615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4A59DAC2-8587-4719-9BEF-39B65DFF2592}"/>
              </a:ext>
            </a:extLst>
          </p:cNvPr>
          <p:cNvGrpSpPr/>
          <p:nvPr/>
        </p:nvGrpSpPr>
        <p:grpSpPr>
          <a:xfrm rot="10370240">
            <a:off x="1210078" y="2863458"/>
            <a:ext cx="540585" cy="887105"/>
            <a:chOff x="1984650" y="2985447"/>
            <a:chExt cx="540585" cy="887105"/>
          </a:xfrm>
        </p:grpSpPr>
        <p:sp>
          <p:nvSpPr>
            <p:cNvPr id="19" name="Arc 18">
              <a:extLst>
                <a:ext uri="{FF2B5EF4-FFF2-40B4-BE49-F238E27FC236}">
                  <a16:creationId xmlns="" xmlns:a16="http://schemas.microsoft.com/office/drawing/2014/main" id="{724E4652-9E12-4E9B-87C0-D2E051DF1785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="" xmlns:a16="http://schemas.microsoft.com/office/drawing/2014/main" id="{2409FD9C-5C21-4E21-810D-D2E19795C58F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829F8F5-579B-4F2B-94E9-3FC55C6A84B9}"/>
              </a:ext>
            </a:extLst>
          </p:cNvPr>
          <p:cNvSpPr txBox="1"/>
          <p:nvPr/>
        </p:nvSpPr>
        <p:spPr>
          <a:xfrm>
            <a:off x="1328755" y="2437873"/>
            <a:ext cx="61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E7035B9-7265-4A57-B003-01CE7EBF3F69}"/>
              </a:ext>
            </a:extLst>
          </p:cNvPr>
          <p:cNvSpPr txBox="1"/>
          <p:nvPr/>
        </p:nvSpPr>
        <p:spPr>
          <a:xfrm>
            <a:off x="3575926" y="3886012"/>
            <a:ext cx="61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</a:t>
            </a:r>
          </a:p>
        </p:txBody>
      </p:sp>
      <p:sp>
        <p:nvSpPr>
          <p:cNvPr id="27" name="Arrow: Curved Up 26">
            <a:extLst>
              <a:ext uri="{FF2B5EF4-FFF2-40B4-BE49-F238E27FC236}">
                <a16:creationId xmlns="" xmlns:a16="http://schemas.microsoft.com/office/drawing/2014/main" id="{9E3C86BD-43FF-4F8C-8CEE-2BBEADEAB99F}"/>
              </a:ext>
            </a:extLst>
          </p:cNvPr>
          <p:cNvSpPr/>
          <p:nvPr/>
        </p:nvSpPr>
        <p:spPr>
          <a:xfrm rot="10601653">
            <a:off x="3340408" y="2885646"/>
            <a:ext cx="2898449" cy="392783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D22429D-4E6D-478E-89AD-4C46A9DB6EFB}"/>
              </a:ext>
            </a:extLst>
          </p:cNvPr>
          <p:cNvSpPr txBox="1"/>
          <p:nvPr/>
        </p:nvSpPr>
        <p:spPr>
          <a:xfrm>
            <a:off x="4669426" y="2437872"/>
            <a:ext cx="630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4394E787-E424-4EF9-BA9F-FA3F63A7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5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7" grpId="0" animBg="1"/>
      <p:bldP spid="14" grpId="0"/>
      <p:bldP spid="15" grpId="0"/>
      <p:bldP spid="16" grpId="0"/>
      <p:bldP spid="17" grpId="0" animBg="1"/>
      <p:bldP spid="21" grpId="0"/>
      <p:bldP spid="26" grpId="0"/>
      <p:bldP spid="27" grpId="0" animBg="1"/>
      <p:bldP spid="2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C29B60-984C-4F3B-82C0-1BD77C65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29" y="277127"/>
            <a:ext cx="10002010" cy="95532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(baba,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bababaaab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………………………..}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contains baba as a substring.</a:t>
            </a: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93A92C9F-AFAE-43ED-80D3-F686FA988A58}"/>
              </a:ext>
            </a:extLst>
          </p:cNvPr>
          <p:cNvSpPr/>
          <p:nvPr/>
        </p:nvSpPr>
        <p:spPr>
          <a:xfrm>
            <a:off x="1449980" y="288662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26F88F4C-F861-46FC-BB1F-67302459CE04}"/>
              </a:ext>
            </a:extLst>
          </p:cNvPr>
          <p:cNvGrpSpPr/>
          <p:nvPr/>
        </p:nvGrpSpPr>
        <p:grpSpPr>
          <a:xfrm>
            <a:off x="7931178" y="2778904"/>
            <a:ext cx="839021" cy="802091"/>
            <a:chOff x="10512625" y="1744747"/>
            <a:chExt cx="839021" cy="802091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CC994F35-76BA-4032-B6CB-16AFEA9B98AB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82FB1F62-B1A4-4B1D-9C7F-4F89BB56AFAD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BC750FEE-70C1-4FC9-877A-C9A5F5722DEF}"/>
              </a:ext>
            </a:extLst>
          </p:cNvPr>
          <p:cNvGrpSpPr/>
          <p:nvPr/>
        </p:nvGrpSpPr>
        <p:grpSpPr>
          <a:xfrm rot="10147571">
            <a:off x="1475049" y="2443068"/>
            <a:ext cx="540585" cy="887105"/>
            <a:chOff x="1984650" y="2985447"/>
            <a:chExt cx="540585" cy="887105"/>
          </a:xfrm>
        </p:grpSpPr>
        <p:sp>
          <p:nvSpPr>
            <p:cNvPr id="12" name="Arc 11">
              <a:extLst>
                <a:ext uri="{FF2B5EF4-FFF2-40B4-BE49-F238E27FC236}">
                  <a16:creationId xmlns="" xmlns:a16="http://schemas.microsoft.com/office/drawing/2014/main" id="{315E3871-1E6C-41D8-8775-2F825B585E9D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BB972401-A1AA-4A5F-8B64-21AEE87EFB5F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Arrow: Curved Down 13">
            <a:extLst>
              <a:ext uri="{FF2B5EF4-FFF2-40B4-BE49-F238E27FC236}">
                <a16:creationId xmlns="" xmlns:a16="http://schemas.microsoft.com/office/drawing/2014/main" id="{2BAAD996-F4CB-4D96-AE80-9A22D1FC9D0F}"/>
              </a:ext>
            </a:extLst>
          </p:cNvPr>
          <p:cNvSpPr/>
          <p:nvPr/>
        </p:nvSpPr>
        <p:spPr>
          <a:xfrm rot="10800000">
            <a:off x="1911794" y="3528452"/>
            <a:ext cx="2913036" cy="31957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5D18CC7E-81D7-43B0-82AD-86D1F5762F37}"/>
              </a:ext>
            </a:extLst>
          </p:cNvPr>
          <p:cNvCxnSpPr/>
          <p:nvPr/>
        </p:nvCxnSpPr>
        <p:spPr>
          <a:xfrm>
            <a:off x="756575" y="3220129"/>
            <a:ext cx="6934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B25F2A60-6FAF-4F74-9ACE-72013F89B7CB}"/>
              </a:ext>
            </a:extLst>
          </p:cNvPr>
          <p:cNvCxnSpPr/>
          <p:nvPr/>
        </p:nvCxnSpPr>
        <p:spPr>
          <a:xfrm>
            <a:off x="7061359" y="3182856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9CD54FB6-F5F5-4089-B10C-95238F7CC185}"/>
              </a:ext>
            </a:extLst>
          </p:cNvPr>
          <p:cNvSpPr/>
          <p:nvPr/>
        </p:nvSpPr>
        <p:spPr>
          <a:xfrm>
            <a:off x="3078972" y="290055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2FB94FD2-69CA-408D-9D7C-2D5478689746}"/>
              </a:ext>
            </a:extLst>
          </p:cNvPr>
          <p:cNvSpPr/>
          <p:nvPr/>
        </p:nvSpPr>
        <p:spPr>
          <a:xfrm>
            <a:off x="4705123" y="288688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916E2E82-A372-47D5-AFB8-C76B638803BB}"/>
              </a:ext>
            </a:extLst>
          </p:cNvPr>
          <p:cNvSpPr/>
          <p:nvPr/>
        </p:nvSpPr>
        <p:spPr>
          <a:xfrm>
            <a:off x="6338028" y="28776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036133B-4728-416B-A907-BEB5B63B18A2}"/>
              </a:ext>
            </a:extLst>
          </p:cNvPr>
          <p:cNvGrpSpPr/>
          <p:nvPr/>
        </p:nvGrpSpPr>
        <p:grpSpPr>
          <a:xfrm rot="10452538">
            <a:off x="8067365" y="2346303"/>
            <a:ext cx="540585" cy="887105"/>
            <a:chOff x="1984650" y="2985447"/>
            <a:chExt cx="540585" cy="887105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F2A61CDE-BAC2-47CA-846E-39946BB1A462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E741EB93-3528-432F-B840-9346AAD0866B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5387F9C5-D9C5-4629-BCE7-D63B63C10002}"/>
              </a:ext>
            </a:extLst>
          </p:cNvPr>
          <p:cNvCxnSpPr/>
          <p:nvPr/>
        </p:nvCxnSpPr>
        <p:spPr>
          <a:xfrm>
            <a:off x="5461946" y="3202884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66E11495-5ED8-4162-AB21-FD70D2B59382}"/>
              </a:ext>
            </a:extLst>
          </p:cNvPr>
          <p:cNvCxnSpPr/>
          <p:nvPr/>
        </p:nvCxnSpPr>
        <p:spPr>
          <a:xfrm>
            <a:off x="3842059" y="3206877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79AC856C-F733-421D-AFAC-0907BB071547}"/>
              </a:ext>
            </a:extLst>
          </p:cNvPr>
          <p:cNvCxnSpPr/>
          <p:nvPr/>
        </p:nvCxnSpPr>
        <p:spPr>
          <a:xfrm>
            <a:off x="2213067" y="3206192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BAD9DC6-E9B5-40AE-80A2-9CF5F9769E05}"/>
              </a:ext>
            </a:extLst>
          </p:cNvPr>
          <p:cNvSpPr txBox="1"/>
          <p:nvPr/>
        </p:nvSpPr>
        <p:spPr>
          <a:xfrm>
            <a:off x="5658167" y="2850797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790024B-2F2E-459A-828F-A6EC2422546C}"/>
              </a:ext>
            </a:extLst>
          </p:cNvPr>
          <p:cNvSpPr txBox="1"/>
          <p:nvPr/>
        </p:nvSpPr>
        <p:spPr>
          <a:xfrm>
            <a:off x="8031079" y="1993768"/>
            <a:ext cx="66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EE26798D-A4C6-4D79-8C7B-E285E54362CB}"/>
              </a:ext>
            </a:extLst>
          </p:cNvPr>
          <p:cNvSpPr txBox="1"/>
          <p:nvPr/>
        </p:nvSpPr>
        <p:spPr>
          <a:xfrm>
            <a:off x="2382267" y="2863168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D6F20B6B-FD4D-459A-AEB1-8B553208E01E}"/>
              </a:ext>
            </a:extLst>
          </p:cNvPr>
          <p:cNvSpPr txBox="1"/>
          <p:nvPr/>
        </p:nvSpPr>
        <p:spPr>
          <a:xfrm>
            <a:off x="1549012" y="2090741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44432A0A-C76D-4EAE-B09E-4F3B9E8D9CD3}"/>
              </a:ext>
            </a:extLst>
          </p:cNvPr>
          <p:cNvSpPr txBox="1"/>
          <p:nvPr/>
        </p:nvSpPr>
        <p:spPr>
          <a:xfrm>
            <a:off x="3344190" y="354709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D6A332AB-66A7-46B9-9032-BB3AFC0F06AD}"/>
              </a:ext>
            </a:extLst>
          </p:cNvPr>
          <p:cNvSpPr txBox="1"/>
          <p:nvPr/>
        </p:nvSpPr>
        <p:spPr>
          <a:xfrm>
            <a:off x="7272311" y="283686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39871458-6477-4126-886B-8C0C7D3D80E5}"/>
              </a:ext>
            </a:extLst>
          </p:cNvPr>
          <p:cNvSpPr txBox="1"/>
          <p:nvPr/>
        </p:nvSpPr>
        <p:spPr>
          <a:xfrm>
            <a:off x="4018220" y="288461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494374DD-2A10-4A81-A83D-286FEAAFA11A}"/>
              </a:ext>
            </a:extLst>
          </p:cNvPr>
          <p:cNvSpPr txBox="1"/>
          <p:nvPr/>
        </p:nvSpPr>
        <p:spPr>
          <a:xfrm>
            <a:off x="2940201" y="2150097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89378C1F-984A-4CB4-B5C9-D9AF26790B95}"/>
              </a:ext>
            </a:extLst>
          </p:cNvPr>
          <p:cNvGrpSpPr/>
          <p:nvPr/>
        </p:nvGrpSpPr>
        <p:grpSpPr>
          <a:xfrm rot="9487014">
            <a:off x="3061926" y="2487971"/>
            <a:ext cx="540585" cy="887105"/>
            <a:chOff x="1984650" y="2985447"/>
            <a:chExt cx="540585" cy="887105"/>
          </a:xfrm>
        </p:grpSpPr>
        <p:sp>
          <p:nvSpPr>
            <p:cNvPr id="36" name="Arc 35">
              <a:extLst>
                <a:ext uri="{FF2B5EF4-FFF2-40B4-BE49-F238E27FC236}">
                  <a16:creationId xmlns="" xmlns:a16="http://schemas.microsoft.com/office/drawing/2014/main" id="{B9E9B6FC-8DF8-41D0-85B4-F18DAB75396E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="" xmlns:a16="http://schemas.microsoft.com/office/drawing/2014/main" id="{9E3128BC-4671-4C56-8150-102EE4186959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Arrow: Curved Up 37">
            <a:extLst>
              <a:ext uri="{FF2B5EF4-FFF2-40B4-BE49-F238E27FC236}">
                <a16:creationId xmlns="" xmlns:a16="http://schemas.microsoft.com/office/drawing/2014/main" id="{0DB38379-3AFF-433F-8C26-89FCCC7A8F62}"/>
              </a:ext>
            </a:extLst>
          </p:cNvPr>
          <p:cNvSpPr/>
          <p:nvPr/>
        </p:nvSpPr>
        <p:spPr>
          <a:xfrm rot="10800000">
            <a:off x="3630409" y="2496154"/>
            <a:ext cx="2898449" cy="392783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AAF24CAA-4BA4-4D00-822D-A39E5A4FA791}"/>
              </a:ext>
            </a:extLst>
          </p:cNvPr>
          <p:cNvSpPr txBox="1"/>
          <p:nvPr/>
        </p:nvSpPr>
        <p:spPr>
          <a:xfrm>
            <a:off x="4943533" y="213823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419C4A43-D0AB-4AA8-82D3-476358E3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2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4" grpId="0" animBg="1"/>
      <p:bldP spid="17" grpId="0" animBg="1"/>
      <p:bldP spid="18" grpId="0" animBg="1"/>
      <p:bldP spid="19" grpId="0" animBg="1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8" grpId="0" animBg="1"/>
      <p:bldP spid="3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97ED70-1A54-4FD2-A161-1FB8A4979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29" y="528918"/>
            <a:ext cx="8946541" cy="316630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whose length is divisible by 3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……………………..}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3500" b="1" baseline="3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1AD407B2-5958-4A09-98C4-C3E3AEAB0A01}"/>
              </a:ext>
            </a:extLst>
          </p:cNvPr>
          <p:cNvSpPr/>
          <p:nvPr/>
        </p:nvSpPr>
        <p:spPr>
          <a:xfrm>
            <a:off x="2307349" y="39272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B535C50F-2C02-4A32-823B-D39AF849B50F}"/>
              </a:ext>
            </a:extLst>
          </p:cNvPr>
          <p:cNvGrpSpPr/>
          <p:nvPr/>
        </p:nvGrpSpPr>
        <p:grpSpPr>
          <a:xfrm>
            <a:off x="7210955" y="3791188"/>
            <a:ext cx="839021" cy="802091"/>
            <a:chOff x="10512625" y="1744747"/>
            <a:chExt cx="839021" cy="802091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E195163C-BDCA-41CA-905A-A0886577A1A0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7560B4C1-CA9C-4D7F-93F5-D4003572F751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84F22AB-0C66-4970-9909-4D87D53A566B}"/>
              </a:ext>
            </a:extLst>
          </p:cNvPr>
          <p:cNvSpPr txBox="1"/>
          <p:nvPr/>
        </p:nvSpPr>
        <p:spPr>
          <a:xfrm>
            <a:off x="6353483" y="3826094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9" name="Arrow: Curved Down 8">
            <a:extLst>
              <a:ext uri="{FF2B5EF4-FFF2-40B4-BE49-F238E27FC236}">
                <a16:creationId xmlns="" xmlns:a16="http://schemas.microsoft.com/office/drawing/2014/main" id="{13A4F4BC-1462-4440-92D7-C2BCB352F3C6}"/>
              </a:ext>
            </a:extLst>
          </p:cNvPr>
          <p:cNvSpPr/>
          <p:nvPr/>
        </p:nvSpPr>
        <p:spPr>
          <a:xfrm rot="10800000">
            <a:off x="4258100" y="4663637"/>
            <a:ext cx="3323957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622500CE-E102-4994-A966-6638A389B780}"/>
              </a:ext>
            </a:extLst>
          </p:cNvPr>
          <p:cNvCxnSpPr/>
          <p:nvPr/>
        </p:nvCxnSpPr>
        <p:spPr>
          <a:xfrm>
            <a:off x="1600296" y="4246826"/>
            <a:ext cx="6934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FE47107F-CBC0-4F80-8108-4196D45EA38A}"/>
              </a:ext>
            </a:extLst>
          </p:cNvPr>
          <p:cNvCxnSpPr/>
          <p:nvPr/>
        </p:nvCxnSpPr>
        <p:spPr>
          <a:xfrm>
            <a:off x="3066902" y="4249259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1DA5CE29-63ED-4C5B-B21A-9AC3CCE887C3}"/>
              </a:ext>
            </a:extLst>
          </p:cNvPr>
          <p:cNvSpPr/>
          <p:nvPr/>
        </p:nvSpPr>
        <p:spPr>
          <a:xfrm>
            <a:off x="3913224" y="391363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EC3E418D-EC25-44C8-ADB0-EE2D6A9BAF88}"/>
              </a:ext>
            </a:extLst>
          </p:cNvPr>
          <p:cNvSpPr/>
          <p:nvPr/>
        </p:nvSpPr>
        <p:spPr>
          <a:xfrm>
            <a:off x="5557459" y="389362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58254358-39F2-41D5-A79B-10ACED33F3CA}"/>
              </a:ext>
            </a:extLst>
          </p:cNvPr>
          <p:cNvCxnSpPr/>
          <p:nvPr/>
        </p:nvCxnSpPr>
        <p:spPr>
          <a:xfrm>
            <a:off x="6276398" y="4206630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6DB2421E-4953-498E-8BC5-4D056802B081}"/>
              </a:ext>
            </a:extLst>
          </p:cNvPr>
          <p:cNvCxnSpPr/>
          <p:nvPr/>
        </p:nvCxnSpPr>
        <p:spPr>
          <a:xfrm>
            <a:off x="4677917" y="4219530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FC5D53A8-3F59-4546-A633-8EFEF4C2FB14}"/>
              </a:ext>
            </a:extLst>
          </p:cNvPr>
          <p:cNvSpPr txBox="1"/>
          <p:nvPr/>
        </p:nvSpPr>
        <p:spPr>
          <a:xfrm>
            <a:off x="4746795" y="3798242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882FCB54-37CA-4C73-AE44-D6685568EC3D}"/>
              </a:ext>
            </a:extLst>
          </p:cNvPr>
          <p:cNvSpPr txBox="1"/>
          <p:nvPr/>
        </p:nvSpPr>
        <p:spPr>
          <a:xfrm>
            <a:off x="3058641" y="3884422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D0B4101E-4182-4EB0-AF0B-4D10916386FC}"/>
              </a:ext>
            </a:extLst>
          </p:cNvPr>
          <p:cNvSpPr txBox="1"/>
          <p:nvPr/>
        </p:nvSpPr>
        <p:spPr>
          <a:xfrm>
            <a:off x="5730843" y="4725080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="" xmlns:a16="http://schemas.microsoft.com/office/drawing/2014/main" id="{EDF1EDC2-49DE-4318-8E95-EB2EFCFE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8" grpId="0"/>
      <p:bldP spid="9" grpId="0" animBg="1"/>
      <p:bldP spid="13" grpId="0" animBg="1"/>
      <p:bldP spid="14" grpId="0" animBg="1"/>
      <p:bldP spid="17" grpId="0"/>
      <p:bldP spid="18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7BCF14-153B-498B-9AEC-CF538E18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29" y="319653"/>
            <a:ext cx="8946541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L7 = All words that start and end with same character.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{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a,b,aa,bb,aba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…………………………..}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a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)*a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=  b(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b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what about a or b?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a  + 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 b +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 a+ a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)*a + b + b(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b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a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)*a  + b(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b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4D25798-8C2F-4F39-BD59-E1B1B34D30C5}"/>
              </a:ext>
            </a:extLst>
          </p:cNvPr>
          <p:cNvSpPr txBox="1"/>
          <p:nvPr/>
        </p:nvSpPr>
        <p:spPr>
          <a:xfrm>
            <a:off x="1951630" y="2674963"/>
            <a:ext cx="132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a(</a:t>
            </a:r>
            <a:r>
              <a:rPr lang="en-US" dirty="0" err="1"/>
              <a:t>a+b</a:t>
            </a:r>
            <a:r>
              <a:rPr lang="en-US" dirty="0"/>
              <a:t>)*a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6F251C-039A-4C93-ACAF-A33F2562DB99}"/>
              </a:ext>
            </a:extLst>
          </p:cNvPr>
          <p:cNvSpPr txBox="1"/>
          <p:nvPr/>
        </p:nvSpPr>
        <p:spPr>
          <a:xfrm>
            <a:off x="1953902" y="3113971"/>
            <a:ext cx="132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b(</a:t>
            </a:r>
            <a:r>
              <a:rPr lang="en-US" dirty="0" err="1"/>
              <a:t>a+b</a:t>
            </a:r>
            <a:r>
              <a:rPr lang="en-US" dirty="0"/>
              <a:t>)*b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A7885EB8-56EC-4933-94D7-CAFBABB1B244}"/>
              </a:ext>
            </a:extLst>
          </p:cNvPr>
          <p:cNvSpPr/>
          <p:nvPr/>
        </p:nvSpPr>
        <p:spPr>
          <a:xfrm>
            <a:off x="7088493" y="260332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A4E9DBC6-A106-4E89-92A3-FA4BF0BF5FFC}"/>
              </a:ext>
            </a:extLst>
          </p:cNvPr>
          <p:cNvGrpSpPr/>
          <p:nvPr/>
        </p:nvGrpSpPr>
        <p:grpSpPr>
          <a:xfrm>
            <a:off x="7092502" y="4551059"/>
            <a:ext cx="839021" cy="802091"/>
            <a:chOff x="10512625" y="1744747"/>
            <a:chExt cx="839021" cy="802091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57C5BE98-5074-4216-8710-B333C814A42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0627AE51-3BFA-45A2-8F23-34BA6D5C21C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BAF5377A-DADA-45CC-BD9C-790107483DB5}"/>
              </a:ext>
            </a:extLst>
          </p:cNvPr>
          <p:cNvCxnSpPr/>
          <p:nvPr/>
        </p:nvCxnSpPr>
        <p:spPr>
          <a:xfrm>
            <a:off x="6313404" y="2922899"/>
            <a:ext cx="6934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D3AAFE09-C8E7-4FA4-B2F8-637B60D78DF0}"/>
              </a:ext>
            </a:extLst>
          </p:cNvPr>
          <p:cNvSpPr/>
          <p:nvPr/>
        </p:nvSpPr>
        <p:spPr>
          <a:xfrm>
            <a:off x="8857097" y="464348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948EB2D8-385E-4948-BE52-60EF669E090E}"/>
              </a:ext>
            </a:extLst>
          </p:cNvPr>
          <p:cNvSpPr/>
          <p:nvPr/>
        </p:nvSpPr>
        <p:spPr>
          <a:xfrm>
            <a:off x="10455902" y="253365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AAB1517E-DE90-46BA-91E3-063202A10E46}"/>
              </a:ext>
            </a:extLst>
          </p:cNvPr>
          <p:cNvGrpSpPr/>
          <p:nvPr/>
        </p:nvGrpSpPr>
        <p:grpSpPr>
          <a:xfrm>
            <a:off x="8674894" y="2476304"/>
            <a:ext cx="839021" cy="802091"/>
            <a:chOff x="10512625" y="1744747"/>
            <a:chExt cx="839021" cy="802091"/>
          </a:xfrm>
        </p:grpSpPr>
        <p:sp>
          <p:nvSpPr>
            <p:cNvPr id="14" name="Oval 13">
              <a:extLst>
                <a:ext uri="{FF2B5EF4-FFF2-40B4-BE49-F238E27FC236}">
                  <a16:creationId xmlns="" xmlns:a16="http://schemas.microsoft.com/office/drawing/2014/main" id="{CBCA52F5-5BB3-4E58-8D9F-F38BB909E388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860118D3-C27B-4240-B9D8-BBBB639362F9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703F0FD0-13D0-4AC5-8F78-A0F4BB607349}"/>
              </a:ext>
            </a:extLst>
          </p:cNvPr>
          <p:cNvCxnSpPr/>
          <p:nvPr/>
        </p:nvCxnSpPr>
        <p:spPr>
          <a:xfrm>
            <a:off x="7824630" y="2883944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EB27FC4-FD8B-4426-B84E-7A169873E796}"/>
              </a:ext>
            </a:extLst>
          </p:cNvPr>
          <p:cNvSpPr txBox="1"/>
          <p:nvPr/>
        </p:nvSpPr>
        <p:spPr>
          <a:xfrm>
            <a:off x="7893508" y="2462656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91FCDB88-2105-4F22-B117-0A20736F061B}"/>
              </a:ext>
            </a:extLst>
          </p:cNvPr>
          <p:cNvGrpSpPr/>
          <p:nvPr/>
        </p:nvGrpSpPr>
        <p:grpSpPr>
          <a:xfrm rot="10452538">
            <a:off x="8860426" y="2019103"/>
            <a:ext cx="540585" cy="887105"/>
            <a:chOff x="1984650" y="2985447"/>
            <a:chExt cx="540585" cy="887105"/>
          </a:xfrm>
        </p:grpSpPr>
        <p:sp>
          <p:nvSpPr>
            <p:cNvPr id="19" name="Arc 18">
              <a:extLst>
                <a:ext uri="{FF2B5EF4-FFF2-40B4-BE49-F238E27FC236}">
                  <a16:creationId xmlns="" xmlns:a16="http://schemas.microsoft.com/office/drawing/2014/main" id="{BCFDF904-60BF-43D8-83F2-99B831878A95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="" xmlns:a16="http://schemas.microsoft.com/office/drawing/2014/main" id="{D0D273DE-2B24-4EF2-BF07-525FA524B88B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903A365-2B7F-4FD9-B35C-18464FBF954D}"/>
              </a:ext>
            </a:extLst>
          </p:cNvPr>
          <p:cNvSpPr txBox="1"/>
          <p:nvPr/>
        </p:nvSpPr>
        <p:spPr>
          <a:xfrm>
            <a:off x="8824140" y="1666568"/>
            <a:ext cx="66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D7F1E9A4-C146-4AE1-8F13-0238A70940D8}"/>
              </a:ext>
            </a:extLst>
          </p:cNvPr>
          <p:cNvCxnSpPr/>
          <p:nvPr/>
        </p:nvCxnSpPr>
        <p:spPr>
          <a:xfrm>
            <a:off x="9574660" y="2870242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FDF385E-9F3C-446D-837F-C2FCAF4C6636}"/>
              </a:ext>
            </a:extLst>
          </p:cNvPr>
          <p:cNvSpPr txBox="1"/>
          <p:nvPr/>
        </p:nvSpPr>
        <p:spPr>
          <a:xfrm>
            <a:off x="9629250" y="2476304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E347342F-6850-4967-A97A-AB9D3CC91698}"/>
              </a:ext>
            </a:extLst>
          </p:cNvPr>
          <p:cNvGrpSpPr/>
          <p:nvPr/>
        </p:nvGrpSpPr>
        <p:grpSpPr>
          <a:xfrm rot="10452538">
            <a:off x="10627878" y="2060909"/>
            <a:ext cx="540585" cy="887105"/>
            <a:chOff x="1984650" y="2985447"/>
            <a:chExt cx="540585" cy="887105"/>
          </a:xfrm>
        </p:grpSpPr>
        <p:sp>
          <p:nvSpPr>
            <p:cNvPr id="25" name="Arc 24">
              <a:extLst>
                <a:ext uri="{FF2B5EF4-FFF2-40B4-BE49-F238E27FC236}">
                  <a16:creationId xmlns="" xmlns:a16="http://schemas.microsoft.com/office/drawing/2014/main" id="{82333F96-A6B5-4562-8826-9451E8090578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="" xmlns:a16="http://schemas.microsoft.com/office/drawing/2014/main" id="{A50FC8CA-B4EA-4E23-952B-1D027DB571B5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C1EF513F-8070-4B0F-8207-0D7EC364D37D}"/>
              </a:ext>
            </a:extLst>
          </p:cNvPr>
          <p:cNvSpPr txBox="1"/>
          <p:nvPr/>
        </p:nvSpPr>
        <p:spPr>
          <a:xfrm>
            <a:off x="10564155" y="1692370"/>
            <a:ext cx="66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="" xmlns:a16="http://schemas.microsoft.com/office/drawing/2014/main" id="{7C3CBA98-24B3-439A-99A4-9353D8752E7F}"/>
              </a:ext>
            </a:extLst>
          </p:cNvPr>
          <p:cNvSpPr/>
          <p:nvPr/>
        </p:nvSpPr>
        <p:spPr>
          <a:xfrm rot="10800000">
            <a:off x="9361423" y="3226158"/>
            <a:ext cx="1202732" cy="313313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9C8FF202-8F37-42C5-A841-9CF12E682641}"/>
              </a:ext>
            </a:extLst>
          </p:cNvPr>
          <p:cNvSpPr txBox="1"/>
          <p:nvPr/>
        </p:nvSpPr>
        <p:spPr>
          <a:xfrm>
            <a:off x="9689583" y="3195154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926F687B-5203-4157-AAB0-600C009632AD}"/>
              </a:ext>
            </a:extLst>
          </p:cNvPr>
          <p:cNvCxnSpPr>
            <a:cxnSpLocks/>
          </p:cNvCxnSpPr>
          <p:nvPr/>
        </p:nvCxnSpPr>
        <p:spPr>
          <a:xfrm>
            <a:off x="7450158" y="3278395"/>
            <a:ext cx="0" cy="120925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1949E5D0-28DB-43C4-B68D-83682C27E9D5}"/>
              </a:ext>
            </a:extLst>
          </p:cNvPr>
          <p:cNvSpPr txBox="1"/>
          <p:nvPr/>
        </p:nvSpPr>
        <p:spPr>
          <a:xfrm>
            <a:off x="7317374" y="3676016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="" xmlns:a16="http://schemas.microsoft.com/office/drawing/2014/main" id="{38D1E9E9-CD02-4804-812E-8E7CFFC8BC66}"/>
              </a:ext>
            </a:extLst>
          </p:cNvPr>
          <p:cNvGrpSpPr/>
          <p:nvPr/>
        </p:nvGrpSpPr>
        <p:grpSpPr>
          <a:xfrm rot="14698902">
            <a:off x="9272667" y="4467616"/>
            <a:ext cx="540585" cy="887105"/>
            <a:chOff x="1984650" y="2985447"/>
            <a:chExt cx="540585" cy="887105"/>
          </a:xfrm>
        </p:grpSpPr>
        <p:sp>
          <p:nvSpPr>
            <p:cNvPr id="35" name="Arc 34">
              <a:extLst>
                <a:ext uri="{FF2B5EF4-FFF2-40B4-BE49-F238E27FC236}">
                  <a16:creationId xmlns="" xmlns:a16="http://schemas.microsoft.com/office/drawing/2014/main" id="{D3AAEFA1-16BA-4F64-8D96-09CEC87CD81D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9C7E9772-976A-4F1B-A5FB-B993F7A1819C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95720E8D-5F14-4C52-9EEC-344C04A635F4}"/>
              </a:ext>
            </a:extLst>
          </p:cNvPr>
          <p:cNvGrpSpPr/>
          <p:nvPr/>
        </p:nvGrpSpPr>
        <p:grpSpPr>
          <a:xfrm rot="4543030">
            <a:off x="6818200" y="4571298"/>
            <a:ext cx="540585" cy="887105"/>
            <a:chOff x="1984650" y="2985447"/>
            <a:chExt cx="540585" cy="887105"/>
          </a:xfrm>
        </p:grpSpPr>
        <p:sp>
          <p:nvSpPr>
            <p:cNvPr id="38" name="Arc 37">
              <a:extLst>
                <a:ext uri="{FF2B5EF4-FFF2-40B4-BE49-F238E27FC236}">
                  <a16:creationId xmlns="" xmlns:a16="http://schemas.microsoft.com/office/drawing/2014/main" id="{D97BF097-5986-4633-8137-8BCB6C4CA490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D5C77976-2521-49E0-9C4C-A4D3C9A94398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A0E23CFD-B054-45FD-B164-ECA82F8A3955}"/>
              </a:ext>
            </a:extLst>
          </p:cNvPr>
          <p:cNvSpPr txBox="1"/>
          <p:nvPr/>
        </p:nvSpPr>
        <p:spPr>
          <a:xfrm>
            <a:off x="6270900" y="4635857"/>
            <a:ext cx="66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B5FD6E52-4650-4EEC-9100-B82B505F024E}"/>
              </a:ext>
            </a:extLst>
          </p:cNvPr>
          <p:cNvCxnSpPr/>
          <p:nvPr/>
        </p:nvCxnSpPr>
        <p:spPr>
          <a:xfrm>
            <a:off x="7985119" y="4963055"/>
            <a:ext cx="8390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E6E94C92-7D7C-450D-A0D7-32DF37C18201}"/>
              </a:ext>
            </a:extLst>
          </p:cNvPr>
          <p:cNvSpPr txBox="1"/>
          <p:nvPr/>
        </p:nvSpPr>
        <p:spPr>
          <a:xfrm>
            <a:off x="8001445" y="4541837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D4FF7643-7B6E-4566-B93E-939E7A00C931}"/>
              </a:ext>
            </a:extLst>
          </p:cNvPr>
          <p:cNvSpPr txBox="1"/>
          <p:nvPr/>
        </p:nvSpPr>
        <p:spPr>
          <a:xfrm>
            <a:off x="9834563" y="4526118"/>
            <a:ext cx="66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a</a:t>
            </a:r>
          </a:p>
        </p:txBody>
      </p:sp>
      <p:sp>
        <p:nvSpPr>
          <p:cNvPr id="44" name="Arrow: Curved Down 43">
            <a:extLst>
              <a:ext uri="{FF2B5EF4-FFF2-40B4-BE49-F238E27FC236}">
                <a16:creationId xmlns="" xmlns:a16="http://schemas.microsoft.com/office/drawing/2014/main" id="{529E49C2-EF93-4D13-A53B-4CDCC1E8F927}"/>
              </a:ext>
            </a:extLst>
          </p:cNvPr>
          <p:cNvSpPr/>
          <p:nvPr/>
        </p:nvSpPr>
        <p:spPr>
          <a:xfrm rot="10800000">
            <a:off x="7760398" y="5236798"/>
            <a:ext cx="1202732" cy="313313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FB59AB98-994F-44B6-805C-91191DDC402B}"/>
              </a:ext>
            </a:extLst>
          </p:cNvPr>
          <p:cNvSpPr txBox="1"/>
          <p:nvPr/>
        </p:nvSpPr>
        <p:spPr>
          <a:xfrm>
            <a:off x="8088558" y="5205794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b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="" xmlns:a16="http://schemas.microsoft.com/office/drawing/2014/main" id="{44A5F61E-28BC-44C0-8576-E5BBEF5C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FA33-3542-475D-87FD-AB3ED549B5D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9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 animBg="1"/>
      <p:bldP spid="11" grpId="0" animBg="1"/>
      <p:bldP spid="12" grpId="0" animBg="1"/>
      <p:bldP spid="17" grpId="0"/>
      <p:bldP spid="21" grpId="0"/>
      <p:bldP spid="23" grpId="0"/>
      <p:bldP spid="27" grpId="0"/>
      <p:bldP spid="28" grpId="0" animBg="1"/>
      <p:bldP spid="29" grpId="0"/>
      <p:bldP spid="33" grpId="0"/>
      <p:bldP spid="40" grpId="0"/>
      <p:bldP spid="42" grpId="0"/>
      <p:bldP spid="43" grpId="0"/>
      <p:bldP spid="44" grpId="0" animBg="1"/>
      <p:bldP spid="4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733</TotalTime>
  <Words>3220</Words>
  <Application>Microsoft Office PowerPoint</Application>
  <PresentationFormat>Widescreen</PresentationFormat>
  <Paragraphs>1058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Algerian</vt:lpstr>
      <vt:lpstr>Arial</vt:lpstr>
      <vt:lpstr>Calibri</vt:lpstr>
      <vt:lpstr>Century Gothic</vt:lpstr>
      <vt:lpstr>Times New Roman</vt:lpstr>
      <vt:lpstr>Wingdings 3</vt:lpstr>
      <vt:lpstr>Ion</vt:lpstr>
      <vt:lpstr>Theory of Automata  &amp;  Formal Languages CS-214</vt:lpstr>
      <vt:lpstr>Regular Expression  (R.E)</vt:lpstr>
      <vt:lpstr>Regular Expression</vt:lpstr>
      <vt:lpstr>PowerPoint Presentation</vt:lpstr>
      <vt:lpstr>PowerPoint Presentation</vt:lpstr>
      <vt:lpstr>Closure  (Power / Looping)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Session-6</vt:lpstr>
      <vt:lpstr>Practice Question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HameedPitafi</cp:lastModifiedBy>
  <cp:revision>31</cp:revision>
  <dcterms:created xsi:type="dcterms:W3CDTF">2020-08-06T16:55:45Z</dcterms:created>
  <dcterms:modified xsi:type="dcterms:W3CDTF">2022-04-11T03:36:20Z</dcterms:modified>
</cp:coreProperties>
</file>